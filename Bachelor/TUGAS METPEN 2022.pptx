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892AE3-6078-330D-0B70-0AD66970E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F79B3-99CC-DB94-1108-A5A7B09833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E6E2B-902F-472E-AA39-6C552943A612}" type="datetimeFigureOut">
              <a:rPr lang="en-ID" smtClean="0"/>
              <a:t>18/05/2022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5FE5D-24BE-5569-E452-AB63515880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E4C02-91D1-8D7D-679A-93E5BAE73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DED2F-16A6-4114-B019-799F8857EFE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9057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9D4DC-F054-4D7C-881A-6AB53600BB9D}" type="datetimeFigureOut">
              <a:rPr lang="en-ID" smtClean="0"/>
              <a:t>18/05/2022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90C26-F655-44DB-B480-5EF569F99E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728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FF43-038D-3CA1-AB24-731B3D7C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DDD29-18DB-418D-B320-659E41F83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55318-20CA-D2D4-29F3-D1394458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71C9-DA62-4848-ADE0-8144BB989641}" type="datetime1">
              <a:rPr lang="en-ID" smtClean="0"/>
              <a:t>18/05/2022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439FD-1235-00A2-3FBE-53413E90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F43D9-93F1-E28C-C9F6-4054022C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03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3BCD-411F-D95F-2618-9D3895223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C28D9-FC9D-C0F4-40A9-F5C812CAB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889AF-86A5-33FA-8BD2-B3FA0925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8867-E859-48F9-9293-FC2F544771A5}" type="datetime1">
              <a:rPr lang="en-ID" smtClean="0"/>
              <a:t>18/05/2022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6EA1-CACB-1817-108E-078FD50A7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F4423-526D-D8BC-A2DE-5193B51A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211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39FC-CC0A-788D-59AA-EF019E2D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0EB29-D057-5912-C4E6-778B471F5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E39D5-53F9-8868-F3F7-FD2F81AB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CCC-CD2C-4F0B-A139-E47734462795}" type="datetime1">
              <a:rPr lang="en-ID" smtClean="0"/>
              <a:t>18/05/2022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17E37-BB9E-C879-AA39-00CDA873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BB64B-9FCF-3351-5E72-1E8E5A05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247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1BC74-F002-034A-FC22-D0CAFF27D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4297-3EAA-81A1-8534-2356616D1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9C936-F8BE-F912-6275-E4BD683DF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4EB4F-4386-8C03-C80B-EE1D5F892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42A9-4FF9-4B83-A653-0C75813C3A48}" type="datetime1">
              <a:rPr lang="en-ID" smtClean="0"/>
              <a:t>18/05/2022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4DB02-3346-4EA8-5188-A53C6A94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36F14-0A46-EA3B-C104-6044D75B5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0215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D52E-3169-C5AB-09CA-4B10E795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BDB52-D4D5-C952-1DD3-FA7146428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DA48-1403-07DB-4791-E772FC0A1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DFAB9-C7E7-3E07-31D9-044CB02D5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21820-43E0-1B23-102F-FF46C6031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01401-5CF6-A5A2-3703-CEDD7B44B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B034-5365-40CA-AB0D-DF0B48C1C4E7}" type="datetime1">
              <a:rPr lang="en-ID" smtClean="0"/>
              <a:t>18/05/2022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B9F0A-FAB3-9181-5797-2ADEA3B7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ACC9E-076F-FF14-19FC-4156B564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97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00D6-F60E-0B99-28C1-2AEC06501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B844E6-8447-9584-79B0-C201BCB8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3DFEA-679A-40CA-AF69-95FDA9BB1605}" type="datetime1">
              <a:rPr lang="en-ID" smtClean="0"/>
              <a:t>18/05/2022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996AE-FB06-3851-BE07-ECC0ABCD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9A1F0-3316-DDA8-A592-8155BD31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456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FB5EF9-F088-6F63-460E-1F886971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8F706-0FCD-4718-A3D7-8C35D99CD19B}" type="datetime1">
              <a:rPr lang="en-ID" smtClean="0"/>
              <a:t>18/05/2022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21C2B-288A-5D17-BD93-7D9B5D73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07C4B-1359-6F1A-E453-EDECD6A2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605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D26-F33A-3A98-723D-4FFBAA60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EDEDA-F99C-32E7-5610-F62C6D0CC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B701F-6BA7-9A06-8F9C-5EB63C172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0A350-8156-765D-9425-04BA1967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FFB4C-7C5E-4082-8D50-67C81DBA09CB}" type="datetime1">
              <a:rPr lang="en-ID" smtClean="0"/>
              <a:t>18/05/2022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193CF-CACD-1F54-2C7C-FC52F94EA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BEC26-B8DA-A952-3B6C-BCFA1FD0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2270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B7B9-4A11-85B9-0AA7-C451C1E6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A64B8-877C-2254-3F0A-F61BE5742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CAB27-8B4E-81F0-7CE4-C9BD90358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2A821-E680-AF34-5071-0700F776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D65B-01BC-4809-B638-6CDC7861C723}" type="datetime1">
              <a:rPr lang="en-ID" smtClean="0"/>
              <a:t>18/05/2022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43B6-4763-D797-D664-49625235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D6C7B-4D8D-08AB-63D7-95C7A088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090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BE1F-3E9A-727C-11C1-FE059397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12D18-5C83-CCC4-E86E-F69643811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2B9CA-7860-A611-82BC-959371E1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26CC-5227-4A6A-A49B-01D2945F8F3A}" type="datetime1">
              <a:rPr lang="en-ID" smtClean="0"/>
              <a:t>18/05/2022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5C72F-4435-DC88-102C-40BB6FBE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E3BFD-DF2B-3180-188A-11125C47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626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7B231-E062-DCB5-5A7A-E97DF8429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86A3A-9814-3F62-D898-36B161D6A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0845D-255B-3C36-E338-40A03FCC1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D0C07-A0BA-43DA-A81C-0EA00931D37A}" type="datetime1">
              <a:rPr lang="en-ID" smtClean="0"/>
              <a:t>18/05/2022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C1CA8-E8A5-949B-F0FA-A7B7D4F3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43750-746C-3092-4F42-5CB0C046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595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582C6F-162E-915D-DBB7-75179A172D51}"/>
              </a:ext>
            </a:extLst>
          </p:cNvPr>
          <p:cNvSpPr/>
          <p:nvPr userDrawn="1"/>
        </p:nvSpPr>
        <p:spPr>
          <a:xfrm>
            <a:off x="10471244" y="6176963"/>
            <a:ext cx="882556" cy="569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D2E86199-1572-944F-B84D-89BE89D2B766}"/>
              </a:ext>
            </a:extLst>
          </p:cNvPr>
          <p:cNvSpPr/>
          <p:nvPr userDrawn="1"/>
        </p:nvSpPr>
        <p:spPr>
          <a:xfrm>
            <a:off x="77998" y="69963"/>
            <a:ext cx="4726013" cy="818866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492"/>
              <a:gd name="connsiteY0" fmla="*/ 0 h 10000"/>
              <a:gd name="connsiteX1" fmla="*/ 10000 w 10492"/>
              <a:gd name="connsiteY1" fmla="*/ 0 h 10000"/>
              <a:gd name="connsiteX2" fmla="*/ 10000 w 10492"/>
              <a:gd name="connsiteY2" fmla="*/ 10000 h 10000"/>
              <a:gd name="connsiteX3" fmla="*/ 0 w 10492"/>
              <a:gd name="connsiteY3" fmla="*/ 10000 h 10000"/>
              <a:gd name="connsiteX4" fmla="*/ 0 w 10492"/>
              <a:gd name="connsiteY4" fmla="*/ 0 h 10000"/>
              <a:gd name="connsiteX0" fmla="*/ 0 w 10651"/>
              <a:gd name="connsiteY0" fmla="*/ 0 h 10000"/>
              <a:gd name="connsiteX1" fmla="*/ 10000 w 10651"/>
              <a:gd name="connsiteY1" fmla="*/ 0 h 10000"/>
              <a:gd name="connsiteX2" fmla="*/ 10000 w 10651"/>
              <a:gd name="connsiteY2" fmla="*/ 10000 h 10000"/>
              <a:gd name="connsiteX3" fmla="*/ 0 w 10651"/>
              <a:gd name="connsiteY3" fmla="*/ 10000 h 10000"/>
              <a:gd name="connsiteX4" fmla="*/ 0 w 10651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51" h="10000">
                <a:moveTo>
                  <a:pt x="0" y="0"/>
                </a:moveTo>
                <a:lnTo>
                  <a:pt x="10000" y="0"/>
                </a:lnTo>
                <a:cubicBezTo>
                  <a:pt x="11107" y="6666"/>
                  <a:pt x="10593" y="7000"/>
                  <a:pt x="10000" y="10000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EA53A3-5576-E14F-0721-914E317B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3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FC7D9-1D53-3A33-F6B1-F3A88E7D8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E76D6-9B70-CAE8-88E5-AD5FA749B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DE31E-B435-426B-9673-2C21AA5EE806}" type="datetime1">
              <a:rPr lang="en-ID" smtClean="0"/>
              <a:t>18/05/2022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CD246-1A60-73D3-1858-DC51534DE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2E2B4-8592-6E9B-EFE8-7AA54D8CC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689FB-8933-4CB1-9479-B77BE90BEFC8}" type="slidenum">
              <a:rPr lang="en-ID" smtClean="0"/>
              <a:t>‹#›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86D058-83DC-A607-7423-1B4088DE639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90" y="69916"/>
            <a:ext cx="814792" cy="8188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08ECA02-38AD-0330-A6A5-8B74B9A3BE64}"/>
              </a:ext>
            </a:extLst>
          </p:cNvPr>
          <p:cNvSpPr/>
          <p:nvPr userDrawn="1"/>
        </p:nvSpPr>
        <p:spPr>
          <a:xfrm>
            <a:off x="947382" y="186961"/>
            <a:ext cx="3721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Universitas </a:t>
            </a:r>
            <a:r>
              <a:rPr lang="en-US" sz="3200" b="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Brawijaya</a:t>
            </a:r>
            <a:endParaRPr lang="en-US" sz="3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206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F74E-8458-0C20-6484-5AD434A431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/>
              <a:t>TUGAS METPEN 2022</a:t>
            </a:r>
            <a:endParaRPr lang="en-ID" sz="8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34388-BFA1-B31A-474C-AE594F9872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Dr.</a:t>
            </a:r>
            <a:r>
              <a:rPr lang="en-ID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Ir. Tri Djoko </a:t>
            </a:r>
            <a:r>
              <a:rPr lang="en-ID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Leksono</a:t>
            </a:r>
            <a:r>
              <a:rPr lang="en-ID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ID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M.Si</a:t>
            </a:r>
            <a:r>
              <a:rPr lang="en-ID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endParaRPr lang="en-ID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47508-396B-2CA1-F634-9AFBBF4C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6300931"/>
            <a:ext cx="2743200" cy="365125"/>
          </a:xfrm>
        </p:spPr>
        <p:txBody>
          <a:bodyPr/>
          <a:lstStyle/>
          <a:p>
            <a:fld id="{584689FB-8933-4CB1-9479-B77BE90BEFC8}" type="slidenum">
              <a:rPr lang="en-ID" sz="2800" b="1" smtClean="0">
                <a:solidFill>
                  <a:schemeClr val="bg1"/>
                </a:solidFill>
              </a:rPr>
              <a:t>1</a:t>
            </a:fld>
            <a:endParaRPr lang="en-ID" sz="2800" b="1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D5B04E7-3CFC-62BB-5868-363242DF399E}"/>
              </a:ext>
            </a:extLst>
          </p:cNvPr>
          <p:cNvSpPr txBox="1">
            <a:spLocks/>
          </p:cNvSpPr>
          <p:nvPr/>
        </p:nvSpPr>
        <p:spPr>
          <a:xfrm>
            <a:off x="1316182" y="46451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Faiz Ni’matul Haq</a:t>
            </a:r>
          </a:p>
          <a:p>
            <a:r>
              <a:rPr lang="en-ID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19508200111059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40379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F74E-8458-0C20-6484-5AD434A43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4618" y="18866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8000" b="1" dirty="0"/>
              <a:t>Tulisan </a:t>
            </a:r>
            <a:r>
              <a:rPr lang="en-US" sz="8000" b="1" dirty="0" err="1"/>
              <a:t>Menggambarkan</a:t>
            </a:r>
            <a:r>
              <a:rPr lang="en-US" sz="8000" b="1" dirty="0"/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Kepribadian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Seseorang</a:t>
            </a:r>
            <a:endParaRPr lang="en-ID" sz="80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47508-396B-2CA1-F634-9AFBBF4C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6300931"/>
            <a:ext cx="2743200" cy="365125"/>
          </a:xfrm>
        </p:spPr>
        <p:txBody>
          <a:bodyPr/>
          <a:lstStyle/>
          <a:p>
            <a:fld id="{584689FB-8933-4CB1-9479-B77BE90BEFC8}" type="slidenum">
              <a:rPr lang="en-ID" sz="2800" b="1" smtClean="0">
                <a:solidFill>
                  <a:schemeClr val="bg1"/>
                </a:solidFill>
              </a:rPr>
              <a:t>2</a:t>
            </a:fld>
            <a:endParaRPr lang="en-ID" sz="2800" b="1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C9888-ECD2-0FBB-1AC2-356160AC961E}"/>
              </a:ext>
            </a:extLst>
          </p:cNvPr>
          <p:cNvCxnSpPr/>
          <p:nvPr/>
        </p:nvCxnSpPr>
        <p:spPr>
          <a:xfrm>
            <a:off x="1454727" y="4364182"/>
            <a:ext cx="893618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771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AF619E-AC47-C602-363A-CF1453A01087}"/>
              </a:ext>
            </a:extLst>
          </p:cNvPr>
          <p:cNvSpPr/>
          <p:nvPr/>
        </p:nvSpPr>
        <p:spPr>
          <a:xfrm>
            <a:off x="5597236" y="1842655"/>
            <a:ext cx="6262255" cy="29787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ADFB2A-D6E3-38D4-3ACE-B594CFDDDBD5}"/>
              </a:ext>
            </a:extLst>
          </p:cNvPr>
          <p:cNvSpPr/>
          <p:nvPr/>
        </p:nvSpPr>
        <p:spPr>
          <a:xfrm>
            <a:off x="5444835" y="1675698"/>
            <a:ext cx="6262255" cy="2978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95AB-2C46-5E28-97E4-F3ECAF5B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35" y="1825624"/>
            <a:ext cx="6262255" cy="4530725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Semangat</a:t>
            </a:r>
            <a:r>
              <a:rPr lang="en-US" sz="3600" dirty="0">
                <a:solidFill>
                  <a:schemeClr val="bg1"/>
                </a:solidFill>
              </a:rPr>
              <a:t> yang </a:t>
            </a:r>
            <a:r>
              <a:rPr lang="en-US" sz="3600" dirty="0" err="1">
                <a:solidFill>
                  <a:schemeClr val="bg1"/>
                </a:solidFill>
              </a:rPr>
              <a:t>ditulis</a:t>
            </a:r>
            <a:r>
              <a:rPr lang="en-US" sz="3600" dirty="0">
                <a:solidFill>
                  <a:schemeClr val="bg1"/>
                </a:solidFill>
              </a:rPr>
              <a:t> naik </a:t>
            </a:r>
            <a:r>
              <a:rPr lang="en-US" sz="3600" dirty="0" err="1">
                <a:solidFill>
                  <a:schemeClr val="bg1"/>
                </a:solidFill>
              </a:rPr>
              <a:t>seperti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gambar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disamping</a:t>
            </a:r>
            <a:r>
              <a:rPr lang="en-US" sz="3600" dirty="0">
                <a:solidFill>
                  <a:schemeClr val="bg1"/>
                </a:solidFill>
              </a:rPr>
              <a:t>, </a:t>
            </a:r>
            <a:r>
              <a:rPr lang="en-US" sz="3600" dirty="0" err="1">
                <a:solidFill>
                  <a:schemeClr val="bg1"/>
                </a:solidFill>
              </a:rPr>
              <a:t>menggambarkan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seorang</a:t>
            </a:r>
            <a:r>
              <a:rPr lang="en-US" sz="3600" dirty="0">
                <a:solidFill>
                  <a:schemeClr val="bg1"/>
                </a:solidFill>
              </a:rPr>
              <a:t> yang </a:t>
            </a:r>
            <a:r>
              <a:rPr lang="en-US" sz="3600" dirty="0" err="1">
                <a:solidFill>
                  <a:schemeClr val="bg1"/>
                </a:solidFill>
              </a:rPr>
              <a:t>memiliki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sifat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optimis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terhadap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kehidupan</a:t>
            </a:r>
            <a:r>
              <a:rPr lang="en-US" sz="3600" dirty="0">
                <a:solidFill>
                  <a:schemeClr val="bg1"/>
                </a:solidFill>
              </a:rPr>
              <a:t> masa </a:t>
            </a:r>
            <a:r>
              <a:rPr lang="en-US" sz="3600" dirty="0" err="1">
                <a:solidFill>
                  <a:schemeClr val="bg1"/>
                </a:solidFill>
              </a:rPr>
              <a:t>depan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endParaRPr lang="en-ID" sz="36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4D51E-0136-55EB-B90E-E0E755A3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z="2800" smtClean="0">
                <a:solidFill>
                  <a:schemeClr val="bg1"/>
                </a:solidFill>
              </a:rPr>
              <a:t>3</a:t>
            </a:fld>
            <a:endParaRPr lang="en-ID" sz="28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0BFB5D-6165-1BA9-E218-A856ECEAECF2}"/>
              </a:ext>
            </a:extLst>
          </p:cNvPr>
          <p:cNvSpPr txBox="1">
            <a:spLocks/>
          </p:cNvSpPr>
          <p:nvPr/>
        </p:nvSpPr>
        <p:spPr>
          <a:xfrm rot="19800000">
            <a:off x="276300" y="11893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 err="1"/>
              <a:t>Semangat</a:t>
            </a:r>
            <a:endParaRPr lang="en-ID" sz="8000" b="1" dirty="0"/>
          </a:p>
        </p:txBody>
      </p:sp>
    </p:spTree>
    <p:extLst>
      <p:ext uri="{BB962C8B-B14F-4D97-AF65-F5344CB8AC3E}">
        <p14:creationId xmlns:p14="http://schemas.microsoft.com/office/powerpoint/2010/main" val="299956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08EE87-A823-1C9C-5960-9FAD3DA60300}"/>
              </a:ext>
            </a:extLst>
          </p:cNvPr>
          <p:cNvSpPr/>
          <p:nvPr/>
        </p:nvSpPr>
        <p:spPr>
          <a:xfrm>
            <a:off x="5597236" y="1842655"/>
            <a:ext cx="6262255" cy="29787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7C4FB3-2818-DF4C-3D0E-2F8A774FF0EF}"/>
              </a:ext>
            </a:extLst>
          </p:cNvPr>
          <p:cNvSpPr/>
          <p:nvPr/>
        </p:nvSpPr>
        <p:spPr>
          <a:xfrm>
            <a:off x="5444836" y="1690255"/>
            <a:ext cx="6262255" cy="2978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95AB-2C46-5E28-97E4-F3ECAF5B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635" y="1825625"/>
            <a:ext cx="5847409" cy="4351338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Semangat</a:t>
            </a:r>
            <a:r>
              <a:rPr lang="en-US" sz="3600" dirty="0">
                <a:solidFill>
                  <a:schemeClr val="bg1"/>
                </a:solidFill>
              </a:rPr>
              <a:t> yang </a:t>
            </a:r>
            <a:r>
              <a:rPr lang="en-US" sz="3600" dirty="0" err="1">
                <a:solidFill>
                  <a:schemeClr val="bg1"/>
                </a:solidFill>
              </a:rPr>
              <a:t>ditulis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sejajar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seperti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gambar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disamping</a:t>
            </a:r>
            <a:r>
              <a:rPr lang="en-US" sz="3600" dirty="0">
                <a:solidFill>
                  <a:schemeClr val="bg1"/>
                </a:solidFill>
              </a:rPr>
              <a:t>, </a:t>
            </a:r>
            <a:r>
              <a:rPr lang="en-US" sz="3600" dirty="0" err="1">
                <a:solidFill>
                  <a:schemeClr val="bg1"/>
                </a:solidFill>
              </a:rPr>
              <a:t>menggambarkan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seorang</a:t>
            </a:r>
            <a:r>
              <a:rPr lang="en-US" sz="3600" dirty="0">
                <a:solidFill>
                  <a:schemeClr val="bg1"/>
                </a:solidFill>
              </a:rPr>
              <a:t> yang </a:t>
            </a:r>
            <a:r>
              <a:rPr lang="en-US" sz="3600" dirty="0" err="1">
                <a:solidFill>
                  <a:schemeClr val="bg1"/>
                </a:solidFill>
              </a:rPr>
              <a:t>memiliki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kepribadian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seimbang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atau</a:t>
            </a:r>
            <a:r>
              <a:rPr lang="en-US" sz="3600" dirty="0">
                <a:solidFill>
                  <a:schemeClr val="bg1"/>
                </a:solidFill>
              </a:rPr>
              <a:t> statis</a:t>
            </a:r>
            <a:endParaRPr lang="en-ID" sz="36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4D51E-0136-55EB-B90E-E0E755A3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z="2400" smtClean="0">
                <a:solidFill>
                  <a:schemeClr val="bg1"/>
                </a:solidFill>
              </a:rPr>
              <a:t>4</a:t>
            </a:fld>
            <a:endParaRPr lang="en-ID" sz="24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0BFB5D-6165-1BA9-E218-A856ECEAECF2}"/>
              </a:ext>
            </a:extLst>
          </p:cNvPr>
          <p:cNvSpPr txBox="1">
            <a:spLocks/>
          </p:cNvSpPr>
          <p:nvPr/>
        </p:nvSpPr>
        <p:spPr>
          <a:xfrm>
            <a:off x="594955" y="203445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 err="1"/>
              <a:t>Semangat</a:t>
            </a:r>
            <a:endParaRPr lang="en-ID" sz="8000" b="1" dirty="0"/>
          </a:p>
        </p:txBody>
      </p:sp>
    </p:spTree>
    <p:extLst>
      <p:ext uri="{BB962C8B-B14F-4D97-AF65-F5344CB8AC3E}">
        <p14:creationId xmlns:p14="http://schemas.microsoft.com/office/powerpoint/2010/main" val="3141370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95AB-2C46-5E28-97E4-F3ECAF5B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873" y="1825625"/>
            <a:ext cx="6399814" cy="4351338"/>
          </a:xfrm>
        </p:spPr>
        <p:txBody>
          <a:bodyPr>
            <a:normAutofit/>
          </a:bodyPr>
          <a:lstStyle/>
          <a:p>
            <a:pPr algn="just"/>
            <a:r>
              <a:rPr lang="en-US" sz="3600" dirty="0" err="1"/>
              <a:t>Semangat</a:t>
            </a:r>
            <a:r>
              <a:rPr lang="en-US" sz="3600" dirty="0"/>
              <a:t> yang </a:t>
            </a:r>
            <a:r>
              <a:rPr lang="en-US" sz="3600" dirty="0" err="1"/>
              <a:t>ditulis</a:t>
            </a:r>
            <a:r>
              <a:rPr lang="en-US" sz="3600" dirty="0"/>
              <a:t> </a:t>
            </a:r>
            <a:r>
              <a:rPr lang="en-US" sz="3600" dirty="0" err="1"/>
              <a:t>menurun</a:t>
            </a:r>
            <a:r>
              <a:rPr lang="en-US" sz="3600" dirty="0"/>
              <a:t> </a:t>
            </a:r>
            <a:r>
              <a:rPr lang="en-US" sz="3600" dirty="0" err="1"/>
              <a:t>seperti</a:t>
            </a:r>
            <a:r>
              <a:rPr lang="en-US" sz="3600" dirty="0"/>
              <a:t> </a:t>
            </a:r>
            <a:r>
              <a:rPr lang="en-US" sz="3600" dirty="0" err="1"/>
              <a:t>gambar</a:t>
            </a:r>
            <a:r>
              <a:rPr lang="en-US" sz="3600" dirty="0"/>
              <a:t> </a:t>
            </a:r>
            <a:r>
              <a:rPr lang="en-US" sz="3600" dirty="0" err="1"/>
              <a:t>disamping</a:t>
            </a:r>
            <a:r>
              <a:rPr lang="en-US" sz="3600" dirty="0"/>
              <a:t>, </a:t>
            </a:r>
            <a:r>
              <a:rPr lang="en-US" sz="3600" dirty="0" err="1"/>
              <a:t>menggambarkan</a:t>
            </a:r>
            <a:r>
              <a:rPr lang="en-US" sz="3600" dirty="0"/>
              <a:t> </a:t>
            </a:r>
            <a:r>
              <a:rPr lang="en-US" sz="3600" dirty="0" err="1"/>
              <a:t>seorang</a:t>
            </a:r>
            <a:r>
              <a:rPr lang="en-US" sz="3600" dirty="0"/>
              <a:t> yang </a:t>
            </a:r>
            <a:r>
              <a:rPr lang="en-US" sz="3600" dirty="0" err="1"/>
              <a:t>memiliki</a:t>
            </a:r>
            <a:r>
              <a:rPr lang="en-US" sz="3600" dirty="0"/>
              <a:t> </a:t>
            </a:r>
            <a:r>
              <a:rPr lang="en-US" sz="3600" dirty="0" err="1"/>
              <a:t>kepribadian</a:t>
            </a:r>
            <a:r>
              <a:rPr lang="en-US" sz="3600" dirty="0"/>
              <a:t> ragu dan </a:t>
            </a:r>
            <a:r>
              <a:rPr lang="en-US" sz="3600" dirty="0" err="1"/>
              <a:t>cepat</a:t>
            </a:r>
            <a:r>
              <a:rPr lang="en-US" sz="3600" dirty="0"/>
              <a:t> </a:t>
            </a:r>
            <a:r>
              <a:rPr lang="en-US" sz="3600" dirty="0" err="1"/>
              <a:t>depresi,serta</a:t>
            </a:r>
            <a:r>
              <a:rPr lang="en-US" sz="3600" dirty="0"/>
              <a:t> </a:t>
            </a:r>
            <a:r>
              <a:rPr lang="en-US" sz="3600" dirty="0" err="1"/>
              <a:t>mudah</a:t>
            </a:r>
            <a:r>
              <a:rPr lang="en-US" sz="3600" dirty="0"/>
              <a:t> </a:t>
            </a:r>
            <a:r>
              <a:rPr lang="en-US" sz="3600" dirty="0" err="1"/>
              <a:t>putus</a:t>
            </a:r>
            <a:r>
              <a:rPr lang="en-US" sz="3600" dirty="0"/>
              <a:t> </a:t>
            </a:r>
            <a:r>
              <a:rPr lang="en-US" sz="3600" dirty="0" err="1"/>
              <a:t>asa</a:t>
            </a:r>
            <a:endParaRPr lang="en-ID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4D51E-0136-55EB-B90E-E0E755A3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z="2800" smtClean="0">
                <a:solidFill>
                  <a:schemeClr val="bg1"/>
                </a:solidFill>
              </a:rPr>
              <a:t>5</a:t>
            </a:fld>
            <a:endParaRPr lang="en-ID" sz="28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0BFB5D-6165-1BA9-E218-A856ECEAECF2}"/>
              </a:ext>
            </a:extLst>
          </p:cNvPr>
          <p:cNvSpPr txBox="1">
            <a:spLocks/>
          </p:cNvSpPr>
          <p:nvPr/>
        </p:nvSpPr>
        <p:spPr>
          <a:xfrm rot="1800000">
            <a:off x="525682" y="323698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 err="1"/>
              <a:t>Semangat</a:t>
            </a:r>
            <a:endParaRPr lang="en-ID" sz="8000" b="1" dirty="0"/>
          </a:p>
        </p:txBody>
      </p:sp>
    </p:spTree>
    <p:extLst>
      <p:ext uri="{BB962C8B-B14F-4D97-AF65-F5344CB8AC3E}">
        <p14:creationId xmlns:p14="http://schemas.microsoft.com/office/powerpoint/2010/main" val="704365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95AB-2C46-5E28-97E4-F3ECAF5B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773" y="3294568"/>
            <a:ext cx="10148454" cy="4351338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Agar </a:t>
            </a:r>
            <a:r>
              <a:rPr lang="en-US" sz="3600" dirty="0" err="1"/>
              <a:t>hasil</a:t>
            </a:r>
            <a:r>
              <a:rPr lang="en-US" sz="3600" dirty="0"/>
              <a:t> </a:t>
            </a:r>
            <a:r>
              <a:rPr lang="en-US" sz="3600" dirty="0" err="1"/>
              <a:t>penelitian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sebagai</a:t>
            </a:r>
            <a:r>
              <a:rPr lang="en-US" sz="3600" dirty="0"/>
              <a:t> </a:t>
            </a:r>
            <a:r>
              <a:rPr lang="en-US" sz="3600" dirty="0" err="1"/>
              <a:t>bukti</a:t>
            </a:r>
            <a:r>
              <a:rPr lang="en-US" sz="3600" dirty="0"/>
              <a:t> </a:t>
            </a:r>
            <a:r>
              <a:rPr lang="en-US" sz="3600" dirty="0" err="1"/>
              <a:t>telah</a:t>
            </a:r>
            <a:r>
              <a:rPr lang="en-US" sz="3600" dirty="0"/>
              <a:t> </a:t>
            </a:r>
            <a:r>
              <a:rPr lang="en-US" sz="3600" dirty="0" err="1"/>
              <a:t>melakukan</a:t>
            </a:r>
            <a:r>
              <a:rPr lang="en-US" sz="3600" dirty="0"/>
              <a:t> </a:t>
            </a:r>
            <a:r>
              <a:rPr lang="en-US" sz="3600" dirty="0" err="1"/>
              <a:t>hal</a:t>
            </a:r>
            <a:r>
              <a:rPr lang="en-US" sz="3600" dirty="0"/>
              <a:t> </a:t>
            </a:r>
            <a:r>
              <a:rPr lang="en-US" sz="3600" dirty="0" err="1"/>
              <a:t>tersebut</a:t>
            </a:r>
            <a:r>
              <a:rPr lang="en-US" sz="3600" dirty="0"/>
              <a:t>, </a:t>
            </a:r>
            <a:r>
              <a:rPr lang="en-US" sz="3600" dirty="0" err="1"/>
              <a:t>kemudian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</a:t>
            </a:r>
            <a:r>
              <a:rPr lang="en-US" sz="3600" dirty="0" err="1"/>
              <a:t>laporan</a:t>
            </a:r>
            <a:r>
              <a:rPr lang="en-US" sz="3600" dirty="0"/>
              <a:t> </a:t>
            </a:r>
            <a:r>
              <a:rPr lang="en-US" sz="3600" dirty="0" err="1"/>
              <a:t>tersebut</a:t>
            </a:r>
            <a:r>
              <a:rPr lang="en-US" sz="3600" dirty="0"/>
              <a:t> agar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diketahui</a:t>
            </a:r>
            <a:r>
              <a:rPr lang="en-US" sz="3600" dirty="0"/>
              <a:t> orang lain</a:t>
            </a:r>
            <a:endParaRPr lang="en-ID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4D51E-0136-55EB-B90E-E0E755A3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z="2800" smtClean="0">
                <a:solidFill>
                  <a:schemeClr val="bg1"/>
                </a:solidFill>
              </a:rPr>
              <a:t>6</a:t>
            </a:fld>
            <a:endParaRPr lang="en-ID" sz="28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0BFB5D-6165-1BA9-E218-A856ECEAECF2}"/>
              </a:ext>
            </a:extLst>
          </p:cNvPr>
          <p:cNvSpPr txBox="1">
            <a:spLocks/>
          </p:cNvSpPr>
          <p:nvPr/>
        </p:nvSpPr>
        <p:spPr>
          <a:xfrm>
            <a:off x="278077" y="1253331"/>
            <a:ext cx="1206731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 err="1"/>
              <a:t>Kenapa</a:t>
            </a:r>
            <a:r>
              <a:rPr lang="en-US" sz="7200" b="1" dirty="0"/>
              <a:t> </a:t>
            </a:r>
            <a:r>
              <a:rPr lang="en-US" sz="7200" b="1" dirty="0" err="1"/>
              <a:t>Perlu</a:t>
            </a:r>
            <a:r>
              <a:rPr lang="en-US" sz="7200" b="1" dirty="0"/>
              <a:t> </a:t>
            </a:r>
            <a:r>
              <a:rPr lang="en-US" sz="7200" b="1" dirty="0" err="1"/>
              <a:t>Menulis</a:t>
            </a:r>
            <a:r>
              <a:rPr lang="en-US" sz="7200" b="1" dirty="0"/>
              <a:t> </a:t>
            </a:r>
            <a:r>
              <a:rPr lang="en-US" sz="7200" b="1" dirty="0" err="1"/>
              <a:t>Laporan</a:t>
            </a:r>
            <a:r>
              <a:rPr lang="en-US" sz="7200" b="1" dirty="0"/>
              <a:t>?</a:t>
            </a:r>
            <a:endParaRPr lang="en-ID" sz="72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677229-54A7-9C79-9C59-39B42E0FD41C}"/>
              </a:ext>
            </a:extLst>
          </p:cNvPr>
          <p:cNvCxnSpPr>
            <a:cxnSpLocks/>
          </p:cNvCxnSpPr>
          <p:nvPr/>
        </p:nvCxnSpPr>
        <p:spPr>
          <a:xfrm>
            <a:off x="471054" y="3006437"/>
            <a:ext cx="1088274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039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95AB-2C46-5E28-97E4-F3ECAF5B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27" y="2506662"/>
            <a:ext cx="10782300" cy="4351338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Agar </a:t>
            </a:r>
            <a:r>
              <a:rPr lang="en-US" sz="3600" dirty="0" err="1"/>
              <a:t>hasil</a:t>
            </a:r>
            <a:r>
              <a:rPr lang="en-US" sz="3600" dirty="0"/>
              <a:t> </a:t>
            </a:r>
            <a:r>
              <a:rPr lang="en-US" sz="3600" dirty="0" err="1"/>
              <a:t>penelitian</a:t>
            </a:r>
            <a:r>
              <a:rPr lang="en-US" sz="3600" dirty="0"/>
              <a:t> yang </a:t>
            </a:r>
            <a:r>
              <a:rPr lang="en-US" sz="3600" dirty="0" err="1"/>
              <a:t>sudah</a:t>
            </a:r>
            <a:r>
              <a:rPr lang="en-US" sz="3600" dirty="0"/>
              <a:t> </a:t>
            </a:r>
            <a:r>
              <a:rPr lang="en-US" sz="3600" dirty="0" err="1"/>
              <a:t>dilakukan</a:t>
            </a:r>
            <a:r>
              <a:rPr lang="en-US" sz="3600" dirty="0"/>
              <a:t>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diketahui</a:t>
            </a:r>
            <a:r>
              <a:rPr lang="en-US" sz="3600" dirty="0"/>
              <a:t> orang lain,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adanya</a:t>
            </a:r>
            <a:r>
              <a:rPr lang="en-US" sz="3600" dirty="0"/>
              <a:t> </a:t>
            </a:r>
            <a:r>
              <a:rPr lang="en-US" sz="3600" dirty="0" err="1"/>
              <a:t>presentasi</a:t>
            </a:r>
            <a:r>
              <a:rPr lang="en-US" sz="3600" dirty="0"/>
              <a:t> </a:t>
            </a:r>
            <a:r>
              <a:rPr lang="en-US" sz="3600" dirty="0" err="1"/>
              <a:t>ini</a:t>
            </a:r>
            <a:r>
              <a:rPr lang="en-US" sz="3600" dirty="0"/>
              <a:t> </a:t>
            </a:r>
            <a:r>
              <a:rPr lang="en-US" sz="3600" dirty="0" err="1"/>
              <a:t>audiens</a:t>
            </a:r>
            <a:r>
              <a:rPr lang="en-US" sz="3600" dirty="0"/>
              <a:t>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mengetahui</a:t>
            </a:r>
            <a:r>
              <a:rPr lang="en-US" sz="3600" dirty="0"/>
              <a:t> </a:t>
            </a:r>
            <a:r>
              <a:rPr lang="en-US" sz="3600" dirty="0" err="1"/>
              <a:t>apa</a:t>
            </a:r>
            <a:r>
              <a:rPr lang="en-US" sz="3600" dirty="0"/>
              <a:t> yang </a:t>
            </a:r>
            <a:r>
              <a:rPr lang="en-US" sz="3600" dirty="0" err="1"/>
              <a:t>dilakukan</a:t>
            </a:r>
            <a:r>
              <a:rPr lang="en-US" sz="3600" dirty="0"/>
              <a:t> dan </a:t>
            </a:r>
            <a:r>
              <a:rPr lang="en-US" sz="3600" dirty="0" err="1"/>
              <a:t>bagaimana</a:t>
            </a:r>
            <a:r>
              <a:rPr lang="en-US" sz="3600" dirty="0"/>
              <a:t> </a:t>
            </a:r>
            <a:r>
              <a:rPr lang="en-US" sz="3600" dirty="0" err="1"/>
              <a:t>hasilnya</a:t>
            </a:r>
            <a:r>
              <a:rPr lang="en-US" sz="3600" dirty="0"/>
              <a:t>, </a:t>
            </a:r>
            <a:r>
              <a:rPr lang="en-US" sz="3600" dirty="0" err="1"/>
              <a:t>karena</a:t>
            </a:r>
            <a:r>
              <a:rPr lang="en-US" sz="3600" dirty="0"/>
              <a:t> </a:t>
            </a:r>
            <a:r>
              <a:rPr lang="en-US" sz="3600" dirty="0" err="1"/>
              <a:t>sebagian</a:t>
            </a:r>
            <a:r>
              <a:rPr lang="en-US" sz="3600" dirty="0"/>
              <a:t> orang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presentasi</a:t>
            </a:r>
            <a:r>
              <a:rPr lang="en-US" sz="3600" dirty="0"/>
              <a:t>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lebih</a:t>
            </a:r>
            <a:r>
              <a:rPr lang="en-US" sz="3600" dirty="0"/>
              <a:t> </a:t>
            </a:r>
            <a:r>
              <a:rPr lang="en-US" sz="3600" dirty="0" err="1"/>
              <a:t>memahami</a:t>
            </a:r>
            <a:r>
              <a:rPr lang="en-US" sz="3600" dirty="0"/>
              <a:t> </a:t>
            </a:r>
            <a:r>
              <a:rPr lang="en-US" sz="3600" dirty="0" err="1"/>
              <a:t>apa</a:t>
            </a:r>
            <a:r>
              <a:rPr lang="en-US" sz="3600" dirty="0"/>
              <a:t> yang </a:t>
            </a:r>
            <a:r>
              <a:rPr lang="en-US" sz="3600" dirty="0" err="1"/>
              <a:t>disampaikan</a:t>
            </a:r>
            <a:r>
              <a:rPr lang="en-US" sz="3600" dirty="0"/>
              <a:t> </a:t>
            </a:r>
            <a:r>
              <a:rPr lang="en-US" sz="3600" dirty="0" err="1"/>
              <a:t>secara</a:t>
            </a:r>
            <a:r>
              <a:rPr lang="en-US" sz="3600" dirty="0"/>
              <a:t> </a:t>
            </a:r>
            <a:r>
              <a:rPr lang="en-US" sz="3600" dirty="0" err="1"/>
              <a:t>langsung</a:t>
            </a:r>
            <a:r>
              <a:rPr lang="en-US" sz="3600" dirty="0"/>
              <a:t> dan visual </a:t>
            </a:r>
            <a:r>
              <a:rPr lang="en-US" sz="3600" dirty="0" err="1"/>
              <a:t>serta</a:t>
            </a:r>
            <a:r>
              <a:rPr lang="en-US" sz="3600" dirty="0"/>
              <a:t> </a:t>
            </a:r>
            <a:r>
              <a:rPr lang="en-US" sz="3600" dirty="0" err="1"/>
              <a:t>dijelaskan</a:t>
            </a:r>
            <a:r>
              <a:rPr lang="en-US" sz="3600" dirty="0"/>
              <a:t> </a:t>
            </a:r>
            <a:r>
              <a:rPr lang="en-US" sz="3600" dirty="0" err="1"/>
              <a:t>secara</a:t>
            </a:r>
            <a:r>
              <a:rPr lang="en-US" sz="3600" dirty="0"/>
              <a:t> point </a:t>
            </a:r>
            <a:r>
              <a:rPr lang="en-US" sz="3600" dirty="0" err="1"/>
              <a:t>point</a:t>
            </a:r>
            <a:r>
              <a:rPr lang="en-US" sz="3600" dirty="0"/>
              <a:t>.</a:t>
            </a:r>
            <a:endParaRPr lang="en-ID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4D51E-0136-55EB-B90E-E0E755A3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89FB-8933-4CB1-9479-B77BE90BEFC8}" type="slidenum">
              <a:rPr lang="en-ID" sz="2800" smtClean="0">
                <a:solidFill>
                  <a:schemeClr val="bg1"/>
                </a:solidFill>
              </a:rPr>
              <a:t>7</a:t>
            </a:fld>
            <a:endParaRPr lang="en-ID" sz="28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0BFB5D-6165-1BA9-E218-A856ECEAECF2}"/>
              </a:ext>
            </a:extLst>
          </p:cNvPr>
          <p:cNvSpPr txBox="1">
            <a:spLocks/>
          </p:cNvSpPr>
          <p:nvPr/>
        </p:nvSpPr>
        <p:spPr>
          <a:xfrm>
            <a:off x="1205346" y="705535"/>
            <a:ext cx="1206731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 err="1"/>
              <a:t>Kenapa</a:t>
            </a:r>
            <a:r>
              <a:rPr lang="en-US" sz="7200" b="1" dirty="0"/>
              <a:t> </a:t>
            </a:r>
            <a:r>
              <a:rPr lang="en-US" sz="7200" b="1" dirty="0" err="1"/>
              <a:t>Perlu</a:t>
            </a:r>
            <a:r>
              <a:rPr lang="en-US" sz="7200" b="1" dirty="0"/>
              <a:t> </a:t>
            </a:r>
            <a:r>
              <a:rPr lang="en-US" sz="7200" b="1" dirty="0" err="1"/>
              <a:t>Presentasi</a:t>
            </a:r>
            <a:r>
              <a:rPr lang="en-US" sz="7200" b="1" dirty="0"/>
              <a:t>?</a:t>
            </a:r>
            <a:endParaRPr lang="en-ID" sz="72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27A589-E3B6-76D1-0D1D-81660FC46D54}"/>
              </a:ext>
            </a:extLst>
          </p:cNvPr>
          <p:cNvCxnSpPr/>
          <p:nvPr/>
        </p:nvCxnSpPr>
        <p:spPr>
          <a:xfrm>
            <a:off x="1357746" y="2340408"/>
            <a:ext cx="893618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399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F74E-8458-0C20-6484-5AD434A43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9800000">
            <a:off x="913610" y="1965179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b="1" dirty="0"/>
              <a:t>TERIMA KASIH</a:t>
            </a:r>
            <a:endParaRPr lang="en-ID" sz="8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47508-396B-2CA1-F634-9AFBBF4C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6300931"/>
            <a:ext cx="2743200" cy="365125"/>
          </a:xfrm>
        </p:spPr>
        <p:txBody>
          <a:bodyPr/>
          <a:lstStyle/>
          <a:p>
            <a:fld id="{584689FB-8933-4CB1-9479-B77BE90BEFC8}" type="slidenum">
              <a:rPr lang="en-ID" sz="2800" b="1" smtClean="0">
                <a:solidFill>
                  <a:schemeClr val="bg1"/>
                </a:solidFill>
              </a:rPr>
              <a:t>8</a:t>
            </a:fld>
            <a:endParaRPr lang="en-ID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99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167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TUGAS METPEN 2022</vt:lpstr>
      <vt:lpstr>Tulisan Menggambarkan Kepribadian Seseorang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METPEN 2022</dc:title>
  <dc:creator>lenovo</dc:creator>
  <cp:lastModifiedBy>lenovo</cp:lastModifiedBy>
  <cp:revision>2</cp:revision>
  <dcterms:created xsi:type="dcterms:W3CDTF">2022-05-12T02:41:37Z</dcterms:created>
  <dcterms:modified xsi:type="dcterms:W3CDTF">2022-05-18T09:05:22Z</dcterms:modified>
</cp:coreProperties>
</file>