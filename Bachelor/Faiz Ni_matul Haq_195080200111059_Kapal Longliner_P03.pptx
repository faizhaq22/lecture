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00" r:id="rId3"/>
  </p:sldMasterIdLst>
  <p:notesMasterIdLst>
    <p:notesMasterId r:id="rId39"/>
  </p:notesMasterIdLst>
  <p:sldIdLst>
    <p:sldId id="257" r:id="rId4"/>
    <p:sldId id="258" r:id="rId5"/>
    <p:sldId id="259" r:id="rId6"/>
    <p:sldId id="289" r:id="rId7"/>
    <p:sldId id="261" r:id="rId8"/>
    <p:sldId id="290" r:id="rId9"/>
    <p:sldId id="291" r:id="rId10"/>
    <p:sldId id="264" r:id="rId11"/>
    <p:sldId id="292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93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94" r:id="rId35"/>
    <p:sldId id="286" r:id="rId36"/>
    <p:sldId id="287" r:id="rId37"/>
    <p:sldId id="288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8E45B9-C3EE-4B23-8ABE-42F96D3C7E21}" type="datetimeFigureOut">
              <a:rPr lang="en-US" smtClean="0"/>
              <a:t>2/25/2021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7F063B-ABD0-4CC0-8A1A-9881E28DF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844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889fcc274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889fcc274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4804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889fcc274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889fcc274b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45661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71fdc4dfea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71fdc4dfea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72555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b22c32e80c_1_5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b22c32e80c_1_5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7882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71fdc4dfea_0_6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71fdc4dfea_0_6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1309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b22c32e80c_1_5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b22c32e80c_1_5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54376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b22c32e80c_1_5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b22c32e80c_1_5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67806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70e3186832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70e3186832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88395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71fdc4dfe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1" name="Google Shape;1221;g71fdc4dfe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12012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ab8d1ca927_3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ab8d1ca927_3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76841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ab8d1ca927_3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ab8d1ca927_3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16573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ab8d1ca927_3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ab8d1ca927_3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14961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ab8d1ca927_3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ab8d1ca927_3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91020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71fdc4dfe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71fdc4dfe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90421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ab8d1ca927_3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ab8d1ca927_3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55327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ab8d1ca927_3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ab8d1ca927_3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21036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ab8d1ca927_3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ab8d1ca927_3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99610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ab8d1ca927_3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ab8d1ca927_3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09203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ab8d1ca927_3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ab8d1ca927_3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87419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ab8d1ca927_3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ab8d1ca927_3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23512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ab8d1ca927_3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ab8d1ca927_3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26293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ab8d1ca927_3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ab8d1ca927_3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01063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ab8d1ca927_3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ab8d1ca927_3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50158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ab8d1ca927_3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ab8d1ca927_3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04588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ab8d1ca927_3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ab8d1ca927_3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27003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ab8d1ca927_3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ab8d1ca927_3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10292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ab8d1ca927_3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ab8d1ca927_3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3034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ab8d1ca927_3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ab8d1ca927_3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9083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ab8d1ca927_3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ab8d1ca927_3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44598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ab8d1ca927_3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ab8d1ca927_3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97672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ab8d1ca927_3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ab8d1ca927_3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278341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ab8d1ca927_3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ab8d1ca927_3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781919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71fdc4dfe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1" name="Google Shape;1221;g71fdc4dfe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76197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71fdc4dfea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g71fdc4dfea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609160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89c9ac6168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5" name="Google Shape;1325;g89c9ac6168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0789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www.freepik.com/" TargetMode="Externa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www.freepik.com/home" TargetMode="Externa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Surfboard Company Profile by Slidesgo" type="title">
  <p:cSld name="Custom Surfboard Company Profile by Slidesgo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838199" y="3429765"/>
            <a:ext cx="14087900" cy="4638343"/>
            <a:chOff x="-628650" y="2572323"/>
            <a:chExt cx="10565925" cy="3478757"/>
          </a:xfrm>
        </p:grpSpPr>
        <p:sp>
          <p:nvSpPr>
            <p:cNvPr id="10" name="Google Shape;10;p2"/>
            <p:cNvSpPr/>
            <p:nvPr/>
          </p:nvSpPr>
          <p:spPr>
            <a:xfrm>
              <a:off x="-125" y="2572323"/>
              <a:ext cx="9144000" cy="2585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628650" y="3929975"/>
              <a:ext cx="10565925" cy="2121104"/>
            </a:xfrm>
            <a:custGeom>
              <a:avLst/>
              <a:gdLst/>
              <a:ahLst/>
              <a:cxnLst/>
              <a:rect l="l" t="t" r="r" b="b"/>
              <a:pathLst>
                <a:path w="422637" h="70492" extrusionOk="0">
                  <a:moveTo>
                    <a:pt x="422636" y="0"/>
                  </a:moveTo>
                  <a:lnTo>
                    <a:pt x="422636" y="30130"/>
                  </a:lnTo>
                  <a:cubicBezTo>
                    <a:pt x="412907" y="34629"/>
                    <a:pt x="402424" y="37851"/>
                    <a:pt x="392255" y="41534"/>
                  </a:cubicBezTo>
                  <a:cubicBezTo>
                    <a:pt x="368926" y="50050"/>
                    <a:pt x="346767" y="61453"/>
                    <a:pt x="322475" y="67479"/>
                  </a:cubicBezTo>
                  <a:cubicBezTo>
                    <a:pt x="319713" y="68149"/>
                    <a:pt x="316951" y="68755"/>
                    <a:pt x="314168" y="69299"/>
                  </a:cubicBezTo>
                  <a:lnTo>
                    <a:pt x="185237" y="69299"/>
                  </a:lnTo>
                  <a:cubicBezTo>
                    <a:pt x="151153" y="68358"/>
                    <a:pt x="116901" y="70492"/>
                    <a:pt x="83109" y="66558"/>
                  </a:cubicBezTo>
                  <a:cubicBezTo>
                    <a:pt x="54716" y="63273"/>
                    <a:pt x="27264" y="55699"/>
                    <a:pt x="0" y="47748"/>
                  </a:cubicBezTo>
                  <a:lnTo>
                    <a:pt x="0" y="14793"/>
                  </a:lnTo>
                  <a:cubicBezTo>
                    <a:pt x="19145" y="14731"/>
                    <a:pt x="38332" y="11027"/>
                    <a:pt x="57373" y="12910"/>
                  </a:cubicBezTo>
                  <a:cubicBezTo>
                    <a:pt x="69362" y="14124"/>
                    <a:pt x="81163" y="17555"/>
                    <a:pt x="93257" y="17179"/>
                  </a:cubicBezTo>
                  <a:cubicBezTo>
                    <a:pt x="103426" y="16865"/>
                    <a:pt x="113260" y="13831"/>
                    <a:pt x="123345" y="12638"/>
                  </a:cubicBezTo>
                  <a:cubicBezTo>
                    <a:pt x="150525" y="9395"/>
                    <a:pt x="177391" y="19355"/>
                    <a:pt x="204717" y="21217"/>
                  </a:cubicBezTo>
                  <a:cubicBezTo>
                    <a:pt x="226268" y="22682"/>
                    <a:pt x="248154" y="19083"/>
                    <a:pt x="269476" y="22305"/>
                  </a:cubicBezTo>
                  <a:cubicBezTo>
                    <a:pt x="279603" y="23832"/>
                    <a:pt x="290567" y="26783"/>
                    <a:pt x="299710" y="22577"/>
                  </a:cubicBezTo>
                  <a:cubicBezTo>
                    <a:pt x="304732" y="20275"/>
                    <a:pt x="308373" y="16091"/>
                    <a:pt x="313059" y="13287"/>
                  </a:cubicBezTo>
                  <a:cubicBezTo>
                    <a:pt x="319881" y="9249"/>
                    <a:pt x="328355" y="8391"/>
                    <a:pt x="336452" y="7679"/>
                  </a:cubicBezTo>
                  <a:cubicBezTo>
                    <a:pt x="347793" y="6675"/>
                    <a:pt x="359091" y="5650"/>
                    <a:pt x="370390" y="4625"/>
                  </a:cubicBezTo>
                  <a:lnTo>
                    <a:pt x="416673" y="461"/>
                  </a:lnTo>
                  <a:cubicBezTo>
                    <a:pt x="418661" y="251"/>
                    <a:pt x="420649" y="63"/>
                    <a:pt x="422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" name="Google Shape;12;p2"/>
          <p:cNvGrpSpPr/>
          <p:nvPr/>
        </p:nvGrpSpPr>
        <p:grpSpPr>
          <a:xfrm>
            <a:off x="-2069093" y="-491013"/>
            <a:ext cx="16017932" cy="4858855"/>
            <a:chOff x="-1551820" y="-368260"/>
            <a:chExt cx="12013449" cy="3644141"/>
          </a:xfrm>
        </p:grpSpPr>
        <p:sp>
          <p:nvSpPr>
            <p:cNvPr id="13" name="Google Shape;13;p2"/>
            <p:cNvSpPr/>
            <p:nvPr/>
          </p:nvSpPr>
          <p:spPr>
            <a:xfrm>
              <a:off x="7181425" y="1057500"/>
              <a:ext cx="1736915" cy="289825"/>
            </a:xfrm>
            <a:custGeom>
              <a:avLst/>
              <a:gdLst/>
              <a:ahLst/>
              <a:cxnLst/>
              <a:rect l="l" t="t" r="r" b="b"/>
              <a:pathLst>
                <a:path w="129790" h="21657" extrusionOk="0">
                  <a:moveTo>
                    <a:pt x="129790" y="21092"/>
                  </a:moveTo>
                  <a:cubicBezTo>
                    <a:pt x="127467" y="20548"/>
                    <a:pt x="112277" y="19104"/>
                    <a:pt x="109954" y="18623"/>
                  </a:cubicBezTo>
                  <a:cubicBezTo>
                    <a:pt x="105372" y="17681"/>
                    <a:pt x="101752" y="13894"/>
                    <a:pt x="97944" y="10881"/>
                  </a:cubicBezTo>
                  <a:cubicBezTo>
                    <a:pt x="94115" y="7889"/>
                    <a:pt x="89093" y="5546"/>
                    <a:pt x="84909" y="7889"/>
                  </a:cubicBezTo>
                  <a:cubicBezTo>
                    <a:pt x="82816" y="9061"/>
                    <a:pt x="80933" y="11341"/>
                    <a:pt x="78652" y="10923"/>
                  </a:cubicBezTo>
                  <a:cubicBezTo>
                    <a:pt x="77460" y="10714"/>
                    <a:pt x="76497" y="9730"/>
                    <a:pt x="75556" y="8852"/>
                  </a:cubicBezTo>
                  <a:cubicBezTo>
                    <a:pt x="72062" y="5546"/>
                    <a:pt x="68149" y="2616"/>
                    <a:pt x="63692" y="1570"/>
                  </a:cubicBezTo>
                  <a:cubicBezTo>
                    <a:pt x="57101" y="1"/>
                    <a:pt x="53377" y="3453"/>
                    <a:pt x="48732" y="7512"/>
                  </a:cubicBezTo>
                  <a:cubicBezTo>
                    <a:pt x="48376" y="7826"/>
                    <a:pt x="47978" y="8161"/>
                    <a:pt x="47518" y="8349"/>
                  </a:cubicBezTo>
                  <a:cubicBezTo>
                    <a:pt x="46639" y="8663"/>
                    <a:pt x="45698" y="8349"/>
                    <a:pt x="44840" y="8056"/>
                  </a:cubicBezTo>
                  <a:cubicBezTo>
                    <a:pt x="42727" y="7366"/>
                    <a:pt x="40509" y="6738"/>
                    <a:pt x="38270" y="6801"/>
                  </a:cubicBezTo>
                  <a:cubicBezTo>
                    <a:pt x="36031" y="6885"/>
                    <a:pt x="33729" y="7743"/>
                    <a:pt x="32369" y="9521"/>
                  </a:cubicBezTo>
                  <a:cubicBezTo>
                    <a:pt x="31512" y="10651"/>
                    <a:pt x="31051" y="12074"/>
                    <a:pt x="30193" y="13162"/>
                  </a:cubicBezTo>
                  <a:cubicBezTo>
                    <a:pt x="29336" y="14292"/>
                    <a:pt x="27745" y="15087"/>
                    <a:pt x="26511" y="14396"/>
                  </a:cubicBezTo>
                  <a:cubicBezTo>
                    <a:pt x="26113" y="14166"/>
                    <a:pt x="25799" y="13810"/>
                    <a:pt x="25465" y="13497"/>
                  </a:cubicBezTo>
                  <a:cubicBezTo>
                    <a:pt x="24188" y="12429"/>
                    <a:pt x="22242" y="12325"/>
                    <a:pt x="20736" y="13036"/>
                  </a:cubicBezTo>
                  <a:cubicBezTo>
                    <a:pt x="19208" y="13727"/>
                    <a:pt x="18120" y="15150"/>
                    <a:pt x="17493" y="16698"/>
                  </a:cubicBezTo>
                  <a:cubicBezTo>
                    <a:pt x="17284" y="17179"/>
                    <a:pt x="17116" y="17744"/>
                    <a:pt x="16760" y="18121"/>
                  </a:cubicBezTo>
                  <a:cubicBezTo>
                    <a:pt x="16447" y="18476"/>
                    <a:pt x="16007" y="18644"/>
                    <a:pt x="15547" y="18790"/>
                  </a:cubicBezTo>
                  <a:cubicBezTo>
                    <a:pt x="12346" y="19836"/>
                    <a:pt x="9542" y="18309"/>
                    <a:pt x="6340" y="18100"/>
                  </a:cubicBezTo>
                  <a:cubicBezTo>
                    <a:pt x="4311" y="17974"/>
                    <a:pt x="691" y="17807"/>
                    <a:pt x="147" y="20464"/>
                  </a:cubicBezTo>
                  <a:cubicBezTo>
                    <a:pt x="1" y="21238"/>
                    <a:pt x="7031" y="20945"/>
                    <a:pt x="7763" y="20924"/>
                  </a:cubicBezTo>
                  <a:cubicBezTo>
                    <a:pt x="16865" y="20485"/>
                    <a:pt x="26009" y="21134"/>
                    <a:pt x="35152" y="21301"/>
                  </a:cubicBezTo>
                  <a:cubicBezTo>
                    <a:pt x="44568" y="21448"/>
                    <a:pt x="54004" y="21531"/>
                    <a:pt x="63420" y="21573"/>
                  </a:cubicBezTo>
                  <a:cubicBezTo>
                    <a:pt x="80347" y="21657"/>
                    <a:pt x="97295" y="21552"/>
                    <a:pt x="114202" y="21301"/>
                  </a:cubicBezTo>
                  <a:cubicBezTo>
                    <a:pt x="115457" y="21301"/>
                    <a:pt x="124517" y="21322"/>
                    <a:pt x="129790" y="210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" name="Google Shape;14;p2"/>
            <p:cNvSpPr/>
            <p:nvPr/>
          </p:nvSpPr>
          <p:spPr>
            <a:xfrm flipH="1">
              <a:off x="3287725" y="655838"/>
              <a:ext cx="1846559" cy="394163"/>
            </a:xfrm>
            <a:custGeom>
              <a:avLst/>
              <a:gdLst/>
              <a:ahLst/>
              <a:cxnLst/>
              <a:rect l="l" t="t" r="r" b="b"/>
              <a:pathLst>
                <a:path w="134687" h="28750" extrusionOk="0">
                  <a:moveTo>
                    <a:pt x="16112" y="28582"/>
                  </a:moveTo>
                  <a:cubicBezTo>
                    <a:pt x="54360" y="27641"/>
                    <a:pt x="93425" y="28750"/>
                    <a:pt x="131673" y="27808"/>
                  </a:cubicBezTo>
                  <a:cubicBezTo>
                    <a:pt x="132845" y="27787"/>
                    <a:pt x="134268" y="27578"/>
                    <a:pt x="134686" y="26469"/>
                  </a:cubicBezTo>
                  <a:cubicBezTo>
                    <a:pt x="132426" y="25277"/>
                    <a:pt x="129706" y="26323"/>
                    <a:pt x="127175" y="26448"/>
                  </a:cubicBezTo>
                  <a:cubicBezTo>
                    <a:pt x="122655" y="26678"/>
                    <a:pt x="118617" y="23917"/>
                    <a:pt x="114620" y="21761"/>
                  </a:cubicBezTo>
                  <a:cubicBezTo>
                    <a:pt x="110624" y="19627"/>
                    <a:pt x="105519" y="18100"/>
                    <a:pt x="101752" y="20611"/>
                  </a:cubicBezTo>
                  <a:cubicBezTo>
                    <a:pt x="101041" y="21092"/>
                    <a:pt x="100330" y="21720"/>
                    <a:pt x="99472" y="21678"/>
                  </a:cubicBezTo>
                  <a:cubicBezTo>
                    <a:pt x="98949" y="21657"/>
                    <a:pt x="98488" y="21364"/>
                    <a:pt x="98028" y="21113"/>
                  </a:cubicBezTo>
                  <a:cubicBezTo>
                    <a:pt x="94513" y="18895"/>
                    <a:pt x="91332" y="16091"/>
                    <a:pt x="88675" y="12869"/>
                  </a:cubicBezTo>
                  <a:cubicBezTo>
                    <a:pt x="86604" y="10379"/>
                    <a:pt x="84804" y="7596"/>
                    <a:pt x="82210" y="5650"/>
                  </a:cubicBezTo>
                  <a:cubicBezTo>
                    <a:pt x="76560" y="1424"/>
                    <a:pt x="67584" y="2700"/>
                    <a:pt x="63316" y="8287"/>
                  </a:cubicBezTo>
                  <a:cubicBezTo>
                    <a:pt x="62876" y="8893"/>
                    <a:pt x="62416" y="9584"/>
                    <a:pt x="61705" y="9814"/>
                  </a:cubicBezTo>
                  <a:cubicBezTo>
                    <a:pt x="60533" y="10232"/>
                    <a:pt x="59340" y="9270"/>
                    <a:pt x="58399" y="8454"/>
                  </a:cubicBezTo>
                  <a:cubicBezTo>
                    <a:pt x="49694" y="921"/>
                    <a:pt x="35655" y="1"/>
                    <a:pt x="26532" y="7031"/>
                  </a:cubicBezTo>
                  <a:cubicBezTo>
                    <a:pt x="23917" y="9061"/>
                    <a:pt x="21761" y="11592"/>
                    <a:pt x="19648" y="14124"/>
                  </a:cubicBezTo>
                  <a:cubicBezTo>
                    <a:pt x="16112" y="18372"/>
                    <a:pt x="5253" y="26888"/>
                    <a:pt x="1" y="28562"/>
                  </a:cubicBezTo>
                  <a:lnTo>
                    <a:pt x="16112" y="28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5" name="Google Shape;15;p2"/>
            <p:cNvGrpSpPr/>
            <p:nvPr/>
          </p:nvGrpSpPr>
          <p:grpSpPr>
            <a:xfrm rot="-1642488">
              <a:off x="7741143" y="1460486"/>
              <a:ext cx="2565674" cy="1298224"/>
              <a:chOff x="19279125" y="28273675"/>
              <a:chExt cx="2565725" cy="1298250"/>
            </a:xfrm>
          </p:grpSpPr>
          <p:sp>
            <p:nvSpPr>
              <p:cNvPr id="16" name="Google Shape;16;p2"/>
              <p:cNvSpPr/>
              <p:nvPr/>
            </p:nvSpPr>
            <p:spPr>
              <a:xfrm>
                <a:off x="19715375" y="28798125"/>
                <a:ext cx="506850" cy="665075"/>
              </a:xfrm>
              <a:custGeom>
                <a:avLst/>
                <a:gdLst/>
                <a:ahLst/>
                <a:cxnLst/>
                <a:rect l="l" t="t" r="r" b="b"/>
                <a:pathLst>
                  <a:path w="20274" h="26603" extrusionOk="0">
                    <a:moveTo>
                      <a:pt x="20102" y="0"/>
                    </a:moveTo>
                    <a:cubicBezTo>
                      <a:pt x="20089" y="0"/>
                      <a:pt x="20076" y="3"/>
                      <a:pt x="20065" y="8"/>
                    </a:cubicBezTo>
                    <a:cubicBezTo>
                      <a:pt x="20002" y="8"/>
                      <a:pt x="19981" y="29"/>
                      <a:pt x="19918" y="50"/>
                    </a:cubicBezTo>
                    <a:cubicBezTo>
                      <a:pt x="18014" y="1975"/>
                      <a:pt x="16194" y="4026"/>
                      <a:pt x="14415" y="6181"/>
                    </a:cubicBezTo>
                    <a:cubicBezTo>
                      <a:pt x="14060" y="6537"/>
                      <a:pt x="13746" y="6934"/>
                      <a:pt x="13474" y="7332"/>
                    </a:cubicBezTo>
                    <a:cubicBezTo>
                      <a:pt x="13264" y="7583"/>
                      <a:pt x="13055" y="7876"/>
                      <a:pt x="12846" y="8148"/>
                    </a:cubicBezTo>
                    <a:lnTo>
                      <a:pt x="12804" y="8169"/>
                    </a:lnTo>
                    <a:cubicBezTo>
                      <a:pt x="9561" y="12270"/>
                      <a:pt x="6506" y="16643"/>
                      <a:pt x="3577" y="20911"/>
                    </a:cubicBezTo>
                    <a:cubicBezTo>
                      <a:pt x="3577" y="20911"/>
                      <a:pt x="3577" y="20932"/>
                      <a:pt x="3556" y="20932"/>
                    </a:cubicBezTo>
                    <a:cubicBezTo>
                      <a:pt x="3556" y="20953"/>
                      <a:pt x="3535" y="20953"/>
                      <a:pt x="3535" y="20974"/>
                    </a:cubicBezTo>
                    <a:cubicBezTo>
                      <a:pt x="2447" y="22522"/>
                      <a:pt x="1401" y="24050"/>
                      <a:pt x="355" y="25535"/>
                    </a:cubicBezTo>
                    <a:cubicBezTo>
                      <a:pt x="0" y="26042"/>
                      <a:pt x="531" y="26603"/>
                      <a:pt x="1046" y="26603"/>
                    </a:cubicBezTo>
                    <a:cubicBezTo>
                      <a:pt x="1169" y="26603"/>
                      <a:pt x="1292" y="26571"/>
                      <a:pt x="1401" y="26498"/>
                    </a:cubicBezTo>
                    <a:cubicBezTo>
                      <a:pt x="1987" y="26142"/>
                      <a:pt x="2593" y="25745"/>
                      <a:pt x="3137" y="25347"/>
                    </a:cubicBezTo>
                    <a:cubicBezTo>
                      <a:pt x="3158" y="25347"/>
                      <a:pt x="3158" y="25326"/>
                      <a:pt x="3158" y="25326"/>
                    </a:cubicBezTo>
                    <a:cubicBezTo>
                      <a:pt x="11423" y="19593"/>
                      <a:pt x="18746" y="10177"/>
                      <a:pt x="20274" y="239"/>
                    </a:cubicBezTo>
                    <a:cubicBezTo>
                      <a:pt x="20274" y="155"/>
                      <a:pt x="20232" y="113"/>
                      <a:pt x="20211" y="50"/>
                    </a:cubicBezTo>
                    <a:cubicBezTo>
                      <a:pt x="20180" y="20"/>
                      <a:pt x="20139" y="0"/>
                      <a:pt x="201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20308800" y="28749150"/>
                <a:ext cx="511325" cy="822775"/>
              </a:xfrm>
              <a:custGeom>
                <a:avLst/>
                <a:gdLst/>
                <a:ahLst/>
                <a:cxnLst/>
                <a:rect l="l" t="t" r="r" b="b"/>
                <a:pathLst>
                  <a:path w="20453" h="32911" extrusionOk="0">
                    <a:moveTo>
                      <a:pt x="20227" y="1"/>
                    </a:moveTo>
                    <a:cubicBezTo>
                      <a:pt x="20190" y="1"/>
                      <a:pt x="20153" y="8"/>
                      <a:pt x="20118" y="22"/>
                    </a:cubicBezTo>
                    <a:cubicBezTo>
                      <a:pt x="20097" y="22"/>
                      <a:pt x="20097" y="63"/>
                      <a:pt x="20076" y="84"/>
                    </a:cubicBezTo>
                    <a:cubicBezTo>
                      <a:pt x="19804" y="335"/>
                      <a:pt x="19574" y="607"/>
                      <a:pt x="19302" y="900"/>
                    </a:cubicBezTo>
                    <a:cubicBezTo>
                      <a:pt x="19302" y="900"/>
                      <a:pt x="19302" y="921"/>
                      <a:pt x="19281" y="921"/>
                    </a:cubicBezTo>
                    <a:cubicBezTo>
                      <a:pt x="19051" y="1172"/>
                      <a:pt x="18841" y="1444"/>
                      <a:pt x="18632" y="1695"/>
                    </a:cubicBezTo>
                    <a:cubicBezTo>
                      <a:pt x="18569" y="1758"/>
                      <a:pt x="18528" y="1842"/>
                      <a:pt x="18465" y="1884"/>
                    </a:cubicBezTo>
                    <a:cubicBezTo>
                      <a:pt x="18318" y="2093"/>
                      <a:pt x="18130" y="2302"/>
                      <a:pt x="17984" y="2512"/>
                    </a:cubicBezTo>
                    <a:cubicBezTo>
                      <a:pt x="17921" y="2595"/>
                      <a:pt x="17837" y="2679"/>
                      <a:pt x="17795" y="2784"/>
                    </a:cubicBezTo>
                    <a:cubicBezTo>
                      <a:pt x="17628" y="2993"/>
                      <a:pt x="17502" y="3160"/>
                      <a:pt x="17356" y="3369"/>
                    </a:cubicBezTo>
                    <a:cubicBezTo>
                      <a:pt x="17293" y="3453"/>
                      <a:pt x="17209" y="3558"/>
                      <a:pt x="17168" y="3641"/>
                    </a:cubicBezTo>
                    <a:cubicBezTo>
                      <a:pt x="17000" y="3851"/>
                      <a:pt x="16875" y="4060"/>
                      <a:pt x="16749" y="4269"/>
                    </a:cubicBezTo>
                    <a:cubicBezTo>
                      <a:pt x="16686" y="4353"/>
                      <a:pt x="16644" y="4436"/>
                      <a:pt x="16561" y="4520"/>
                    </a:cubicBezTo>
                    <a:lnTo>
                      <a:pt x="16100" y="5232"/>
                    </a:lnTo>
                    <a:cubicBezTo>
                      <a:pt x="16059" y="5273"/>
                      <a:pt x="16017" y="5336"/>
                      <a:pt x="15996" y="5420"/>
                    </a:cubicBezTo>
                    <a:cubicBezTo>
                      <a:pt x="15598" y="6006"/>
                      <a:pt x="15222" y="6633"/>
                      <a:pt x="14866" y="7282"/>
                    </a:cubicBezTo>
                    <a:cubicBezTo>
                      <a:pt x="14803" y="7345"/>
                      <a:pt x="14782" y="7429"/>
                      <a:pt x="14740" y="7512"/>
                    </a:cubicBezTo>
                    <a:cubicBezTo>
                      <a:pt x="14594" y="7742"/>
                      <a:pt x="14468" y="7973"/>
                      <a:pt x="14322" y="8203"/>
                    </a:cubicBezTo>
                    <a:cubicBezTo>
                      <a:pt x="14259" y="8286"/>
                      <a:pt x="14217" y="8391"/>
                      <a:pt x="14155" y="8475"/>
                    </a:cubicBezTo>
                    <a:lnTo>
                      <a:pt x="13757" y="9186"/>
                    </a:lnTo>
                    <a:cubicBezTo>
                      <a:pt x="13715" y="9249"/>
                      <a:pt x="13652" y="9333"/>
                      <a:pt x="13631" y="9416"/>
                    </a:cubicBezTo>
                    <a:cubicBezTo>
                      <a:pt x="13485" y="9709"/>
                      <a:pt x="13318" y="9960"/>
                      <a:pt x="13171" y="10253"/>
                    </a:cubicBezTo>
                    <a:cubicBezTo>
                      <a:pt x="12962" y="10609"/>
                      <a:pt x="12753" y="10986"/>
                      <a:pt x="12564" y="11341"/>
                    </a:cubicBezTo>
                    <a:cubicBezTo>
                      <a:pt x="12502" y="11488"/>
                      <a:pt x="12439" y="11592"/>
                      <a:pt x="12376" y="11718"/>
                    </a:cubicBezTo>
                    <a:lnTo>
                      <a:pt x="12062" y="12262"/>
                    </a:lnTo>
                    <a:cubicBezTo>
                      <a:pt x="11539" y="13224"/>
                      <a:pt x="10995" y="14166"/>
                      <a:pt x="10409" y="15108"/>
                    </a:cubicBezTo>
                    <a:cubicBezTo>
                      <a:pt x="8568" y="18183"/>
                      <a:pt x="6622" y="21217"/>
                      <a:pt x="4718" y="24251"/>
                    </a:cubicBezTo>
                    <a:lnTo>
                      <a:pt x="4718" y="24272"/>
                    </a:lnTo>
                    <a:lnTo>
                      <a:pt x="4718" y="24293"/>
                    </a:lnTo>
                    <a:lnTo>
                      <a:pt x="4718" y="24314"/>
                    </a:lnTo>
                    <a:lnTo>
                      <a:pt x="4718" y="24356"/>
                    </a:lnTo>
                    <a:lnTo>
                      <a:pt x="4718" y="24377"/>
                    </a:lnTo>
                    <a:cubicBezTo>
                      <a:pt x="3693" y="26030"/>
                      <a:pt x="2668" y="27641"/>
                      <a:pt x="1684" y="29315"/>
                    </a:cubicBezTo>
                    <a:lnTo>
                      <a:pt x="1684" y="29336"/>
                    </a:lnTo>
                    <a:lnTo>
                      <a:pt x="1684" y="29377"/>
                    </a:lnTo>
                    <a:lnTo>
                      <a:pt x="1684" y="29398"/>
                    </a:lnTo>
                    <a:lnTo>
                      <a:pt x="1684" y="29419"/>
                    </a:lnTo>
                    <a:lnTo>
                      <a:pt x="1684" y="29461"/>
                    </a:lnTo>
                    <a:cubicBezTo>
                      <a:pt x="1621" y="29503"/>
                      <a:pt x="1600" y="29587"/>
                      <a:pt x="1559" y="29670"/>
                    </a:cubicBezTo>
                    <a:lnTo>
                      <a:pt x="1559" y="29691"/>
                    </a:lnTo>
                    <a:cubicBezTo>
                      <a:pt x="1140" y="30361"/>
                      <a:pt x="743" y="31072"/>
                      <a:pt x="345" y="31763"/>
                    </a:cubicBezTo>
                    <a:cubicBezTo>
                      <a:pt x="1" y="32365"/>
                      <a:pt x="520" y="32911"/>
                      <a:pt x="1088" y="32911"/>
                    </a:cubicBezTo>
                    <a:cubicBezTo>
                      <a:pt x="1210" y="32911"/>
                      <a:pt x="1335" y="32886"/>
                      <a:pt x="1454" y="32830"/>
                    </a:cubicBezTo>
                    <a:cubicBezTo>
                      <a:pt x="1517" y="32809"/>
                      <a:pt x="1600" y="32746"/>
                      <a:pt x="1684" y="32662"/>
                    </a:cubicBezTo>
                    <a:cubicBezTo>
                      <a:pt x="6476" y="28038"/>
                      <a:pt x="10388" y="22556"/>
                      <a:pt x="13757" y="16844"/>
                    </a:cubicBezTo>
                    <a:cubicBezTo>
                      <a:pt x="16247" y="12408"/>
                      <a:pt x="19051" y="7721"/>
                      <a:pt x="20097" y="2700"/>
                    </a:cubicBezTo>
                    <a:cubicBezTo>
                      <a:pt x="20097" y="2658"/>
                      <a:pt x="20118" y="2616"/>
                      <a:pt x="20118" y="2595"/>
                    </a:cubicBezTo>
                    <a:cubicBezTo>
                      <a:pt x="20160" y="2365"/>
                      <a:pt x="20222" y="2093"/>
                      <a:pt x="20243" y="1863"/>
                    </a:cubicBezTo>
                    <a:cubicBezTo>
                      <a:pt x="20243" y="1800"/>
                      <a:pt x="20264" y="1779"/>
                      <a:pt x="20264" y="1737"/>
                    </a:cubicBezTo>
                    <a:lnTo>
                      <a:pt x="20348" y="1172"/>
                    </a:lnTo>
                    <a:cubicBezTo>
                      <a:pt x="20390" y="1068"/>
                      <a:pt x="20390" y="1005"/>
                      <a:pt x="20390" y="879"/>
                    </a:cubicBezTo>
                    <a:cubicBezTo>
                      <a:pt x="20411" y="733"/>
                      <a:pt x="20411" y="607"/>
                      <a:pt x="20432" y="440"/>
                    </a:cubicBezTo>
                    <a:cubicBezTo>
                      <a:pt x="20432" y="356"/>
                      <a:pt x="20453" y="294"/>
                      <a:pt x="20453" y="210"/>
                    </a:cubicBezTo>
                    <a:lnTo>
                      <a:pt x="20453" y="126"/>
                    </a:lnTo>
                    <a:cubicBezTo>
                      <a:pt x="20453" y="105"/>
                      <a:pt x="20432" y="105"/>
                      <a:pt x="20432" y="84"/>
                    </a:cubicBezTo>
                    <a:cubicBezTo>
                      <a:pt x="20376" y="29"/>
                      <a:pt x="20301" y="1"/>
                      <a:pt x="20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20182700" y="28375125"/>
                <a:ext cx="603425" cy="350075"/>
              </a:xfrm>
              <a:custGeom>
                <a:avLst/>
                <a:gdLst/>
                <a:ahLst/>
                <a:cxnLst/>
                <a:rect l="l" t="t" r="r" b="b"/>
                <a:pathLst>
                  <a:path w="24137" h="14003" extrusionOk="0">
                    <a:moveTo>
                      <a:pt x="808" y="1"/>
                    </a:moveTo>
                    <a:cubicBezTo>
                      <a:pt x="364" y="1"/>
                      <a:pt x="1" y="496"/>
                      <a:pt x="137" y="922"/>
                    </a:cubicBezTo>
                    <a:cubicBezTo>
                      <a:pt x="179" y="1027"/>
                      <a:pt x="263" y="1131"/>
                      <a:pt x="367" y="1215"/>
                    </a:cubicBezTo>
                    <a:cubicBezTo>
                      <a:pt x="6623" y="6404"/>
                      <a:pt x="13131" y="11070"/>
                      <a:pt x="20935" y="13288"/>
                    </a:cubicBezTo>
                    <a:cubicBezTo>
                      <a:pt x="20977" y="13309"/>
                      <a:pt x="21040" y="13309"/>
                      <a:pt x="21103" y="13351"/>
                    </a:cubicBezTo>
                    <a:cubicBezTo>
                      <a:pt x="21500" y="13434"/>
                      <a:pt x="21919" y="13560"/>
                      <a:pt x="22316" y="13643"/>
                    </a:cubicBezTo>
                    <a:cubicBezTo>
                      <a:pt x="22421" y="13685"/>
                      <a:pt x="22484" y="13706"/>
                      <a:pt x="22588" y="13727"/>
                    </a:cubicBezTo>
                    <a:cubicBezTo>
                      <a:pt x="22965" y="13811"/>
                      <a:pt x="23362" y="13895"/>
                      <a:pt x="23718" y="13957"/>
                    </a:cubicBezTo>
                    <a:cubicBezTo>
                      <a:pt x="23781" y="13957"/>
                      <a:pt x="23802" y="13999"/>
                      <a:pt x="23823" y="13999"/>
                    </a:cubicBezTo>
                    <a:cubicBezTo>
                      <a:pt x="23838" y="14001"/>
                      <a:pt x="23852" y="14002"/>
                      <a:pt x="23867" y="14002"/>
                    </a:cubicBezTo>
                    <a:cubicBezTo>
                      <a:pt x="23990" y="14002"/>
                      <a:pt x="24078" y="13923"/>
                      <a:pt x="24116" y="13811"/>
                    </a:cubicBezTo>
                    <a:cubicBezTo>
                      <a:pt x="24137" y="13769"/>
                      <a:pt x="24137" y="13727"/>
                      <a:pt x="24116" y="13685"/>
                    </a:cubicBezTo>
                    <a:cubicBezTo>
                      <a:pt x="24116" y="13643"/>
                      <a:pt x="24095" y="13602"/>
                      <a:pt x="24032" y="13581"/>
                    </a:cubicBezTo>
                    <a:cubicBezTo>
                      <a:pt x="23676" y="13309"/>
                      <a:pt x="23341" y="13037"/>
                      <a:pt x="22965" y="12765"/>
                    </a:cubicBezTo>
                    <a:cubicBezTo>
                      <a:pt x="22923" y="12744"/>
                      <a:pt x="22860" y="12681"/>
                      <a:pt x="22818" y="12660"/>
                    </a:cubicBezTo>
                    <a:cubicBezTo>
                      <a:pt x="22525" y="12451"/>
                      <a:pt x="22212" y="12221"/>
                      <a:pt x="21919" y="12011"/>
                    </a:cubicBezTo>
                    <a:lnTo>
                      <a:pt x="21688" y="11844"/>
                    </a:lnTo>
                    <a:cubicBezTo>
                      <a:pt x="21333" y="11614"/>
                      <a:pt x="21019" y="11384"/>
                      <a:pt x="20684" y="11175"/>
                    </a:cubicBezTo>
                    <a:lnTo>
                      <a:pt x="20663" y="11133"/>
                    </a:lnTo>
                    <a:cubicBezTo>
                      <a:pt x="16876" y="8580"/>
                      <a:pt x="12859" y="6404"/>
                      <a:pt x="8841" y="4228"/>
                    </a:cubicBezTo>
                    <a:cubicBezTo>
                      <a:pt x="8841" y="4228"/>
                      <a:pt x="8820" y="4228"/>
                      <a:pt x="8820" y="4207"/>
                    </a:cubicBezTo>
                    <a:lnTo>
                      <a:pt x="8800" y="4207"/>
                    </a:lnTo>
                    <a:cubicBezTo>
                      <a:pt x="6226" y="2847"/>
                      <a:pt x="3673" y="1508"/>
                      <a:pt x="1121" y="85"/>
                    </a:cubicBezTo>
                    <a:cubicBezTo>
                      <a:pt x="1016" y="27"/>
                      <a:pt x="910" y="1"/>
                      <a:pt x="8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19914100" y="28430850"/>
                <a:ext cx="673250" cy="292175"/>
              </a:xfrm>
              <a:custGeom>
                <a:avLst/>
                <a:gdLst/>
                <a:ahLst/>
                <a:cxnLst/>
                <a:rect l="l" t="t" r="r" b="b"/>
                <a:pathLst>
                  <a:path w="26930" h="11687" extrusionOk="0">
                    <a:moveTo>
                      <a:pt x="1364" y="1"/>
                    </a:moveTo>
                    <a:cubicBezTo>
                      <a:pt x="1157" y="1"/>
                      <a:pt x="953" y="11"/>
                      <a:pt x="754" y="32"/>
                    </a:cubicBezTo>
                    <a:cubicBezTo>
                      <a:pt x="210" y="53"/>
                      <a:pt x="1" y="492"/>
                      <a:pt x="106" y="911"/>
                    </a:cubicBezTo>
                    <a:cubicBezTo>
                      <a:pt x="210" y="1141"/>
                      <a:pt x="357" y="1392"/>
                      <a:pt x="650" y="1476"/>
                    </a:cubicBezTo>
                    <a:cubicBezTo>
                      <a:pt x="3683" y="2522"/>
                      <a:pt x="6696" y="3610"/>
                      <a:pt x="9647" y="4782"/>
                    </a:cubicBezTo>
                    <a:lnTo>
                      <a:pt x="9626" y="4782"/>
                    </a:lnTo>
                    <a:cubicBezTo>
                      <a:pt x="11802" y="5640"/>
                      <a:pt x="13936" y="6581"/>
                      <a:pt x="16091" y="7606"/>
                    </a:cubicBezTo>
                    <a:cubicBezTo>
                      <a:pt x="16970" y="8025"/>
                      <a:pt x="17807" y="8464"/>
                      <a:pt x="18644" y="8925"/>
                    </a:cubicBezTo>
                    <a:cubicBezTo>
                      <a:pt x="21238" y="10222"/>
                      <a:pt x="23770" y="11394"/>
                      <a:pt x="26783" y="11686"/>
                    </a:cubicBezTo>
                    <a:cubicBezTo>
                      <a:pt x="26825" y="11686"/>
                      <a:pt x="26867" y="11686"/>
                      <a:pt x="26888" y="11666"/>
                    </a:cubicBezTo>
                    <a:cubicBezTo>
                      <a:pt x="26909" y="11645"/>
                      <a:pt x="26930" y="11582"/>
                      <a:pt x="26930" y="11498"/>
                    </a:cubicBezTo>
                    <a:cubicBezTo>
                      <a:pt x="26930" y="11414"/>
                      <a:pt x="26888" y="11373"/>
                      <a:pt x="26804" y="11352"/>
                    </a:cubicBezTo>
                    <a:lnTo>
                      <a:pt x="26783" y="11352"/>
                    </a:lnTo>
                    <a:cubicBezTo>
                      <a:pt x="26553" y="11268"/>
                      <a:pt x="26344" y="11184"/>
                      <a:pt x="26093" y="11080"/>
                    </a:cubicBezTo>
                    <a:cubicBezTo>
                      <a:pt x="26051" y="11059"/>
                      <a:pt x="25988" y="11038"/>
                      <a:pt x="25946" y="11038"/>
                    </a:cubicBezTo>
                    <a:cubicBezTo>
                      <a:pt x="25737" y="10954"/>
                      <a:pt x="25528" y="10850"/>
                      <a:pt x="25318" y="10745"/>
                    </a:cubicBezTo>
                    <a:cubicBezTo>
                      <a:pt x="25256" y="10724"/>
                      <a:pt x="25214" y="10682"/>
                      <a:pt x="25130" y="10661"/>
                    </a:cubicBezTo>
                    <a:cubicBezTo>
                      <a:pt x="24921" y="10557"/>
                      <a:pt x="24733" y="10452"/>
                      <a:pt x="24523" y="10347"/>
                    </a:cubicBezTo>
                    <a:lnTo>
                      <a:pt x="24377" y="10264"/>
                    </a:lnTo>
                    <a:cubicBezTo>
                      <a:pt x="24189" y="10159"/>
                      <a:pt x="24042" y="10054"/>
                      <a:pt x="23854" y="9950"/>
                    </a:cubicBezTo>
                    <a:cubicBezTo>
                      <a:pt x="23791" y="9929"/>
                      <a:pt x="23749" y="9908"/>
                      <a:pt x="23686" y="9845"/>
                    </a:cubicBezTo>
                    <a:cubicBezTo>
                      <a:pt x="23519" y="9762"/>
                      <a:pt x="23331" y="9615"/>
                      <a:pt x="23142" y="9510"/>
                    </a:cubicBezTo>
                    <a:cubicBezTo>
                      <a:pt x="23059" y="9469"/>
                      <a:pt x="23017" y="9427"/>
                      <a:pt x="22933" y="9385"/>
                    </a:cubicBezTo>
                    <a:cubicBezTo>
                      <a:pt x="22745" y="9280"/>
                      <a:pt x="22598" y="9155"/>
                      <a:pt x="22410" y="9029"/>
                    </a:cubicBezTo>
                    <a:cubicBezTo>
                      <a:pt x="22326" y="8966"/>
                      <a:pt x="22264" y="8925"/>
                      <a:pt x="22180" y="8841"/>
                    </a:cubicBezTo>
                    <a:cubicBezTo>
                      <a:pt x="22054" y="8757"/>
                      <a:pt x="21950" y="8673"/>
                      <a:pt x="21845" y="8569"/>
                    </a:cubicBezTo>
                    <a:cubicBezTo>
                      <a:pt x="21678" y="8443"/>
                      <a:pt x="21531" y="8339"/>
                      <a:pt x="21364" y="8213"/>
                    </a:cubicBezTo>
                    <a:cubicBezTo>
                      <a:pt x="21343" y="8192"/>
                      <a:pt x="21280" y="8150"/>
                      <a:pt x="21259" y="8129"/>
                    </a:cubicBezTo>
                    <a:cubicBezTo>
                      <a:pt x="18769" y="6246"/>
                      <a:pt x="16363" y="4112"/>
                      <a:pt x="13559" y="2773"/>
                    </a:cubicBezTo>
                    <a:cubicBezTo>
                      <a:pt x="10023" y="1078"/>
                      <a:pt x="6006" y="137"/>
                      <a:pt x="2051" y="32"/>
                    </a:cubicBezTo>
                    <a:lnTo>
                      <a:pt x="1989" y="32"/>
                    </a:lnTo>
                    <a:cubicBezTo>
                      <a:pt x="1779" y="11"/>
                      <a:pt x="1570" y="1"/>
                      <a:pt x="13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9600250" y="28499650"/>
                <a:ext cx="774200" cy="245875"/>
              </a:xfrm>
              <a:custGeom>
                <a:avLst/>
                <a:gdLst/>
                <a:ahLst/>
                <a:cxnLst/>
                <a:rect l="l" t="t" r="r" b="b"/>
                <a:pathLst>
                  <a:path w="30968" h="9835" extrusionOk="0">
                    <a:moveTo>
                      <a:pt x="6613" y="0"/>
                    </a:moveTo>
                    <a:cubicBezTo>
                      <a:pt x="4520" y="0"/>
                      <a:pt x="2532" y="63"/>
                      <a:pt x="733" y="251"/>
                    </a:cubicBezTo>
                    <a:cubicBezTo>
                      <a:pt x="252" y="272"/>
                      <a:pt x="1" y="753"/>
                      <a:pt x="105" y="1151"/>
                    </a:cubicBezTo>
                    <a:cubicBezTo>
                      <a:pt x="105" y="1318"/>
                      <a:pt x="252" y="1507"/>
                      <a:pt x="545" y="1590"/>
                    </a:cubicBezTo>
                    <a:cubicBezTo>
                      <a:pt x="5859" y="2678"/>
                      <a:pt x="11007" y="4080"/>
                      <a:pt x="16154" y="5712"/>
                    </a:cubicBezTo>
                    <a:cubicBezTo>
                      <a:pt x="16509" y="5817"/>
                      <a:pt x="16844" y="5963"/>
                      <a:pt x="17179" y="6068"/>
                    </a:cubicBezTo>
                    <a:lnTo>
                      <a:pt x="17158" y="6068"/>
                    </a:lnTo>
                    <a:cubicBezTo>
                      <a:pt x="18518" y="6528"/>
                      <a:pt x="19878" y="7051"/>
                      <a:pt x="21259" y="7574"/>
                    </a:cubicBezTo>
                    <a:cubicBezTo>
                      <a:pt x="21343" y="7595"/>
                      <a:pt x="21385" y="7637"/>
                      <a:pt x="21468" y="7658"/>
                    </a:cubicBezTo>
                    <a:cubicBezTo>
                      <a:pt x="21489" y="7658"/>
                      <a:pt x="21531" y="7679"/>
                      <a:pt x="21573" y="7679"/>
                    </a:cubicBezTo>
                    <a:cubicBezTo>
                      <a:pt x="24000" y="8579"/>
                      <a:pt x="26490" y="9416"/>
                      <a:pt x="29022" y="9730"/>
                    </a:cubicBezTo>
                    <a:lnTo>
                      <a:pt x="29064" y="9730"/>
                    </a:lnTo>
                    <a:cubicBezTo>
                      <a:pt x="29182" y="9747"/>
                      <a:pt x="29355" y="9777"/>
                      <a:pt x="29528" y="9777"/>
                    </a:cubicBezTo>
                    <a:cubicBezTo>
                      <a:pt x="29569" y="9777"/>
                      <a:pt x="29610" y="9775"/>
                      <a:pt x="29649" y="9771"/>
                    </a:cubicBezTo>
                    <a:cubicBezTo>
                      <a:pt x="29838" y="9792"/>
                      <a:pt x="30026" y="9792"/>
                      <a:pt x="30173" y="9834"/>
                    </a:cubicBezTo>
                    <a:lnTo>
                      <a:pt x="30319" y="9834"/>
                    </a:lnTo>
                    <a:cubicBezTo>
                      <a:pt x="30361" y="9834"/>
                      <a:pt x="30424" y="9834"/>
                      <a:pt x="30466" y="9792"/>
                    </a:cubicBezTo>
                    <a:cubicBezTo>
                      <a:pt x="30758" y="9730"/>
                      <a:pt x="30968" y="9374"/>
                      <a:pt x="30905" y="9060"/>
                    </a:cubicBezTo>
                    <a:cubicBezTo>
                      <a:pt x="30884" y="8997"/>
                      <a:pt x="30884" y="8914"/>
                      <a:pt x="30821" y="8851"/>
                    </a:cubicBezTo>
                    <a:cubicBezTo>
                      <a:pt x="30779" y="8788"/>
                      <a:pt x="30717" y="8725"/>
                      <a:pt x="30675" y="8642"/>
                    </a:cubicBezTo>
                    <a:cubicBezTo>
                      <a:pt x="30445" y="8328"/>
                      <a:pt x="30173" y="8056"/>
                      <a:pt x="29942" y="7763"/>
                    </a:cubicBezTo>
                    <a:cubicBezTo>
                      <a:pt x="29733" y="7428"/>
                      <a:pt x="29440" y="7135"/>
                      <a:pt x="29105" y="6905"/>
                    </a:cubicBezTo>
                    <a:cubicBezTo>
                      <a:pt x="23686" y="1716"/>
                      <a:pt x="14501" y="42"/>
                      <a:pt x="66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20149825" y="28752300"/>
                <a:ext cx="462625" cy="768775"/>
              </a:xfrm>
              <a:custGeom>
                <a:avLst/>
                <a:gdLst/>
                <a:ahLst/>
                <a:cxnLst/>
                <a:rect l="l" t="t" r="r" b="b"/>
                <a:pathLst>
                  <a:path w="18505" h="30751" extrusionOk="0">
                    <a:moveTo>
                      <a:pt x="13598" y="8453"/>
                    </a:moveTo>
                    <a:cubicBezTo>
                      <a:pt x="13593" y="8459"/>
                      <a:pt x="13588" y="8464"/>
                      <a:pt x="13588" y="8474"/>
                    </a:cubicBezTo>
                    <a:lnTo>
                      <a:pt x="13588" y="8474"/>
                    </a:lnTo>
                    <a:cubicBezTo>
                      <a:pt x="13591" y="8467"/>
                      <a:pt x="13595" y="8460"/>
                      <a:pt x="13598" y="8453"/>
                    </a:cubicBezTo>
                    <a:close/>
                    <a:moveTo>
                      <a:pt x="18233" y="0"/>
                    </a:moveTo>
                    <a:cubicBezTo>
                      <a:pt x="18170" y="0"/>
                      <a:pt x="18066" y="42"/>
                      <a:pt x="18003" y="84"/>
                    </a:cubicBezTo>
                    <a:cubicBezTo>
                      <a:pt x="17773" y="293"/>
                      <a:pt x="17563" y="481"/>
                      <a:pt x="17333" y="691"/>
                    </a:cubicBezTo>
                    <a:cubicBezTo>
                      <a:pt x="17255" y="769"/>
                      <a:pt x="17323" y="902"/>
                      <a:pt x="17418" y="902"/>
                    </a:cubicBezTo>
                    <a:cubicBezTo>
                      <a:pt x="17424" y="902"/>
                      <a:pt x="17431" y="901"/>
                      <a:pt x="17438" y="900"/>
                    </a:cubicBezTo>
                    <a:lnTo>
                      <a:pt x="17438" y="900"/>
                    </a:lnTo>
                    <a:cubicBezTo>
                      <a:pt x="17375" y="921"/>
                      <a:pt x="17354" y="942"/>
                      <a:pt x="17291" y="984"/>
                    </a:cubicBezTo>
                    <a:cubicBezTo>
                      <a:pt x="17291" y="984"/>
                      <a:pt x="17270" y="984"/>
                      <a:pt x="17270" y="1005"/>
                    </a:cubicBezTo>
                    <a:cubicBezTo>
                      <a:pt x="17229" y="1025"/>
                      <a:pt x="17187" y="1046"/>
                      <a:pt x="17145" y="1109"/>
                    </a:cubicBezTo>
                    <a:lnTo>
                      <a:pt x="17124" y="1130"/>
                    </a:lnTo>
                    <a:lnTo>
                      <a:pt x="16977" y="1256"/>
                    </a:lnTo>
                    <a:cubicBezTo>
                      <a:pt x="16957" y="1297"/>
                      <a:pt x="16936" y="1318"/>
                      <a:pt x="16915" y="1360"/>
                    </a:cubicBezTo>
                    <a:lnTo>
                      <a:pt x="16852" y="1423"/>
                    </a:lnTo>
                    <a:cubicBezTo>
                      <a:pt x="16203" y="2302"/>
                      <a:pt x="15471" y="4143"/>
                      <a:pt x="14927" y="5524"/>
                    </a:cubicBezTo>
                    <a:cubicBezTo>
                      <a:pt x="14760" y="5922"/>
                      <a:pt x="14613" y="6340"/>
                      <a:pt x="14446" y="6738"/>
                    </a:cubicBezTo>
                    <a:cubicBezTo>
                      <a:pt x="14446" y="6759"/>
                      <a:pt x="14425" y="6779"/>
                      <a:pt x="14425" y="6800"/>
                    </a:cubicBezTo>
                    <a:cubicBezTo>
                      <a:pt x="14425" y="6842"/>
                      <a:pt x="14404" y="6842"/>
                      <a:pt x="14404" y="6863"/>
                    </a:cubicBezTo>
                    <a:cubicBezTo>
                      <a:pt x="14341" y="6968"/>
                      <a:pt x="14320" y="7051"/>
                      <a:pt x="14299" y="7093"/>
                    </a:cubicBezTo>
                    <a:cubicBezTo>
                      <a:pt x="14236" y="7219"/>
                      <a:pt x="14153" y="7365"/>
                      <a:pt x="14111" y="7470"/>
                    </a:cubicBezTo>
                    <a:cubicBezTo>
                      <a:pt x="13930" y="7793"/>
                      <a:pt x="13787" y="8115"/>
                      <a:pt x="13608" y="8438"/>
                    </a:cubicBezTo>
                    <a:lnTo>
                      <a:pt x="13608" y="8438"/>
                    </a:lnTo>
                    <a:cubicBezTo>
                      <a:pt x="13609" y="8436"/>
                      <a:pt x="13609" y="8434"/>
                      <a:pt x="13609" y="8432"/>
                    </a:cubicBezTo>
                    <a:lnTo>
                      <a:pt x="13609" y="8432"/>
                    </a:lnTo>
                    <a:cubicBezTo>
                      <a:pt x="13605" y="8439"/>
                      <a:pt x="13602" y="8446"/>
                      <a:pt x="13598" y="8453"/>
                    </a:cubicBezTo>
                    <a:lnTo>
                      <a:pt x="13598" y="8453"/>
                    </a:lnTo>
                    <a:cubicBezTo>
                      <a:pt x="13599" y="8452"/>
                      <a:pt x="13600" y="8451"/>
                      <a:pt x="13601" y="8450"/>
                    </a:cubicBezTo>
                    <a:lnTo>
                      <a:pt x="13601" y="8450"/>
                    </a:lnTo>
                    <a:cubicBezTo>
                      <a:pt x="13597" y="8458"/>
                      <a:pt x="13592" y="8466"/>
                      <a:pt x="13588" y="8474"/>
                    </a:cubicBezTo>
                    <a:cubicBezTo>
                      <a:pt x="13588" y="8474"/>
                      <a:pt x="13588" y="8474"/>
                      <a:pt x="13588" y="8474"/>
                    </a:cubicBezTo>
                    <a:lnTo>
                      <a:pt x="13588" y="8474"/>
                    </a:lnTo>
                    <a:cubicBezTo>
                      <a:pt x="12527" y="10595"/>
                      <a:pt x="11404" y="12735"/>
                      <a:pt x="10261" y="14814"/>
                    </a:cubicBezTo>
                    <a:cubicBezTo>
                      <a:pt x="8294" y="18308"/>
                      <a:pt x="6181" y="21635"/>
                      <a:pt x="3900" y="24878"/>
                    </a:cubicBezTo>
                    <a:cubicBezTo>
                      <a:pt x="2729" y="26552"/>
                      <a:pt x="1536" y="28226"/>
                      <a:pt x="301" y="29879"/>
                    </a:cubicBezTo>
                    <a:cubicBezTo>
                      <a:pt x="1" y="30291"/>
                      <a:pt x="299" y="30750"/>
                      <a:pt x="688" y="30750"/>
                    </a:cubicBezTo>
                    <a:cubicBezTo>
                      <a:pt x="813" y="30750"/>
                      <a:pt x="948" y="30703"/>
                      <a:pt x="1076" y="30591"/>
                    </a:cubicBezTo>
                    <a:cubicBezTo>
                      <a:pt x="2540" y="29251"/>
                      <a:pt x="4047" y="27787"/>
                      <a:pt x="5532" y="26155"/>
                    </a:cubicBezTo>
                    <a:lnTo>
                      <a:pt x="5532" y="26134"/>
                    </a:lnTo>
                    <a:lnTo>
                      <a:pt x="5616" y="26050"/>
                    </a:lnTo>
                    <a:cubicBezTo>
                      <a:pt x="11726" y="19355"/>
                      <a:pt x="17375" y="10546"/>
                      <a:pt x="18379" y="1988"/>
                    </a:cubicBezTo>
                    <a:lnTo>
                      <a:pt x="18379" y="1883"/>
                    </a:lnTo>
                    <a:cubicBezTo>
                      <a:pt x="18421" y="1360"/>
                      <a:pt x="18484" y="816"/>
                      <a:pt x="18505" y="293"/>
                    </a:cubicBezTo>
                    <a:lnTo>
                      <a:pt x="18505" y="189"/>
                    </a:lnTo>
                    <a:cubicBezTo>
                      <a:pt x="18484" y="84"/>
                      <a:pt x="18379" y="0"/>
                      <a:pt x="18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19279125" y="28273675"/>
                <a:ext cx="2565725" cy="1180375"/>
              </a:xfrm>
              <a:custGeom>
                <a:avLst/>
                <a:gdLst/>
                <a:ahLst/>
                <a:cxnLst/>
                <a:rect l="l" t="t" r="r" b="b"/>
                <a:pathLst>
                  <a:path w="102629" h="47215" extrusionOk="0">
                    <a:moveTo>
                      <a:pt x="72729" y="5754"/>
                    </a:moveTo>
                    <a:lnTo>
                      <a:pt x="72729" y="5754"/>
                    </a:lnTo>
                    <a:cubicBezTo>
                      <a:pt x="73231" y="6277"/>
                      <a:pt x="73733" y="6800"/>
                      <a:pt x="74194" y="7365"/>
                    </a:cubicBezTo>
                    <a:cubicBezTo>
                      <a:pt x="74232" y="7403"/>
                      <a:pt x="74269" y="7419"/>
                      <a:pt x="74305" y="7419"/>
                    </a:cubicBezTo>
                    <a:cubicBezTo>
                      <a:pt x="74369" y="7419"/>
                      <a:pt x="74426" y="7369"/>
                      <a:pt x="74466" y="7302"/>
                    </a:cubicBezTo>
                    <a:cubicBezTo>
                      <a:pt x="76328" y="9144"/>
                      <a:pt x="77918" y="11173"/>
                      <a:pt x="79257" y="13391"/>
                    </a:cubicBezTo>
                    <a:lnTo>
                      <a:pt x="79257" y="13433"/>
                    </a:lnTo>
                    <a:cubicBezTo>
                      <a:pt x="80659" y="15777"/>
                      <a:pt x="81789" y="18371"/>
                      <a:pt x="82626" y="21196"/>
                    </a:cubicBezTo>
                    <a:cubicBezTo>
                      <a:pt x="82103" y="21070"/>
                      <a:pt x="81559" y="20966"/>
                      <a:pt x="81036" y="20819"/>
                    </a:cubicBezTo>
                    <a:lnTo>
                      <a:pt x="81036" y="20777"/>
                    </a:lnTo>
                    <a:cubicBezTo>
                      <a:pt x="80994" y="20756"/>
                      <a:pt x="80931" y="20694"/>
                      <a:pt x="80868" y="20694"/>
                    </a:cubicBezTo>
                    <a:cubicBezTo>
                      <a:pt x="80847" y="20694"/>
                      <a:pt x="80847" y="20694"/>
                      <a:pt x="80827" y="20714"/>
                    </a:cubicBezTo>
                    <a:cubicBezTo>
                      <a:pt x="80785" y="20756"/>
                      <a:pt x="80743" y="20777"/>
                      <a:pt x="80722" y="20798"/>
                    </a:cubicBezTo>
                    <a:cubicBezTo>
                      <a:pt x="79885" y="20610"/>
                      <a:pt x="79006" y="20463"/>
                      <a:pt x="78169" y="20275"/>
                    </a:cubicBezTo>
                    <a:lnTo>
                      <a:pt x="78169" y="20254"/>
                    </a:lnTo>
                    <a:cubicBezTo>
                      <a:pt x="78169" y="20254"/>
                      <a:pt x="78169" y="20233"/>
                      <a:pt x="78211" y="20233"/>
                    </a:cubicBezTo>
                    <a:cubicBezTo>
                      <a:pt x="78839" y="14416"/>
                      <a:pt x="76579" y="9834"/>
                      <a:pt x="73043" y="6152"/>
                    </a:cubicBezTo>
                    <a:lnTo>
                      <a:pt x="72729" y="5754"/>
                    </a:lnTo>
                    <a:close/>
                    <a:moveTo>
                      <a:pt x="72311" y="19857"/>
                    </a:moveTo>
                    <a:cubicBezTo>
                      <a:pt x="73985" y="20066"/>
                      <a:pt x="75637" y="20338"/>
                      <a:pt x="77311" y="20610"/>
                    </a:cubicBezTo>
                    <a:cubicBezTo>
                      <a:pt x="76935" y="21091"/>
                      <a:pt x="76579" y="21531"/>
                      <a:pt x="76223" y="22012"/>
                    </a:cubicBezTo>
                    <a:cubicBezTo>
                      <a:pt x="74884" y="23644"/>
                      <a:pt x="73524" y="25297"/>
                      <a:pt x="72164" y="26929"/>
                    </a:cubicBezTo>
                    <a:lnTo>
                      <a:pt x="72164" y="26950"/>
                    </a:lnTo>
                    <a:cubicBezTo>
                      <a:pt x="71516" y="27703"/>
                      <a:pt x="70867" y="28456"/>
                      <a:pt x="70218" y="29230"/>
                    </a:cubicBezTo>
                    <a:cubicBezTo>
                      <a:pt x="69465" y="30109"/>
                      <a:pt x="68712" y="30967"/>
                      <a:pt x="67917" y="31867"/>
                    </a:cubicBezTo>
                    <a:lnTo>
                      <a:pt x="67896" y="31888"/>
                    </a:lnTo>
                    <a:cubicBezTo>
                      <a:pt x="66640" y="33331"/>
                      <a:pt x="65364" y="34733"/>
                      <a:pt x="64067" y="36156"/>
                    </a:cubicBezTo>
                    <a:cubicBezTo>
                      <a:pt x="65615" y="34210"/>
                      <a:pt x="67080" y="32181"/>
                      <a:pt x="68335" y="30067"/>
                    </a:cubicBezTo>
                    <a:cubicBezTo>
                      <a:pt x="68440" y="29879"/>
                      <a:pt x="68586" y="29670"/>
                      <a:pt x="68691" y="29481"/>
                    </a:cubicBezTo>
                    <a:cubicBezTo>
                      <a:pt x="68754" y="29356"/>
                      <a:pt x="68816" y="29251"/>
                      <a:pt x="68900" y="29126"/>
                    </a:cubicBezTo>
                    <a:cubicBezTo>
                      <a:pt x="69047" y="28854"/>
                      <a:pt x="69172" y="28603"/>
                      <a:pt x="69319" y="28331"/>
                    </a:cubicBezTo>
                    <a:lnTo>
                      <a:pt x="69465" y="28017"/>
                    </a:lnTo>
                    <a:lnTo>
                      <a:pt x="69779" y="27389"/>
                    </a:lnTo>
                    <a:cubicBezTo>
                      <a:pt x="69821" y="27285"/>
                      <a:pt x="69883" y="27201"/>
                      <a:pt x="69904" y="27096"/>
                    </a:cubicBezTo>
                    <a:cubicBezTo>
                      <a:pt x="70051" y="26824"/>
                      <a:pt x="70176" y="26552"/>
                      <a:pt x="70302" y="26259"/>
                    </a:cubicBezTo>
                    <a:cubicBezTo>
                      <a:pt x="70344" y="26155"/>
                      <a:pt x="70386" y="26092"/>
                      <a:pt x="70428" y="25987"/>
                    </a:cubicBezTo>
                    <a:cubicBezTo>
                      <a:pt x="70574" y="25715"/>
                      <a:pt x="70679" y="25422"/>
                      <a:pt x="70783" y="25171"/>
                    </a:cubicBezTo>
                    <a:cubicBezTo>
                      <a:pt x="70804" y="25108"/>
                      <a:pt x="70804" y="25088"/>
                      <a:pt x="70825" y="25046"/>
                    </a:cubicBezTo>
                    <a:cubicBezTo>
                      <a:pt x="70930" y="24753"/>
                      <a:pt x="71055" y="24460"/>
                      <a:pt x="71160" y="24167"/>
                    </a:cubicBezTo>
                    <a:cubicBezTo>
                      <a:pt x="71202" y="24104"/>
                      <a:pt x="71223" y="24041"/>
                      <a:pt x="71244" y="23958"/>
                    </a:cubicBezTo>
                    <a:cubicBezTo>
                      <a:pt x="71348" y="23644"/>
                      <a:pt x="71453" y="23330"/>
                      <a:pt x="71557" y="23058"/>
                    </a:cubicBezTo>
                    <a:cubicBezTo>
                      <a:pt x="71557" y="22995"/>
                      <a:pt x="71578" y="22974"/>
                      <a:pt x="71578" y="22911"/>
                    </a:cubicBezTo>
                    <a:cubicBezTo>
                      <a:pt x="71683" y="22598"/>
                      <a:pt x="71767" y="22326"/>
                      <a:pt x="71850" y="22012"/>
                    </a:cubicBezTo>
                    <a:cubicBezTo>
                      <a:pt x="71850" y="21970"/>
                      <a:pt x="71871" y="21949"/>
                      <a:pt x="71871" y="21928"/>
                    </a:cubicBezTo>
                    <a:cubicBezTo>
                      <a:pt x="71955" y="21593"/>
                      <a:pt x="72039" y="21279"/>
                      <a:pt x="72101" y="20924"/>
                    </a:cubicBezTo>
                    <a:cubicBezTo>
                      <a:pt x="72101" y="20903"/>
                      <a:pt x="72143" y="20882"/>
                      <a:pt x="72143" y="20819"/>
                    </a:cubicBezTo>
                    <a:cubicBezTo>
                      <a:pt x="72206" y="20505"/>
                      <a:pt x="72269" y="20170"/>
                      <a:pt x="72311" y="19857"/>
                    </a:cubicBezTo>
                    <a:close/>
                    <a:moveTo>
                      <a:pt x="64761" y="0"/>
                    </a:moveTo>
                    <a:cubicBezTo>
                      <a:pt x="64113" y="0"/>
                      <a:pt x="63614" y="912"/>
                      <a:pt x="64213" y="1423"/>
                    </a:cubicBezTo>
                    <a:cubicBezTo>
                      <a:pt x="65238" y="2281"/>
                      <a:pt x="66180" y="3243"/>
                      <a:pt x="67059" y="4269"/>
                    </a:cubicBezTo>
                    <a:lnTo>
                      <a:pt x="67080" y="4269"/>
                    </a:lnTo>
                    <a:lnTo>
                      <a:pt x="67122" y="4289"/>
                    </a:lnTo>
                    <a:cubicBezTo>
                      <a:pt x="67122" y="4331"/>
                      <a:pt x="67143" y="4331"/>
                      <a:pt x="67143" y="4331"/>
                    </a:cubicBezTo>
                    <a:lnTo>
                      <a:pt x="67143" y="4352"/>
                    </a:lnTo>
                    <a:lnTo>
                      <a:pt x="67163" y="4373"/>
                    </a:lnTo>
                    <a:cubicBezTo>
                      <a:pt x="69904" y="7574"/>
                      <a:pt x="72143" y="11299"/>
                      <a:pt x="74382" y="14940"/>
                    </a:cubicBezTo>
                    <a:cubicBezTo>
                      <a:pt x="75031" y="16007"/>
                      <a:pt x="75700" y="17053"/>
                      <a:pt x="76349" y="18078"/>
                    </a:cubicBezTo>
                    <a:cubicBezTo>
                      <a:pt x="76433" y="18183"/>
                      <a:pt x="76474" y="18287"/>
                      <a:pt x="76558" y="18392"/>
                    </a:cubicBezTo>
                    <a:cubicBezTo>
                      <a:pt x="76746" y="18664"/>
                      <a:pt x="76893" y="18915"/>
                      <a:pt x="77081" y="19187"/>
                    </a:cubicBezTo>
                    <a:cubicBezTo>
                      <a:pt x="77102" y="19229"/>
                      <a:pt x="77165" y="19292"/>
                      <a:pt x="77186" y="19334"/>
                    </a:cubicBezTo>
                    <a:cubicBezTo>
                      <a:pt x="77374" y="19606"/>
                      <a:pt x="77542" y="19878"/>
                      <a:pt x="77730" y="20150"/>
                    </a:cubicBezTo>
                    <a:cubicBezTo>
                      <a:pt x="77709" y="20150"/>
                      <a:pt x="77688" y="20170"/>
                      <a:pt x="77625" y="20191"/>
                    </a:cubicBezTo>
                    <a:cubicBezTo>
                      <a:pt x="75575" y="19815"/>
                      <a:pt x="73524" y="19501"/>
                      <a:pt x="71453" y="19229"/>
                    </a:cubicBezTo>
                    <a:cubicBezTo>
                      <a:pt x="72039" y="13956"/>
                      <a:pt x="68963" y="9248"/>
                      <a:pt x="64862" y="5796"/>
                    </a:cubicBezTo>
                    <a:lnTo>
                      <a:pt x="64841" y="5754"/>
                    </a:lnTo>
                    <a:lnTo>
                      <a:pt x="64820" y="5754"/>
                    </a:lnTo>
                    <a:cubicBezTo>
                      <a:pt x="62016" y="3411"/>
                      <a:pt x="58710" y="1611"/>
                      <a:pt x="55739" y="565"/>
                    </a:cubicBezTo>
                    <a:cubicBezTo>
                      <a:pt x="55650" y="534"/>
                      <a:pt x="55563" y="520"/>
                      <a:pt x="55478" y="520"/>
                    </a:cubicBezTo>
                    <a:cubicBezTo>
                      <a:pt x="54985" y="520"/>
                      <a:pt x="54588" y="997"/>
                      <a:pt x="54588" y="1444"/>
                    </a:cubicBezTo>
                    <a:cubicBezTo>
                      <a:pt x="54588" y="1674"/>
                      <a:pt x="54693" y="1946"/>
                      <a:pt x="54986" y="2072"/>
                    </a:cubicBezTo>
                    <a:cubicBezTo>
                      <a:pt x="55509" y="2364"/>
                      <a:pt x="55990" y="2678"/>
                      <a:pt x="56492" y="2992"/>
                    </a:cubicBezTo>
                    <a:cubicBezTo>
                      <a:pt x="56513" y="2992"/>
                      <a:pt x="56513" y="3013"/>
                      <a:pt x="56555" y="3034"/>
                    </a:cubicBezTo>
                    <a:cubicBezTo>
                      <a:pt x="57811" y="4038"/>
                      <a:pt x="59087" y="4980"/>
                      <a:pt x="60342" y="5942"/>
                    </a:cubicBezTo>
                    <a:lnTo>
                      <a:pt x="60363" y="5942"/>
                    </a:lnTo>
                    <a:cubicBezTo>
                      <a:pt x="61849" y="7261"/>
                      <a:pt x="63272" y="8683"/>
                      <a:pt x="64611" y="10211"/>
                    </a:cubicBezTo>
                    <a:cubicBezTo>
                      <a:pt x="66619" y="12450"/>
                      <a:pt x="68021" y="15128"/>
                      <a:pt x="69758" y="17576"/>
                    </a:cubicBezTo>
                    <a:cubicBezTo>
                      <a:pt x="69779" y="17618"/>
                      <a:pt x="69800" y="17639"/>
                      <a:pt x="69800" y="17681"/>
                    </a:cubicBezTo>
                    <a:cubicBezTo>
                      <a:pt x="69883" y="17827"/>
                      <a:pt x="69988" y="17932"/>
                      <a:pt x="70072" y="18057"/>
                    </a:cubicBezTo>
                    <a:cubicBezTo>
                      <a:pt x="70114" y="18141"/>
                      <a:pt x="70176" y="18183"/>
                      <a:pt x="70218" y="18266"/>
                    </a:cubicBezTo>
                    <a:cubicBezTo>
                      <a:pt x="70302" y="18371"/>
                      <a:pt x="70344" y="18455"/>
                      <a:pt x="70428" y="18559"/>
                    </a:cubicBezTo>
                    <a:cubicBezTo>
                      <a:pt x="70511" y="18664"/>
                      <a:pt x="70595" y="18769"/>
                      <a:pt x="70700" y="18873"/>
                    </a:cubicBezTo>
                    <a:cubicBezTo>
                      <a:pt x="70741" y="18915"/>
                      <a:pt x="70804" y="18999"/>
                      <a:pt x="70846" y="19041"/>
                    </a:cubicBezTo>
                    <a:cubicBezTo>
                      <a:pt x="70909" y="19103"/>
                      <a:pt x="70930" y="19145"/>
                      <a:pt x="70992" y="19208"/>
                    </a:cubicBezTo>
                    <a:cubicBezTo>
                      <a:pt x="69570" y="19020"/>
                      <a:pt x="68147" y="18894"/>
                      <a:pt x="66745" y="18769"/>
                    </a:cubicBezTo>
                    <a:lnTo>
                      <a:pt x="66766" y="18769"/>
                    </a:lnTo>
                    <a:cubicBezTo>
                      <a:pt x="66763" y="18768"/>
                      <a:pt x="66761" y="18768"/>
                      <a:pt x="66758" y="18768"/>
                    </a:cubicBezTo>
                    <a:lnTo>
                      <a:pt x="66758" y="18768"/>
                    </a:lnTo>
                    <a:cubicBezTo>
                      <a:pt x="66814" y="18763"/>
                      <a:pt x="66854" y="18725"/>
                      <a:pt x="66912" y="18706"/>
                    </a:cubicBezTo>
                    <a:lnTo>
                      <a:pt x="66933" y="18685"/>
                    </a:lnTo>
                    <a:cubicBezTo>
                      <a:pt x="66975" y="18601"/>
                      <a:pt x="67017" y="18497"/>
                      <a:pt x="66954" y="18413"/>
                    </a:cubicBezTo>
                    <a:cubicBezTo>
                      <a:pt x="63837" y="14228"/>
                      <a:pt x="59673" y="10608"/>
                      <a:pt x="55216" y="7512"/>
                    </a:cubicBezTo>
                    <a:cubicBezTo>
                      <a:pt x="55174" y="7491"/>
                      <a:pt x="55153" y="7491"/>
                      <a:pt x="55132" y="7470"/>
                    </a:cubicBezTo>
                    <a:cubicBezTo>
                      <a:pt x="54233" y="6842"/>
                      <a:pt x="53333" y="6256"/>
                      <a:pt x="52412" y="5691"/>
                    </a:cubicBezTo>
                    <a:cubicBezTo>
                      <a:pt x="52391" y="5691"/>
                      <a:pt x="52391" y="5649"/>
                      <a:pt x="52350" y="5629"/>
                    </a:cubicBezTo>
                    <a:cubicBezTo>
                      <a:pt x="51701" y="5210"/>
                      <a:pt x="51052" y="4813"/>
                      <a:pt x="50404" y="4436"/>
                    </a:cubicBezTo>
                    <a:cubicBezTo>
                      <a:pt x="49211" y="3745"/>
                      <a:pt x="48039" y="3076"/>
                      <a:pt x="46888" y="2469"/>
                    </a:cubicBezTo>
                    <a:cubicBezTo>
                      <a:pt x="46771" y="2407"/>
                      <a:pt x="46661" y="2379"/>
                      <a:pt x="46560" y="2379"/>
                    </a:cubicBezTo>
                    <a:cubicBezTo>
                      <a:pt x="46119" y="2379"/>
                      <a:pt x="45860" y="2901"/>
                      <a:pt x="46031" y="3327"/>
                    </a:cubicBezTo>
                    <a:lnTo>
                      <a:pt x="46051" y="3348"/>
                    </a:lnTo>
                    <a:cubicBezTo>
                      <a:pt x="46072" y="3432"/>
                      <a:pt x="46114" y="3515"/>
                      <a:pt x="46177" y="3599"/>
                    </a:cubicBezTo>
                    <a:cubicBezTo>
                      <a:pt x="50445" y="8118"/>
                      <a:pt x="55551" y="12722"/>
                      <a:pt x="61137" y="16007"/>
                    </a:cubicBezTo>
                    <a:cubicBezTo>
                      <a:pt x="61179" y="16049"/>
                      <a:pt x="61200" y="16049"/>
                      <a:pt x="61221" y="16069"/>
                    </a:cubicBezTo>
                    <a:cubicBezTo>
                      <a:pt x="61514" y="16258"/>
                      <a:pt x="61807" y="16404"/>
                      <a:pt x="62121" y="16572"/>
                    </a:cubicBezTo>
                    <a:cubicBezTo>
                      <a:pt x="62184" y="16613"/>
                      <a:pt x="62267" y="16634"/>
                      <a:pt x="62351" y="16697"/>
                    </a:cubicBezTo>
                    <a:cubicBezTo>
                      <a:pt x="62644" y="16844"/>
                      <a:pt x="62916" y="17011"/>
                      <a:pt x="63230" y="17157"/>
                    </a:cubicBezTo>
                    <a:cubicBezTo>
                      <a:pt x="63376" y="17220"/>
                      <a:pt x="63481" y="17304"/>
                      <a:pt x="63606" y="17346"/>
                    </a:cubicBezTo>
                    <a:cubicBezTo>
                      <a:pt x="63816" y="17450"/>
                      <a:pt x="64004" y="17555"/>
                      <a:pt x="64213" y="17639"/>
                    </a:cubicBezTo>
                    <a:cubicBezTo>
                      <a:pt x="64360" y="17722"/>
                      <a:pt x="64548" y="17785"/>
                      <a:pt x="64715" y="17869"/>
                    </a:cubicBezTo>
                    <a:cubicBezTo>
                      <a:pt x="64946" y="17973"/>
                      <a:pt x="65155" y="18078"/>
                      <a:pt x="65385" y="18183"/>
                    </a:cubicBezTo>
                    <a:cubicBezTo>
                      <a:pt x="65531" y="18266"/>
                      <a:pt x="65699" y="18308"/>
                      <a:pt x="65866" y="18392"/>
                    </a:cubicBezTo>
                    <a:lnTo>
                      <a:pt x="66410" y="18622"/>
                    </a:lnTo>
                    <a:cubicBezTo>
                      <a:pt x="66512" y="18683"/>
                      <a:pt x="66615" y="18705"/>
                      <a:pt x="66717" y="18764"/>
                    </a:cubicBezTo>
                    <a:lnTo>
                      <a:pt x="66717" y="18764"/>
                    </a:lnTo>
                    <a:cubicBezTo>
                      <a:pt x="63282" y="18461"/>
                      <a:pt x="59832" y="18310"/>
                      <a:pt x="56381" y="18310"/>
                    </a:cubicBezTo>
                    <a:cubicBezTo>
                      <a:pt x="45847" y="18310"/>
                      <a:pt x="35302" y="19722"/>
                      <a:pt x="25149" y="22556"/>
                    </a:cubicBezTo>
                    <a:cubicBezTo>
                      <a:pt x="25756" y="22221"/>
                      <a:pt x="26341" y="21865"/>
                      <a:pt x="26906" y="21510"/>
                    </a:cubicBezTo>
                    <a:cubicBezTo>
                      <a:pt x="26927" y="21489"/>
                      <a:pt x="26969" y="21447"/>
                      <a:pt x="26969" y="21426"/>
                    </a:cubicBezTo>
                    <a:lnTo>
                      <a:pt x="26969" y="21321"/>
                    </a:lnTo>
                    <a:cubicBezTo>
                      <a:pt x="26969" y="21300"/>
                      <a:pt x="26969" y="21300"/>
                      <a:pt x="26927" y="21279"/>
                    </a:cubicBezTo>
                    <a:cubicBezTo>
                      <a:pt x="27409" y="21196"/>
                      <a:pt x="27848" y="21112"/>
                      <a:pt x="28287" y="21007"/>
                    </a:cubicBezTo>
                    <a:cubicBezTo>
                      <a:pt x="28664" y="20924"/>
                      <a:pt x="28999" y="20861"/>
                      <a:pt x="29375" y="20756"/>
                    </a:cubicBezTo>
                    <a:cubicBezTo>
                      <a:pt x="29396" y="20756"/>
                      <a:pt x="29396" y="20714"/>
                      <a:pt x="29417" y="20714"/>
                    </a:cubicBezTo>
                    <a:cubicBezTo>
                      <a:pt x="29543" y="20673"/>
                      <a:pt x="29543" y="20547"/>
                      <a:pt x="29501" y="20442"/>
                    </a:cubicBezTo>
                    <a:cubicBezTo>
                      <a:pt x="29480" y="20380"/>
                      <a:pt x="29417" y="20338"/>
                      <a:pt x="29375" y="20296"/>
                    </a:cubicBezTo>
                    <a:cubicBezTo>
                      <a:pt x="27701" y="19710"/>
                      <a:pt x="25881" y="19354"/>
                      <a:pt x="23998" y="19208"/>
                    </a:cubicBezTo>
                    <a:lnTo>
                      <a:pt x="23935" y="19208"/>
                    </a:lnTo>
                    <a:cubicBezTo>
                      <a:pt x="23580" y="19187"/>
                      <a:pt x="23224" y="19145"/>
                      <a:pt x="22889" y="19124"/>
                    </a:cubicBezTo>
                    <a:lnTo>
                      <a:pt x="22722" y="19124"/>
                    </a:lnTo>
                    <a:cubicBezTo>
                      <a:pt x="22408" y="19124"/>
                      <a:pt x="22073" y="19103"/>
                      <a:pt x="21759" y="19103"/>
                    </a:cubicBezTo>
                    <a:lnTo>
                      <a:pt x="20295" y="19103"/>
                    </a:lnTo>
                    <a:cubicBezTo>
                      <a:pt x="20002" y="19103"/>
                      <a:pt x="19751" y="19124"/>
                      <a:pt x="19458" y="19124"/>
                    </a:cubicBezTo>
                    <a:cubicBezTo>
                      <a:pt x="19332" y="19124"/>
                      <a:pt x="19186" y="19145"/>
                      <a:pt x="19060" y="19145"/>
                    </a:cubicBezTo>
                    <a:cubicBezTo>
                      <a:pt x="18830" y="19187"/>
                      <a:pt x="18558" y="19187"/>
                      <a:pt x="18328" y="19208"/>
                    </a:cubicBezTo>
                    <a:cubicBezTo>
                      <a:pt x="18181" y="19229"/>
                      <a:pt x="18014" y="19229"/>
                      <a:pt x="17867" y="19250"/>
                    </a:cubicBezTo>
                    <a:cubicBezTo>
                      <a:pt x="17658" y="19292"/>
                      <a:pt x="17407" y="19313"/>
                      <a:pt x="17198" y="19334"/>
                    </a:cubicBezTo>
                    <a:cubicBezTo>
                      <a:pt x="17030" y="19354"/>
                      <a:pt x="16842" y="19396"/>
                      <a:pt x="16654" y="19396"/>
                    </a:cubicBezTo>
                    <a:cubicBezTo>
                      <a:pt x="16466" y="19417"/>
                      <a:pt x="16256" y="19438"/>
                      <a:pt x="16089" y="19459"/>
                    </a:cubicBezTo>
                    <a:cubicBezTo>
                      <a:pt x="15880" y="19501"/>
                      <a:pt x="15670" y="19522"/>
                      <a:pt x="15482" y="19543"/>
                    </a:cubicBezTo>
                    <a:cubicBezTo>
                      <a:pt x="15294" y="19564"/>
                      <a:pt x="15147" y="19606"/>
                      <a:pt x="14959" y="19626"/>
                    </a:cubicBezTo>
                    <a:cubicBezTo>
                      <a:pt x="14750" y="19647"/>
                      <a:pt x="14520" y="19710"/>
                      <a:pt x="14310" y="19731"/>
                    </a:cubicBezTo>
                    <a:cubicBezTo>
                      <a:pt x="14143" y="19752"/>
                      <a:pt x="13955" y="19773"/>
                      <a:pt x="13808" y="19836"/>
                    </a:cubicBezTo>
                    <a:cubicBezTo>
                      <a:pt x="13599" y="19878"/>
                      <a:pt x="13390" y="19919"/>
                      <a:pt x="13181" y="19961"/>
                    </a:cubicBezTo>
                    <a:cubicBezTo>
                      <a:pt x="12971" y="20024"/>
                      <a:pt x="12741" y="20045"/>
                      <a:pt x="12532" y="20087"/>
                    </a:cubicBezTo>
                    <a:cubicBezTo>
                      <a:pt x="12364" y="20129"/>
                      <a:pt x="12218" y="20170"/>
                      <a:pt x="12051" y="20191"/>
                    </a:cubicBezTo>
                    <a:cubicBezTo>
                      <a:pt x="12030" y="20191"/>
                      <a:pt x="12009" y="20191"/>
                      <a:pt x="11967" y="20233"/>
                    </a:cubicBezTo>
                    <a:cubicBezTo>
                      <a:pt x="11611" y="20296"/>
                      <a:pt x="11276" y="20380"/>
                      <a:pt x="10900" y="20484"/>
                    </a:cubicBezTo>
                    <a:cubicBezTo>
                      <a:pt x="10889" y="20474"/>
                      <a:pt x="10863" y="20469"/>
                      <a:pt x="10829" y="20469"/>
                    </a:cubicBezTo>
                    <a:cubicBezTo>
                      <a:pt x="10795" y="20469"/>
                      <a:pt x="10753" y="20474"/>
                      <a:pt x="10712" y="20484"/>
                    </a:cubicBezTo>
                    <a:cubicBezTo>
                      <a:pt x="10544" y="20568"/>
                      <a:pt x="10293" y="20610"/>
                      <a:pt x="10126" y="20694"/>
                    </a:cubicBezTo>
                    <a:cubicBezTo>
                      <a:pt x="7092" y="21489"/>
                      <a:pt x="4204" y="22493"/>
                      <a:pt x="1756" y="23581"/>
                    </a:cubicBezTo>
                    <a:cubicBezTo>
                      <a:pt x="1401" y="23719"/>
                      <a:pt x="1381" y="24341"/>
                      <a:pt x="1801" y="24341"/>
                    </a:cubicBezTo>
                    <a:cubicBezTo>
                      <a:pt x="1826" y="24341"/>
                      <a:pt x="1853" y="24339"/>
                      <a:pt x="1882" y="24334"/>
                    </a:cubicBezTo>
                    <a:cubicBezTo>
                      <a:pt x="2279" y="24272"/>
                      <a:pt x="2656" y="24209"/>
                      <a:pt x="3053" y="24146"/>
                    </a:cubicBezTo>
                    <a:lnTo>
                      <a:pt x="3074" y="24146"/>
                    </a:lnTo>
                    <a:cubicBezTo>
                      <a:pt x="7510" y="23476"/>
                      <a:pt x="11925" y="22786"/>
                      <a:pt x="16340" y="22221"/>
                    </a:cubicBezTo>
                    <a:cubicBezTo>
                      <a:pt x="16926" y="22137"/>
                      <a:pt x="17470" y="22075"/>
                      <a:pt x="18077" y="22033"/>
                    </a:cubicBezTo>
                    <a:lnTo>
                      <a:pt x="18244" y="22033"/>
                    </a:lnTo>
                    <a:cubicBezTo>
                      <a:pt x="19960" y="21907"/>
                      <a:pt x="21696" y="21823"/>
                      <a:pt x="23412" y="21698"/>
                    </a:cubicBezTo>
                    <a:lnTo>
                      <a:pt x="23433" y="21698"/>
                    </a:lnTo>
                    <a:cubicBezTo>
                      <a:pt x="22994" y="21761"/>
                      <a:pt x="22575" y="21844"/>
                      <a:pt x="22115" y="21928"/>
                    </a:cubicBezTo>
                    <a:cubicBezTo>
                      <a:pt x="21906" y="21949"/>
                      <a:pt x="21696" y="22012"/>
                      <a:pt x="21487" y="22054"/>
                    </a:cubicBezTo>
                    <a:cubicBezTo>
                      <a:pt x="21278" y="22116"/>
                      <a:pt x="21069" y="22137"/>
                      <a:pt x="20859" y="22179"/>
                    </a:cubicBezTo>
                    <a:cubicBezTo>
                      <a:pt x="20587" y="22242"/>
                      <a:pt x="20295" y="22284"/>
                      <a:pt x="20002" y="22367"/>
                    </a:cubicBezTo>
                    <a:cubicBezTo>
                      <a:pt x="19897" y="22388"/>
                      <a:pt x="19792" y="22430"/>
                      <a:pt x="19667" y="22451"/>
                    </a:cubicBezTo>
                    <a:cubicBezTo>
                      <a:pt x="13160" y="23811"/>
                      <a:pt x="6631" y="25883"/>
                      <a:pt x="501" y="27829"/>
                    </a:cubicBezTo>
                    <a:cubicBezTo>
                      <a:pt x="292" y="27912"/>
                      <a:pt x="145" y="28080"/>
                      <a:pt x="103" y="28226"/>
                    </a:cubicBezTo>
                    <a:cubicBezTo>
                      <a:pt x="1" y="28615"/>
                      <a:pt x="199" y="29064"/>
                      <a:pt x="677" y="29064"/>
                    </a:cubicBezTo>
                    <a:cubicBezTo>
                      <a:pt x="688" y="29064"/>
                      <a:pt x="699" y="29063"/>
                      <a:pt x="710" y="29063"/>
                    </a:cubicBezTo>
                    <a:cubicBezTo>
                      <a:pt x="1714" y="29021"/>
                      <a:pt x="2761" y="28937"/>
                      <a:pt x="3807" y="28833"/>
                    </a:cubicBezTo>
                    <a:cubicBezTo>
                      <a:pt x="6631" y="28561"/>
                      <a:pt x="9498" y="28101"/>
                      <a:pt x="12281" y="27452"/>
                    </a:cubicBezTo>
                    <a:lnTo>
                      <a:pt x="12323" y="27452"/>
                    </a:lnTo>
                    <a:cubicBezTo>
                      <a:pt x="12657" y="27368"/>
                      <a:pt x="13013" y="27285"/>
                      <a:pt x="13369" y="27180"/>
                    </a:cubicBezTo>
                    <a:cubicBezTo>
                      <a:pt x="13411" y="27159"/>
                      <a:pt x="13473" y="27159"/>
                      <a:pt x="13536" y="27138"/>
                    </a:cubicBezTo>
                    <a:cubicBezTo>
                      <a:pt x="14206" y="26971"/>
                      <a:pt x="14854" y="26782"/>
                      <a:pt x="15482" y="26615"/>
                    </a:cubicBezTo>
                    <a:cubicBezTo>
                      <a:pt x="15524" y="26573"/>
                      <a:pt x="15587" y="26573"/>
                      <a:pt x="15629" y="26552"/>
                    </a:cubicBezTo>
                    <a:cubicBezTo>
                      <a:pt x="15880" y="26468"/>
                      <a:pt x="16089" y="26427"/>
                      <a:pt x="16319" y="26343"/>
                    </a:cubicBezTo>
                    <a:cubicBezTo>
                      <a:pt x="16549" y="26259"/>
                      <a:pt x="16758" y="26217"/>
                      <a:pt x="16989" y="26134"/>
                    </a:cubicBezTo>
                    <a:cubicBezTo>
                      <a:pt x="17177" y="26092"/>
                      <a:pt x="17365" y="26008"/>
                      <a:pt x="17554" y="25945"/>
                    </a:cubicBezTo>
                    <a:cubicBezTo>
                      <a:pt x="17888" y="25841"/>
                      <a:pt x="18223" y="25715"/>
                      <a:pt x="18558" y="25590"/>
                    </a:cubicBezTo>
                    <a:lnTo>
                      <a:pt x="18809" y="25506"/>
                    </a:lnTo>
                    <a:cubicBezTo>
                      <a:pt x="19248" y="25360"/>
                      <a:pt x="19688" y="25171"/>
                      <a:pt x="20127" y="24983"/>
                    </a:cubicBezTo>
                    <a:lnTo>
                      <a:pt x="20295" y="24899"/>
                    </a:lnTo>
                    <a:cubicBezTo>
                      <a:pt x="20713" y="24753"/>
                      <a:pt x="21111" y="24564"/>
                      <a:pt x="21529" y="24376"/>
                    </a:cubicBezTo>
                    <a:cubicBezTo>
                      <a:pt x="21550" y="24355"/>
                      <a:pt x="21592" y="24355"/>
                      <a:pt x="21634" y="24334"/>
                    </a:cubicBezTo>
                    <a:cubicBezTo>
                      <a:pt x="22094" y="24125"/>
                      <a:pt x="22596" y="23895"/>
                      <a:pt x="23036" y="23686"/>
                    </a:cubicBezTo>
                    <a:cubicBezTo>
                      <a:pt x="24458" y="23267"/>
                      <a:pt x="25860" y="22891"/>
                      <a:pt x="27283" y="22535"/>
                    </a:cubicBezTo>
                    <a:lnTo>
                      <a:pt x="27283" y="22535"/>
                    </a:lnTo>
                    <a:cubicBezTo>
                      <a:pt x="25839" y="23414"/>
                      <a:pt x="24458" y="24460"/>
                      <a:pt x="23119" y="25527"/>
                    </a:cubicBezTo>
                    <a:cubicBezTo>
                      <a:pt x="22115" y="26343"/>
                      <a:pt x="21131" y="27180"/>
                      <a:pt x="20127" y="28017"/>
                    </a:cubicBezTo>
                    <a:cubicBezTo>
                      <a:pt x="18558" y="29356"/>
                      <a:pt x="16968" y="30653"/>
                      <a:pt x="15294" y="31804"/>
                    </a:cubicBezTo>
                    <a:cubicBezTo>
                      <a:pt x="15001" y="31992"/>
                      <a:pt x="14750" y="32181"/>
                      <a:pt x="14457" y="32369"/>
                    </a:cubicBezTo>
                    <a:cubicBezTo>
                      <a:pt x="14373" y="32411"/>
                      <a:pt x="14310" y="32474"/>
                      <a:pt x="14206" y="32536"/>
                    </a:cubicBezTo>
                    <a:cubicBezTo>
                      <a:pt x="13934" y="32704"/>
                      <a:pt x="13683" y="32892"/>
                      <a:pt x="13411" y="33038"/>
                    </a:cubicBezTo>
                    <a:cubicBezTo>
                      <a:pt x="13285" y="33122"/>
                      <a:pt x="13118" y="33227"/>
                      <a:pt x="12992" y="33311"/>
                    </a:cubicBezTo>
                    <a:cubicBezTo>
                      <a:pt x="12364" y="33687"/>
                      <a:pt x="11737" y="34085"/>
                      <a:pt x="11109" y="34461"/>
                    </a:cubicBezTo>
                    <a:lnTo>
                      <a:pt x="11130" y="34461"/>
                    </a:lnTo>
                    <a:cubicBezTo>
                      <a:pt x="8787" y="35884"/>
                      <a:pt x="6380" y="37244"/>
                      <a:pt x="4058" y="38667"/>
                    </a:cubicBezTo>
                    <a:cubicBezTo>
                      <a:pt x="4016" y="38667"/>
                      <a:pt x="3995" y="38667"/>
                      <a:pt x="3995" y="38688"/>
                    </a:cubicBezTo>
                    <a:cubicBezTo>
                      <a:pt x="3346" y="39064"/>
                      <a:pt x="2719" y="39441"/>
                      <a:pt x="2091" y="39860"/>
                    </a:cubicBezTo>
                    <a:cubicBezTo>
                      <a:pt x="1453" y="40285"/>
                      <a:pt x="1834" y="41175"/>
                      <a:pt x="2490" y="41175"/>
                    </a:cubicBezTo>
                    <a:cubicBezTo>
                      <a:pt x="2543" y="41175"/>
                      <a:pt x="2599" y="41170"/>
                      <a:pt x="2656" y="41157"/>
                    </a:cubicBezTo>
                    <a:cubicBezTo>
                      <a:pt x="2949" y="41094"/>
                      <a:pt x="3263" y="41010"/>
                      <a:pt x="3556" y="40906"/>
                    </a:cubicBezTo>
                    <a:cubicBezTo>
                      <a:pt x="10168" y="39190"/>
                      <a:pt x="17826" y="34838"/>
                      <a:pt x="22994" y="29272"/>
                    </a:cubicBezTo>
                    <a:lnTo>
                      <a:pt x="23015" y="29251"/>
                    </a:lnTo>
                    <a:cubicBezTo>
                      <a:pt x="23224" y="29021"/>
                      <a:pt x="23454" y="28770"/>
                      <a:pt x="23663" y="28540"/>
                    </a:cubicBezTo>
                    <a:cubicBezTo>
                      <a:pt x="23768" y="28435"/>
                      <a:pt x="23852" y="28331"/>
                      <a:pt x="23956" y="28205"/>
                    </a:cubicBezTo>
                    <a:cubicBezTo>
                      <a:pt x="24040" y="28121"/>
                      <a:pt x="24103" y="28017"/>
                      <a:pt x="24165" y="27933"/>
                    </a:cubicBezTo>
                    <a:cubicBezTo>
                      <a:pt x="24312" y="27724"/>
                      <a:pt x="24479" y="27557"/>
                      <a:pt x="24626" y="27347"/>
                    </a:cubicBezTo>
                    <a:cubicBezTo>
                      <a:pt x="24688" y="27285"/>
                      <a:pt x="24709" y="27243"/>
                      <a:pt x="24772" y="27180"/>
                    </a:cubicBezTo>
                    <a:cubicBezTo>
                      <a:pt x="25128" y="26720"/>
                      <a:pt x="25463" y="26238"/>
                      <a:pt x="25777" y="25778"/>
                    </a:cubicBezTo>
                    <a:cubicBezTo>
                      <a:pt x="25777" y="25778"/>
                      <a:pt x="25777" y="25736"/>
                      <a:pt x="25818" y="25736"/>
                    </a:cubicBezTo>
                    <a:cubicBezTo>
                      <a:pt x="26488" y="24732"/>
                      <a:pt x="27095" y="23644"/>
                      <a:pt x="27555" y="22577"/>
                    </a:cubicBezTo>
                    <a:cubicBezTo>
                      <a:pt x="27597" y="22535"/>
                      <a:pt x="27555" y="22472"/>
                      <a:pt x="27534" y="22451"/>
                    </a:cubicBezTo>
                    <a:cubicBezTo>
                      <a:pt x="29020" y="22075"/>
                      <a:pt x="30526" y="21740"/>
                      <a:pt x="32012" y="21426"/>
                    </a:cubicBezTo>
                    <a:lnTo>
                      <a:pt x="32012" y="21426"/>
                    </a:lnTo>
                    <a:cubicBezTo>
                      <a:pt x="28329" y="25171"/>
                      <a:pt x="25463" y="29649"/>
                      <a:pt x="22052" y="33583"/>
                    </a:cubicBezTo>
                    <a:cubicBezTo>
                      <a:pt x="21947" y="33729"/>
                      <a:pt x="21843" y="33834"/>
                      <a:pt x="21738" y="33959"/>
                    </a:cubicBezTo>
                    <a:cubicBezTo>
                      <a:pt x="21027" y="34775"/>
                      <a:pt x="20315" y="35549"/>
                      <a:pt x="19604" y="36365"/>
                    </a:cubicBezTo>
                    <a:cubicBezTo>
                      <a:pt x="17365" y="38876"/>
                      <a:pt x="15085" y="41366"/>
                      <a:pt x="12804" y="43835"/>
                    </a:cubicBezTo>
                    <a:lnTo>
                      <a:pt x="12783" y="43835"/>
                    </a:lnTo>
                    <a:cubicBezTo>
                      <a:pt x="12323" y="44358"/>
                      <a:pt x="11841" y="44860"/>
                      <a:pt x="11381" y="45383"/>
                    </a:cubicBezTo>
                    <a:cubicBezTo>
                      <a:pt x="11130" y="45655"/>
                      <a:pt x="11297" y="46074"/>
                      <a:pt x="11590" y="46179"/>
                    </a:cubicBezTo>
                    <a:cubicBezTo>
                      <a:pt x="11631" y="46195"/>
                      <a:pt x="11678" y="46205"/>
                      <a:pt x="11727" y="46205"/>
                    </a:cubicBezTo>
                    <a:cubicBezTo>
                      <a:pt x="11805" y="46205"/>
                      <a:pt x="11890" y="46180"/>
                      <a:pt x="11967" y="46116"/>
                    </a:cubicBezTo>
                    <a:cubicBezTo>
                      <a:pt x="20211" y="40173"/>
                      <a:pt x="28873" y="31218"/>
                      <a:pt x="32137" y="21384"/>
                    </a:cubicBezTo>
                    <a:cubicBezTo>
                      <a:pt x="37138" y="20338"/>
                      <a:pt x="42243" y="19626"/>
                      <a:pt x="47391" y="19229"/>
                    </a:cubicBezTo>
                    <a:lnTo>
                      <a:pt x="47391" y="19229"/>
                    </a:lnTo>
                    <a:cubicBezTo>
                      <a:pt x="47370" y="19250"/>
                      <a:pt x="47328" y="19250"/>
                      <a:pt x="47307" y="19292"/>
                    </a:cubicBezTo>
                    <a:cubicBezTo>
                      <a:pt x="46951" y="19543"/>
                      <a:pt x="46596" y="19815"/>
                      <a:pt x="46240" y="20066"/>
                    </a:cubicBezTo>
                    <a:cubicBezTo>
                      <a:pt x="46156" y="20129"/>
                      <a:pt x="46156" y="20254"/>
                      <a:pt x="46261" y="20275"/>
                    </a:cubicBezTo>
                    <a:cubicBezTo>
                      <a:pt x="46344" y="20296"/>
                      <a:pt x="43185" y="26217"/>
                      <a:pt x="41260" y="29691"/>
                    </a:cubicBezTo>
                    <a:cubicBezTo>
                      <a:pt x="40590" y="30946"/>
                      <a:pt x="40067" y="31888"/>
                      <a:pt x="39900" y="32097"/>
                    </a:cubicBezTo>
                    <a:cubicBezTo>
                      <a:pt x="39170" y="33200"/>
                      <a:pt x="38427" y="34291"/>
                      <a:pt x="37682" y="35388"/>
                    </a:cubicBezTo>
                    <a:lnTo>
                      <a:pt x="37682" y="35388"/>
                    </a:lnTo>
                    <a:cubicBezTo>
                      <a:pt x="38801" y="33696"/>
                      <a:pt x="39806" y="31949"/>
                      <a:pt x="40632" y="30172"/>
                    </a:cubicBezTo>
                    <a:cubicBezTo>
                      <a:pt x="40779" y="29900"/>
                      <a:pt x="40883" y="29649"/>
                      <a:pt x="41009" y="29377"/>
                    </a:cubicBezTo>
                    <a:cubicBezTo>
                      <a:pt x="41030" y="29356"/>
                      <a:pt x="41030" y="29293"/>
                      <a:pt x="41051" y="29272"/>
                    </a:cubicBezTo>
                    <a:cubicBezTo>
                      <a:pt x="41155" y="29042"/>
                      <a:pt x="41260" y="28770"/>
                      <a:pt x="41365" y="28540"/>
                    </a:cubicBezTo>
                    <a:cubicBezTo>
                      <a:pt x="41406" y="28498"/>
                      <a:pt x="41427" y="28435"/>
                      <a:pt x="41427" y="28393"/>
                    </a:cubicBezTo>
                    <a:cubicBezTo>
                      <a:pt x="41532" y="28142"/>
                      <a:pt x="41616" y="27912"/>
                      <a:pt x="41720" y="27661"/>
                    </a:cubicBezTo>
                    <a:lnTo>
                      <a:pt x="41720" y="27619"/>
                    </a:lnTo>
                    <a:cubicBezTo>
                      <a:pt x="41867" y="27201"/>
                      <a:pt x="41992" y="26824"/>
                      <a:pt x="42139" y="26406"/>
                    </a:cubicBezTo>
                    <a:cubicBezTo>
                      <a:pt x="42181" y="26238"/>
                      <a:pt x="42243" y="26050"/>
                      <a:pt x="42285" y="25904"/>
                    </a:cubicBezTo>
                    <a:cubicBezTo>
                      <a:pt x="42306" y="25778"/>
                      <a:pt x="42369" y="25632"/>
                      <a:pt x="42390" y="25506"/>
                    </a:cubicBezTo>
                    <a:cubicBezTo>
                      <a:pt x="42453" y="25318"/>
                      <a:pt x="42494" y="25108"/>
                      <a:pt x="42557" y="24941"/>
                    </a:cubicBezTo>
                    <a:cubicBezTo>
                      <a:pt x="42578" y="24795"/>
                      <a:pt x="42599" y="24690"/>
                      <a:pt x="42620" y="24564"/>
                    </a:cubicBezTo>
                    <a:cubicBezTo>
                      <a:pt x="42683" y="24355"/>
                      <a:pt x="42725" y="24146"/>
                      <a:pt x="42766" y="23958"/>
                    </a:cubicBezTo>
                    <a:cubicBezTo>
                      <a:pt x="42787" y="23853"/>
                      <a:pt x="42808" y="23748"/>
                      <a:pt x="42808" y="23644"/>
                    </a:cubicBezTo>
                    <a:cubicBezTo>
                      <a:pt x="42871" y="23435"/>
                      <a:pt x="42892" y="23204"/>
                      <a:pt x="42913" y="22995"/>
                    </a:cubicBezTo>
                    <a:cubicBezTo>
                      <a:pt x="42934" y="22891"/>
                      <a:pt x="42934" y="22807"/>
                      <a:pt x="42976" y="22702"/>
                    </a:cubicBezTo>
                    <a:cubicBezTo>
                      <a:pt x="42997" y="22451"/>
                      <a:pt x="43038" y="22179"/>
                      <a:pt x="43080" y="21949"/>
                    </a:cubicBezTo>
                    <a:cubicBezTo>
                      <a:pt x="43080" y="21907"/>
                      <a:pt x="43101" y="21844"/>
                      <a:pt x="43101" y="21761"/>
                    </a:cubicBezTo>
                    <a:cubicBezTo>
                      <a:pt x="43122" y="21447"/>
                      <a:pt x="43143" y="21112"/>
                      <a:pt x="43185" y="20798"/>
                    </a:cubicBezTo>
                    <a:cubicBezTo>
                      <a:pt x="43185" y="20652"/>
                      <a:pt x="43080" y="20547"/>
                      <a:pt x="42934" y="20484"/>
                    </a:cubicBezTo>
                    <a:cubicBezTo>
                      <a:pt x="42894" y="20471"/>
                      <a:pt x="42852" y="20464"/>
                      <a:pt x="42810" y="20464"/>
                    </a:cubicBezTo>
                    <a:cubicBezTo>
                      <a:pt x="42720" y="20464"/>
                      <a:pt x="42629" y="20497"/>
                      <a:pt x="42557" y="20568"/>
                    </a:cubicBezTo>
                    <a:cubicBezTo>
                      <a:pt x="42474" y="20673"/>
                      <a:pt x="42390" y="20756"/>
                      <a:pt x="42306" y="20861"/>
                    </a:cubicBezTo>
                    <a:cubicBezTo>
                      <a:pt x="42097" y="21091"/>
                      <a:pt x="41930" y="21300"/>
                      <a:pt x="41720" y="21531"/>
                    </a:cubicBezTo>
                    <a:cubicBezTo>
                      <a:pt x="41658" y="21593"/>
                      <a:pt x="41720" y="21656"/>
                      <a:pt x="41783" y="21656"/>
                    </a:cubicBezTo>
                    <a:cubicBezTo>
                      <a:pt x="41344" y="21865"/>
                      <a:pt x="40883" y="22242"/>
                      <a:pt x="40423" y="22744"/>
                    </a:cubicBezTo>
                    <a:cubicBezTo>
                      <a:pt x="38205" y="25192"/>
                      <a:pt x="36134" y="30632"/>
                      <a:pt x="34836" y="32787"/>
                    </a:cubicBezTo>
                    <a:cubicBezTo>
                      <a:pt x="33581" y="34817"/>
                      <a:pt x="32305" y="36826"/>
                      <a:pt x="31007" y="38813"/>
                    </a:cubicBezTo>
                    <a:cubicBezTo>
                      <a:pt x="31070" y="38772"/>
                      <a:pt x="31091" y="38709"/>
                      <a:pt x="31154" y="38667"/>
                    </a:cubicBezTo>
                    <a:lnTo>
                      <a:pt x="31154" y="38667"/>
                    </a:lnTo>
                    <a:cubicBezTo>
                      <a:pt x="30422" y="39818"/>
                      <a:pt x="29647" y="40969"/>
                      <a:pt x="28894" y="42119"/>
                    </a:cubicBezTo>
                    <a:lnTo>
                      <a:pt x="28873" y="42119"/>
                    </a:lnTo>
                    <a:cubicBezTo>
                      <a:pt x="28162" y="43186"/>
                      <a:pt x="27450" y="44254"/>
                      <a:pt x="26718" y="45342"/>
                    </a:cubicBezTo>
                    <a:lnTo>
                      <a:pt x="26697" y="45342"/>
                    </a:lnTo>
                    <a:cubicBezTo>
                      <a:pt x="26509" y="45614"/>
                      <a:pt x="26341" y="45886"/>
                      <a:pt x="26153" y="46137"/>
                    </a:cubicBezTo>
                    <a:cubicBezTo>
                      <a:pt x="26153" y="46179"/>
                      <a:pt x="26132" y="46179"/>
                      <a:pt x="26132" y="46199"/>
                    </a:cubicBezTo>
                    <a:lnTo>
                      <a:pt x="26090" y="46199"/>
                    </a:lnTo>
                    <a:cubicBezTo>
                      <a:pt x="25944" y="46492"/>
                      <a:pt x="26028" y="46764"/>
                      <a:pt x="26195" y="46953"/>
                    </a:cubicBezTo>
                    <a:cubicBezTo>
                      <a:pt x="26237" y="46953"/>
                      <a:pt x="26237" y="46974"/>
                      <a:pt x="26258" y="47015"/>
                    </a:cubicBezTo>
                    <a:cubicBezTo>
                      <a:pt x="26362" y="47120"/>
                      <a:pt x="26488" y="47162"/>
                      <a:pt x="26655" y="47183"/>
                    </a:cubicBezTo>
                    <a:cubicBezTo>
                      <a:pt x="26736" y="47203"/>
                      <a:pt x="26820" y="47215"/>
                      <a:pt x="26902" y="47215"/>
                    </a:cubicBezTo>
                    <a:cubicBezTo>
                      <a:pt x="27075" y="47215"/>
                      <a:pt x="27246" y="47164"/>
                      <a:pt x="27388" y="47036"/>
                    </a:cubicBezTo>
                    <a:cubicBezTo>
                      <a:pt x="30422" y="44358"/>
                      <a:pt x="33665" y="40969"/>
                      <a:pt x="36427" y="37181"/>
                    </a:cubicBezTo>
                    <a:lnTo>
                      <a:pt x="36427" y="37181"/>
                    </a:lnTo>
                    <a:cubicBezTo>
                      <a:pt x="35046" y="39127"/>
                      <a:pt x="33602" y="41073"/>
                      <a:pt x="32137" y="42998"/>
                    </a:cubicBezTo>
                    <a:lnTo>
                      <a:pt x="32137" y="43040"/>
                    </a:lnTo>
                    <a:cubicBezTo>
                      <a:pt x="31635" y="43689"/>
                      <a:pt x="31154" y="44316"/>
                      <a:pt x="30652" y="44965"/>
                    </a:cubicBezTo>
                    <a:cubicBezTo>
                      <a:pt x="30463" y="45195"/>
                      <a:pt x="30484" y="45509"/>
                      <a:pt x="30631" y="45760"/>
                    </a:cubicBezTo>
                    <a:cubicBezTo>
                      <a:pt x="30673" y="45823"/>
                      <a:pt x="30735" y="45886"/>
                      <a:pt x="30798" y="45927"/>
                    </a:cubicBezTo>
                    <a:cubicBezTo>
                      <a:pt x="30895" y="46003"/>
                      <a:pt x="31004" y="46045"/>
                      <a:pt x="31121" y="46045"/>
                    </a:cubicBezTo>
                    <a:cubicBezTo>
                      <a:pt x="31230" y="46045"/>
                      <a:pt x="31346" y="46008"/>
                      <a:pt x="31468" y="45927"/>
                    </a:cubicBezTo>
                    <a:cubicBezTo>
                      <a:pt x="32535" y="45153"/>
                      <a:pt x="33581" y="44337"/>
                      <a:pt x="34606" y="43458"/>
                    </a:cubicBezTo>
                    <a:lnTo>
                      <a:pt x="34606" y="43417"/>
                    </a:lnTo>
                    <a:cubicBezTo>
                      <a:pt x="34920" y="43166"/>
                      <a:pt x="35234" y="42873"/>
                      <a:pt x="35506" y="42622"/>
                    </a:cubicBezTo>
                    <a:cubicBezTo>
                      <a:pt x="35506" y="42622"/>
                      <a:pt x="35506" y="42580"/>
                      <a:pt x="35548" y="42580"/>
                    </a:cubicBezTo>
                    <a:cubicBezTo>
                      <a:pt x="36908" y="41324"/>
                      <a:pt x="38184" y="40006"/>
                      <a:pt x="39377" y="38604"/>
                    </a:cubicBezTo>
                    <a:cubicBezTo>
                      <a:pt x="41762" y="35779"/>
                      <a:pt x="43813" y="32683"/>
                      <a:pt x="45382" y="29356"/>
                    </a:cubicBezTo>
                    <a:cubicBezTo>
                      <a:pt x="45424" y="29251"/>
                      <a:pt x="45487" y="29147"/>
                      <a:pt x="45507" y="29063"/>
                    </a:cubicBezTo>
                    <a:cubicBezTo>
                      <a:pt x="45612" y="28833"/>
                      <a:pt x="45717" y="28624"/>
                      <a:pt x="45821" y="28393"/>
                    </a:cubicBezTo>
                    <a:cubicBezTo>
                      <a:pt x="45863" y="28247"/>
                      <a:pt x="45926" y="28121"/>
                      <a:pt x="46010" y="27975"/>
                    </a:cubicBezTo>
                    <a:cubicBezTo>
                      <a:pt x="46072" y="27766"/>
                      <a:pt x="46177" y="27557"/>
                      <a:pt x="46261" y="27305"/>
                    </a:cubicBezTo>
                    <a:cubicBezTo>
                      <a:pt x="46324" y="27159"/>
                      <a:pt x="46386" y="26992"/>
                      <a:pt x="46449" y="26845"/>
                    </a:cubicBezTo>
                    <a:lnTo>
                      <a:pt x="46679" y="26217"/>
                    </a:lnTo>
                    <a:lnTo>
                      <a:pt x="46993" y="25360"/>
                    </a:lnTo>
                    <a:lnTo>
                      <a:pt x="47223" y="24648"/>
                    </a:lnTo>
                    <a:cubicBezTo>
                      <a:pt x="47286" y="24460"/>
                      <a:pt x="47328" y="24272"/>
                      <a:pt x="47412" y="24104"/>
                    </a:cubicBezTo>
                    <a:cubicBezTo>
                      <a:pt x="47474" y="23895"/>
                      <a:pt x="47516" y="23707"/>
                      <a:pt x="47579" y="23497"/>
                    </a:cubicBezTo>
                    <a:lnTo>
                      <a:pt x="47725" y="22953"/>
                    </a:lnTo>
                    <a:cubicBezTo>
                      <a:pt x="47788" y="22744"/>
                      <a:pt x="47830" y="22556"/>
                      <a:pt x="47893" y="22347"/>
                    </a:cubicBezTo>
                    <a:cubicBezTo>
                      <a:pt x="47935" y="22158"/>
                      <a:pt x="47956" y="21970"/>
                      <a:pt x="48018" y="21823"/>
                    </a:cubicBezTo>
                    <a:cubicBezTo>
                      <a:pt x="48060" y="21614"/>
                      <a:pt x="48123" y="21405"/>
                      <a:pt x="48144" y="21196"/>
                    </a:cubicBezTo>
                    <a:cubicBezTo>
                      <a:pt x="48165" y="21028"/>
                      <a:pt x="48207" y="20861"/>
                      <a:pt x="48248" y="20694"/>
                    </a:cubicBezTo>
                    <a:cubicBezTo>
                      <a:pt x="48269" y="20484"/>
                      <a:pt x="48332" y="20296"/>
                      <a:pt x="48353" y="20087"/>
                    </a:cubicBezTo>
                    <a:cubicBezTo>
                      <a:pt x="48416" y="19752"/>
                      <a:pt x="48207" y="19417"/>
                      <a:pt x="47893" y="19292"/>
                    </a:cubicBezTo>
                    <a:cubicBezTo>
                      <a:pt x="50720" y="19079"/>
                      <a:pt x="53566" y="18973"/>
                      <a:pt x="56425" y="18973"/>
                    </a:cubicBezTo>
                    <a:cubicBezTo>
                      <a:pt x="59744" y="18973"/>
                      <a:pt x="63082" y="19115"/>
                      <a:pt x="66431" y="19396"/>
                    </a:cubicBezTo>
                    <a:cubicBezTo>
                      <a:pt x="66159" y="19647"/>
                      <a:pt x="65908" y="19940"/>
                      <a:pt x="65678" y="20233"/>
                    </a:cubicBezTo>
                    <a:cubicBezTo>
                      <a:pt x="65615" y="20275"/>
                      <a:pt x="65594" y="20338"/>
                      <a:pt x="65531" y="20380"/>
                    </a:cubicBezTo>
                    <a:cubicBezTo>
                      <a:pt x="65406" y="20547"/>
                      <a:pt x="65301" y="20694"/>
                      <a:pt x="65176" y="20861"/>
                    </a:cubicBezTo>
                    <a:cubicBezTo>
                      <a:pt x="65113" y="20924"/>
                      <a:pt x="65071" y="20986"/>
                      <a:pt x="65008" y="21070"/>
                    </a:cubicBezTo>
                    <a:cubicBezTo>
                      <a:pt x="64904" y="21217"/>
                      <a:pt x="64778" y="21384"/>
                      <a:pt x="64674" y="21531"/>
                    </a:cubicBezTo>
                    <a:lnTo>
                      <a:pt x="64527" y="21761"/>
                    </a:lnTo>
                    <a:lnTo>
                      <a:pt x="64213" y="22242"/>
                    </a:lnTo>
                    <a:cubicBezTo>
                      <a:pt x="64150" y="22326"/>
                      <a:pt x="64109" y="22388"/>
                      <a:pt x="64046" y="22493"/>
                    </a:cubicBezTo>
                    <a:cubicBezTo>
                      <a:pt x="63941" y="22660"/>
                      <a:pt x="63837" y="22807"/>
                      <a:pt x="63753" y="22995"/>
                    </a:cubicBezTo>
                    <a:cubicBezTo>
                      <a:pt x="63711" y="23079"/>
                      <a:pt x="63648" y="23183"/>
                      <a:pt x="63606" y="23267"/>
                    </a:cubicBezTo>
                    <a:cubicBezTo>
                      <a:pt x="63502" y="23414"/>
                      <a:pt x="63418" y="23581"/>
                      <a:pt x="63313" y="23748"/>
                    </a:cubicBezTo>
                    <a:cubicBezTo>
                      <a:pt x="63272" y="23853"/>
                      <a:pt x="63209" y="23937"/>
                      <a:pt x="63167" y="24041"/>
                    </a:cubicBezTo>
                    <a:cubicBezTo>
                      <a:pt x="63021" y="24272"/>
                      <a:pt x="62895" y="24523"/>
                      <a:pt x="62790" y="24753"/>
                    </a:cubicBezTo>
                    <a:cubicBezTo>
                      <a:pt x="62686" y="24941"/>
                      <a:pt x="62602" y="25108"/>
                      <a:pt x="62497" y="25297"/>
                    </a:cubicBezTo>
                    <a:cubicBezTo>
                      <a:pt x="62456" y="25380"/>
                      <a:pt x="62435" y="25485"/>
                      <a:pt x="62372" y="25569"/>
                    </a:cubicBezTo>
                    <a:cubicBezTo>
                      <a:pt x="62267" y="25778"/>
                      <a:pt x="62184" y="25945"/>
                      <a:pt x="62079" y="26155"/>
                    </a:cubicBezTo>
                    <a:lnTo>
                      <a:pt x="62016" y="26322"/>
                    </a:lnTo>
                    <a:cubicBezTo>
                      <a:pt x="61430" y="27494"/>
                      <a:pt x="60886" y="28665"/>
                      <a:pt x="60342" y="29795"/>
                    </a:cubicBezTo>
                    <a:cubicBezTo>
                      <a:pt x="60342" y="29816"/>
                      <a:pt x="60300" y="29858"/>
                      <a:pt x="60300" y="29858"/>
                    </a:cubicBezTo>
                    <a:cubicBezTo>
                      <a:pt x="60196" y="30088"/>
                      <a:pt x="60070" y="30298"/>
                      <a:pt x="59966" y="30528"/>
                    </a:cubicBezTo>
                    <a:cubicBezTo>
                      <a:pt x="59715" y="31051"/>
                      <a:pt x="59443" y="31553"/>
                      <a:pt x="59150" y="32013"/>
                    </a:cubicBezTo>
                    <a:cubicBezTo>
                      <a:pt x="57371" y="35110"/>
                      <a:pt x="55446" y="38123"/>
                      <a:pt x="53458" y="41094"/>
                    </a:cubicBezTo>
                    <a:cubicBezTo>
                      <a:pt x="53458" y="41115"/>
                      <a:pt x="53438" y="41115"/>
                      <a:pt x="53396" y="41157"/>
                    </a:cubicBezTo>
                    <a:lnTo>
                      <a:pt x="50257" y="45865"/>
                    </a:lnTo>
                    <a:cubicBezTo>
                      <a:pt x="50071" y="46144"/>
                      <a:pt x="50357" y="46412"/>
                      <a:pt x="50645" y="46412"/>
                    </a:cubicBezTo>
                    <a:cubicBezTo>
                      <a:pt x="50745" y="46412"/>
                      <a:pt x="50846" y="46380"/>
                      <a:pt x="50927" y="46304"/>
                    </a:cubicBezTo>
                    <a:cubicBezTo>
                      <a:pt x="53479" y="43898"/>
                      <a:pt x="55781" y="41261"/>
                      <a:pt x="57852" y="38437"/>
                    </a:cubicBezTo>
                    <a:lnTo>
                      <a:pt x="57852" y="38395"/>
                    </a:lnTo>
                    <a:cubicBezTo>
                      <a:pt x="59087" y="36721"/>
                      <a:pt x="60259" y="34984"/>
                      <a:pt x="61326" y="33143"/>
                    </a:cubicBezTo>
                    <a:cubicBezTo>
                      <a:pt x="62916" y="30444"/>
                      <a:pt x="64966" y="27243"/>
                      <a:pt x="66034" y="23937"/>
                    </a:cubicBezTo>
                    <a:lnTo>
                      <a:pt x="66034" y="23916"/>
                    </a:lnTo>
                    <a:cubicBezTo>
                      <a:pt x="66117" y="23707"/>
                      <a:pt x="66159" y="23497"/>
                      <a:pt x="66222" y="23288"/>
                    </a:cubicBezTo>
                    <a:cubicBezTo>
                      <a:pt x="66222" y="23225"/>
                      <a:pt x="66243" y="23204"/>
                      <a:pt x="66243" y="23163"/>
                    </a:cubicBezTo>
                    <a:cubicBezTo>
                      <a:pt x="66306" y="22995"/>
                      <a:pt x="66326" y="22849"/>
                      <a:pt x="66368" y="22702"/>
                    </a:cubicBezTo>
                    <a:cubicBezTo>
                      <a:pt x="66410" y="22639"/>
                      <a:pt x="66410" y="22577"/>
                      <a:pt x="66431" y="22493"/>
                    </a:cubicBezTo>
                    <a:cubicBezTo>
                      <a:pt x="66452" y="22347"/>
                      <a:pt x="66515" y="22179"/>
                      <a:pt x="66536" y="22054"/>
                    </a:cubicBezTo>
                    <a:cubicBezTo>
                      <a:pt x="66557" y="21928"/>
                      <a:pt x="66578" y="21823"/>
                      <a:pt x="66619" y="21698"/>
                    </a:cubicBezTo>
                    <a:cubicBezTo>
                      <a:pt x="66640" y="21614"/>
                      <a:pt x="66640" y="21531"/>
                      <a:pt x="66661" y="21447"/>
                    </a:cubicBezTo>
                    <a:cubicBezTo>
                      <a:pt x="66682" y="21321"/>
                      <a:pt x="66682" y="21217"/>
                      <a:pt x="66724" y="21091"/>
                    </a:cubicBezTo>
                    <a:lnTo>
                      <a:pt x="66724" y="20986"/>
                    </a:lnTo>
                    <a:cubicBezTo>
                      <a:pt x="66745" y="20714"/>
                      <a:pt x="66766" y="20442"/>
                      <a:pt x="66787" y="20170"/>
                    </a:cubicBezTo>
                    <a:cubicBezTo>
                      <a:pt x="66787" y="19940"/>
                      <a:pt x="66829" y="19668"/>
                      <a:pt x="66787" y="19438"/>
                    </a:cubicBezTo>
                    <a:lnTo>
                      <a:pt x="66787" y="19438"/>
                    </a:lnTo>
                    <a:cubicBezTo>
                      <a:pt x="68565" y="19606"/>
                      <a:pt x="70344" y="19773"/>
                      <a:pt x="72122" y="20024"/>
                    </a:cubicBezTo>
                    <a:cubicBezTo>
                      <a:pt x="72018" y="20129"/>
                      <a:pt x="71955" y="20233"/>
                      <a:pt x="71850" y="20338"/>
                    </a:cubicBezTo>
                    <a:cubicBezTo>
                      <a:pt x="71788" y="20380"/>
                      <a:pt x="71767" y="20442"/>
                      <a:pt x="71704" y="20484"/>
                    </a:cubicBezTo>
                    <a:lnTo>
                      <a:pt x="71390" y="20882"/>
                    </a:lnTo>
                    <a:cubicBezTo>
                      <a:pt x="71348" y="20924"/>
                      <a:pt x="71285" y="21007"/>
                      <a:pt x="71244" y="21070"/>
                    </a:cubicBezTo>
                    <a:cubicBezTo>
                      <a:pt x="71139" y="21196"/>
                      <a:pt x="71034" y="21342"/>
                      <a:pt x="70909" y="21489"/>
                    </a:cubicBezTo>
                    <a:cubicBezTo>
                      <a:pt x="70867" y="21531"/>
                      <a:pt x="70825" y="21593"/>
                      <a:pt x="70804" y="21635"/>
                    </a:cubicBezTo>
                    <a:cubicBezTo>
                      <a:pt x="70658" y="21803"/>
                      <a:pt x="70553" y="21949"/>
                      <a:pt x="70428" y="22116"/>
                    </a:cubicBezTo>
                    <a:cubicBezTo>
                      <a:pt x="70407" y="22137"/>
                      <a:pt x="70407" y="22158"/>
                      <a:pt x="70386" y="22179"/>
                    </a:cubicBezTo>
                    <a:cubicBezTo>
                      <a:pt x="69821" y="22953"/>
                      <a:pt x="69298" y="23748"/>
                      <a:pt x="68775" y="24564"/>
                    </a:cubicBezTo>
                    <a:cubicBezTo>
                      <a:pt x="68356" y="25171"/>
                      <a:pt x="68000" y="25799"/>
                      <a:pt x="67666" y="26448"/>
                    </a:cubicBezTo>
                    <a:cubicBezTo>
                      <a:pt x="66850" y="27829"/>
                      <a:pt x="66034" y="29230"/>
                      <a:pt x="65176" y="30528"/>
                    </a:cubicBezTo>
                    <a:cubicBezTo>
                      <a:pt x="62393" y="34796"/>
                      <a:pt x="59443" y="38918"/>
                      <a:pt x="56492" y="43061"/>
                    </a:cubicBezTo>
                    <a:cubicBezTo>
                      <a:pt x="56492" y="43061"/>
                      <a:pt x="56492" y="43082"/>
                      <a:pt x="56471" y="43082"/>
                    </a:cubicBezTo>
                    <a:lnTo>
                      <a:pt x="56074" y="43626"/>
                    </a:lnTo>
                    <a:cubicBezTo>
                      <a:pt x="55822" y="43988"/>
                      <a:pt x="56079" y="44373"/>
                      <a:pt x="56400" y="44373"/>
                    </a:cubicBezTo>
                    <a:cubicBezTo>
                      <a:pt x="56506" y="44373"/>
                      <a:pt x="56619" y="44331"/>
                      <a:pt x="56723" y="44233"/>
                    </a:cubicBezTo>
                    <a:cubicBezTo>
                      <a:pt x="58668" y="42412"/>
                      <a:pt x="60719" y="40257"/>
                      <a:pt x="62707" y="37956"/>
                    </a:cubicBezTo>
                    <a:cubicBezTo>
                      <a:pt x="62707" y="37935"/>
                      <a:pt x="62749" y="37935"/>
                      <a:pt x="62749" y="37935"/>
                    </a:cubicBezTo>
                    <a:cubicBezTo>
                      <a:pt x="62790" y="37872"/>
                      <a:pt x="62853" y="37830"/>
                      <a:pt x="62895" y="37746"/>
                    </a:cubicBezTo>
                    <a:cubicBezTo>
                      <a:pt x="62895" y="37949"/>
                      <a:pt x="63058" y="38129"/>
                      <a:pt x="63236" y="38129"/>
                    </a:cubicBezTo>
                    <a:cubicBezTo>
                      <a:pt x="63297" y="38129"/>
                      <a:pt x="63360" y="38108"/>
                      <a:pt x="63418" y="38060"/>
                    </a:cubicBezTo>
                    <a:lnTo>
                      <a:pt x="63816" y="37746"/>
                    </a:lnTo>
                    <a:lnTo>
                      <a:pt x="63816" y="37725"/>
                    </a:lnTo>
                    <a:cubicBezTo>
                      <a:pt x="64318" y="37328"/>
                      <a:pt x="64799" y="36909"/>
                      <a:pt x="65301" y="36491"/>
                    </a:cubicBezTo>
                    <a:cubicBezTo>
                      <a:pt x="65406" y="36386"/>
                      <a:pt x="65531" y="36282"/>
                      <a:pt x="65636" y="36198"/>
                    </a:cubicBezTo>
                    <a:lnTo>
                      <a:pt x="65636" y="36198"/>
                    </a:lnTo>
                    <a:cubicBezTo>
                      <a:pt x="65636" y="36240"/>
                      <a:pt x="65615" y="36240"/>
                      <a:pt x="65615" y="36261"/>
                    </a:cubicBezTo>
                    <a:cubicBezTo>
                      <a:pt x="66452" y="35528"/>
                      <a:pt x="67289" y="34733"/>
                      <a:pt x="68084" y="33959"/>
                    </a:cubicBezTo>
                    <a:lnTo>
                      <a:pt x="68126" y="33896"/>
                    </a:lnTo>
                    <a:lnTo>
                      <a:pt x="68879" y="33143"/>
                    </a:lnTo>
                    <a:cubicBezTo>
                      <a:pt x="68942" y="33101"/>
                      <a:pt x="68984" y="33038"/>
                      <a:pt x="69047" y="32955"/>
                    </a:cubicBezTo>
                    <a:cubicBezTo>
                      <a:pt x="69256" y="32725"/>
                      <a:pt x="69465" y="32515"/>
                      <a:pt x="69674" y="32285"/>
                    </a:cubicBezTo>
                    <a:cubicBezTo>
                      <a:pt x="69758" y="32202"/>
                      <a:pt x="69821" y="32097"/>
                      <a:pt x="69925" y="32013"/>
                    </a:cubicBezTo>
                    <a:cubicBezTo>
                      <a:pt x="70114" y="31804"/>
                      <a:pt x="70302" y="31637"/>
                      <a:pt x="70448" y="31427"/>
                    </a:cubicBezTo>
                    <a:cubicBezTo>
                      <a:pt x="70553" y="31281"/>
                      <a:pt x="70658" y="31176"/>
                      <a:pt x="70762" y="31051"/>
                    </a:cubicBezTo>
                    <a:cubicBezTo>
                      <a:pt x="70930" y="30862"/>
                      <a:pt x="71055" y="30716"/>
                      <a:pt x="71223" y="30528"/>
                    </a:cubicBezTo>
                    <a:cubicBezTo>
                      <a:pt x="71348" y="30381"/>
                      <a:pt x="71474" y="30235"/>
                      <a:pt x="71578" y="30088"/>
                    </a:cubicBezTo>
                    <a:cubicBezTo>
                      <a:pt x="71704" y="29921"/>
                      <a:pt x="71850" y="29774"/>
                      <a:pt x="71955" y="29607"/>
                    </a:cubicBezTo>
                    <a:cubicBezTo>
                      <a:pt x="72080" y="29440"/>
                      <a:pt x="72227" y="29272"/>
                      <a:pt x="72373" y="29084"/>
                    </a:cubicBezTo>
                    <a:cubicBezTo>
                      <a:pt x="72478" y="28958"/>
                      <a:pt x="72583" y="28812"/>
                      <a:pt x="72687" y="28665"/>
                    </a:cubicBezTo>
                    <a:cubicBezTo>
                      <a:pt x="72834" y="28498"/>
                      <a:pt x="73001" y="28289"/>
                      <a:pt x="73127" y="28101"/>
                    </a:cubicBezTo>
                    <a:cubicBezTo>
                      <a:pt x="73231" y="27975"/>
                      <a:pt x="73315" y="27829"/>
                      <a:pt x="73420" y="27724"/>
                    </a:cubicBezTo>
                    <a:lnTo>
                      <a:pt x="73880" y="27096"/>
                    </a:lnTo>
                    <a:cubicBezTo>
                      <a:pt x="73964" y="26992"/>
                      <a:pt x="74047" y="26866"/>
                      <a:pt x="74110" y="26761"/>
                    </a:cubicBezTo>
                    <a:cubicBezTo>
                      <a:pt x="74277" y="26531"/>
                      <a:pt x="74424" y="26301"/>
                      <a:pt x="74591" y="26092"/>
                    </a:cubicBezTo>
                    <a:cubicBezTo>
                      <a:pt x="74675" y="25987"/>
                      <a:pt x="74717" y="25883"/>
                      <a:pt x="74801" y="25778"/>
                    </a:cubicBezTo>
                    <a:cubicBezTo>
                      <a:pt x="74947" y="25527"/>
                      <a:pt x="75135" y="25276"/>
                      <a:pt x="75303" y="25046"/>
                    </a:cubicBezTo>
                    <a:cubicBezTo>
                      <a:pt x="75345" y="24962"/>
                      <a:pt x="75407" y="24857"/>
                      <a:pt x="75470" y="24774"/>
                    </a:cubicBezTo>
                    <a:cubicBezTo>
                      <a:pt x="75637" y="24523"/>
                      <a:pt x="75826" y="24251"/>
                      <a:pt x="75972" y="23999"/>
                    </a:cubicBezTo>
                    <a:cubicBezTo>
                      <a:pt x="76035" y="23916"/>
                      <a:pt x="76056" y="23853"/>
                      <a:pt x="76098" y="23790"/>
                    </a:cubicBezTo>
                    <a:cubicBezTo>
                      <a:pt x="76286" y="23497"/>
                      <a:pt x="76454" y="23204"/>
                      <a:pt x="76621" y="22911"/>
                    </a:cubicBezTo>
                    <a:cubicBezTo>
                      <a:pt x="76621" y="22891"/>
                      <a:pt x="76663" y="22891"/>
                      <a:pt x="76663" y="22870"/>
                    </a:cubicBezTo>
                    <a:cubicBezTo>
                      <a:pt x="77018" y="22263"/>
                      <a:pt x="77353" y="21635"/>
                      <a:pt x="77667" y="21028"/>
                    </a:cubicBezTo>
                    <a:cubicBezTo>
                      <a:pt x="78483" y="21196"/>
                      <a:pt x="79299" y="21321"/>
                      <a:pt x="80115" y="21510"/>
                    </a:cubicBezTo>
                    <a:cubicBezTo>
                      <a:pt x="80031" y="21593"/>
                      <a:pt x="79927" y="21656"/>
                      <a:pt x="79843" y="21740"/>
                    </a:cubicBezTo>
                    <a:cubicBezTo>
                      <a:pt x="79801" y="21803"/>
                      <a:pt x="79739" y="21844"/>
                      <a:pt x="79655" y="21907"/>
                    </a:cubicBezTo>
                    <a:cubicBezTo>
                      <a:pt x="79550" y="22012"/>
                      <a:pt x="79446" y="22075"/>
                      <a:pt x="79383" y="22179"/>
                    </a:cubicBezTo>
                    <a:cubicBezTo>
                      <a:pt x="79299" y="22263"/>
                      <a:pt x="79215" y="22347"/>
                      <a:pt x="79174" y="22430"/>
                    </a:cubicBezTo>
                    <a:cubicBezTo>
                      <a:pt x="79090" y="22493"/>
                      <a:pt x="79006" y="22598"/>
                      <a:pt x="78922" y="22681"/>
                    </a:cubicBezTo>
                    <a:cubicBezTo>
                      <a:pt x="78818" y="22786"/>
                      <a:pt x="78755" y="22891"/>
                      <a:pt x="78650" y="22995"/>
                    </a:cubicBezTo>
                    <a:cubicBezTo>
                      <a:pt x="78588" y="23058"/>
                      <a:pt x="78546" y="23121"/>
                      <a:pt x="78483" y="23183"/>
                    </a:cubicBezTo>
                    <a:cubicBezTo>
                      <a:pt x="78337" y="23372"/>
                      <a:pt x="78169" y="23539"/>
                      <a:pt x="78044" y="23727"/>
                    </a:cubicBezTo>
                    <a:lnTo>
                      <a:pt x="77981" y="23790"/>
                    </a:lnTo>
                    <a:cubicBezTo>
                      <a:pt x="77855" y="23958"/>
                      <a:pt x="77709" y="24146"/>
                      <a:pt x="77562" y="24334"/>
                    </a:cubicBezTo>
                    <a:cubicBezTo>
                      <a:pt x="77542" y="24355"/>
                      <a:pt x="77521" y="24418"/>
                      <a:pt x="77500" y="24439"/>
                    </a:cubicBezTo>
                    <a:cubicBezTo>
                      <a:pt x="77353" y="24627"/>
                      <a:pt x="77228" y="24774"/>
                      <a:pt x="77102" y="24962"/>
                    </a:cubicBezTo>
                    <a:cubicBezTo>
                      <a:pt x="77081" y="24983"/>
                      <a:pt x="77081" y="25004"/>
                      <a:pt x="77039" y="25046"/>
                    </a:cubicBezTo>
                    <a:cubicBezTo>
                      <a:pt x="76140" y="26343"/>
                      <a:pt x="75261" y="27766"/>
                      <a:pt x="74403" y="29084"/>
                    </a:cubicBezTo>
                    <a:cubicBezTo>
                      <a:pt x="74005" y="29712"/>
                      <a:pt x="73587" y="30318"/>
                      <a:pt x="73210" y="30904"/>
                    </a:cubicBezTo>
                    <a:cubicBezTo>
                      <a:pt x="70532" y="34629"/>
                      <a:pt x="67687" y="38228"/>
                      <a:pt x="64841" y="41805"/>
                    </a:cubicBezTo>
                    <a:cubicBezTo>
                      <a:pt x="64841" y="41826"/>
                      <a:pt x="64799" y="41826"/>
                      <a:pt x="64778" y="41847"/>
                    </a:cubicBezTo>
                    <a:cubicBezTo>
                      <a:pt x="64653" y="42015"/>
                      <a:pt x="64548" y="42161"/>
                      <a:pt x="64422" y="42329"/>
                    </a:cubicBezTo>
                    <a:cubicBezTo>
                      <a:pt x="64052" y="42766"/>
                      <a:pt x="64426" y="43500"/>
                      <a:pt x="64913" y="43500"/>
                    </a:cubicBezTo>
                    <a:cubicBezTo>
                      <a:pt x="65031" y="43500"/>
                      <a:pt x="65157" y="43457"/>
                      <a:pt x="65280" y="43354"/>
                    </a:cubicBezTo>
                    <a:cubicBezTo>
                      <a:pt x="66368" y="42433"/>
                      <a:pt x="67582" y="41408"/>
                      <a:pt x="68816" y="40257"/>
                    </a:cubicBezTo>
                    <a:cubicBezTo>
                      <a:pt x="68816" y="40257"/>
                      <a:pt x="68816" y="40236"/>
                      <a:pt x="68837" y="40236"/>
                    </a:cubicBezTo>
                    <a:lnTo>
                      <a:pt x="68921" y="40153"/>
                    </a:lnTo>
                    <a:lnTo>
                      <a:pt x="68942" y="40153"/>
                    </a:lnTo>
                    <a:cubicBezTo>
                      <a:pt x="73838" y="35612"/>
                      <a:pt x="79132" y="29440"/>
                      <a:pt x="80575" y="23393"/>
                    </a:cubicBezTo>
                    <a:cubicBezTo>
                      <a:pt x="80596" y="23309"/>
                      <a:pt x="80638" y="23204"/>
                      <a:pt x="80638" y="23121"/>
                    </a:cubicBezTo>
                    <a:cubicBezTo>
                      <a:pt x="80659" y="23058"/>
                      <a:pt x="80659" y="22995"/>
                      <a:pt x="80680" y="22911"/>
                    </a:cubicBezTo>
                    <a:cubicBezTo>
                      <a:pt x="80764" y="22472"/>
                      <a:pt x="80847" y="22054"/>
                      <a:pt x="80889" y="21614"/>
                    </a:cubicBezTo>
                    <a:cubicBezTo>
                      <a:pt x="81894" y="21823"/>
                      <a:pt x="82877" y="22033"/>
                      <a:pt x="83881" y="22263"/>
                    </a:cubicBezTo>
                    <a:cubicBezTo>
                      <a:pt x="83777" y="22451"/>
                      <a:pt x="83693" y="22660"/>
                      <a:pt x="83588" y="22849"/>
                    </a:cubicBezTo>
                    <a:cubicBezTo>
                      <a:pt x="83526" y="22974"/>
                      <a:pt x="83484" y="23079"/>
                      <a:pt x="83400" y="23204"/>
                    </a:cubicBezTo>
                    <a:cubicBezTo>
                      <a:pt x="83275" y="23497"/>
                      <a:pt x="83107" y="23811"/>
                      <a:pt x="82982" y="24125"/>
                    </a:cubicBezTo>
                    <a:cubicBezTo>
                      <a:pt x="82961" y="24167"/>
                      <a:pt x="82940" y="24230"/>
                      <a:pt x="82940" y="24251"/>
                    </a:cubicBezTo>
                    <a:cubicBezTo>
                      <a:pt x="81831" y="26678"/>
                      <a:pt x="80889" y="29168"/>
                      <a:pt x="79529" y="31490"/>
                    </a:cubicBezTo>
                    <a:cubicBezTo>
                      <a:pt x="77521" y="34922"/>
                      <a:pt x="75010" y="37872"/>
                      <a:pt x="72290" y="40759"/>
                    </a:cubicBezTo>
                    <a:lnTo>
                      <a:pt x="72290" y="40780"/>
                    </a:lnTo>
                    <a:lnTo>
                      <a:pt x="72269" y="40801"/>
                    </a:lnTo>
                    <a:cubicBezTo>
                      <a:pt x="72050" y="41105"/>
                      <a:pt x="72320" y="41558"/>
                      <a:pt x="72630" y="41558"/>
                    </a:cubicBezTo>
                    <a:cubicBezTo>
                      <a:pt x="72705" y="41558"/>
                      <a:pt x="72782" y="41532"/>
                      <a:pt x="72855" y="41471"/>
                    </a:cubicBezTo>
                    <a:cubicBezTo>
                      <a:pt x="74257" y="40383"/>
                      <a:pt x="75637" y="39169"/>
                      <a:pt x="76914" y="37746"/>
                    </a:cubicBezTo>
                    <a:cubicBezTo>
                      <a:pt x="76914" y="37746"/>
                      <a:pt x="76914" y="37725"/>
                      <a:pt x="76935" y="37725"/>
                    </a:cubicBezTo>
                    <a:cubicBezTo>
                      <a:pt x="80785" y="33583"/>
                      <a:pt x="83840" y="28205"/>
                      <a:pt x="84216" y="22807"/>
                    </a:cubicBezTo>
                    <a:lnTo>
                      <a:pt x="84216" y="22744"/>
                    </a:lnTo>
                    <a:cubicBezTo>
                      <a:pt x="84216" y="22598"/>
                      <a:pt x="84237" y="22493"/>
                      <a:pt x="84237" y="22367"/>
                    </a:cubicBezTo>
                    <a:cubicBezTo>
                      <a:pt x="85785" y="22744"/>
                      <a:pt x="87355" y="23163"/>
                      <a:pt x="88903" y="23581"/>
                    </a:cubicBezTo>
                    <a:cubicBezTo>
                      <a:pt x="88254" y="24230"/>
                      <a:pt x="87689" y="24941"/>
                      <a:pt x="87166" y="25673"/>
                    </a:cubicBezTo>
                    <a:lnTo>
                      <a:pt x="87145" y="25694"/>
                    </a:lnTo>
                    <a:cubicBezTo>
                      <a:pt x="87062" y="25820"/>
                      <a:pt x="86957" y="25924"/>
                      <a:pt x="86894" y="26050"/>
                    </a:cubicBezTo>
                    <a:cubicBezTo>
                      <a:pt x="86853" y="26113"/>
                      <a:pt x="86832" y="26155"/>
                      <a:pt x="86790" y="26196"/>
                    </a:cubicBezTo>
                    <a:cubicBezTo>
                      <a:pt x="86727" y="26301"/>
                      <a:pt x="86643" y="26364"/>
                      <a:pt x="86601" y="26468"/>
                    </a:cubicBezTo>
                    <a:cubicBezTo>
                      <a:pt x="86539" y="26552"/>
                      <a:pt x="86518" y="26615"/>
                      <a:pt x="86476" y="26678"/>
                    </a:cubicBezTo>
                    <a:cubicBezTo>
                      <a:pt x="86434" y="26740"/>
                      <a:pt x="86413" y="26761"/>
                      <a:pt x="86392" y="26824"/>
                    </a:cubicBezTo>
                    <a:cubicBezTo>
                      <a:pt x="85555" y="28101"/>
                      <a:pt x="84802" y="29398"/>
                      <a:pt x="83944" y="30716"/>
                    </a:cubicBezTo>
                    <a:cubicBezTo>
                      <a:pt x="83254" y="31804"/>
                      <a:pt x="82521" y="32913"/>
                      <a:pt x="81747" y="33980"/>
                    </a:cubicBezTo>
                    <a:cubicBezTo>
                      <a:pt x="81287" y="34671"/>
                      <a:pt x="80806" y="35340"/>
                      <a:pt x="80345" y="35989"/>
                    </a:cubicBezTo>
                    <a:cubicBezTo>
                      <a:pt x="79529" y="37098"/>
                      <a:pt x="78713" y="38186"/>
                      <a:pt x="77876" y="39295"/>
                    </a:cubicBezTo>
                    <a:cubicBezTo>
                      <a:pt x="77834" y="39378"/>
                      <a:pt x="77772" y="39420"/>
                      <a:pt x="77730" y="39504"/>
                    </a:cubicBezTo>
                    <a:cubicBezTo>
                      <a:pt x="77426" y="39909"/>
                      <a:pt x="77735" y="40546"/>
                      <a:pt x="78163" y="40546"/>
                    </a:cubicBezTo>
                    <a:cubicBezTo>
                      <a:pt x="78265" y="40546"/>
                      <a:pt x="78374" y="40509"/>
                      <a:pt x="78483" y="40425"/>
                    </a:cubicBezTo>
                    <a:cubicBezTo>
                      <a:pt x="79885" y="39399"/>
                      <a:pt x="81308" y="38165"/>
                      <a:pt x="82647" y="36826"/>
                    </a:cubicBezTo>
                    <a:cubicBezTo>
                      <a:pt x="86225" y="33206"/>
                      <a:pt x="89175" y="28603"/>
                      <a:pt x="89154" y="23644"/>
                    </a:cubicBezTo>
                    <a:lnTo>
                      <a:pt x="89154" y="23623"/>
                    </a:lnTo>
                    <a:cubicBezTo>
                      <a:pt x="93632" y="24899"/>
                      <a:pt x="98068" y="26448"/>
                      <a:pt x="102420" y="28310"/>
                    </a:cubicBezTo>
                    <a:cubicBezTo>
                      <a:pt x="102545" y="28101"/>
                      <a:pt x="102629" y="27870"/>
                      <a:pt x="102503" y="27808"/>
                    </a:cubicBezTo>
                    <a:cubicBezTo>
                      <a:pt x="97837" y="25778"/>
                      <a:pt x="93025" y="24041"/>
                      <a:pt x="88171" y="22660"/>
                    </a:cubicBezTo>
                    <a:cubicBezTo>
                      <a:pt x="88254" y="22639"/>
                      <a:pt x="88317" y="22598"/>
                      <a:pt x="88380" y="22535"/>
                    </a:cubicBezTo>
                    <a:cubicBezTo>
                      <a:pt x="88401" y="22493"/>
                      <a:pt x="88401" y="22472"/>
                      <a:pt x="88401" y="22451"/>
                    </a:cubicBezTo>
                    <a:cubicBezTo>
                      <a:pt x="88464" y="22137"/>
                      <a:pt x="88485" y="21823"/>
                      <a:pt x="88526" y="21489"/>
                    </a:cubicBezTo>
                    <a:lnTo>
                      <a:pt x="88526" y="21426"/>
                    </a:lnTo>
                    <a:cubicBezTo>
                      <a:pt x="88568" y="21133"/>
                      <a:pt x="88589" y="20819"/>
                      <a:pt x="88589" y="20547"/>
                    </a:cubicBezTo>
                    <a:lnTo>
                      <a:pt x="88589" y="20359"/>
                    </a:lnTo>
                    <a:lnTo>
                      <a:pt x="88589" y="19626"/>
                    </a:lnTo>
                    <a:lnTo>
                      <a:pt x="88589" y="19187"/>
                    </a:lnTo>
                    <a:cubicBezTo>
                      <a:pt x="88589" y="19041"/>
                      <a:pt x="88589" y="18936"/>
                      <a:pt x="88568" y="18810"/>
                    </a:cubicBezTo>
                    <a:cubicBezTo>
                      <a:pt x="88359" y="14730"/>
                      <a:pt x="86790" y="10755"/>
                      <a:pt x="84174" y="7595"/>
                    </a:cubicBezTo>
                    <a:cubicBezTo>
                      <a:pt x="83881" y="7219"/>
                      <a:pt x="83588" y="6884"/>
                      <a:pt x="83254" y="6570"/>
                    </a:cubicBezTo>
                    <a:lnTo>
                      <a:pt x="83065" y="6382"/>
                    </a:lnTo>
                    <a:cubicBezTo>
                      <a:pt x="83024" y="6340"/>
                      <a:pt x="82940" y="6277"/>
                      <a:pt x="82856" y="6256"/>
                    </a:cubicBezTo>
                    <a:cubicBezTo>
                      <a:pt x="82782" y="6226"/>
                      <a:pt x="82702" y="6211"/>
                      <a:pt x="82621" y="6211"/>
                    </a:cubicBezTo>
                    <a:cubicBezTo>
                      <a:pt x="82315" y="6211"/>
                      <a:pt x="81993" y="6414"/>
                      <a:pt x="81894" y="6696"/>
                    </a:cubicBezTo>
                    <a:cubicBezTo>
                      <a:pt x="81873" y="6696"/>
                      <a:pt x="81894" y="6696"/>
                      <a:pt x="81894" y="6738"/>
                    </a:cubicBezTo>
                    <a:cubicBezTo>
                      <a:pt x="81831" y="6842"/>
                      <a:pt x="81831" y="6989"/>
                      <a:pt x="81873" y="7114"/>
                    </a:cubicBezTo>
                    <a:cubicBezTo>
                      <a:pt x="82124" y="7909"/>
                      <a:pt x="82396" y="8725"/>
                      <a:pt x="82668" y="9499"/>
                    </a:cubicBezTo>
                    <a:lnTo>
                      <a:pt x="82668" y="9520"/>
                    </a:lnTo>
                    <a:cubicBezTo>
                      <a:pt x="84195" y="13914"/>
                      <a:pt x="85911" y="18350"/>
                      <a:pt x="87857" y="22535"/>
                    </a:cubicBezTo>
                    <a:cubicBezTo>
                      <a:pt x="87857" y="22550"/>
                      <a:pt x="87867" y="22564"/>
                      <a:pt x="87881" y="22572"/>
                    </a:cubicBezTo>
                    <a:lnTo>
                      <a:pt x="87881" y="22572"/>
                    </a:lnTo>
                    <a:cubicBezTo>
                      <a:pt x="86673" y="22239"/>
                      <a:pt x="85445" y="21926"/>
                      <a:pt x="84216" y="21614"/>
                    </a:cubicBezTo>
                    <a:cubicBezTo>
                      <a:pt x="84205" y="21580"/>
                      <a:pt x="84180" y="21564"/>
                      <a:pt x="84154" y="21564"/>
                    </a:cubicBezTo>
                    <a:cubicBezTo>
                      <a:pt x="84132" y="21564"/>
                      <a:pt x="84109" y="21574"/>
                      <a:pt x="84091" y="21593"/>
                    </a:cubicBezTo>
                    <a:cubicBezTo>
                      <a:pt x="83693" y="21489"/>
                      <a:pt x="83337" y="21405"/>
                      <a:pt x="82940" y="21300"/>
                    </a:cubicBezTo>
                    <a:cubicBezTo>
                      <a:pt x="82961" y="21279"/>
                      <a:pt x="82982" y="21238"/>
                      <a:pt x="82982" y="21196"/>
                    </a:cubicBezTo>
                    <a:cubicBezTo>
                      <a:pt x="83086" y="20568"/>
                      <a:pt x="83149" y="19961"/>
                      <a:pt x="83170" y="19334"/>
                    </a:cubicBezTo>
                    <a:lnTo>
                      <a:pt x="83170" y="19208"/>
                    </a:lnTo>
                    <a:lnTo>
                      <a:pt x="83170" y="18727"/>
                    </a:lnTo>
                    <a:lnTo>
                      <a:pt x="83170" y="18497"/>
                    </a:lnTo>
                    <a:lnTo>
                      <a:pt x="83170" y="18141"/>
                    </a:lnTo>
                    <a:cubicBezTo>
                      <a:pt x="83170" y="17994"/>
                      <a:pt x="83170" y="17890"/>
                      <a:pt x="83149" y="17764"/>
                    </a:cubicBezTo>
                    <a:cubicBezTo>
                      <a:pt x="83149" y="17681"/>
                      <a:pt x="83149" y="17576"/>
                      <a:pt x="83128" y="17513"/>
                    </a:cubicBezTo>
                    <a:cubicBezTo>
                      <a:pt x="83128" y="17346"/>
                      <a:pt x="83086" y="17157"/>
                      <a:pt x="83065" y="17011"/>
                    </a:cubicBezTo>
                    <a:lnTo>
                      <a:pt x="83065" y="16885"/>
                    </a:lnTo>
                    <a:cubicBezTo>
                      <a:pt x="82438" y="11550"/>
                      <a:pt x="79215" y="6758"/>
                      <a:pt x="74549" y="4059"/>
                    </a:cubicBezTo>
                    <a:cubicBezTo>
                      <a:pt x="74131" y="3829"/>
                      <a:pt x="73713" y="3620"/>
                      <a:pt x="73252" y="3411"/>
                    </a:cubicBezTo>
                    <a:cubicBezTo>
                      <a:pt x="73148" y="3348"/>
                      <a:pt x="73085" y="3306"/>
                      <a:pt x="72980" y="3285"/>
                    </a:cubicBezTo>
                    <a:cubicBezTo>
                      <a:pt x="72311" y="2992"/>
                      <a:pt x="71641" y="2720"/>
                      <a:pt x="70930" y="2511"/>
                    </a:cubicBezTo>
                    <a:cubicBezTo>
                      <a:pt x="70873" y="2496"/>
                      <a:pt x="70818" y="2489"/>
                      <a:pt x="70763" y="2489"/>
                    </a:cubicBezTo>
                    <a:cubicBezTo>
                      <a:pt x="70292" y="2489"/>
                      <a:pt x="69915" y="3021"/>
                      <a:pt x="70009" y="3453"/>
                    </a:cubicBezTo>
                    <a:cubicBezTo>
                      <a:pt x="68482" y="2239"/>
                      <a:pt x="66829" y="1130"/>
                      <a:pt x="65134" y="105"/>
                    </a:cubicBezTo>
                    <a:cubicBezTo>
                      <a:pt x="65008" y="32"/>
                      <a:pt x="64882" y="0"/>
                      <a:pt x="647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9388400" y="28623625"/>
                <a:ext cx="714775" cy="158125"/>
              </a:xfrm>
              <a:custGeom>
                <a:avLst/>
                <a:gdLst/>
                <a:ahLst/>
                <a:cxnLst/>
                <a:rect l="l" t="t" r="r" b="b"/>
                <a:pathLst>
                  <a:path w="28591" h="6325" extrusionOk="0">
                    <a:moveTo>
                      <a:pt x="9416" y="0"/>
                    </a:moveTo>
                    <a:cubicBezTo>
                      <a:pt x="6592" y="0"/>
                      <a:pt x="3725" y="272"/>
                      <a:pt x="942" y="711"/>
                    </a:cubicBezTo>
                    <a:cubicBezTo>
                      <a:pt x="1" y="837"/>
                      <a:pt x="1" y="2176"/>
                      <a:pt x="1026" y="2218"/>
                    </a:cubicBezTo>
                    <a:cubicBezTo>
                      <a:pt x="1193" y="2218"/>
                      <a:pt x="1361" y="2260"/>
                      <a:pt x="1549" y="2281"/>
                    </a:cubicBezTo>
                    <a:lnTo>
                      <a:pt x="1675" y="2281"/>
                    </a:lnTo>
                    <a:cubicBezTo>
                      <a:pt x="5336" y="2490"/>
                      <a:pt x="8998" y="3055"/>
                      <a:pt x="12618" y="3683"/>
                    </a:cubicBezTo>
                    <a:lnTo>
                      <a:pt x="12513" y="3683"/>
                    </a:lnTo>
                    <a:cubicBezTo>
                      <a:pt x="16070" y="4310"/>
                      <a:pt x="19606" y="5022"/>
                      <a:pt x="23163" y="5587"/>
                    </a:cubicBezTo>
                    <a:lnTo>
                      <a:pt x="23644" y="5670"/>
                    </a:lnTo>
                    <a:cubicBezTo>
                      <a:pt x="24000" y="5733"/>
                      <a:pt x="24335" y="5775"/>
                      <a:pt x="24711" y="5838"/>
                    </a:cubicBezTo>
                    <a:cubicBezTo>
                      <a:pt x="25130" y="5880"/>
                      <a:pt x="25548" y="5963"/>
                      <a:pt x="25967" y="6026"/>
                    </a:cubicBezTo>
                    <a:cubicBezTo>
                      <a:pt x="26113" y="6047"/>
                      <a:pt x="26302" y="6068"/>
                      <a:pt x="26469" y="6089"/>
                    </a:cubicBezTo>
                    <a:lnTo>
                      <a:pt x="28352" y="6319"/>
                    </a:lnTo>
                    <a:cubicBezTo>
                      <a:pt x="28364" y="6323"/>
                      <a:pt x="28377" y="6325"/>
                      <a:pt x="28389" y="6325"/>
                    </a:cubicBezTo>
                    <a:cubicBezTo>
                      <a:pt x="28500" y="6325"/>
                      <a:pt x="28591" y="6162"/>
                      <a:pt x="28478" y="6068"/>
                    </a:cubicBezTo>
                    <a:cubicBezTo>
                      <a:pt x="23142" y="1716"/>
                      <a:pt x="16760" y="105"/>
                      <a:pt x="10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rot="1642488" flipH="1">
              <a:off x="-1397007" y="148911"/>
              <a:ext cx="2565674" cy="1298224"/>
              <a:chOff x="19279125" y="28273675"/>
              <a:chExt cx="2565725" cy="129825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9715375" y="28798125"/>
                <a:ext cx="506850" cy="665075"/>
              </a:xfrm>
              <a:custGeom>
                <a:avLst/>
                <a:gdLst/>
                <a:ahLst/>
                <a:cxnLst/>
                <a:rect l="l" t="t" r="r" b="b"/>
                <a:pathLst>
                  <a:path w="20274" h="26603" extrusionOk="0">
                    <a:moveTo>
                      <a:pt x="20102" y="0"/>
                    </a:moveTo>
                    <a:cubicBezTo>
                      <a:pt x="20089" y="0"/>
                      <a:pt x="20076" y="3"/>
                      <a:pt x="20065" y="8"/>
                    </a:cubicBezTo>
                    <a:cubicBezTo>
                      <a:pt x="20002" y="8"/>
                      <a:pt x="19981" y="29"/>
                      <a:pt x="19918" y="50"/>
                    </a:cubicBezTo>
                    <a:cubicBezTo>
                      <a:pt x="18014" y="1975"/>
                      <a:pt x="16194" y="4026"/>
                      <a:pt x="14415" y="6181"/>
                    </a:cubicBezTo>
                    <a:cubicBezTo>
                      <a:pt x="14060" y="6537"/>
                      <a:pt x="13746" y="6934"/>
                      <a:pt x="13474" y="7332"/>
                    </a:cubicBezTo>
                    <a:cubicBezTo>
                      <a:pt x="13264" y="7583"/>
                      <a:pt x="13055" y="7876"/>
                      <a:pt x="12846" y="8148"/>
                    </a:cubicBezTo>
                    <a:lnTo>
                      <a:pt x="12804" y="8169"/>
                    </a:lnTo>
                    <a:cubicBezTo>
                      <a:pt x="9561" y="12270"/>
                      <a:pt x="6506" y="16643"/>
                      <a:pt x="3577" y="20911"/>
                    </a:cubicBezTo>
                    <a:cubicBezTo>
                      <a:pt x="3577" y="20911"/>
                      <a:pt x="3577" y="20932"/>
                      <a:pt x="3556" y="20932"/>
                    </a:cubicBezTo>
                    <a:cubicBezTo>
                      <a:pt x="3556" y="20953"/>
                      <a:pt x="3535" y="20953"/>
                      <a:pt x="3535" y="20974"/>
                    </a:cubicBezTo>
                    <a:cubicBezTo>
                      <a:pt x="2447" y="22522"/>
                      <a:pt x="1401" y="24050"/>
                      <a:pt x="355" y="25535"/>
                    </a:cubicBezTo>
                    <a:cubicBezTo>
                      <a:pt x="0" y="26042"/>
                      <a:pt x="531" y="26603"/>
                      <a:pt x="1046" y="26603"/>
                    </a:cubicBezTo>
                    <a:cubicBezTo>
                      <a:pt x="1169" y="26603"/>
                      <a:pt x="1292" y="26571"/>
                      <a:pt x="1401" y="26498"/>
                    </a:cubicBezTo>
                    <a:cubicBezTo>
                      <a:pt x="1987" y="26142"/>
                      <a:pt x="2593" y="25745"/>
                      <a:pt x="3137" y="25347"/>
                    </a:cubicBezTo>
                    <a:cubicBezTo>
                      <a:pt x="3158" y="25347"/>
                      <a:pt x="3158" y="25326"/>
                      <a:pt x="3158" y="25326"/>
                    </a:cubicBezTo>
                    <a:cubicBezTo>
                      <a:pt x="11423" y="19593"/>
                      <a:pt x="18746" y="10177"/>
                      <a:pt x="20274" y="239"/>
                    </a:cubicBezTo>
                    <a:cubicBezTo>
                      <a:pt x="20274" y="155"/>
                      <a:pt x="20232" y="113"/>
                      <a:pt x="20211" y="50"/>
                    </a:cubicBezTo>
                    <a:cubicBezTo>
                      <a:pt x="20180" y="20"/>
                      <a:pt x="20139" y="0"/>
                      <a:pt x="201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20308800" y="28749150"/>
                <a:ext cx="511325" cy="822775"/>
              </a:xfrm>
              <a:custGeom>
                <a:avLst/>
                <a:gdLst/>
                <a:ahLst/>
                <a:cxnLst/>
                <a:rect l="l" t="t" r="r" b="b"/>
                <a:pathLst>
                  <a:path w="20453" h="32911" extrusionOk="0">
                    <a:moveTo>
                      <a:pt x="20227" y="1"/>
                    </a:moveTo>
                    <a:cubicBezTo>
                      <a:pt x="20190" y="1"/>
                      <a:pt x="20153" y="8"/>
                      <a:pt x="20118" y="22"/>
                    </a:cubicBezTo>
                    <a:cubicBezTo>
                      <a:pt x="20097" y="22"/>
                      <a:pt x="20097" y="63"/>
                      <a:pt x="20076" y="84"/>
                    </a:cubicBezTo>
                    <a:cubicBezTo>
                      <a:pt x="19804" y="335"/>
                      <a:pt x="19574" y="607"/>
                      <a:pt x="19302" y="900"/>
                    </a:cubicBezTo>
                    <a:cubicBezTo>
                      <a:pt x="19302" y="900"/>
                      <a:pt x="19302" y="921"/>
                      <a:pt x="19281" y="921"/>
                    </a:cubicBezTo>
                    <a:cubicBezTo>
                      <a:pt x="19051" y="1172"/>
                      <a:pt x="18841" y="1444"/>
                      <a:pt x="18632" y="1695"/>
                    </a:cubicBezTo>
                    <a:cubicBezTo>
                      <a:pt x="18569" y="1758"/>
                      <a:pt x="18528" y="1842"/>
                      <a:pt x="18465" y="1884"/>
                    </a:cubicBezTo>
                    <a:cubicBezTo>
                      <a:pt x="18318" y="2093"/>
                      <a:pt x="18130" y="2302"/>
                      <a:pt x="17984" y="2512"/>
                    </a:cubicBezTo>
                    <a:cubicBezTo>
                      <a:pt x="17921" y="2595"/>
                      <a:pt x="17837" y="2679"/>
                      <a:pt x="17795" y="2784"/>
                    </a:cubicBezTo>
                    <a:cubicBezTo>
                      <a:pt x="17628" y="2993"/>
                      <a:pt x="17502" y="3160"/>
                      <a:pt x="17356" y="3369"/>
                    </a:cubicBezTo>
                    <a:cubicBezTo>
                      <a:pt x="17293" y="3453"/>
                      <a:pt x="17209" y="3558"/>
                      <a:pt x="17168" y="3641"/>
                    </a:cubicBezTo>
                    <a:cubicBezTo>
                      <a:pt x="17000" y="3851"/>
                      <a:pt x="16875" y="4060"/>
                      <a:pt x="16749" y="4269"/>
                    </a:cubicBezTo>
                    <a:cubicBezTo>
                      <a:pt x="16686" y="4353"/>
                      <a:pt x="16644" y="4436"/>
                      <a:pt x="16561" y="4520"/>
                    </a:cubicBezTo>
                    <a:lnTo>
                      <a:pt x="16100" y="5232"/>
                    </a:lnTo>
                    <a:cubicBezTo>
                      <a:pt x="16059" y="5273"/>
                      <a:pt x="16017" y="5336"/>
                      <a:pt x="15996" y="5420"/>
                    </a:cubicBezTo>
                    <a:cubicBezTo>
                      <a:pt x="15598" y="6006"/>
                      <a:pt x="15222" y="6633"/>
                      <a:pt x="14866" y="7282"/>
                    </a:cubicBezTo>
                    <a:cubicBezTo>
                      <a:pt x="14803" y="7345"/>
                      <a:pt x="14782" y="7429"/>
                      <a:pt x="14740" y="7512"/>
                    </a:cubicBezTo>
                    <a:cubicBezTo>
                      <a:pt x="14594" y="7742"/>
                      <a:pt x="14468" y="7973"/>
                      <a:pt x="14322" y="8203"/>
                    </a:cubicBezTo>
                    <a:cubicBezTo>
                      <a:pt x="14259" y="8286"/>
                      <a:pt x="14217" y="8391"/>
                      <a:pt x="14155" y="8475"/>
                    </a:cubicBezTo>
                    <a:lnTo>
                      <a:pt x="13757" y="9186"/>
                    </a:lnTo>
                    <a:cubicBezTo>
                      <a:pt x="13715" y="9249"/>
                      <a:pt x="13652" y="9333"/>
                      <a:pt x="13631" y="9416"/>
                    </a:cubicBezTo>
                    <a:cubicBezTo>
                      <a:pt x="13485" y="9709"/>
                      <a:pt x="13318" y="9960"/>
                      <a:pt x="13171" y="10253"/>
                    </a:cubicBezTo>
                    <a:cubicBezTo>
                      <a:pt x="12962" y="10609"/>
                      <a:pt x="12753" y="10986"/>
                      <a:pt x="12564" y="11341"/>
                    </a:cubicBezTo>
                    <a:cubicBezTo>
                      <a:pt x="12502" y="11488"/>
                      <a:pt x="12439" y="11592"/>
                      <a:pt x="12376" y="11718"/>
                    </a:cubicBezTo>
                    <a:lnTo>
                      <a:pt x="12062" y="12262"/>
                    </a:lnTo>
                    <a:cubicBezTo>
                      <a:pt x="11539" y="13224"/>
                      <a:pt x="10995" y="14166"/>
                      <a:pt x="10409" y="15108"/>
                    </a:cubicBezTo>
                    <a:cubicBezTo>
                      <a:pt x="8568" y="18183"/>
                      <a:pt x="6622" y="21217"/>
                      <a:pt x="4718" y="24251"/>
                    </a:cubicBezTo>
                    <a:lnTo>
                      <a:pt x="4718" y="24272"/>
                    </a:lnTo>
                    <a:lnTo>
                      <a:pt x="4718" y="24293"/>
                    </a:lnTo>
                    <a:lnTo>
                      <a:pt x="4718" y="24314"/>
                    </a:lnTo>
                    <a:lnTo>
                      <a:pt x="4718" y="24356"/>
                    </a:lnTo>
                    <a:lnTo>
                      <a:pt x="4718" y="24377"/>
                    </a:lnTo>
                    <a:cubicBezTo>
                      <a:pt x="3693" y="26030"/>
                      <a:pt x="2668" y="27641"/>
                      <a:pt x="1684" y="29315"/>
                    </a:cubicBezTo>
                    <a:lnTo>
                      <a:pt x="1684" y="29336"/>
                    </a:lnTo>
                    <a:lnTo>
                      <a:pt x="1684" y="29377"/>
                    </a:lnTo>
                    <a:lnTo>
                      <a:pt x="1684" y="29398"/>
                    </a:lnTo>
                    <a:lnTo>
                      <a:pt x="1684" y="29419"/>
                    </a:lnTo>
                    <a:lnTo>
                      <a:pt x="1684" y="29461"/>
                    </a:lnTo>
                    <a:cubicBezTo>
                      <a:pt x="1621" y="29503"/>
                      <a:pt x="1600" y="29587"/>
                      <a:pt x="1559" y="29670"/>
                    </a:cubicBezTo>
                    <a:lnTo>
                      <a:pt x="1559" y="29691"/>
                    </a:lnTo>
                    <a:cubicBezTo>
                      <a:pt x="1140" y="30361"/>
                      <a:pt x="743" y="31072"/>
                      <a:pt x="345" y="31763"/>
                    </a:cubicBezTo>
                    <a:cubicBezTo>
                      <a:pt x="1" y="32365"/>
                      <a:pt x="520" y="32911"/>
                      <a:pt x="1088" y="32911"/>
                    </a:cubicBezTo>
                    <a:cubicBezTo>
                      <a:pt x="1210" y="32911"/>
                      <a:pt x="1335" y="32886"/>
                      <a:pt x="1454" y="32830"/>
                    </a:cubicBezTo>
                    <a:cubicBezTo>
                      <a:pt x="1517" y="32809"/>
                      <a:pt x="1600" y="32746"/>
                      <a:pt x="1684" y="32662"/>
                    </a:cubicBezTo>
                    <a:cubicBezTo>
                      <a:pt x="6476" y="28038"/>
                      <a:pt x="10388" y="22556"/>
                      <a:pt x="13757" y="16844"/>
                    </a:cubicBezTo>
                    <a:cubicBezTo>
                      <a:pt x="16247" y="12408"/>
                      <a:pt x="19051" y="7721"/>
                      <a:pt x="20097" y="2700"/>
                    </a:cubicBezTo>
                    <a:cubicBezTo>
                      <a:pt x="20097" y="2658"/>
                      <a:pt x="20118" y="2616"/>
                      <a:pt x="20118" y="2595"/>
                    </a:cubicBezTo>
                    <a:cubicBezTo>
                      <a:pt x="20160" y="2365"/>
                      <a:pt x="20222" y="2093"/>
                      <a:pt x="20243" y="1863"/>
                    </a:cubicBezTo>
                    <a:cubicBezTo>
                      <a:pt x="20243" y="1800"/>
                      <a:pt x="20264" y="1779"/>
                      <a:pt x="20264" y="1737"/>
                    </a:cubicBezTo>
                    <a:lnTo>
                      <a:pt x="20348" y="1172"/>
                    </a:lnTo>
                    <a:cubicBezTo>
                      <a:pt x="20390" y="1068"/>
                      <a:pt x="20390" y="1005"/>
                      <a:pt x="20390" y="879"/>
                    </a:cubicBezTo>
                    <a:cubicBezTo>
                      <a:pt x="20411" y="733"/>
                      <a:pt x="20411" y="607"/>
                      <a:pt x="20432" y="440"/>
                    </a:cubicBezTo>
                    <a:cubicBezTo>
                      <a:pt x="20432" y="356"/>
                      <a:pt x="20453" y="294"/>
                      <a:pt x="20453" y="210"/>
                    </a:cubicBezTo>
                    <a:lnTo>
                      <a:pt x="20453" y="126"/>
                    </a:lnTo>
                    <a:cubicBezTo>
                      <a:pt x="20453" y="105"/>
                      <a:pt x="20432" y="105"/>
                      <a:pt x="20432" y="84"/>
                    </a:cubicBezTo>
                    <a:cubicBezTo>
                      <a:pt x="20376" y="29"/>
                      <a:pt x="20301" y="1"/>
                      <a:pt x="20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20182700" y="28375125"/>
                <a:ext cx="603425" cy="350075"/>
              </a:xfrm>
              <a:custGeom>
                <a:avLst/>
                <a:gdLst/>
                <a:ahLst/>
                <a:cxnLst/>
                <a:rect l="l" t="t" r="r" b="b"/>
                <a:pathLst>
                  <a:path w="24137" h="14003" extrusionOk="0">
                    <a:moveTo>
                      <a:pt x="808" y="1"/>
                    </a:moveTo>
                    <a:cubicBezTo>
                      <a:pt x="364" y="1"/>
                      <a:pt x="1" y="496"/>
                      <a:pt x="137" y="922"/>
                    </a:cubicBezTo>
                    <a:cubicBezTo>
                      <a:pt x="179" y="1027"/>
                      <a:pt x="263" y="1131"/>
                      <a:pt x="367" y="1215"/>
                    </a:cubicBezTo>
                    <a:cubicBezTo>
                      <a:pt x="6623" y="6404"/>
                      <a:pt x="13131" y="11070"/>
                      <a:pt x="20935" y="13288"/>
                    </a:cubicBezTo>
                    <a:cubicBezTo>
                      <a:pt x="20977" y="13309"/>
                      <a:pt x="21040" y="13309"/>
                      <a:pt x="21103" y="13351"/>
                    </a:cubicBezTo>
                    <a:cubicBezTo>
                      <a:pt x="21500" y="13434"/>
                      <a:pt x="21919" y="13560"/>
                      <a:pt x="22316" y="13643"/>
                    </a:cubicBezTo>
                    <a:cubicBezTo>
                      <a:pt x="22421" y="13685"/>
                      <a:pt x="22484" y="13706"/>
                      <a:pt x="22588" y="13727"/>
                    </a:cubicBezTo>
                    <a:cubicBezTo>
                      <a:pt x="22965" y="13811"/>
                      <a:pt x="23362" y="13895"/>
                      <a:pt x="23718" y="13957"/>
                    </a:cubicBezTo>
                    <a:cubicBezTo>
                      <a:pt x="23781" y="13957"/>
                      <a:pt x="23802" y="13999"/>
                      <a:pt x="23823" y="13999"/>
                    </a:cubicBezTo>
                    <a:cubicBezTo>
                      <a:pt x="23838" y="14001"/>
                      <a:pt x="23852" y="14002"/>
                      <a:pt x="23867" y="14002"/>
                    </a:cubicBezTo>
                    <a:cubicBezTo>
                      <a:pt x="23990" y="14002"/>
                      <a:pt x="24078" y="13923"/>
                      <a:pt x="24116" y="13811"/>
                    </a:cubicBezTo>
                    <a:cubicBezTo>
                      <a:pt x="24137" y="13769"/>
                      <a:pt x="24137" y="13727"/>
                      <a:pt x="24116" y="13685"/>
                    </a:cubicBezTo>
                    <a:cubicBezTo>
                      <a:pt x="24116" y="13643"/>
                      <a:pt x="24095" y="13602"/>
                      <a:pt x="24032" y="13581"/>
                    </a:cubicBezTo>
                    <a:cubicBezTo>
                      <a:pt x="23676" y="13309"/>
                      <a:pt x="23341" y="13037"/>
                      <a:pt x="22965" y="12765"/>
                    </a:cubicBezTo>
                    <a:cubicBezTo>
                      <a:pt x="22923" y="12744"/>
                      <a:pt x="22860" y="12681"/>
                      <a:pt x="22818" y="12660"/>
                    </a:cubicBezTo>
                    <a:cubicBezTo>
                      <a:pt x="22525" y="12451"/>
                      <a:pt x="22212" y="12221"/>
                      <a:pt x="21919" y="12011"/>
                    </a:cubicBezTo>
                    <a:lnTo>
                      <a:pt x="21688" y="11844"/>
                    </a:lnTo>
                    <a:cubicBezTo>
                      <a:pt x="21333" y="11614"/>
                      <a:pt x="21019" y="11384"/>
                      <a:pt x="20684" y="11175"/>
                    </a:cubicBezTo>
                    <a:lnTo>
                      <a:pt x="20663" y="11133"/>
                    </a:lnTo>
                    <a:cubicBezTo>
                      <a:pt x="16876" y="8580"/>
                      <a:pt x="12859" y="6404"/>
                      <a:pt x="8841" y="4228"/>
                    </a:cubicBezTo>
                    <a:cubicBezTo>
                      <a:pt x="8841" y="4228"/>
                      <a:pt x="8820" y="4228"/>
                      <a:pt x="8820" y="4207"/>
                    </a:cubicBezTo>
                    <a:lnTo>
                      <a:pt x="8800" y="4207"/>
                    </a:lnTo>
                    <a:cubicBezTo>
                      <a:pt x="6226" y="2847"/>
                      <a:pt x="3673" y="1508"/>
                      <a:pt x="1121" y="85"/>
                    </a:cubicBezTo>
                    <a:cubicBezTo>
                      <a:pt x="1016" y="27"/>
                      <a:pt x="910" y="1"/>
                      <a:pt x="8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19914100" y="28430850"/>
                <a:ext cx="673250" cy="292175"/>
              </a:xfrm>
              <a:custGeom>
                <a:avLst/>
                <a:gdLst/>
                <a:ahLst/>
                <a:cxnLst/>
                <a:rect l="l" t="t" r="r" b="b"/>
                <a:pathLst>
                  <a:path w="26930" h="11687" extrusionOk="0">
                    <a:moveTo>
                      <a:pt x="1364" y="1"/>
                    </a:moveTo>
                    <a:cubicBezTo>
                      <a:pt x="1157" y="1"/>
                      <a:pt x="953" y="11"/>
                      <a:pt x="754" y="32"/>
                    </a:cubicBezTo>
                    <a:cubicBezTo>
                      <a:pt x="210" y="53"/>
                      <a:pt x="1" y="492"/>
                      <a:pt x="106" y="911"/>
                    </a:cubicBezTo>
                    <a:cubicBezTo>
                      <a:pt x="210" y="1141"/>
                      <a:pt x="357" y="1392"/>
                      <a:pt x="650" y="1476"/>
                    </a:cubicBezTo>
                    <a:cubicBezTo>
                      <a:pt x="3683" y="2522"/>
                      <a:pt x="6696" y="3610"/>
                      <a:pt x="9647" y="4782"/>
                    </a:cubicBezTo>
                    <a:lnTo>
                      <a:pt x="9626" y="4782"/>
                    </a:lnTo>
                    <a:cubicBezTo>
                      <a:pt x="11802" y="5640"/>
                      <a:pt x="13936" y="6581"/>
                      <a:pt x="16091" y="7606"/>
                    </a:cubicBezTo>
                    <a:cubicBezTo>
                      <a:pt x="16970" y="8025"/>
                      <a:pt x="17807" y="8464"/>
                      <a:pt x="18644" y="8925"/>
                    </a:cubicBezTo>
                    <a:cubicBezTo>
                      <a:pt x="21238" y="10222"/>
                      <a:pt x="23770" y="11394"/>
                      <a:pt x="26783" y="11686"/>
                    </a:cubicBezTo>
                    <a:cubicBezTo>
                      <a:pt x="26825" y="11686"/>
                      <a:pt x="26867" y="11686"/>
                      <a:pt x="26888" y="11666"/>
                    </a:cubicBezTo>
                    <a:cubicBezTo>
                      <a:pt x="26909" y="11645"/>
                      <a:pt x="26930" y="11582"/>
                      <a:pt x="26930" y="11498"/>
                    </a:cubicBezTo>
                    <a:cubicBezTo>
                      <a:pt x="26930" y="11414"/>
                      <a:pt x="26888" y="11373"/>
                      <a:pt x="26804" y="11352"/>
                    </a:cubicBezTo>
                    <a:lnTo>
                      <a:pt x="26783" y="11352"/>
                    </a:lnTo>
                    <a:cubicBezTo>
                      <a:pt x="26553" y="11268"/>
                      <a:pt x="26344" y="11184"/>
                      <a:pt x="26093" y="11080"/>
                    </a:cubicBezTo>
                    <a:cubicBezTo>
                      <a:pt x="26051" y="11059"/>
                      <a:pt x="25988" y="11038"/>
                      <a:pt x="25946" y="11038"/>
                    </a:cubicBezTo>
                    <a:cubicBezTo>
                      <a:pt x="25737" y="10954"/>
                      <a:pt x="25528" y="10850"/>
                      <a:pt x="25318" y="10745"/>
                    </a:cubicBezTo>
                    <a:cubicBezTo>
                      <a:pt x="25256" y="10724"/>
                      <a:pt x="25214" y="10682"/>
                      <a:pt x="25130" y="10661"/>
                    </a:cubicBezTo>
                    <a:cubicBezTo>
                      <a:pt x="24921" y="10557"/>
                      <a:pt x="24733" y="10452"/>
                      <a:pt x="24523" y="10347"/>
                    </a:cubicBezTo>
                    <a:lnTo>
                      <a:pt x="24377" y="10264"/>
                    </a:lnTo>
                    <a:cubicBezTo>
                      <a:pt x="24189" y="10159"/>
                      <a:pt x="24042" y="10054"/>
                      <a:pt x="23854" y="9950"/>
                    </a:cubicBezTo>
                    <a:cubicBezTo>
                      <a:pt x="23791" y="9929"/>
                      <a:pt x="23749" y="9908"/>
                      <a:pt x="23686" y="9845"/>
                    </a:cubicBezTo>
                    <a:cubicBezTo>
                      <a:pt x="23519" y="9762"/>
                      <a:pt x="23331" y="9615"/>
                      <a:pt x="23142" y="9510"/>
                    </a:cubicBezTo>
                    <a:cubicBezTo>
                      <a:pt x="23059" y="9469"/>
                      <a:pt x="23017" y="9427"/>
                      <a:pt x="22933" y="9385"/>
                    </a:cubicBezTo>
                    <a:cubicBezTo>
                      <a:pt x="22745" y="9280"/>
                      <a:pt x="22598" y="9155"/>
                      <a:pt x="22410" y="9029"/>
                    </a:cubicBezTo>
                    <a:cubicBezTo>
                      <a:pt x="22326" y="8966"/>
                      <a:pt x="22264" y="8925"/>
                      <a:pt x="22180" y="8841"/>
                    </a:cubicBezTo>
                    <a:cubicBezTo>
                      <a:pt x="22054" y="8757"/>
                      <a:pt x="21950" y="8673"/>
                      <a:pt x="21845" y="8569"/>
                    </a:cubicBezTo>
                    <a:cubicBezTo>
                      <a:pt x="21678" y="8443"/>
                      <a:pt x="21531" y="8339"/>
                      <a:pt x="21364" y="8213"/>
                    </a:cubicBezTo>
                    <a:cubicBezTo>
                      <a:pt x="21343" y="8192"/>
                      <a:pt x="21280" y="8150"/>
                      <a:pt x="21259" y="8129"/>
                    </a:cubicBezTo>
                    <a:cubicBezTo>
                      <a:pt x="18769" y="6246"/>
                      <a:pt x="16363" y="4112"/>
                      <a:pt x="13559" y="2773"/>
                    </a:cubicBezTo>
                    <a:cubicBezTo>
                      <a:pt x="10023" y="1078"/>
                      <a:pt x="6006" y="137"/>
                      <a:pt x="2051" y="32"/>
                    </a:cubicBezTo>
                    <a:lnTo>
                      <a:pt x="1989" y="32"/>
                    </a:lnTo>
                    <a:cubicBezTo>
                      <a:pt x="1779" y="11"/>
                      <a:pt x="1570" y="1"/>
                      <a:pt x="13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9600250" y="28499650"/>
                <a:ext cx="774200" cy="245875"/>
              </a:xfrm>
              <a:custGeom>
                <a:avLst/>
                <a:gdLst/>
                <a:ahLst/>
                <a:cxnLst/>
                <a:rect l="l" t="t" r="r" b="b"/>
                <a:pathLst>
                  <a:path w="30968" h="9835" extrusionOk="0">
                    <a:moveTo>
                      <a:pt x="6613" y="0"/>
                    </a:moveTo>
                    <a:cubicBezTo>
                      <a:pt x="4520" y="0"/>
                      <a:pt x="2532" y="63"/>
                      <a:pt x="733" y="251"/>
                    </a:cubicBezTo>
                    <a:cubicBezTo>
                      <a:pt x="252" y="272"/>
                      <a:pt x="1" y="753"/>
                      <a:pt x="105" y="1151"/>
                    </a:cubicBezTo>
                    <a:cubicBezTo>
                      <a:pt x="105" y="1318"/>
                      <a:pt x="252" y="1507"/>
                      <a:pt x="545" y="1590"/>
                    </a:cubicBezTo>
                    <a:cubicBezTo>
                      <a:pt x="5859" y="2678"/>
                      <a:pt x="11007" y="4080"/>
                      <a:pt x="16154" y="5712"/>
                    </a:cubicBezTo>
                    <a:cubicBezTo>
                      <a:pt x="16509" y="5817"/>
                      <a:pt x="16844" y="5963"/>
                      <a:pt x="17179" y="6068"/>
                    </a:cubicBezTo>
                    <a:lnTo>
                      <a:pt x="17158" y="6068"/>
                    </a:lnTo>
                    <a:cubicBezTo>
                      <a:pt x="18518" y="6528"/>
                      <a:pt x="19878" y="7051"/>
                      <a:pt x="21259" y="7574"/>
                    </a:cubicBezTo>
                    <a:cubicBezTo>
                      <a:pt x="21343" y="7595"/>
                      <a:pt x="21385" y="7637"/>
                      <a:pt x="21468" y="7658"/>
                    </a:cubicBezTo>
                    <a:cubicBezTo>
                      <a:pt x="21489" y="7658"/>
                      <a:pt x="21531" y="7679"/>
                      <a:pt x="21573" y="7679"/>
                    </a:cubicBezTo>
                    <a:cubicBezTo>
                      <a:pt x="24000" y="8579"/>
                      <a:pt x="26490" y="9416"/>
                      <a:pt x="29022" y="9730"/>
                    </a:cubicBezTo>
                    <a:lnTo>
                      <a:pt x="29064" y="9730"/>
                    </a:lnTo>
                    <a:cubicBezTo>
                      <a:pt x="29182" y="9747"/>
                      <a:pt x="29355" y="9777"/>
                      <a:pt x="29528" y="9777"/>
                    </a:cubicBezTo>
                    <a:cubicBezTo>
                      <a:pt x="29569" y="9777"/>
                      <a:pt x="29610" y="9775"/>
                      <a:pt x="29649" y="9771"/>
                    </a:cubicBezTo>
                    <a:cubicBezTo>
                      <a:pt x="29838" y="9792"/>
                      <a:pt x="30026" y="9792"/>
                      <a:pt x="30173" y="9834"/>
                    </a:cubicBezTo>
                    <a:lnTo>
                      <a:pt x="30319" y="9834"/>
                    </a:lnTo>
                    <a:cubicBezTo>
                      <a:pt x="30361" y="9834"/>
                      <a:pt x="30424" y="9834"/>
                      <a:pt x="30466" y="9792"/>
                    </a:cubicBezTo>
                    <a:cubicBezTo>
                      <a:pt x="30758" y="9730"/>
                      <a:pt x="30968" y="9374"/>
                      <a:pt x="30905" y="9060"/>
                    </a:cubicBezTo>
                    <a:cubicBezTo>
                      <a:pt x="30884" y="8997"/>
                      <a:pt x="30884" y="8914"/>
                      <a:pt x="30821" y="8851"/>
                    </a:cubicBezTo>
                    <a:cubicBezTo>
                      <a:pt x="30779" y="8788"/>
                      <a:pt x="30717" y="8725"/>
                      <a:pt x="30675" y="8642"/>
                    </a:cubicBezTo>
                    <a:cubicBezTo>
                      <a:pt x="30445" y="8328"/>
                      <a:pt x="30173" y="8056"/>
                      <a:pt x="29942" y="7763"/>
                    </a:cubicBezTo>
                    <a:cubicBezTo>
                      <a:pt x="29733" y="7428"/>
                      <a:pt x="29440" y="7135"/>
                      <a:pt x="29105" y="6905"/>
                    </a:cubicBezTo>
                    <a:cubicBezTo>
                      <a:pt x="23686" y="1716"/>
                      <a:pt x="14501" y="42"/>
                      <a:pt x="66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20149825" y="28752300"/>
                <a:ext cx="462625" cy="768775"/>
              </a:xfrm>
              <a:custGeom>
                <a:avLst/>
                <a:gdLst/>
                <a:ahLst/>
                <a:cxnLst/>
                <a:rect l="l" t="t" r="r" b="b"/>
                <a:pathLst>
                  <a:path w="18505" h="30751" extrusionOk="0">
                    <a:moveTo>
                      <a:pt x="13598" y="8453"/>
                    </a:moveTo>
                    <a:cubicBezTo>
                      <a:pt x="13593" y="8459"/>
                      <a:pt x="13588" y="8464"/>
                      <a:pt x="13588" y="8474"/>
                    </a:cubicBezTo>
                    <a:lnTo>
                      <a:pt x="13588" y="8474"/>
                    </a:lnTo>
                    <a:cubicBezTo>
                      <a:pt x="13591" y="8467"/>
                      <a:pt x="13595" y="8460"/>
                      <a:pt x="13598" y="8453"/>
                    </a:cubicBezTo>
                    <a:close/>
                    <a:moveTo>
                      <a:pt x="18233" y="0"/>
                    </a:moveTo>
                    <a:cubicBezTo>
                      <a:pt x="18170" y="0"/>
                      <a:pt x="18066" y="42"/>
                      <a:pt x="18003" y="84"/>
                    </a:cubicBezTo>
                    <a:cubicBezTo>
                      <a:pt x="17773" y="293"/>
                      <a:pt x="17563" y="481"/>
                      <a:pt x="17333" y="691"/>
                    </a:cubicBezTo>
                    <a:cubicBezTo>
                      <a:pt x="17255" y="769"/>
                      <a:pt x="17323" y="902"/>
                      <a:pt x="17418" y="902"/>
                    </a:cubicBezTo>
                    <a:cubicBezTo>
                      <a:pt x="17424" y="902"/>
                      <a:pt x="17431" y="901"/>
                      <a:pt x="17438" y="900"/>
                    </a:cubicBezTo>
                    <a:lnTo>
                      <a:pt x="17438" y="900"/>
                    </a:lnTo>
                    <a:cubicBezTo>
                      <a:pt x="17375" y="921"/>
                      <a:pt x="17354" y="942"/>
                      <a:pt x="17291" y="984"/>
                    </a:cubicBezTo>
                    <a:cubicBezTo>
                      <a:pt x="17291" y="984"/>
                      <a:pt x="17270" y="984"/>
                      <a:pt x="17270" y="1005"/>
                    </a:cubicBezTo>
                    <a:cubicBezTo>
                      <a:pt x="17229" y="1025"/>
                      <a:pt x="17187" y="1046"/>
                      <a:pt x="17145" y="1109"/>
                    </a:cubicBezTo>
                    <a:lnTo>
                      <a:pt x="17124" y="1130"/>
                    </a:lnTo>
                    <a:lnTo>
                      <a:pt x="16977" y="1256"/>
                    </a:lnTo>
                    <a:cubicBezTo>
                      <a:pt x="16957" y="1297"/>
                      <a:pt x="16936" y="1318"/>
                      <a:pt x="16915" y="1360"/>
                    </a:cubicBezTo>
                    <a:lnTo>
                      <a:pt x="16852" y="1423"/>
                    </a:lnTo>
                    <a:cubicBezTo>
                      <a:pt x="16203" y="2302"/>
                      <a:pt x="15471" y="4143"/>
                      <a:pt x="14927" y="5524"/>
                    </a:cubicBezTo>
                    <a:cubicBezTo>
                      <a:pt x="14760" y="5922"/>
                      <a:pt x="14613" y="6340"/>
                      <a:pt x="14446" y="6738"/>
                    </a:cubicBezTo>
                    <a:cubicBezTo>
                      <a:pt x="14446" y="6759"/>
                      <a:pt x="14425" y="6779"/>
                      <a:pt x="14425" y="6800"/>
                    </a:cubicBezTo>
                    <a:cubicBezTo>
                      <a:pt x="14425" y="6842"/>
                      <a:pt x="14404" y="6842"/>
                      <a:pt x="14404" y="6863"/>
                    </a:cubicBezTo>
                    <a:cubicBezTo>
                      <a:pt x="14341" y="6968"/>
                      <a:pt x="14320" y="7051"/>
                      <a:pt x="14299" y="7093"/>
                    </a:cubicBezTo>
                    <a:cubicBezTo>
                      <a:pt x="14236" y="7219"/>
                      <a:pt x="14153" y="7365"/>
                      <a:pt x="14111" y="7470"/>
                    </a:cubicBezTo>
                    <a:cubicBezTo>
                      <a:pt x="13930" y="7793"/>
                      <a:pt x="13787" y="8115"/>
                      <a:pt x="13608" y="8438"/>
                    </a:cubicBezTo>
                    <a:lnTo>
                      <a:pt x="13608" y="8438"/>
                    </a:lnTo>
                    <a:cubicBezTo>
                      <a:pt x="13609" y="8436"/>
                      <a:pt x="13609" y="8434"/>
                      <a:pt x="13609" y="8432"/>
                    </a:cubicBezTo>
                    <a:lnTo>
                      <a:pt x="13609" y="8432"/>
                    </a:lnTo>
                    <a:cubicBezTo>
                      <a:pt x="13605" y="8439"/>
                      <a:pt x="13602" y="8446"/>
                      <a:pt x="13598" y="8453"/>
                    </a:cubicBezTo>
                    <a:lnTo>
                      <a:pt x="13598" y="8453"/>
                    </a:lnTo>
                    <a:cubicBezTo>
                      <a:pt x="13599" y="8452"/>
                      <a:pt x="13600" y="8451"/>
                      <a:pt x="13601" y="8450"/>
                    </a:cubicBezTo>
                    <a:lnTo>
                      <a:pt x="13601" y="8450"/>
                    </a:lnTo>
                    <a:cubicBezTo>
                      <a:pt x="13597" y="8458"/>
                      <a:pt x="13592" y="8466"/>
                      <a:pt x="13588" y="8474"/>
                    </a:cubicBezTo>
                    <a:cubicBezTo>
                      <a:pt x="13588" y="8474"/>
                      <a:pt x="13588" y="8474"/>
                      <a:pt x="13588" y="8474"/>
                    </a:cubicBezTo>
                    <a:lnTo>
                      <a:pt x="13588" y="8474"/>
                    </a:lnTo>
                    <a:cubicBezTo>
                      <a:pt x="12527" y="10595"/>
                      <a:pt x="11404" y="12735"/>
                      <a:pt x="10261" y="14814"/>
                    </a:cubicBezTo>
                    <a:cubicBezTo>
                      <a:pt x="8294" y="18308"/>
                      <a:pt x="6181" y="21635"/>
                      <a:pt x="3900" y="24878"/>
                    </a:cubicBezTo>
                    <a:cubicBezTo>
                      <a:pt x="2729" y="26552"/>
                      <a:pt x="1536" y="28226"/>
                      <a:pt x="301" y="29879"/>
                    </a:cubicBezTo>
                    <a:cubicBezTo>
                      <a:pt x="1" y="30291"/>
                      <a:pt x="299" y="30750"/>
                      <a:pt x="688" y="30750"/>
                    </a:cubicBezTo>
                    <a:cubicBezTo>
                      <a:pt x="813" y="30750"/>
                      <a:pt x="948" y="30703"/>
                      <a:pt x="1076" y="30591"/>
                    </a:cubicBezTo>
                    <a:cubicBezTo>
                      <a:pt x="2540" y="29251"/>
                      <a:pt x="4047" y="27787"/>
                      <a:pt x="5532" y="26155"/>
                    </a:cubicBezTo>
                    <a:lnTo>
                      <a:pt x="5532" y="26134"/>
                    </a:lnTo>
                    <a:lnTo>
                      <a:pt x="5616" y="26050"/>
                    </a:lnTo>
                    <a:cubicBezTo>
                      <a:pt x="11726" y="19355"/>
                      <a:pt x="17375" y="10546"/>
                      <a:pt x="18379" y="1988"/>
                    </a:cubicBezTo>
                    <a:lnTo>
                      <a:pt x="18379" y="1883"/>
                    </a:lnTo>
                    <a:cubicBezTo>
                      <a:pt x="18421" y="1360"/>
                      <a:pt x="18484" y="816"/>
                      <a:pt x="18505" y="293"/>
                    </a:cubicBezTo>
                    <a:lnTo>
                      <a:pt x="18505" y="189"/>
                    </a:lnTo>
                    <a:cubicBezTo>
                      <a:pt x="18484" y="84"/>
                      <a:pt x="18379" y="0"/>
                      <a:pt x="18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19279125" y="28273675"/>
                <a:ext cx="2565725" cy="1180375"/>
              </a:xfrm>
              <a:custGeom>
                <a:avLst/>
                <a:gdLst/>
                <a:ahLst/>
                <a:cxnLst/>
                <a:rect l="l" t="t" r="r" b="b"/>
                <a:pathLst>
                  <a:path w="102629" h="47215" extrusionOk="0">
                    <a:moveTo>
                      <a:pt x="72729" y="5754"/>
                    </a:moveTo>
                    <a:lnTo>
                      <a:pt x="72729" y="5754"/>
                    </a:lnTo>
                    <a:cubicBezTo>
                      <a:pt x="73231" y="6277"/>
                      <a:pt x="73733" y="6800"/>
                      <a:pt x="74194" y="7365"/>
                    </a:cubicBezTo>
                    <a:cubicBezTo>
                      <a:pt x="74232" y="7403"/>
                      <a:pt x="74269" y="7419"/>
                      <a:pt x="74305" y="7419"/>
                    </a:cubicBezTo>
                    <a:cubicBezTo>
                      <a:pt x="74369" y="7419"/>
                      <a:pt x="74426" y="7369"/>
                      <a:pt x="74466" y="7302"/>
                    </a:cubicBezTo>
                    <a:cubicBezTo>
                      <a:pt x="76328" y="9144"/>
                      <a:pt x="77918" y="11173"/>
                      <a:pt x="79257" y="13391"/>
                    </a:cubicBezTo>
                    <a:lnTo>
                      <a:pt x="79257" y="13433"/>
                    </a:lnTo>
                    <a:cubicBezTo>
                      <a:pt x="80659" y="15777"/>
                      <a:pt x="81789" y="18371"/>
                      <a:pt x="82626" y="21196"/>
                    </a:cubicBezTo>
                    <a:cubicBezTo>
                      <a:pt x="82103" y="21070"/>
                      <a:pt x="81559" y="20966"/>
                      <a:pt x="81036" y="20819"/>
                    </a:cubicBezTo>
                    <a:lnTo>
                      <a:pt x="81036" y="20777"/>
                    </a:lnTo>
                    <a:cubicBezTo>
                      <a:pt x="80994" y="20756"/>
                      <a:pt x="80931" y="20694"/>
                      <a:pt x="80868" y="20694"/>
                    </a:cubicBezTo>
                    <a:cubicBezTo>
                      <a:pt x="80847" y="20694"/>
                      <a:pt x="80847" y="20694"/>
                      <a:pt x="80827" y="20714"/>
                    </a:cubicBezTo>
                    <a:cubicBezTo>
                      <a:pt x="80785" y="20756"/>
                      <a:pt x="80743" y="20777"/>
                      <a:pt x="80722" y="20798"/>
                    </a:cubicBezTo>
                    <a:cubicBezTo>
                      <a:pt x="79885" y="20610"/>
                      <a:pt x="79006" y="20463"/>
                      <a:pt x="78169" y="20275"/>
                    </a:cubicBezTo>
                    <a:lnTo>
                      <a:pt x="78169" y="20254"/>
                    </a:lnTo>
                    <a:cubicBezTo>
                      <a:pt x="78169" y="20254"/>
                      <a:pt x="78169" y="20233"/>
                      <a:pt x="78211" y="20233"/>
                    </a:cubicBezTo>
                    <a:cubicBezTo>
                      <a:pt x="78839" y="14416"/>
                      <a:pt x="76579" y="9834"/>
                      <a:pt x="73043" y="6152"/>
                    </a:cubicBezTo>
                    <a:lnTo>
                      <a:pt x="72729" y="5754"/>
                    </a:lnTo>
                    <a:close/>
                    <a:moveTo>
                      <a:pt x="72311" y="19857"/>
                    </a:moveTo>
                    <a:cubicBezTo>
                      <a:pt x="73985" y="20066"/>
                      <a:pt x="75637" y="20338"/>
                      <a:pt x="77311" y="20610"/>
                    </a:cubicBezTo>
                    <a:cubicBezTo>
                      <a:pt x="76935" y="21091"/>
                      <a:pt x="76579" y="21531"/>
                      <a:pt x="76223" y="22012"/>
                    </a:cubicBezTo>
                    <a:cubicBezTo>
                      <a:pt x="74884" y="23644"/>
                      <a:pt x="73524" y="25297"/>
                      <a:pt x="72164" y="26929"/>
                    </a:cubicBezTo>
                    <a:lnTo>
                      <a:pt x="72164" y="26950"/>
                    </a:lnTo>
                    <a:cubicBezTo>
                      <a:pt x="71516" y="27703"/>
                      <a:pt x="70867" y="28456"/>
                      <a:pt x="70218" y="29230"/>
                    </a:cubicBezTo>
                    <a:cubicBezTo>
                      <a:pt x="69465" y="30109"/>
                      <a:pt x="68712" y="30967"/>
                      <a:pt x="67917" y="31867"/>
                    </a:cubicBezTo>
                    <a:lnTo>
                      <a:pt x="67896" y="31888"/>
                    </a:lnTo>
                    <a:cubicBezTo>
                      <a:pt x="66640" y="33331"/>
                      <a:pt x="65364" y="34733"/>
                      <a:pt x="64067" y="36156"/>
                    </a:cubicBezTo>
                    <a:cubicBezTo>
                      <a:pt x="65615" y="34210"/>
                      <a:pt x="67080" y="32181"/>
                      <a:pt x="68335" y="30067"/>
                    </a:cubicBezTo>
                    <a:cubicBezTo>
                      <a:pt x="68440" y="29879"/>
                      <a:pt x="68586" y="29670"/>
                      <a:pt x="68691" y="29481"/>
                    </a:cubicBezTo>
                    <a:cubicBezTo>
                      <a:pt x="68754" y="29356"/>
                      <a:pt x="68816" y="29251"/>
                      <a:pt x="68900" y="29126"/>
                    </a:cubicBezTo>
                    <a:cubicBezTo>
                      <a:pt x="69047" y="28854"/>
                      <a:pt x="69172" y="28603"/>
                      <a:pt x="69319" y="28331"/>
                    </a:cubicBezTo>
                    <a:lnTo>
                      <a:pt x="69465" y="28017"/>
                    </a:lnTo>
                    <a:lnTo>
                      <a:pt x="69779" y="27389"/>
                    </a:lnTo>
                    <a:cubicBezTo>
                      <a:pt x="69821" y="27285"/>
                      <a:pt x="69883" y="27201"/>
                      <a:pt x="69904" y="27096"/>
                    </a:cubicBezTo>
                    <a:cubicBezTo>
                      <a:pt x="70051" y="26824"/>
                      <a:pt x="70176" y="26552"/>
                      <a:pt x="70302" y="26259"/>
                    </a:cubicBezTo>
                    <a:cubicBezTo>
                      <a:pt x="70344" y="26155"/>
                      <a:pt x="70386" y="26092"/>
                      <a:pt x="70428" y="25987"/>
                    </a:cubicBezTo>
                    <a:cubicBezTo>
                      <a:pt x="70574" y="25715"/>
                      <a:pt x="70679" y="25422"/>
                      <a:pt x="70783" y="25171"/>
                    </a:cubicBezTo>
                    <a:cubicBezTo>
                      <a:pt x="70804" y="25108"/>
                      <a:pt x="70804" y="25088"/>
                      <a:pt x="70825" y="25046"/>
                    </a:cubicBezTo>
                    <a:cubicBezTo>
                      <a:pt x="70930" y="24753"/>
                      <a:pt x="71055" y="24460"/>
                      <a:pt x="71160" y="24167"/>
                    </a:cubicBezTo>
                    <a:cubicBezTo>
                      <a:pt x="71202" y="24104"/>
                      <a:pt x="71223" y="24041"/>
                      <a:pt x="71244" y="23958"/>
                    </a:cubicBezTo>
                    <a:cubicBezTo>
                      <a:pt x="71348" y="23644"/>
                      <a:pt x="71453" y="23330"/>
                      <a:pt x="71557" y="23058"/>
                    </a:cubicBezTo>
                    <a:cubicBezTo>
                      <a:pt x="71557" y="22995"/>
                      <a:pt x="71578" y="22974"/>
                      <a:pt x="71578" y="22911"/>
                    </a:cubicBezTo>
                    <a:cubicBezTo>
                      <a:pt x="71683" y="22598"/>
                      <a:pt x="71767" y="22326"/>
                      <a:pt x="71850" y="22012"/>
                    </a:cubicBezTo>
                    <a:cubicBezTo>
                      <a:pt x="71850" y="21970"/>
                      <a:pt x="71871" y="21949"/>
                      <a:pt x="71871" y="21928"/>
                    </a:cubicBezTo>
                    <a:cubicBezTo>
                      <a:pt x="71955" y="21593"/>
                      <a:pt x="72039" y="21279"/>
                      <a:pt x="72101" y="20924"/>
                    </a:cubicBezTo>
                    <a:cubicBezTo>
                      <a:pt x="72101" y="20903"/>
                      <a:pt x="72143" y="20882"/>
                      <a:pt x="72143" y="20819"/>
                    </a:cubicBezTo>
                    <a:cubicBezTo>
                      <a:pt x="72206" y="20505"/>
                      <a:pt x="72269" y="20170"/>
                      <a:pt x="72311" y="19857"/>
                    </a:cubicBezTo>
                    <a:close/>
                    <a:moveTo>
                      <a:pt x="64761" y="0"/>
                    </a:moveTo>
                    <a:cubicBezTo>
                      <a:pt x="64113" y="0"/>
                      <a:pt x="63614" y="912"/>
                      <a:pt x="64213" y="1423"/>
                    </a:cubicBezTo>
                    <a:cubicBezTo>
                      <a:pt x="65238" y="2281"/>
                      <a:pt x="66180" y="3243"/>
                      <a:pt x="67059" y="4269"/>
                    </a:cubicBezTo>
                    <a:lnTo>
                      <a:pt x="67080" y="4269"/>
                    </a:lnTo>
                    <a:lnTo>
                      <a:pt x="67122" y="4289"/>
                    </a:lnTo>
                    <a:cubicBezTo>
                      <a:pt x="67122" y="4331"/>
                      <a:pt x="67143" y="4331"/>
                      <a:pt x="67143" y="4331"/>
                    </a:cubicBezTo>
                    <a:lnTo>
                      <a:pt x="67143" y="4352"/>
                    </a:lnTo>
                    <a:lnTo>
                      <a:pt x="67163" y="4373"/>
                    </a:lnTo>
                    <a:cubicBezTo>
                      <a:pt x="69904" y="7574"/>
                      <a:pt x="72143" y="11299"/>
                      <a:pt x="74382" y="14940"/>
                    </a:cubicBezTo>
                    <a:cubicBezTo>
                      <a:pt x="75031" y="16007"/>
                      <a:pt x="75700" y="17053"/>
                      <a:pt x="76349" y="18078"/>
                    </a:cubicBezTo>
                    <a:cubicBezTo>
                      <a:pt x="76433" y="18183"/>
                      <a:pt x="76474" y="18287"/>
                      <a:pt x="76558" y="18392"/>
                    </a:cubicBezTo>
                    <a:cubicBezTo>
                      <a:pt x="76746" y="18664"/>
                      <a:pt x="76893" y="18915"/>
                      <a:pt x="77081" y="19187"/>
                    </a:cubicBezTo>
                    <a:cubicBezTo>
                      <a:pt x="77102" y="19229"/>
                      <a:pt x="77165" y="19292"/>
                      <a:pt x="77186" y="19334"/>
                    </a:cubicBezTo>
                    <a:cubicBezTo>
                      <a:pt x="77374" y="19606"/>
                      <a:pt x="77542" y="19878"/>
                      <a:pt x="77730" y="20150"/>
                    </a:cubicBezTo>
                    <a:cubicBezTo>
                      <a:pt x="77709" y="20150"/>
                      <a:pt x="77688" y="20170"/>
                      <a:pt x="77625" y="20191"/>
                    </a:cubicBezTo>
                    <a:cubicBezTo>
                      <a:pt x="75575" y="19815"/>
                      <a:pt x="73524" y="19501"/>
                      <a:pt x="71453" y="19229"/>
                    </a:cubicBezTo>
                    <a:cubicBezTo>
                      <a:pt x="72039" y="13956"/>
                      <a:pt x="68963" y="9248"/>
                      <a:pt x="64862" y="5796"/>
                    </a:cubicBezTo>
                    <a:lnTo>
                      <a:pt x="64841" y="5754"/>
                    </a:lnTo>
                    <a:lnTo>
                      <a:pt x="64820" y="5754"/>
                    </a:lnTo>
                    <a:cubicBezTo>
                      <a:pt x="62016" y="3411"/>
                      <a:pt x="58710" y="1611"/>
                      <a:pt x="55739" y="565"/>
                    </a:cubicBezTo>
                    <a:cubicBezTo>
                      <a:pt x="55650" y="534"/>
                      <a:pt x="55563" y="520"/>
                      <a:pt x="55478" y="520"/>
                    </a:cubicBezTo>
                    <a:cubicBezTo>
                      <a:pt x="54985" y="520"/>
                      <a:pt x="54588" y="997"/>
                      <a:pt x="54588" y="1444"/>
                    </a:cubicBezTo>
                    <a:cubicBezTo>
                      <a:pt x="54588" y="1674"/>
                      <a:pt x="54693" y="1946"/>
                      <a:pt x="54986" y="2072"/>
                    </a:cubicBezTo>
                    <a:cubicBezTo>
                      <a:pt x="55509" y="2364"/>
                      <a:pt x="55990" y="2678"/>
                      <a:pt x="56492" y="2992"/>
                    </a:cubicBezTo>
                    <a:cubicBezTo>
                      <a:pt x="56513" y="2992"/>
                      <a:pt x="56513" y="3013"/>
                      <a:pt x="56555" y="3034"/>
                    </a:cubicBezTo>
                    <a:cubicBezTo>
                      <a:pt x="57811" y="4038"/>
                      <a:pt x="59087" y="4980"/>
                      <a:pt x="60342" y="5942"/>
                    </a:cubicBezTo>
                    <a:lnTo>
                      <a:pt x="60363" y="5942"/>
                    </a:lnTo>
                    <a:cubicBezTo>
                      <a:pt x="61849" y="7261"/>
                      <a:pt x="63272" y="8683"/>
                      <a:pt x="64611" y="10211"/>
                    </a:cubicBezTo>
                    <a:cubicBezTo>
                      <a:pt x="66619" y="12450"/>
                      <a:pt x="68021" y="15128"/>
                      <a:pt x="69758" y="17576"/>
                    </a:cubicBezTo>
                    <a:cubicBezTo>
                      <a:pt x="69779" y="17618"/>
                      <a:pt x="69800" y="17639"/>
                      <a:pt x="69800" y="17681"/>
                    </a:cubicBezTo>
                    <a:cubicBezTo>
                      <a:pt x="69883" y="17827"/>
                      <a:pt x="69988" y="17932"/>
                      <a:pt x="70072" y="18057"/>
                    </a:cubicBezTo>
                    <a:cubicBezTo>
                      <a:pt x="70114" y="18141"/>
                      <a:pt x="70176" y="18183"/>
                      <a:pt x="70218" y="18266"/>
                    </a:cubicBezTo>
                    <a:cubicBezTo>
                      <a:pt x="70302" y="18371"/>
                      <a:pt x="70344" y="18455"/>
                      <a:pt x="70428" y="18559"/>
                    </a:cubicBezTo>
                    <a:cubicBezTo>
                      <a:pt x="70511" y="18664"/>
                      <a:pt x="70595" y="18769"/>
                      <a:pt x="70700" y="18873"/>
                    </a:cubicBezTo>
                    <a:cubicBezTo>
                      <a:pt x="70741" y="18915"/>
                      <a:pt x="70804" y="18999"/>
                      <a:pt x="70846" y="19041"/>
                    </a:cubicBezTo>
                    <a:cubicBezTo>
                      <a:pt x="70909" y="19103"/>
                      <a:pt x="70930" y="19145"/>
                      <a:pt x="70992" y="19208"/>
                    </a:cubicBezTo>
                    <a:cubicBezTo>
                      <a:pt x="69570" y="19020"/>
                      <a:pt x="68147" y="18894"/>
                      <a:pt x="66745" y="18769"/>
                    </a:cubicBezTo>
                    <a:lnTo>
                      <a:pt x="66766" y="18769"/>
                    </a:lnTo>
                    <a:cubicBezTo>
                      <a:pt x="66763" y="18768"/>
                      <a:pt x="66761" y="18768"/>
                      <a:pt x="66758" y="18768"/>
                    </a:cubicBezTo>
                    <a:lnTo>
                      <a:pt x="66758" y="18768"/>
                    </a:lnTo>
                    <a:cubicBezTo>
                      <a:pt x="66814" y="18763"/>
                      <a:pt x="66854" y="18725"/>
                      <a:pt x="66912" y="18706"/>
                    </a:cubicBezTo>
                    <a:lnTo>
                      <a:pt x="66933" y="18685"/>
                    </a:lnTo>
                    <a:cubicBezTo>
                      <a:pt x="66975" y="18601"/>
                      <a:pt x="67017" y="18497"/>
                      <a:pt x="66954" y="18413"/>
                    </a:cubicBezTo>
                    <a:cubicBezTo>
                      <a:pt x="63837" y="14228"/>
                      <a:pt x="59673" y="10608"/>
                      <a:pt x="55216" y="7512"/>
                    </a:cubicBezTo>
                    <a:cubicBezTo>
                      <a:pt x="55174" y="7491"/>
                      <a:pt x="55153" y="7491"/>
                      <a:pt x="55132" y="7470"/>
                    </a:cubicBezTo>
                    <a:cubicBezTo>
                      <a:pt x="54233" y="6842"/>
                      <a:pt x="53333" y="6256"/>
                      <a:pt x="52412" y="5691"/>
                    </a:cubicBezTo>
                    <a:cubicBezTo>
                      <a:pt x="52391" y="5691"/>
                      <a:pt x="52391" y="5649"/>
                      <a:pt x="52350" y="5629"/>
                    </a:cubicBezTo>
                    <a:cubicBezTo>
                      <a:pt x="51701" y="5210"/>
                      <a:pt x="51052" y="4813"/>
                      <a:pt x="50404" y="4436"/>
                    </a:cubicBezTo>
                    <a:cubicBezTo>
                      <a:pt x="49211" y="3745"/>
                      <a:pt x="48039" y="3076"/>
                      <a:pt x="46888" y="2469"/>
                    </a:cubicBezTo>
                    <a:cubicBezTo>
                      <a:pt x="46771" y="2407"/>
                      <a:pt x="46661" y="2379"/>
                      <a:pt x="46560" y="2379"/>
                    </a:cubicBezTo>
                    <a:cubicBezTo>
                      <a:pt x="46119" y="2379"/>
                      <a:pt x="45860" y="2901"/>
                      <a:pt x="46031" y="3327"/>
                    </a:cubicBezTo>
                    <a:lnTo>
                      <a:pt x="46051" y="3348"/>
                    </a:lnTo>
                    <a:cubicBezTo>
                      <a:pt x="46072" y="3432"/>
                      <a:pt x="46114" y="3515"/>
                      <a:pt x="46177" y="3599"/>
                    </a:cubicBezTo>
                    <a:cubicBezTo>
                      <a:pt x="50445" y="8118"/>
                      <a:pt x="55551" y="12722"/>
                      <a:pt x="61137" y="16007"/>
                    </a:cubicBezTo>
                    <a:cubicBezTo>
                      <a:pt x="61179" y="16049"/>
                      <a:pt x="61200" y="16049"/>
                      <a:pt x="61221" y="16069"/>
                    </a:cubicBezTo>
                    <a:cubicBezTo>
                      <a:pt x="61514" y="16258"/>
                      <a:pt x="61807" y="16404"/>
                      <a:pt x="62121" y="16572"/>
                    </a:cubicBezTo>
                    <a:cubicBezTo>
                      <a:pt x="62184" y="16613"/>
                      <a:pt x="62267" y="16634"/>
                      <a:pt x="62351" y="16697"/>
                    </a:cubicBezTo>
                    <a:cubicBezTo>
                      <a:pt x="62644" y="16844"/>
                      <a:pt x="62916" y="17011"/>
                      <a:pt x="63230" y="17157"/>
                    </a:cubicBezTo>
                    <a:cubicBezTo>
                      <a:pt x="63376" y="17220"/>
                      <a:pt x="63481" y="17304"/>
                      <a:pt x="63606" y="17346"/>
                    </a:cubicBezTo>
                    <a:cubicBezTo>
                      <a:pt x="63816" y="17450"/>
                      <a:pt x="64004" y="17555"/>
                      <a:pt x="64213" y="17639"/>
                    </a:cubicBezTo>
                    <a:cubicBezTo>
                      <a:pt x="64360" y="17722"/>
                      <a:pt x="64548" y="17785"/>
                      <a:pt x="64715" y="17869"/>
                    </a:cubicBezTo>
                    <a:cubicBezTo>
                      <a:pt x="64946" y="17973"/>
                      <a:pt x="65155" y="18078"/>
                      <a:pt x="65385" y="18183"/>
                    </a:cubicBezTo>
                    <a:cubicBezTo>
                      <a:pt x="65531" y="18266"/>
                      <a:pt x="65699" y="18308"/>
                      <a:pt x="65866" y="18392"/>
                    </a:cubicBezTo>
                    <a:lnTo>
                      <a:pt x="66410" y="18622"/>
                    </a:lnTo>
                    <a:cubicBezTo>
                      <a:pt x="66512" y="18683"/>
                      <a:pt x="66615" y="18705"/>
                      <a:pt x="66717" y="18764"/>
                    </a:cubicBezTo>
                    <a:lnTo>
                      <a:pt x="66717" y="18764"/>
                    </a:lnTo>
                    <a:cubicBezTo>
                      <a:pt x="63282" y="18461"/>
                      <a:pt x="59832" y="18310"/>
                      <a:pt x="56381" y="18310"/>
                    </a:cubicBezTo>
                    <a:cubicBezTo>
                      <a:pt x="45847" y="18310"/>
                      <a:pt x="35302" y="19722"/>
                      <a:pt x="25149" y="22556"/>
                    </a:cubicBezTo>
                    <a:cubicBezTo>
                      <a:pt x="25756" y="22221"/>
                      <a:pt x="26341" y="21865"/>
                      <a:pt x="26906" y="21510"/>
                    </a:cubicBezTo>
                    <a:cubicBezTo>
                      <a:pt x="26927" y="21489"/>
                      <a:pt x="26969" y="21447"/>
                      <a:pt x="26969" y="21426"/>
                    </a:cubicBezTo>
                    <a:lnTo>
                      <a:pt x="26969" y="21321"/>
                    </a:lnTo>
                    <a:cubicBezTo>
                      <a:pt x="26969" y="21300"/>
                      <a:pt x="26969" y="21300"/>
                      <a:pt x="26927" y="21279"/>
                    </a:cubicBezTo>
                    <a:cubicBezTo>
                      <a:pt x="27409" y="21196"/>
                      <a:pt x="27848" y="21112"/>
                      <a:pt x="28287" y="21007"/>
                    </a:cubicBezTo>
                    <a:cubicBezTo>
                      <a:pt x="28664" y="20924"/>
                      <a:pt x="28999" y="20861"/>
                      <a:pt x="29375" y="20756"/>
                    </a:cubicBezTo>
                    <a:cubicBezTo>
                      <a:pt x="29396" y="20756"/>
                      <a:pt x="29396" y="20714"/>
                      <a:pt x="29417" y="20714"/>
                    </a:cubicBezTo>
                    <a:cubicBezTo>
                      <a:pt x="29543" y="20673"/>
                      <a:pt x="29543" y="20547"/>
                      <a:pt x="29501" y="20442"/>
                    </a:cubicBezTo>
                    <a:cubicBezTo>
                      <a:pt x="29480" y="20380"/>
                      <a:pt x="29417" y="20338"/>
                      <a:pt x="29375" y="20296"/>
                    </a:cubicBezTo>
                    <a:cubicBezTo>
                      <a:pt x="27701" y="19710"/>
                      <a:pt x="25881" y="19354"/>
                      <a:pt x="23998" y="19208"/>
                    </a:cubicBezTo>
                    <a:lnTo>
                      <a:pt x="23935" y="19208"/>
                    </a:lnTo>
                    <a:cubicBezTo>
                      <a:pt x="23580" y="19187"/>
                      <a:pt x="23224" y="19145"/>
                      <a:pt x="22889" y="19124"/>
                    </a:cubicBezTo>
                    <a:lnTo>
                      <a:pt x="22722" y="19124"/>
                    </a:lnTo>
                    <a:cubicBezTo>
                      <a:pt x="22408" y="19124"/>
                      <a:pt x="22073" y="19103"/>
                      <a:pt x="21759" y="19103"/>
                    </a:cubicBezTo>
                    <a:lnTo>
                      <a:pt x="20295" y="19103"/>
                    </a:lnTo>
                    <a:cubicBezTo>
                      <a:pt x="20002" y="19103"/>
                      <a:pt x="19751" y="19124"/>
                      <a:pt x="19458" y="19124"/>
                    </a:cubicBezTo>
                    <a:cubicBezTo>
                      <a:pt x="19332" y="19124"/>
                      <a:pt x="19186" y="19145"/>
                      <a:pt x="19060" y="19145"/>
                    </a:cubicBezTo>
                    <a:cubicBezTo>
                      <a:pt x="18830" y="19187"/>
                      <a:pt x="18558" y="19187"/>
                      <a:pt x="18328" y="19208"/>
                    </a:cubicBezTo>
                    <a:cubicBezTo>
                      <a:pt x="18181" y="19229"/>
                      <a:pt x="18014" y="19229"/>
                      <a:pt x="17867" y="19250"/>
                    </a:cubicBezTo>
                    <a:cubicBezTo>
                      <a:pt x="17658" y="19292"/>
                      <a:pt x="17407" y="19313"/>
                      <a:pt x="17198" y="19334"/>
                    </a:cubicBezTo>
                    <a:cubicBezTo>
                      <a:pt x="17030" y="19354"/>
                      <a:pt x="16842" y="19396"/>
                      <a:pt x="16654" y="19396"/>
                    </a:cubicBezTo>
                    <a:cubicBezTo>
                      <a:pt x="16466" y="19417"/>
                      <a:pt x="16256" y="19438"/>
                      <a:pt x="16089" y="19459"/>
                    </a:cubicBezTo>
                    <a:cubicBezTo>
                      <a:pt x="15880" y="19501"/>
                      <a:pt x="15670" y="19522"/>
                      <a:pt x="15482" y="19543"/>
                    </a:cubicBezTo>
                    <a:cubicBezTo>
                      <a:pt x="15294" y="19564"/>
                      <a:pt x="15147" y="19606"/>
                      <a:pt x="14959" y="19626"/>
                    </a:cubicBezTo>
                    <a:cubicBezTo>
                      <a:pt x="14750" y="19647"/>
                      <a:pt x="14520" y="19710"/>
                      <a:pt x="14310" y="19731"/>
                    </a:cubicBezTo>
                    <a:cubicBezTo>
                      <a:pt x="14143" y="19752"/>
                      <a:pt x="13955" y="19773"/>
                      <a:pt x="13808" y="19836"/>
                    </a:cubicBezTo>
                    <a:cubicBezTo>
                      <a:pt x="13599" y="19878"/>
                      <a:pt x="13390" y="19919"/>
                      <a:pt x="13181" y="19961"/>
                    </a:cubicBezTo>
                    <a:cubicBezTo>
                      <a:pt x="12971" y="20024"/>
                      <a:pt x="12741" y="20045"/>
                      <a:pt x="12532" y="20087"/>
                    </a:cubicBezTo>
                    <a:cubicBezTo>
                      <a:pt x="12364" y="20129"/>
                      <a:pt x="12218" y="20170"/>
                      <a:pt x="12051" y="20191"/>
                    </a:cubicBezTo>
                    <a:cubicBezTo>
                      <a:pt x="12030" y="20191"/>
                      <a:pt x="12009" y="20191"/>
                      <a:pt x="11967" y="20233"/>
                    </a:cubicBezTo>
                    <a:cubicBezTo>
                      <a:pt x="11611" y="20296"/>
                      <a:pt x="11276" y="20380"/>
                      <a:pt x="10900" y="20484"/>
                    </a:cubicBezTo>
                    <a:cubicBezTo>
                      <a:pt x="10889" y="20474"/>
                      <a:pt x="10863" y="20469"/>
                      <a:pt x="10829" y="20469"/>
                    </a:cubicBezTo>
                    <a:cubicBezTo>
                      <a:pt x="10795" y="20469"/>
                      <a:pt x="10753" y="20474"/>
                      <a:pt x="10712" y="20484"/>
                    </a:cubicBezTo>
                    <a:cubicBezTo>
                      <a:pt x="10544" y="20568"/>
                      <a:pt x="10293" y="20610"/>
                      <a:pt x="10126" y="20694"/>
                    </a:cubicBezTo>
                    <a:cubicBezTo>
                      <a:pt x="7092" y="21489"/>
                      <a:pt x="4204" y="22493"/>
                      <a:pt x="1756" y="23581"/>
                    </a:cubicBezTo>
                    <a:cubicBezTo>
                      <a:pt x="1401" y="23719"/>
                      <a:pt x="1381" y="24341"/>
                      <a:pt x="1801" y="24341"/>
                    </a:cubicBezTo>
                    <a:cubicBezTo>
                      <a:pt x="1826" y="24341"/>
                      <a:pt x="1853" y="24339"/>
                      <a:pt x="1882" y="24334"/>
                    </a:cubicBezTo>
                    <a:cubicBezTo>
                      <a:pt x="2279" y="24272"/>
                      <a:pt x="2656" y="24209"/>
                      <a:pt x="3053" y="24146"/>
                    </a:cubicBezTo>
                    <a:lnTo>
                      <a:pt x="3074" y="24146"/>
                    </a:lnTo>
                    <a:cubicBezTo>
                      <a:pt x="7510" y="23476"/>
                      <a:pt x="11925" y="22786"/>
                      <a:pt x="16340" y="22221"/>
                    </a:cubicBezTo>
                    <a:cubicBezTo>
                      <a:pt x="16926" y="22137"/>
                      <a:pt x="17470" y="22075"/>
                      <a:pt x="18077" y="22033"/>
                    </a:cubicBezTo>
                    <a:lnTo>
                      <a:pt x="18244" y="22033"/>
                    </a:lnTo>
                    <a:cubicBezTo>
                      <a:pt x="19960" y="21907"/>
                      <a:pt x="21696" y="21823"/>
                      <a:pt x="23412" y="21698"/>
                    </a:cubicBezTo>
                    <a:lnTo>
                      <a:pt x="23433" y="21698"/>
                    </a:lnTo>
                    <a:cubicBezTo>
                      <a:pt x="22994" y="21761"/>
                      <a:pt x="22575" y="21844"/>
                      <a:pt x="22115" y="21928"/>
                    </a:cubicBezTo>
                    <a:cubicBezTo>
                      <a:pt x="21906" y="21949"/>
                      <a:pt x="21696" y="22012"/>
                      <a:pt x="21487" y="22054"/>
                    </a:cubicBezTo>
                    <a:cubicBezTo>
                      <a:pt x="21278" y="22116"/>
                      <a:pt x="21069" y="22137"/>
                      <a:pt x="20859" y="22179"/>
                    </a:cubicBezTo>
                    <a:cubicBezTo>
                      <a:pt x="20587" y="22242"/>
                      <a:pt x="20295" y="22284"/>
                      <a:pt x="20002" y="22367"/>
                    </a:cubicBezTo>
                    <a:cubicBezTo>
                      <a:pt x="19897" y="22388"/>
                      <a:pt x="19792" y="22430"/>
                      <a:pt x="19667" y="22451"/>
                    </a:cubicBezTo>
                    <a:cubicBezTo>
                      <a:pt x="13160" y="23811"/>
                      <a:pt x="6631" y="25883"/>
                      <a:pt x="501" y="27829"/>
                    </a:cubicBezTo>
                    <a:cubicBezTo>
                      <a:pt x="292" y="27912"/>
                      <a:pt x="145" y="28080"/>
                      <a:pt x="103" y="28226"/>
                    </a:cubicBezTo>
                    <a:cubicBezTo>
                      <a:pt x="1" y="28615"/>
                      <a:pt x="199" y="29064"/>
                      <a:pt x="677" y="29064"/>
                    </a:cubicBezTo>
                    <a:cubicBezTo>
                      <a:pt x="688" y="29064"/>
                      <a:pt x="699" y="29063"/>
                      <a:pt x="710" y="29063"/>
                    </a:cubicBezTo>
                    <a:cubicBezTo>
                      <a:pt x="1714" y="29021"/>
                      <a:pt x="2761" y="28937"/>
                      <a:pt x="3807" y="28833"/>
                    </a:cubicBezTo>
                    <a:cubicBezTo>
                      <a:pt x="6631" y="28561"/>
                      <a:pt x="9498" y="28101"/>
                      <a:pt x="12281" y="27452"/>
                    </a:cubicBezTo>
                    <a:lnTo>
                      <a:pt x="12323" y="27452"/>
                    </a:lnTo>
                    <a:cubicBezTo>
                      <a:pt x="12657" y="27368"/>
                      <a:pt x="13013" y="27285"/>
                      <a:pt x="13369" y="27180"/>
                    </a:cubicBezTo>
                    <a:cubicBezTo>
                      <a:pt x="13411" y="27159"/>
                      <a:pt x="13473" y="27159"/>
                      <a:pt x="13536" y="27138"/>
                    </a:cubicBezTo>
                    <a:cubicBezTo>
                      <a:pt x="14206" y="26971"/>
                      <a:pt x="14854" y="26782"/>
                      <a:pt x="15482" y="26615"/>
                    </a:cubicBezTo>
                    <a:cubicBezTo>
                      <a:pt x="15524" y="26573"/>
                      <a:pt x="15587" y="26573"/>
                      <a:pt x="15629" y="26552"/>
                    </a:cubicBezTo>
                    <a:cubicBezTo>
                      <a:pt x="15880" y="26468"/>
                      <a:pt x="16089" y="26427"/>
                      <a:pt x="16319" y="26343"/>
                    </a:cubicBezTo>
                    <a:cubicBezTo>
                      <a:pt x="16549" y="26259"/>
                      <a:pt x="16758" y="26217"/>
                      <a:pt x="16989" y="26134"/>
                    </a:cubicBezTo>
                    <a:cubicBezTo>
                      <a:pt x="17177" y="26092"/>
                      <a:pt x="17365" y="26008"/>
                      <a:pt x="17554" y="25945"/>
                    </a:cubicBezTo>
                    <a:cubicBezTo>
                      <a:pt x="17888" y="25841"/>
                      <a:pt x="18223" y="25715"/>
                      <a:pt x="18558" y="25590"/>
                    </a:cubicBezTo>
                    <a:lnTo>
                      <a:pt x="18809" y="25506"/>
                    </a:lnTo>
                    <a:cubicBezTo>
                      <a:pt x="19248" y="25360"/>
                      <a:pt x="19688" y="25171"/>
                      <a:pt x="20127" y="24983"/>
                    </a:cubicBezTo>
                    <a:lnTo>
                      <a:pt x="20295" y="24899"/>
                    </a:lnTo>
                    <a:cubicBezTo>
                      <a:pt x="20713" y="24753"/>
                      <a:pt x="21111" y="24564"/>
                      <a:pt x="21529" y="24376"/>
                    </a:cubicBezTo>
                    <a:cubicBezTo>
                      <a:pt x="21550" y="24355"/>
                      <a:pt x="21592" y="24355"/>
                      <a:pt x="21634" y="24334"/>
                    </a:cubicBezTo>
                    <a:cubicBezTo>
                      <a:pt x="22094" y="24125"/>
                      <a:pt x="22596" y="23895"/>
                      <a:pt x="23036" y="23686"/>
                    </a:cubicBezTo>
                    <a:cubicBezTo>
                      <a:pt x="24458" y="23267"/>
                      <a:pt x="25860" y="22891"/>
                      <a:pt x="27283" y="22535"/>
                    </a:cubicBezTo>
                    <a:lnTo>
                      <a:pt x="27283" y="22535"/>
                    </a:lnTo>
                    <a:cubicBezTo>
                      <a:pt x="25839" y="23414"/>
                      <a:pt x="24458" y="24460"/>
                      <a:pt x="23119" y="25527"/>
                    </a:cubicBezTo>
                    <a:cubicBezTo>
                      <a:pt x="22115" y="26343"/>
                      <a:pt x="21131" y="27180"/>
                      <a:pt x="20127" y="28017"/>
                    </a:cubicBezTo>
                    <a:cubicBezTo>
                      <a:pt x="18558" y="29356"/>
                      <a:pt x="16968" y="30653"/>
                      <a:pt x="15294" y="31804"/>
                    </a:cubicBezTo>
                    <a:cubicBezTo>
                      <a:pt x="15001" y="31992"/>
                      <a:pt x="14750" y="32181"/>
                      <a:pt x="14457" y="32369"/>
                    </a:cubicBezTo>
                    <a:cubicBezTo>
                      <a:pt x="14373" y="32411"/>
                      <a:pt x="14310" y="32474"/>
                      <a:pt x="14206" y="32536"/>
                    </a:cubicBezTo>
                    <a:cubicBezTo>
                      <a:pt x="13934" y="32704"/>
                      <a:pt x="13683" y="32892"/>
                      <a:pt x="13411" y="33038"/>
                    </a:cubicBezTo>
                    <a:cubicBezTo>
                      <a:pt x="13285" y="33122"/>
                      <a:pt x="13118" y="33227"/>
                      <a:pt x="12992" y="33311"/>
                    </a:cubicBezTo>
                    <a:cubicBezTo>
                      <a:pt x="12364" y="33687"/>
                      <a:pt x="11737" y="34085"/>
                      <a:pt x="11109" y="34461"/>
                    </a:cubicBezTo>
                    <a:lnTo>
                      <a:pt x="11130" y="34461"/>
                    </a:lnTo>
                    <a:cubicBezTo>
                      <a:pt x="8787" y="35884"/>
                      <a:pt x="6380" y="37244"/>
                      <a:pt x="4058" y="38667"/>
                    </a:cubicBezTo>
                    <a:cubicBezTo>
                      <a:pt x="4016" y="38667"/>
                      <a:pt x="3995" y="38667"/>
                      <a:pt x="3995" y="38688"/>
                    </a:cubicBezTo>
                    <a:cubicBezTo>
                      <a:pt x="3346" y="39064"/>
                      <a:pt x="2719" y="39441"/>
                      <a:pt x="2091" y="39860"/>
                    </a:cubicBezTo>
                    <a:cubicBezTo>
                      <a:pt x="1453" y="40285"/>
                      <a:pt x="1834" y="41175"/>
                      <a:pt x="2490" y="41175"/>
                    </a:cubicBezTo>
                    <a:cubicBezTo>
                      <a:pt x="2543" y="41175"/>
                      <a:pt x="2599" y="41170"/>
                      <a:pt x="2656" y="41157"/>
                    </a:cubicBezTo>
                    <a:cubicBezTo>
                      <a:pt x="2949" y="41094"/>
                      <a:pt x="3263" y="41010"/>
                      <a:pt x="3556" y="40906"/>
                    </a:cubicBezTo>
                    <a:cubicBezTo>
                      <a:pt x="10168" y="39190"/>
                      <a:pt x="17826" y="34838"/>
                      <a:pt x="22994" y="29272"/>
                    </a:cubicBezTo>
                    <a:lnTo>
                      <a:pt x="23015" y="29251"/>
                    </a:lnTo>
                    <a:cubicBezTo>
                      <a:pt x="23224" y="29021"/>
                      <a:pt x="23454" y="28770"/>
                      <a:pt x="23663" y="28540"/>
                    </a:cubicBezTo>
                    <a:cubicBezTo>
                      <a:pt x="23768" y="28435"/>
                      <a:pt x="23852" y="28331"/>
                      <a:pt x="23956" y="28205"/>
                    </a:cubicBezTo>
                    <a:cubicBezTo>
                      <a:pt x="24040" y="28121"/>
                      <a:pt x="24103" y="28017"/>
                      <a:pt x="24165" y="27933"/>
                    </a:cubicBezTo>
                    <a:cubicBezTo>
                      <a:pt x="24312" y="27724"/>
                      <a:pt x="24479" y="27557"/>
                      <a:pt x="24626" y="27347"/>
                    </a:cubicBezTo>
                    <a:cubicBezTo>
                      <a:pt x="24688" y="27285"/>
                      <a:pt x="24709" y="27243"/>
                      <a:pt x="24772" y="27180"/>
                    </a:cubicBezTo>
                    <a:cubicBezTo>
                      <a:pt x="25128" y="26720"/>
                      <a:pt x="25463" y="26238"/>
                      <a:pt x="25777" y="25778"/>
                    </a:cubicBezTo>
                    <a:cubicBezTo>
                      <a:pt x="25777" y="25778"/>
                      <a:pt x="25777" y="25736"/>
                      <a:pt x="25818" y="25736"/>
                    </a:cubicBezTo>
                    <a:cubicBezTo>
                      <a:pt x="26488" y="24732"/>
                      <a:pt x="27095" y="23644"/>
                      <a:pt x="27555" y="22577"/>
                    </a:cubicBezTo>
                    <a:cubicBezTo>
                      <a:pt x="27597" y="22535"/>
                      <a:pt x="27555" y="22472"/>
                      <a:pt x="27534" y="22451"/>
                    </a:cubicBezTo>
                    <a:cubicBezTo>
                      <a:pt x="29020" y="22075"/>
                      <a:pt x="30526" y="21740"/>
                      <a:pt x="32012" y="21426"/>
                    </a:cubicBezTo>
                    <a:lnTo>
                      <a:pt x="32012" y="21426"/>
                    </a:lnTo>
                    <a:cubicBezTo>
                      <a:pt x="28329" y="25171"/>
                      <a:pt x="25463" y="29649"/>
                      <a:pt x="22052" y="33583"/>
                    </a:cubicBezTo>
                    <a:cubicBezTo>
                      <a:pt x="21947" y="33729"/>
                      <a:pt x="21843" y="33834"/>
                      <a:pt x="21738" y="33959"/>
                    </a:cubicBezTo>
                    <a:cubicBezTo>
                      <a:pt x="21027" y="34775"/>
                      <a:pt x="20315" y="35549"/>
                      <a:pt x="19604" y="36365"/>
                    </a:cubicBezTo>
                    <a:cubicBezTo>
                      <a:pt x="17365" y="38876"/>
                      <a:pt x="15085" y="41366"/>
                      <a:pt x="12804" y="43835"/>
                    </a:cubicBezTo>
                    <a:lnTo>
                      <a:pt x="12783" y="43835"/>
                    </a:lnTo>
                    <a:cubicBezTo>
                      <a:pt x="12323" y="44358"/>
                      <a:pt x="11841" y="44860"/>
                      <a:pt x="11381" y="45383"/>
                    </a:cubicBezTo>
                    <a:cubicBezTo>
                      <a:pt x="11130" y="45655"/>
                      <a:pt x="11297" y="46074"/>
                      <a:pt x="11590" y="46179"/>
                    </a:cubicBezTo>
                    <a:cubicBezTo>
                      <a:pt x="11631" y="46195"/>
                      <a:pt x="11678" y="46205"/>
                      <a:pt x="11727" y="46205"/>
                    </a:cubicBezTo>
                    <a:cubicBezTo>
                      <a:pt x="11805" y="46205"/>
                      <a:pt x="11890" y="46180"/>
                      <a:pt x="11967" y="46116"/>
                    </a:cubicBezTo>
                    <a:cubicBezTo>
                      <a:pt x="20211" y="40173"/>
                      <a:pt x="28873" y="31218"/>
                      <a:pt x="32137" y="21384"/>
                    </a:cubicBezTo>
                    <a:cubicBezTo>
                      <a:pt x="37138" y="20338"/>
                      <a:pt x="42243" y="19626"/>
                      <a:pt x="47391" y="19229"/>
                    </a:cubicBezTo>
                    <a:lnTo>
                      <a:pt x="47391" y="19229"/>
                    </a:lnTo>
                    <a:cubicBezTo>
                      <a:pt x="47370" y="19250"/>
                      <a:pt x="47328" y="19250"/>
                      <a:pt x="47307" y="19292"/>
                    </a:cubicBezTo>
                    <a:cubicBezTo>
                      <a:pt x="46951" y="19543"/>
                      <a:pt x="46596" y="19815"/>
                      <a:pt x="46240" y="20066"/>
                    </a:cubicBezTo>
                    <a:cubicBezTo>
                      <a:pt x="46156" y="20129"/>
                      <a:pt x="46156" y="20254"/>
                      <a:pt x="46261" y="20275"/>
                    </a:cubicBezTo>
                    <a:cubicBezTo>
                      <a:pt x="46344" y="20296"/>
                      <a:pt x="43185" y="26217"/>
                      <a:pt x="41260" y="29691"/>
                    </a:cubicBezTo>
                    <a:cubicBezTo>
                      <a:pt x="40590" y="30946"/>
                      <a:pt x="40067" y="31888"/>
                      <a:pt x="39900" y="32097"/>
                    </a:cubicBezTo>
                    <a:cubicBezTo>
                      <a:pt x="39170" y="33200"/>
                      <a:pt x="38427" y="34291"/>
                      <a:pt x="37682" y="35388"/>
                    </a:cubicBezTo>
                    <a:lnTo>
                      <a:pt x="37682" y="35388"/>
                    </a:lnTo>
                    <a:cubicBezTo>
                      <a:pt x="38801" y="33696"/>
                      <a:pt x="39806" y="31949"/>
                      <a:pt x="40632" y="30172"/>
                    </a:cubicBezTo>
                    <a:cubicBezTo>
                      <a:pt x="40779" y="29900"/>
                      <a:pt x="40883" y="29649"/>
                      <a:pt x="41009" y="29377"/>
                    </a:cubicBezTo>
                    <a:cubicBezTo>
                      <a:pt x="41030" y="29356"/>
                      <a:pt x="41030" y="29293"/>
                      <a:pt x="41051" y="29272"/>
                    </a:cubicBezTo>
                    <a:cubicBezTo>
                      <a:pt x="41155" y="29042"/>
                      <a:pt x="41260" y="28770"/>
                      <a:pt x="41365" y="28540"/>
                    </a:cubicBezTo>
                    <a:cubicBezTo>
                      <a:pt x="41406" y="28498"/>
                      <a:pt x="41427" y="28435"/>
                      <a:pt x="41427" y="28393"/>
                    </a:cubicBezTo>
                    <a:cubicBezTo>
                      <a:pt x="41532" y="28142"/>
                      <a:pt x="41616" y="27912"/>
                      <a:pt x="41720" y="27661"/>
                    </a:cubicBezTo>
                    <a:lnTo>
                      <a:pt x="41720" y="27619"/>
                    </a:lnTo>
                    <a:cubicBezTo>
                      <a:pt x="41867" y="27201"/>
                      <a:pt x="41992" y="26824"/>
                      <a:pt x="42139" y="26406"/>
                    </a:cubicBezTo>
                    <a:cubicBezTo>
                      <a:pt x="42181" y="26238"/>
                      <a:pt x="42243" y="26050"/>
                      <a:pt x="42285" y="25904"/>
                    </a:cubicBezTo>
                    <a:cubicBezTo>
                      <a:pt x="42306" y="25778"/>
                      <a:pt x="42369" y="25632"/>
                      <a:pt x="42390" y="25506"/>
                    </a:cubicBezTo>
                    <a:cubicBezTo>
                      <a:pt x="42453" y="25318"/>
                      <a:pt x="42494" y="25108"/>
                      <a:pt x="42557" y="24941"/>
                    </a:cubicBezTo>
                    <a:cubicBezTo>
                      <a:pt x="42578" y="24795"/>
                      <a:pt x="42599" y="24690"/>
                      <a:pt x="42620" y="24564"/>
                    </a:cubicBezTo>
                    <a:cubicBezTo>
                      <a:pt x="42683" y="24355"/>
                      <a:pt x="42725" y="24146"/>
                      <a:pt x="42766" y="23958"/>
                    </a:cubicBezTo>
                    <a:cubicBezTo>
                      <a:pt x="42787" y="23853"/>
                      <a:pt x="42808" y="23748"/>
                      <a:pt x="42808" y="23644"/>
                    </a:cubicBezTo>
                    <a:cubicBezTo>
                      <a:pt x="42871" y="23435"/>
                      <a:pt x="42892" y="23204"/>
                      <a:pt x="42913" y="22995"/>
                    </a:cubicBezTo>
                    <a:cubicBezTo>
                      <a:pt x="42934" y="22891"/>
                      <a:pt x="42934" y="22807"/>
                      <a:pt x="42976" y="22702"/>
                    </a:cubicBezTo>
                    <a:cubicBezTo>
                      <a:pt x="42997" y="22451"/>
                      <a:pt x="43038" y="22179"/>
                      <a:pt x="43080" y="21949"/>
                    </a:cubicBezTo>
                    <a:cubicBezTo>
                      <a:pt x="43080" y="21907"/>
                      <a:pt x="43101" y="21844"/>
                      <a:pt x="43101" y="21761"/>
                    </a:cubicBezTo>
                    <a:cubicBezTo>
                      <a:pt x="43122" y="21447"/>
                      <a:pt x="43143" y="21112"/>
                      <a:pt x="43185" y="20798"/>
                    </a:cubicBezTo>
                    <a:cubicBezTo>
                      <a:pt x="43185" y="20652"/>
                      <a:pt x="43080" y="20547"/>
                      <a:pt x="42934" y="20484"/>
                    </a:cubicBezTo>
                    <a:cubicBezTo>
                      <a:pt x="42894" y="20471"/>
                      <a:pt x="42852" y="20464"/>
                      <a:pt x="42810" y="20464"/>
                    </a:cubicBezTo>
                    <a:cubicBezTo>
                      <a:pt x="42720" y="20464"/>
                      <a:pt x="42629" y="20497"/>
                      <a:pt x="42557" y="20568"/>
                    </a:cubicBezTo>
                    <a:cubicBezTo>
                      <a:pt x="42474" y="20673"/>
                      <a:pt x="42390" y="20756"/>
                      <a:pt x="42306" y="20861"/>
                    </a:cubicBezTo>
                    <a:cubicBezTo>
                      <a:pt x="42097" y="21091"/>
                      <a:pt x="41930" y="21300"/>
                      <a:pt x="41720" y="21531"/>
                    </a:cubicBezTo>
                    <a:cubicBezTo>
                      <a:pt x="41658" y="21593"/>
                      <a:pt x="41720" y="21656"/>
                      <a:pt x="41783" y="21656"/>
                    </a:cubicBezTo>
                    <a:cubicBezTo>
                      <a:pt x="41344" y="21865"/>
                      <a:pt x="40883" y="22242"/>
                      <a:pt x="40423" y="22744"/>
                    </a:cubicBezTo>
                    <a:cubicBezTo>
                      <a:pt x="38205" y="25192"/>
                      <a:pt x="36134" y="30632"/>
                      <a:pt x="34836" y="32787"/>
                    </a:cubicBezTo>
                    <a:cubicBezTo>
                      <a:pt x="33581" y="34817"/>
                      <a:pt x="32305" y="36826"/>
                      <a:pt x="31007" y="38813"/>
                    </a:cubicBezTo>
                    <a:cubicBezTo>
                      <a:pt x="31070" y="38772"/>
                      <a:pt x="31091" y="38709"/>
                      <a:pt x="31154" y="38667"/>
                    </a:cubicBezTo>
                    <a:lnTo>
                      <a:pt x="31154" y="38667"/>
                    </a:lnTo>
                    <a:cubicBezTo>
                      <a:pt x="30422" y="39818"/>
                      <a:pt x="29647" y="40969"/>
                      <a:pt x="28894" y="42119"/>
                    </a:cubicBezTo>
                    <a:lnTo>
                      <a:pt x="28873" y="42119"/>
                    </a:lnTo>
                    <a:cubicBezTo>
                      <a:pt x="28162" y="43186"/>
                      <a:pt x="27450" y="44254"/>
                      <a:pt x="26718" y="45342"/>
                    </a:cubicBezTo>
                    <a:lnTo>
                      <a:pt x="26697" y="45342"/>
                    </a:lnTo>
                    <a:cubicBezTo>
                      <a:pt x="26509" y="45614"/>
                      <a:pt x="26341" y="45886"/>
                      <a:pt x="26153" y="46137"/>
                    </a:cubicBezTo>
                    <a:cubicBezTo>
                      <a:pt x="26153" y="46179"/>
                      <a:pt x="26132" y="46179"/>
                      <a:pt x="26132" y="46199"/>
                    </a:cubicBezTo>
                    <a:lnTo>
                      <a:pt x="26090" y="46199"/>
                    </a:lnTo>
                    <a:cubicBezTo>
                      <a:pt x="25944" y="46492"/>
                      <a:pt x="26028" y="46764"/>
                      <a:pt x="26195" y="46953"/>
                    </a:cubicBezTo>
                    <a:cubicBezTo>
                      <a:pt x="26237" y="46953"/>
                      <a:pt x="26237" y="46974"/>
                      <a:pt x="26258" y="47015"/>
                    </a:cubicBezTo>
                    <a:cubicBezTo>
                      <a:pt x="26362" y="47120"/>
                      <a:pt x="26488" y="47162"/>
                      <a:pt x="26655" y="47183"/>
                    </a:cubicBezTo>
                    <a:cubicBezTo>
                      <a:pt x="26736" y="47203"/>
                      <a:pt x="26820" y="47215"/>
                      <a:pt x="26902" y="47215"/>
                    </a:cubicBezTo>
                    <a:cubicBezTo>
                      <a:pt x="27075" y="47215"/>
                      <a:pt x="27246" y="47164"/>
                      <a:pt x="27388" y="47036"/>
                    </a:cubicBezTo>
                    <a:cubicBezTo>
                      <a:pt x="30422" y="44358"/>
                      <a:pt x="33665" y="40969"/>
                      <a:pt x="36427" y="37181"/>
                    </a:cubicBezTo>
                    <a:lnTo>
                      <a:pt x="36427" y="37181"/>
                    </a:lnTo>
                    <a:cubicBezTo>
                      <a:pt x="35046" y="39127"/>
                      <a:pt x="33602" y="41073"/>
                      <a:pt x="32137" y="42998"/>
                    </a:cubicBezTo>
                    <a:lnTo>
                      <a:pt x="32137" y="43040"/>
                    </a:lnTo>
                    <a:cubicBezTo>
                      <a:pt x="31635" y="43689"/>
                      <a:pt x="31154" y="44316"/>
                      <a:pt x="30652" y="44965"/>
                    </a:cubicBezTo>
                    <a:cubicBezTo>
                      <a:pt x="30463" y="45195"/>
                      <a:pt x="30484" y="45509"/>
                      <a:pt x="30631" y="45760"/>
                    </a:cubicBezTo>
                    <a:cubicBezTo>
                      <a:pt x="30673" y="45823"/>
                      <a:pt x="30735" y="45886"/>
                      <a:pt x="30798" y="45927"/>
                    </a:cubicBezTo>
                    <a:cubicBezTo>
                      <a:pt x="30895" y="46003"/>
                      <a:pt x="31004" y="46045"/>
                      <a:pt x="31121" y="46045"/>
                    </a:cubicBezTo>
                    <a:cubicBezTo>
                      <a:pt x="31230" y="46045"/>
                      <a:pt x="31346" y="46008"/>
                      <a:pt x="31468" y="45927"/>
                    </a:cubicBezTo>
                    <a:cubicBezTo>
                      <a:pt x="32535" y="45153"/>
                      <a:pt x="33581" y="44337"/>
                      <a:pt x="34606" y="43458"/>
                    </a:cubicBezTo>
                    <a:lnTo>
                      <a:pt x="34606" y="43417"/>
                    </a:lnTo>
                    <a:cubicBezTo>
                      <a:pt x="34920" y="43166"/>
                      <a:pt x="35234" y="42873"/>
                      <a:pt x="35506" y="42622"/>
                    </a:cubicBezTo>
                    <a:cubicBezTo>
                      <a:pt x="35506" y="42622"/>
                      <a:pt x="35506" y="42580"/>
                      <a:pt x="35548" y="42580"/>
                    </a:cubicBezTo>
                    <a:cubicBezTo>
                      <a:pt x="36908" y="41324"/>
                      <a:pt x="38184" y="40006"/>
                      <a:pt x="39377" y="38604"/>
                    </a:cubicBezTo>
                    <a:cubicBezTo>
                      <a:pt x="41762" y="35779"/>
                      <a:pt x="43813" y="32683"/>
                      <a:pt x="45382" y="29356"/>
                    </a:cubicBezTo>
                    <a:cubicBezTo>
                      <a:pt x="45424" y="29251"/>
                      <a:pt x="45487" y="29147"/>
                      <a:pt x="45507" y="29063"/>
                    </a:cubicBezTo>
                    <a:cubicBezTo>
                      <a:pt x="45612" y="28833"/>
                      <a:pt x="45717" y="28624"/>
                      <a:pt x="45821" y="28393"/>
                    </a:cubicBezTo>
                    <a:cubicBezTo>
                      <a:pt x="45863" y="28247"/>
                      <a:pt x="45926" y="28121"/>
                      <a:pt x="46010" y="27975"/>
                    </a:cubicBezTo>
                    <a:cubicBezTo>
                      <a:pt x="46072" y="27766"/>
                      <a:pt x="46177" y="27557"/>
                      <a:pt x="46261" y="27305"/>
                    </a:cubicBezTo>
                    <a:cubicBezTo>
                      <a:pt x="46324" y="27159"/>
                      <a:pt x="46386" y="26992"/>
                      <a:pt x="46449" y="26845"/>
                    </a:cubicBezTo>
                    <a:lnTo>
                      <a:pt x="46679" y="26217"/>
                    </a:lnTo>
                    <a:lnTo>
                      <a:pt x="46993" y="25360"/>
                    </a:lnTo>
                    <a:lnTo>
                      <a:pt x="47223" y="24648"/>
                    </a:lnTo>
                    <a:cubicBezTo>
                      <a:pt x="47286" y="24460"/>
                      <a:pt x="47328" y="24272"/>
                      <a:pt x="47412" y="24104"/>
                    </a:cubicBezTo>
                    <a:cubicBezTo>
                      <a:pt x="47474" y="23895"/>
                      <a:pt x="47516" y="23707"/>
                      <a:pt x="47579" y="23497"/>
                    </a:cubicBezTo>
                    <a:lnTo>
                      <a:pt x="47725" y="22953"/>
                    </a:lnTo>
                    <a:cubicBezTo>
                      <a:pt x="47788" y="22744"/>
                      <a:pt x="47830" y="22556"/>
                      <a:pt x="47893" y="22347"/>
                    </a:cubicBezTo>
                    <a:cubicBezTo>
                      <a:pt x="47935" y="22158"/>
                      <a:pt x="47956" y="21970"/>
                      <a:pt x="48018" y="21823"/>
                    </a:cubicBezTo>
                    <a:cubicBezTo>
                      <a:pt x="48060" y="21614"/>
                      <a:pt x="48123" y="21405"/>
                      <a:pt x="48144" y="21196"/>
                    </a:cubicBezTo>
                    <a:cubicBezTo>
                      <a:pt x="48165" y="21028"/>
                      <a:pt x="48207" y="20861"/>
                      <a:pt x="48248" y="20694"/>
                    </a:cubicBezTo>
                    <a:cubicBezTo>
                      <a:pt x="48269" y="20484"/>
                      <a:pt x="48332" y="20296"/>
                      <a:pt x="48353" y="20087"/>
                    </a:cubicBezTo>
                    <a:cubicBezTo>
                      <a:pt x="48416" y="19752"/>
                      <a:pt x="48207" y="19417"/>
                      <a:pt x="47893" y="19292"/>
                    </a:cubicBezTo>
                    <a:cubicBezTo>
                      <a:pt x="50720" y="19079"/>
                      <a:pt x="53566" y="18973"/>
                      <a:pt x="56425" y="18973"/>
                    </a:cubicBezTo>
                    <a:cubicBezTo>
                      <a:pt x="59744" y="18973"/>
                      <a:pt x="63082" y="19115"/>
                      <a:pt x="66431" y="19396"/>
                    </a:cubicBezTo>
                    <a:cubicBezTo>
                      <a:pt x="66159" y="19647"/>
                      <a:pt x="65908" y="19940"/>
                      <a:pt x="65678" y="20233"/>
                    </a:cubicBezTo>
                    <a:cubicBezTo>
                      <a:pt x="65615" y="20275"/>
                      <a:pt x="65594" y="20338"/>
                      <a:pt x="65531" y="20380"/>
                    </a:cubicBezTo>
                    <a:cubicBezTo>
                      <a:pt x="65406" y="20547"/>
                      <a:pt x="65301" y="20694"/>
                      <a:pt x="65176" y="20861"/>
                    </a:cubicBezTo>
                    <a:cubicBezTo>
                      <a:pt x="65113" y="20924"/>
                      <a:pt x="65071" y="20986"/>
                      <a:pt x="65008" y="21070"/>
                    </a:cubicBezTo>
                    <a:cubicBezTo>
                      <a:pt x="64904" y="21217"/>
                      <a:pt x="64778" y="21384"/>
                      <a:pt x="64674" y="21531"/>
                    </a:cubicBezTo>
                    <a:lnTo>
                      <a:pt x="64527" y="21761"/>
                    </a:lnTo>
                    <a:lnTo>
                      <a:pt x="64213" y="22242"/>
                    </a:lnTo>
                    <a:cubicBezTo>
                      <a:pt x="64150" y="22326"/>
                      <a:pt x="64109" y="22388"/>
                      <a:pt x="64046" y="22493"/>
                    </a:cubicBezTo>
                    <a:cubicBezTo>
                      <a:pt x="63941" y="22660"/>
                      <a:pt x="63837" y="22807"/>
                      <a:pt x="63753" y="22995"/>
                    </a:cubicBezTo>
                    <a:cubicBezTo>
                      <a:pt x="63711" y="23079"/>
                      <a:pt x="63648" y="23183"/>
                      <a:pt x="63606" y="23267"/>
                    </a:cubicBezTo>
                    <a:cubicBezTo>
                      <a:pt x="63502" y="23414"/>
                      <a:pt x="63418" y="23581"/>
                      <a:pt x="63313" y="23748"/>
                    </a:cubicBezTo>
                    <a:cubicBezTo>
                      <a:pt x="63272" y="23853"/>
                      <a:pt x="63209" y="23937"/>
                      <a:pt x="63167" y="24041"/>
                    </a:cubicBezTo>
                    <a:cubicBezTo>
                      <a:pt x="63021" y="24272"/>
                      <a:pt x="62895" y="24523"/>
                      <a:pt x="62790" y="24753"/>
                    </a:cubicBezTo>
                    <a:cubicBezTo>
                      <a:pt x="62686" y="24941"/>
                      <a:pt x="62602" y="25108"/>
                      <a:pt x="62497" y="25297"/>
                    </a:cubicBezTo>
                    <a:cubicBezTo>
                      <a:pt x="62456" y="25380"/>
                      <a:pt x="62435" y="25485"/>
                      <a:pt x="62372" y="25569"/>
                    </a:cubicBezTo>
                    <a:cubicBezTo>
                      <a:pt x="62267" y="25778"/>
                      <a:pt x="62184" y="25945"/>
                      <a:pt x="62079" y="26155"/>
                    </a:cubicBezTo>
                    <a:lnTo>
                      <a:pt x="62016" y="26322"/>
                    </a:lnTo>
                    <a:cubicBezTo>
                      <a:pt x="61430" y="27494"/>
                      <a:pt x="60886" y="28665"/>
                      <a:pt x="60342" y="29795"/>
                    </a:cubicBezTo>
                    <a:cubicBezTo>
                      <a:pt x="60342" y="29816"/>
                      <a:pt x="60300" y="29858"/>
                      <a:pt x="60300" y="29858"/>
                    </a:cubicBezTo>
                    <a:cubicBezTo>
                      <a:pt x="60196" y="30088"/>
                      <a:pt x="60070" y="30298"/>
                      <a:pt x="59966" y="30528"/>
                    </a:cubicBezTo>
                    <a:cubicBezTo>
                      <a:pt x="59715" y="31051"/>
                      <a:pt x="59443" y="31553"/>
                      <a:pt x="59150" y="32013"/>
                    </a:cubicBezTo>
                    <a:cubicBezTo>
                      <a:pt x="57371" y="35110"/>
                      <a:pt x="55446" y="38123"/>
                      <a:pt x="53458" y="41094"/>
                    </a:cubicBezTo>
                    <a:cubicBezTo>
                      <a:pt x="53458" y="41115"/>
                      <a:pt x="53438" y="41115"/>
                      <a:pt x="53396" y="41157"/>
                    </a:cubicBezTo>
                    <a:lnTo>
                      <a:pt x="50257" y="45865"/>
                    </a:lnTo>
                    <a:cubicBezTo>
                      <a:pt x="50071" y="46144"/>
                      <a:pt x="50357" y="46412"/>
                      <a:pt x="50645" y="46412"/>
                    </a:cubicBezTo>
                    <a:cubicBezTo>
                      <a:pt x="50745" y="46412"/>
                      <a:pt x="50846" y="46380"/>
                      <a:pt x="50927" y="46304"/>
                    </a:cubicBezTo>
                    <a:cubicBezTo>
                      <a:pt x="53479" y="43898"/>
                      <a:pt x="55781" y="41261"/>
                      <a:pt x="57852" y="38437"/>
                    </a:cubicBezTo>
                    <a:lnTo>
                      <a:pt x="57852" y="38395"/>
                    </a:lnTo>
                    <a:cubicBezTo>
                      <a:pt x="59087" y="36721"/>
                      <a:pt x="60259" y="34984"/>
                      <a:pt x="61326" y="33143"/>
                    </a:cubicBezTo>
                    <a:cubicBezTo>
                      <a:pt x="62916" y="30444"/>
                      <a:pt x="64966" y="27243"/>
                      <a:pt x="66034" y="23937"/>
                    </a:cubicBezTo>
                    <a:lnTo>
                      <a:pt x="66034" y="23916"/>
                    </a:lnTo>
                    <a:cubicBezTo>
                      <a:pt x="66117" y="23707"/>
                      <a:pt x="66159" y="23497"/>
                      <a:pt x="66222" y="23288"/>
                    </a:cubicBezTo>
                    <a:cubicBezTo>
                      <a:pt x="66222" y="23225"/>
                      <a:pt x="66243" y="23204"/>
                      <a:pt x="66243" y="23163"/>
                    </a:cubicBezTo>
                    <a:cubicBezTo>
                      <a:pt x="66306" y="22995"/>
                      <a:pt x="66326" y="22849"/>
                      <a:pt x="66368" y="22702"/>
                    </a:cubicBezTo>
                    <a:cubicBezTo>
                      <a:pt x="66410" y="22639"/>
                      <a:pt x="66410" y="22577"/>
                      <a:pt x="66431" y="22493"/>
                    </a:cubicBezTo>
                    <a:cubicBezTo>
                      <a:pt x="66452" y="22347"/>
                      <a:pt x="66515" y="22179"/>
                      <a:pt x="66536" y="22054"/>
                    </a:cubicBezTo>
                    <a:cubicBezTo>
                      <a:pt x="66557" y="21928"/>
                      <a:pt x="66578" y="21823"/>
                      <a:pt x="66619" y="21698"/>
                    </a:cubicBezTo>
                    <a:cubicBezTo>
                      <a:pt x="66640" y="21614"/>
                      <a:pt x="66640" y="21531"/>
                      <a:pt x="66661" y="21447"/>
                    </a:cubicBezTo>
                    <a:cubicBezTo>
                      <a:pt x="66682" y="21321"/>
                      <a:pt x="66682" y="21217"/>
                      <a:pt x="66724" y="21091"/>
                    </a:cubicBezTo>
                    <a:lnTo>
                      <a:pt x="66724" y="20986"/>
                    </a:lnTo>
                    <a:cubicBezTo>
                      <a:pt x="66745" y="20714"/>
                      <a:pt x="66766" y="20442"/>
                      <a:pt x="66787" y="20170"/>
                    </a:cubicBezTo>
                    <a:cubicBezTo>
                      <a:pt x="66787" y="19940"/>
                      <a:pt x="66829" y="19668"/>
                      <a:pt x="66787" y="19438"/>
                    </a:cubicBezTo>
                    <a:lnTo>
                      <a:pt x="66787" y="19438"/>
                    </a:lnTo>
                    <a:cubicBezTo>
                      <a:pt x="68565" y="19606"/>
                      <a:pt x="70344" y="19773"/>
                      <a:pt x="72122" y="20024"/>
                    </a:cubicBezTo>
                    <a:cubicBezTo>
                      <a:pt x="72018" y="20129"/>
                      <a:pt x="71955" y="20233"/>
                      <a:pt x="71850" y="20338"/>
                    </a:cubicBezTo>
                    <a:cubicBezTo>
                      <a:pt x="71788" y="20380"/>
                      <a:pt x="71767" y="20442"/>
                      <a:pt x="71704" y="20484"/>
                    </a:cubicBezTo>
                    <a:lnTo>
                      <a:pt x="71390" y="20882"/>
                    </a:lnTo>
                    <a:cubicBezTo>
                      <a:pt x="71348" y="20924"/>
                      <a:pt x="71285" y="21007"/>
                      <a:pt x="71244" y="21070"/>
                    </a:cubicBezTo>
                    <a:cubicBezTo>
                      <a:pt x="71139" y="21196"/>
                      <a:pt x="71034" y="21342"/>
                      <a:pt x="70909" y="21489"/>
                    </a:cubicBezTo>
                    <a:cubicBezTo>
                      <a:pt x="70867" y="21531"/>
                      <a:pt x="70825" y="21593"/>
                      <a:pt x="70804" y="21635"/>
                    </a:cubicBezTo>
                    <a:cubicBezTo>
                      <a:pt x="70658" y="21803"/>
                      <a:pt x="70553" y="21949"/>
                      <a:pt x="70428" y="22116"/>
                    </a:cubicBezTo>
                    <a:cubicBezTo>
                      <a:pt x="70407" y="22137"/>
                      <a:pt x="70407" y="22158"/>
                      <a:pt x="70386" y="22179"/>
                    </a:cubicBezTo>
                    <a:cubicBezTo>
                      <a:pt x="69821" y="22953"/>
                      <a:pt x="69298" y="23748"/>
                      <a:pt x="68775" y="24564"/>
                    </a:cubicBezTo>
                    <a:cubicBezTo>
                      <a:pt x="68356" y="25171"/>
                      <a:pt x="68000" y="25799"/>
                      <a:pt x="67666" y="26448"/>
                    </a:cubicBezTo>
                    <a:cubicBezTo>
                      <a:pt x="66850" y="27829"/>
                      <a:pt x="66034" y="29230"/>
                      <a:pt x="65176" y="30528"/>
                    </a:cubicBezTo>
                    <a:cubicBezTo>
                      <a:pt x="62393" y="34796"/>
                      <a:pt x="59443" y="38918"/>
                      <a:pt x="56492" y="43061"/>
                    </a:cubicBezTo>
                    <a:cubicBezTo>
                      <a:pt x="56492" y="43061"/>
                      <a:pt x="56492" y="43082"/>
                      <a:pt x="56471" y="43082"/>
                    </a:cubicBezTo>
                    <a:lnTo>
                      <a:pt x="56074" y="43626"/>
                    </a:lnTo>
                    <a:cubicBezTo>
                      <a:pt x="55822" y="43988"/>
                      <a:pt x="56079" y="44373"/>
                      <a:pt x="56400" y="44373"/>
                    </a:cubicBezTo>
                    <a:cubicBezTo>
                      <a:pt x="56506" y="44373"/>
                      <a:pt x="56619" y="44331"/>
                      <a:pt x="56723" y="44233"/>
                    </a:cubicBezTo>
                    <a:cubicBezTo>
                      <a:pt x="58668" y="42412"/>
                      <a:pt x="60719" y="40257"/>
                      <a:pt x="62707" y="37956"/>
                    </a:cubicBezTo>
                    <a:cubicBezTo>
                      <a:pt x="62707" y="37935"/>
                      <a:pt x="62749" y="37935"/>
                      <a:pt x="62749" y="37935"/>
                    </a:cubicBezTo>
                    <a:cubicBezTo>
                      <a:pt x="62790" y="37872"/>
                      <a:pt x="62853" y="37830"/>
                      <a:pt x="62895" y="37746"/>
                    </a:cubicBezTo>
                    <a:cubicBezTo>
                      <a:pt x="62895" y="37949"/>
                      <a:pt x="63058" y="38129"/>
                      <a:pt x="63236" y="38129"/>
                    </a:cubicBezTo>
                    <a:cubicBezTo>
                      <a:pt x="63297" y="38129"/>
                      <a:pt x="63360" y="38108"/>
                      <a:pt x="63418" y="38060"/>
                    </a:cubicBezTo>
                    <a:lnTo>
                      <a:pt x="63816" y="37746"/>
                    </a:lnTo>
                    <a:lnTo>
                      <a:pt x="63816" y="37725"/>
                    </a:lnTo>
                    <a:cubicBezTo>
                      <a:pt x="64318" y="37328"/>
                      <a:pt x="64799" y="36909"/>
                      <a:pt x="65301" y="36491"/>
                    </a:cubicBezTo>
                    <a:cubicBezTo>
                      <a:pt x="65406" y="36386"/>
                      <a:pt x="65531" y="36282"/>
                      <a:pt x="65636" y="36198"/>
                    </a:cubicBezTo>
                    <a:lnTo>
                      <a:pt x="65636" y="36198"/>
                    </a:lnTo>
                    <a:cubicBezTo>
                      <a:pt x="65636" y="36240"/>
                      <a:pt x="65615" y="36240"/>
                      <a:pt x="65615" y="36261"/>
                    </a:cubicBezTo>
                    <a:cubicBezTo>
                      <a:pt x="66452" y="35528"/>
                      <a:pt x="67289" y="34733"/>
                      <a:pt x="68084" y="33959"/>
                    </a:cubicBezTo>
                    <a:lnTo>
                      <a:pt x="68126" y="33896"/>
                    </a:lnTo>
                    <a:lnTo>
                      <a:pt x="68879" y="33143"/>
                    </a:lnTo>
                    <a:cubicBezTo>
                      <a:pt x="68942" y="33101"/>
                      <a:pt x="68984" y="33038"/>
                      <a:pt x="69047" y="32955"/>
                    </a:cubicBezTo>
                    <a:cubicBezTo>
                      <a:pt x="69256" y="32725"/>
                      <a:pt x="69465" y="32515"/>
                      <a:pt x="69674" y="32285"/>
                    </a:cubicBezTo>
                    <a:cubicBezTo>
                      <a:pt x="69758" y="32202"/>
                      <a:pt x="69821" y="32097"/>
                      <a:pt x="69925" y="32013"/>
                    </a:cubicBezTo>
                    <a:cubicBezTo>
                      <a:pt x="70114" y="31804"/>
                      <a:pt x="70302" y="31637"/>
                      <a:pt x="70448" y="31427"/>
                    </a:cubicBezTo>
                    <a:cubicBezTo>
                      <a:pt x="70553" y="31281"/>
                      <a:pt x="70658" y="31176"/>
                      <a:pt x="70762" y="31051"/>
                    </a:cubicBezTo>
                    <a:cubicBezTo>
                      <a:pt x="70930" y="30862"/>
                      <a:pt x="71055" y="30716"/>
                      <a:pt x="71223" y="30528"/>
                    </a:cubicBezTo>
                    <a:cubicBezTo>
                      <a:pt x="71348" y="30381"/>
                      <a:pt x="71474" y="30235"/>
                      <a:pt x="71578" y="30088"/>
                    </a:cubicBezTo>
                    <a:cubicBezTo>
                      <a:pt x="71704" y="29921"/>
                      <a:pt x="71850" y="29774"/>
                      <a:pt x="71955" y="29607"/>
                    </a:cubicBezTo>
                    <a:cubicBezTo>
                      <a:pt x="72080" y="29440"/>
                      <a:pt x="72227" y="29272"/>
                      <a:pt x="72373" y="29084"/>
                    </a:cubicBezTo>
                    <a:cubicBezTo>
                      <a:pt x="72478" y="28958"/>
                      <a:pt x="72583" y="28812"/>
                      <a:pt x="72687" y="28665"/>
                    </a:cubicBezTo>
                    <a:cubicBezTo>
                      <a:pt x="72834" y="28498"/>
                      <a:pt x="73001" y="28289"/>
                      <a:pt x="73127" y="28101"/>
                    </a:cubicBezTo>
                    <a:cubicBezTo>
                      <a:pt x="73231" y="27975"/>
                      <a:pt x="73315" y="27829"/>
                      <a:pt x="73420" y="27724"/>
                    </a:cubicBezTo>
                    <a:lnTo>
                      <a:pt x="73880" y="27096"/>
                    </a:lnTo>
                    <a:cubicBezTo>
                      <a:pt x="73964" y="26992"/>
                      <a:pt x="74047" y="26866"/>
                      <a:pt x="74110" y="26761"/>
                    </a:cubicBezTo>
                    <a:cubicBezTo>
                      <a:pt x="74277" y="26531"/>
                      <a:pt x="74424" y="26301"/>
                      <a:pt x="74591" y="26092"/>
                    </a:cubicBezTo>
                    <a:cubicBezTo>
                      <a:pt x="74675" y="25987"/>
                      <a:pt x="74717" y="25883"/>
                      <a:pt x="74801" y="25778"/>
                    </a:cubicBezTo>
                    <a:cubicBezTo>
                      <a:pt x="74947" y="25527"/>
                      <a:pt x="75135" y="25276"/>
                      <a:pt x="75303" y="25046"/>
                    </a:cubicBezTo>
                    <a:cubicBezTo>
                      <a:pt x="75345" y="24962"/>
                      <a:pt x="75407" y="24857"/>
                      <a:pt x="75470" y="24774"/>
                    </a:cubicBezTo>
                    <a:cubicBezTo>
                      <a:pt x="75637" y="24523"/>
                      <a:pt x="75826" y="24251"/>
                      <a:pt x="75972" y="23999"/>
                    </a:cubicBezTo>
                    <a:cubicBezTo>
                      <a:pt x="76035" y="23916"/>
                      <a:pt x="76056" y="23853"/>
                      <a:pt x="76098" y="23790"/>
                    </a:cubicBezTo>
                    <a:cubicBezTo>
                      <a:pt x="76286" y="23497"/>
                      <a:pt x="76454" y="23204"/>
                      <a:pt x="76621" y="22911"/>
                    </a:cubicBezTo>
                    <a:cubicBezTo>
                      <a:pt x="76621" y="22891"/>
                      <a:pt x="76663" y="22891"/>
                      <a:pt x="76663" y="22870"/>
                    </a:cubicBezTo>
                    <a:cubicBezTo>
                      <a:pt x="77018" y="22263"/>
                      <a:pt x="77353" y="21635"/>
                      <a:pt x="77667" y="21028"/>
                    </a:cubicBezTo>
                    <a:cubicBezTo>
                      <a:pt x="78483" y="21196"/>
                      <a:pt x="79299" y="21321"/>
                      <a:pt x="80115" y="21510"/>
                    </a:cubicBezTo>
                    <a:cubicBezTo>
                      <a:pt x="80031" y="21593"/>
                      <a:pt x="79927" y="21656"/>
                      <a:pt x="79843" y="21740"/>
                    </a:cubicBezTo>
                    <a:cubicBezTo>
                      <a:pt x="79801" y="21803"/>
                      <a:pt x="79739" y="21844"/>
                      <a:pt x="79655" y="21907"/>
                    </a:cubicBezTo>
                    <a:cubicBezTo>
                      <a:pt x="79550" y="22012"/>
                      <a:pt x="79446" y="22075"/>
                      <a:pt x="79383" y="22179"/>
                    </a:cubicBezTo>
                    <a:cubicBezTo>
                      <a:pt x="79299" y="22263"/>
                      <a:pt x="79215" y="22347"/>
                      <a:pt x="79174" y="22430"/>
                    </a:cubicBezTo>
                    <a:cubicBezTo>
                      <a:pt x="79090" y="22493"/>
                      <a:pt x="79006" y="22598"/>
                      <a:pt x="78922" y="22681"/>
                    </a:cubicBezTo>
                    <a:cubicBezTo>
                      <a:pt x="78818" y="22786"/>
                      <a:pt x="78755" y="22891"/>
                      <a:pt x="78650" y="22995"/>
                    </a:cubicBezTo>
                    <a:cubicBezTo>
                      <a:pt x="78588" y="23058"/>
                      <a:pt x="78546" y="23121"/>
                      <a:pt x="78483" y="23183"/>
                    </a:cubicBezTo>
                    <a:cubicBezTo>
                      <a:pt x="78337" y="23372"/>
                      <a:pt x="78169" y="23539"/>
                      <a:pt x="78044" y="23727"/>
                    </a:cubicBezTo>
                    <a:lnTo>
                      <a:pt x="77981" y="23790"/>
                    </a:lnTo>
                    <a:cubicBezTo>
                      <a:pt x="77855" y="23958"/>
                      <a:pt x="77709" y="24146"/>
                      <a:pt x="77562" y="24334"/>
                    </a:cubicBezTo>
                    <a:cubicBezTo>
                      <a:pt x="77542" y="24355"/>
                      <a:pt x="77521" y="24418"/>
                      <a:pt x="77500" y="24439"/>
                    </a:cubicBezTo>
                    <a:cubicBezTo>
                      <a:pt x="77353" y="24627"/>
                      <a:pt x="77228" y="24774"/>
                      <a:pt x="77102" y="24962"/>
                    </a:cubicBezTo>
                    <a:cubicBezTo>
                      <a:pt x="77081" y="24983"/>
                      <a:pt x="77081" y="25004"/>
                      <a:pt x="77039" y="25046"/>
                    </a:cubicBezTo>
                    <a:cubicBezTo>
                      <a:pt x="76140" y="26343"/>
                      <a:pt x="75261" y="27766"/>
                      <a:pt x="74403" y="29084"/>
                    </a:cubicBezTo>
                    <a:cubicBezTo>
                      <a:pt x="74005" y="29712"/>
                      <a:pt x="73587" y="30318"/>
                      <a:pt x="73210" y="30904"/>
                    </a:cubicBezTo>
                    <a:cubicBezTo>
                      <a:pt x="70532" y="34629"/>
                      <a:pt x="67687" y="38228"/>
                      <a:pt x="64841" y="41805"/>
                    </a:cubicBezTo>
                    <a:cubicBezTo>
                      <a:pt x="64841" y="41826"/>
                      <a:pt x="64799" y="41826"/>
                      <a:pt x="64778" y="41847"/>
                    </a:cubicBezTo>
                    <a:cubicBezTo>
                      <a:pt x="64653" y="42015"/>
                      <a:pt x="64548" y="42161"/>
                      <a:pt x="64422" y="42329"/>
                    </a:cubicBezTo>
                    <a:cubicBezTo>
                      <a:pt x="64052" y="42766"/>
                      <a:pt x="64426" y="43500"/>
                      <a:pt x="64913" y="43500"/>
                    </a:cubicBezTo>
                    <a:cubicBezTo>
                      <a:pt x="65031" y="43500"/>
                      <a:pt x="65157" y="43457"/>
                      <a:pt x="65280" y="43354"/>
                    </a:cubicBezTo>
                    <a:cubicBezTo>
                      <a:pt x="66368" y="42433"/>
                      <a:pt x="67582" y="41408"/>
                      <a:pt x="68816" y="40257"/>
                    </a:cubicBezTo>
                    <a:cubicBezTo>
                      <a:pt x="68816" y="40257"/>
                      <a:pt x="68816" y="40236"/>
                      <a:pt x="68837" y="40236"/>
                    </a:cubicBezTo>
                    <a:lnTo>
                      <a:pt x="68921" y="40153"/>
                    </a:lnTo>
                    <a:lnTo>
                      <a:pt x="68942" y="40153"/>
                    </a:lnTo>
                    <a:cubicBezTo>
                      <a:pt x="73838" y="35612"/>
                      <a:pt x="79132" y="29440"/>
                      <a:pt x="80575" y="23393"/>
                    </a:cubicBezTo>
                    <a:cubicBezTo>
                      <a:pt x="80596" y="23309"/>
                      <a:pt x="80638" y="23204"/>
                      <a:pt x="80638" y="23121"/>
                    </a:cubicBezTo>
                    <a:cubicBezTo>
                      <a:pt x="80659" y="23058"/>
                      <a:pt x="80659" y="22995"/>
                      <a:pt x="80680" y="22911"/>
                    </a:cubicBezTo>
                    <a:cubicBezTo>
                      <a:pt x="80764" y="22472"/>
                      <a:pt x="80847" y="22054"/>
                      <a:pt x="80889" y="21614"/>
                    </a:cubicBezTo>
                    <a:cubicBezTo>
                      <a:pt x="81894" y="21823"/>
                      <a:pt x="82877" y="22033"/>
                      <a:pt x="83881" y="22263"/>
                    </a:cubicBezTo>
                    <a:cubicBezTo>
                      <a:pt x="83777" y="22451"/>
                      <a:pt x="83693" y="22660"/>
                      <a:pt x="83588" y="22849"/>
                    </a:cubicBezTo>
                    <a:cubicBezTo>
                      <a:pt x="83526" y="22974"/>
                      <a:pt x="83484" y="23079"/>
                      <a:pt x="83400" y="23204"/>
                    </a:cubicBezTo>
                    <a:cubicBezTo>
                      <a:pt x="83275" y="23497"/>
                      <a:pt x="83107" y="23811"/>
                      <a:pt x="82982" y="24125"/>
                    </a:cubicBezTo>
                    <a:cubicBezTo>
                      <a:pt x="82961" y="24167"/>
                      <a:pt x="82940" y="24230"/>
                      <a:pt x="82940" y="24251"/>
                    </a:cubicBezTo>
                    <a:cubicBezTo>
                      <a:pt x="81831" y="26678"/>
                      <a:pt x="80889" y="29168"/>
                      <a:pt x="79529" y="31490"/>
                    </a:cubicBezTo>
                    <a:cubicBezTo>
                      <a:pt x="77521" y="34922"/>
                      <a:pt x="75010" y="37872"/>
                      <a:pt x="72290" y="40759"/>
                    </a:cubicBezTo>
                    <a:lnTo>
                      <a:pt x="72290" y="40780"/>
                    </a:lnTo>
                    <a:lnTo>
                      <a:pt x="72269" y="40801"/>
                    </a:lnTo>
                    <a:cubicBezTo>
                      <a:pt x="72050" y="41105"/>
                      <a:pt x="72320" y="41558"/>
                      <a:pt x="72630" y="41558"/>
                    </a:cubicBezTo>
                    <a:cubicBezTo>
                      <a:pt x="72705" y="41558"/>
                      <a:pt x="72782" y="41532"/>
                      <a:pt x="72855" y="41471"/>
                    </a:cubicBezTo>
                    <a:cubicBezTo>
                      <a:pt x="74257" y="40383"/>
                      <a:pt x="75637" y="39169"/>
                      <a:pt x="76914" y="37746"/>
                    </a:cubicBezTo>
                    <a:cubicBezTo>
                      <a:pt x="76914" y="37746"/>
                      <a:pt x="76914" y="37725"/>
                      <a:pt x="76935" y="37725"/>
                    </a:cubicBezTo>
                    <a:cubicBezTo>
                      <a:pt x="80785" y="33583"/>
                      <a:pt x="83840" y="28205"/>
                      <a:pt x="84216" y="22807"/>
                    </a:cubicBezTo>
                    <a:lnTo>
                      <a:pt x="84216" y="22744"/>
                    </a:lnTo>
                    <a:cubicBezTo>
                      <a:pt x="84216" y="22598"/>
                      <a:pt x="84237" y="22493"/>
                      <a:pt x="84237" y="22367"/>
                    </a:cubicBezTo>
                    <a:cubicBezTo>
                      <a:pt x="85785" y="22744"/>
                      <a:pt x="87355" y="23163"/>
                      <a:pt x="88903" y="23581"/>
                    </a:cubicBezTo>
                    <a:cubicBezTo>
                      <a:pt x="88254" y="24230"/>
                      <a:pt x="87689" y="24941"/>
                      <a:pt x="87166" y="25673"/>
                    </a:cubicBezTo>
                    <a:lnTo>
                      <a:pt x="87145" y="25694"/>
                    </a:lnTo>
                    <a:cubicBezTo>
                      <a:pt x="87062" y="25820"/>
                      <a:pt x="86957" y="25924"/>
                      <a:pt x="86894" y="26050"/>
                    </a:cubicBezTo>
                    <a:cubicBezTo>
                      <a:pt x="86853" y="26113"/>
                      <a:pt x="86832" y="26155"/>
                      <a:pt x="86790" y="26196"/>
                    </a:cubicBezTo>
                    <a:cubicBezTo>
                      <a:pt x="86727" y="26301"/>
                      <a:pt x="86643" y="26364"/>
                      <a:pt x="86601" y="26468"/>
                    </a:cubicBezTo>
                    <a:cubicBezTo>
                      <a:pt x="86539" y="26552"/>
                      <a:pt x="86518" y="26615"/>
                      <a:pt x="86476" y="26678"/>
                    </a:cubicBezTo>
                    <a:cubicBezTo>
                      <a:pt x="86434" y="26740"/>
                      <a:pt x="86413" y="26761"/>
                      <a:pt x="86392" y="26824"/>
                    </a:cubicBezTo>
                    <a:cubicBezTo>
                      <a:pt x="85555" y="28101"/>
                      <a:pt x="84802" y="29398"/>
                      <a:pt x="83944" y="30716"/>
                    </a:cubicBezTo>
                    <a:cubicBezTo>
                      <a:pt x="83254" y="31804"/>
                      <a:pt x="82521" y="32913"/>
                      <a:pt x="81747" y="33980"/>
                    </a:cubicBezTo>
                    <a:cubicBezTo>
                      <a:pt x="81287" y="34671"/>
                      <a:pt x="80806" y="35340"/>
                      <a:pt x="80345" y="35989"/>
                    </a:cubicBezTo>
                    <a:cubicBezTo>
                      <a:pt x="79529" y="37098"/>
                      <a:pt x="78713" y="38186"/>
                      <a:pt x="77876" y="39295"/>
                    </a:cubicBezTo>
                    <a:cubicBezTo>
                      <a:pt x="77834" y="39378"/>
                      <a:pt x="77772" y="39420"/>
                      <a:pt x="77730" y="39504"/>
                    </a:cubicBezTo>
                    <a:cubicBezTo>
                      <a:pt x="77426" y="39909"/>
                      <a:pt x="77735" y="40546"/>
                      <a:pt x="78163" y="40546"/>
                    </a:cubicBezTo>
                    <a:cubicBezTo>
                      <a:pt x="78265" y="40546"/>
                      <a:pt x="78374" y="40509"/>
                      <a:pt x="78483" y="40425"/>
                    </a:cubicBezTo>
                    <a:cubicBezTo>
                      <a:pt x="79885" y="39399"/>
                      <a:pt x="81308" y="38165"/>
                      <a:pt x="82647" y="36826"/>
                    </a:cubicBezTo>
                    <a:cubicBezTo>
                      <a:pt x="86225" y="33206"/>
                      <a:pt x="89175" y="28603"/>
                      <a:pt x="89154" y="23644"/>
                    </a:cubicBezTo>
                    <a:lnTo>
                      <a:pt x="89154" y="23623"/>
                    </a:lnTo>
                    <a:cubicBezTo>
                      <a:pt x="93632" y="24899"/>
                      <a:pt x="98068" y="26448"/>
                      <a:pt x="102420" y="28310"/>
                    </a:cubicBezTo>
                    <a:cubicBezTo>
                      <a:pt x="102545" y="28101"/>
                      <a:pt x="102629" y="27870"/>
                      <a:pt x="102503" y="27808"/>
                    </a:cubicBezTo>
                    <a:cubicBezTo>
                      <a:pt x="97837" y="25778"/>
                      <a:pt x="93025" y="24041"/>
                      <a:pt x="88171" y="22660"/>
                    </a:cubicBezTo>
                    <a:cubicBezTo>
                      <a:pt x="88254" y="22639"/>
                      <a:pt x="88317" y="22598"/>
                      <a:pt x="88380" y="22535"/>
                    </a:cubicBezTo>
                    <a:cubicBezTo>
                      <a:pt x="88401" y="22493"/>
                      <a:pt x="88401" y="22472"/>
                      <a:pt x="88401" y="22451"/>
                    </a:cubicBezTo>
                    <a:cubicBezTo>
                      <a:pt x="88464" y="22137"/>
                      <a:pt x="88485" y="21823"/>
                      <a:pt x="88526" y="21489"/>
                    </a:cubicBezTo>
                    <a:lnTo>
                      <a:pt x="88526" y="21426"/>
                    </a:lnTo>
                    <a:cubicBezTo>
                      <a:pt x="88568" y="21133"/>
                      <a:pt x="88589" y="20819"/>
                      <a:pt x="88589" y="20547"/>
                    </a:cubicBezTo>
                    <a:lnTo>
                      <a:pt x="88589" y="20359"/>
                    </a:lnTo>
                    <a:lnTo>
                      <a:pt x="88589" y="19626"/>
                    </a:lnTo>
                    <a:lnTo>
                      <a:pt x="88589" y="19187"/>
                    </a:lnTo>
                    <a:cubicBezTo>
                      <a:pt x="88589" y="19041"/>
                      <a:pt x="88589" y="18936"/>
                      <a:pt x="88568" y="18810"/>
                    </a:cubicBezTo>
                    <a:cubicBezTo>
                      <a:pt x="88359" y="14730"/>
                      <a:pt x="86790" y="10755"/>
                      <a:pt x="84174" y="7595"/>
                    </a:cubicBezTo>
                    <a:cubicBezTo>
                      <a:pt x="83881" y="7219"/>
                      <a:pt x="83588" y="6884"/>
                      <a:pt x="83254" y="6570"/>
                    </a:cubicBezTo>
                    <a:lnTo>
                      <a:pt x="83065" y="6382"/>
                    </a:lnTo>
                    <a:cubicBezTo>
                      <a:pt x="83024" y="6340"/>
                      <a:pt x="82940" y="6277"/>
                      <a:pt x="82856" y="6256"/>
                    </a:cubicBezTo>
                    <a:cubicBezTo>
                      <a:pt x="82782" y="6226"/>
                      <a:pt x="82702" y="6211"/>
                      <a:pt x="82621" y="6211"/>
                    </a:cubicBezTo>
                    <a:cubicBezTo>
                      <a:pt x="82315" y="6211"/>
                      <a:pt x="81993" y="6414"/>
                      <a:pt x="81894" y="6696"/>
                    </a:cubicBezTo>
                    <a:cubicBezTo>
                      <a:pt x="81873" y="6696"/>
                      <a:pt x="81894" y="6696"/>
                      <a:pt x="81894" y="6738"/>
                    </a:cubicBezTo>
                    <a:cubicBezTo>
                      <a:pt x="81831" y="6842"/>
                      <a:pt x="81831" y="6989"/>
                      <a:pt x="81873" y="7114"/>
                    </a:cubicBezTo>
                    <a:cubicBezTo>
                      <a:pt x="82124" y="7909"/>
                      <a:pt x="82396" y="8725"/>
                      <a:pt x="82668" y="9499"/>
                    </a:cubicBezTo>
                    <a:lnTo>
                      <a:pt x="82668" y="9520"/>
                    </a:lnTo>
                    <a:cubicBezTo>
                      <a:pt x="84195" y="13914"/>
                      <a:pt x="85911" y="18350"/>
                      <a:pt x="87857" y="22535"/>
                    </a:cubicBezTo>
                    <a:cubicBezTo>
                      <a:pt x="87857" y="22550"/>
                      <a:pt x="87867" y="22564"/>
                      <a:pt x="87881" y="22572"/>
                    </a:cubicBezTo>
                    <a:lnTo>
                      <a:pt x="87881" y="22572"/>
                    </a:lnTo>
                    <a:cubicBezTo>
                      <a:pt x="86673" y="22239"/>
                      <a:pt x="85445" y="21926"/>
                      <a:pt x="84216" y="21614"/>
                    </a:cubicBezTo>
                    <a:cubicBezTo>
                      <a:pt x="84205" y="21580"/>
                      <a:pt x="84180" y="21564"/>
                      <a:pt x="84154" y="21564"/>
                    </a:cubicBezTo>
                    <a:cubicBezTo>
                      <a:pt x="84132" y="21564"/>
                      <a:pt x="84109" y="21574"/>
                      <a:pt x="84091" y="21593"/>
                    </a:cubicBezTo>
                    <a:cubicBezTo>
                      <a:pt x="83693" y="21489"/>
                      <a:pt x="83337" y="21405"/>
                      <a:pt x="82940" y="21300"/>
                    </a:cubicBezTo>
                    <a:cubicBezTo>
                      <a:pt x="82961" y="21279"/>
                      <a:pt x="82982" y="21238"/>
                      <a:pt x="82982" y="21196"/>
                    </a:cubicBezTo>
                    <a:cubicBezTo>
                      <a:pt x="83086" y="20568"/>
                      <a:pt x="83149" y="19961"/>
                      <a:pt x="83170" y="19334"/>
                    </a:cubicBezTo>
                    <a:lnTo>
                      <a:pt x="83170" y="19208"/>
                    </a:lnTo>
                    <a:lnTo>
                      <a:pt x="83170" y="18727"/>
                    </a:lnTo>
                    <a:lnTo>
                      <a:pt x="83170" y="18497"/>
                    </a:lnTo>
                    <a:lnTo>
                      <a:pt x="83170" y="18141"/>
                    </a:lnTo>
                    <a:cubicBezTo>
                      <a:pt x="83170" y="17994"/>
                      <a:pt x="83170" y="17890"/>
                      <a:pt x="83149" y="17764"/>
                    </a:cubicBezTo>
                    <a:cubicBezTo>
                      <a:pt x="83149" y="17681"/>
                      <a:pt x="83149" y="17576"/>
                      <a:pt x="83128" y="17513"/>
                    </a:cubicBezTo>
                    <a:cubicBezTo>
                      <a:pt x="83128" y="17346"/>
                      <a:pt x="83086" y="17157"/>
                      <a:pt x="83065" y="17011"/>
                    </a:cubicBezTo>
                    <a:lnTo>
                      <a:pt x="83065" y="16885"/>
                    </a:lnTo>
                    <a:cubicBezTo>
                      <a:pt x="82438" y="11550"/>
                      <a:pt x="79215" y="6758"/>
                      <a:pt x="74549" y="4059"/>
                    </a:cubicBezTo>
                    <a:cubicBezTo>
                      <a:pt x="74131" y="3829"/>
                      <a:pt x="73713" y="3620"/>
                      <a:pt x="73252" y="3411"/>
                    </a:cubicBezTo>
                    <a:cubicBezTo>
                      <a:pt x="73148" y="3348"/>
                      <a:pt x="73085" y="3306"/>
                      <a:pt x="72980" y="3285"/>
                    </a:cubicBezTo>
                    <a:cubicBezTo>
                      <a:pt x="72311" y="2992"/>
                      <a:pt x="71641" y="2720"/>
                      <a:pt x="70930" y="2511"/>
                    </a:cubicBezTo>
                    <a:cubicBezTo>
                      <a:pt x="70873" y="2496"/>
                      <a:pt x="70818" y="2489"/>
                      <a:pt x="70763" y="2489"/>
                    </a:cubicBezTo>
                    <a:cubicBezTo>
                      <a:pt x="70292" y="2489"/>
                      <a:pt x="69915" y="3021"/>
                      <a:pt x="70009" y="3453"/>
                    </a:cubicBezTo>
                    <a:cubicBezTo>
                      <a:pt x="68482" y="2239"/>
                      <a:pt x="66829" y="1130"/>
                      <a:pt x="65134" y="105"/>
                    </a:cubicBezTo>
                    <a:cubicBezTo>
                      <a:pt x="65008" y="32"/>
                      <a:pt x="64882" y="0"/>
                      <a:pt x="647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9388400" y="28623625"/>
                <a:ext cx="714775" cy="158125"/>
              </a:xfrm>
              <a:custGeom>
                <a:avLst/>
                <a:gdLst/>
                <a:ahLst/>
                <a:cxnLst/>
                <a:rect l="l" t="t" r="r" b="b"/>
                <a:pathLst>
                  <a:path w="28591" h="6325" extrusionOk="0">
                    <a:moveTo>
                      <a:pt x="9416" y="0"/>
                    </a:moveTo>
                    <a:cubicBezTo>
                      <a:pt x="6592" y="0"/>
                      <a:pt x="3725" y="272"/>
                      <a:pt x="942" y="711"/>
                    </a:cubicBezTo>
                    <a:cubicBezTo>
                      <a:pt x="1" y="837"/>
                      <a:pt x="1" y="2176"/>
                      <a:pt x="1026" y="2218"/>
                    </a:cubicBezTo>
                    <a:cubicBezTo>
                      <a:pt x="1193" y="2218"/>
                      <a:pt x="1361" y="2260"/>
                      <a:pt x="1549" y="2281"/>
                    </a:cubicBezTo>
                    <a:lnTo>
                      <a:pt x="1675" y="2281"/>
                    </a:lnTo>
                    <a:cubicBezTo>
                      <a:pt x="5336" y="2490"/>
                      <a:pt x="8998" y="3055"/>
                      <a:pt x="12618" y="3683"/>
                    </a:cubicBezTo>
                    <a:lnTo>
                      <a:pt x="12513" y="3683"/>
                    </a:lnTo>
                    <a:cubicBezTo>
                      <a:pt x="16070" y="4310"/>
                      <a:pt x="19606" y="5022"/>
                      <a:pt x="23163" y="5587"/>
                    </a:cubicBezTo>
                    <a:lnTo>
                      <a:pt x="23644" y="5670"/>
                    </a:lnTo>
                    <a:cubicBezTo>
                      <a:pt x="24000" y="5733"/>
                      <a:pt x="24335" y="5775"/>
                      <a:pt x="24711" y="5838"/>
                    </a:cubicBezTo>
                    <a:cubicBezTo>
                      <a:pt x="25130" y="5880"/>
                      <a:pt x="25548" y="5963"/>
                      <a:pt x="25967" y="6026"/>
                    </a:cubicBezTo>
                    <a:cubicBezTo>
                      <a:pt x="26113" y="6047"/>
                      <a:pt x="26302" y="6068"/>
                      <a:pt x="26469" y="6089"/>
                    </a:cubicBezTo>
                    <a:lnTo>
                      <a:pt x="28352" y="6319"/>
                    </a:lnTo>
                    <a:cubicBezTo>
                      <a:pt x="28364" y="6323"/>
                      <a:pt x="28377" y="6325"/>
                      <a:pt x="28389" y="6325"/>
                    </a:cubicBezTo>
                    <a:cubicBezTo>
                      <a:pt x="28500" y="6325"/>
                      <a:pt x="28591" y="6162"/>
                      <a:pt x="28478" y="6068"/>
                    </a:cubicBezTo>
                    <a:cubicBezTo>
                      <a:pt x="23142" y="1716"/>
                      <a:pt x="16760" y="105"/>
                      <a:pt x="10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33" name="Google Shape;33;p2"/>
            <p:cNvGrpSpPr/>
            <p:nvPr/>
          </p:nvGrpSpPr>
          <p:grpSpPr>
            <a:xfrm rot="900096" flipH="1">
              <a:off x="-1219966" y="1825542"/>
              <a:ext cx="2024065" cy="1024172"/>
              <a:chOff x="19279125" y="28273675"/>
              <a:chExt cx="2565725" cy="1298250"/>
            </a:xfrm>
          </p:grpSpPr>
          <p:sp>
            <p:nvSpPr>
              <p:cNvPr id="34" name="Google Shape;34;p2"/>
              <p:cNvSpPr/>
              <p:nvPr/>
            </p:nvSpPr>
            <p:spPr>
              <a:xfrm>
                <a:off x="19715375" y="28798125"/>
                <a:ext cx="506850" cy="665075"/>
              </a:xfrm>
              <a:custGeom>
                <a:avLst/>
                <a:gdLst/>
                <a:ahLst/>
                <a:cxnLst/>
                <a:rect l="l" t="t" r="r" b="b"/>
                <a:pathLst>
                  <a:path w="20274" h="26603" extrusionOk="0">
                    <a:moveTo>
                      <a:pt x="20102" y="0"/>
                    </a:moveTo>
                    <a:cubicBezTo>
                      <a:pt x="20089" y="0"/>
                      <a:pt x="20076" y="3"/>
                      <a:pt x="20065" y="8"/>
                    </a:cubicBezTo>
                    <a:cubicBezTo>
                      <a:pt x="20002" y="8"/>
                      <a:pt x="19981" y="29"/>
                      <a:pt x="19918" y="50"/>
                    </a:cubicBezTo>
                    <a:cubicBezTo>
                      <a:pt x="18014" y="1975"/>
                      <a:pt x="16194" y="4026"/>
                      <a:pt x="14415" y="6181"/>
                    </a:cubicBezTo>
                    <a:cubicBezTo>
                      <a:pt x="14060" y="6537"/>
                      <a:pt x="13746" y="6934"/>
                      <a:pt x="13474" y="7332"/>
                    </a:cubicBezTo>
                    <a:cubicBezTo>
                      <a:pt x="13264" y="7583"/>
                      <a:pt x="13055" y="7876"/>
                      <a:pt x="12846" y="8148"/>
                    </a:cubicBezTo>
                    <a:lnTo>
                      <a:pt x="12804" y="8169"/>
                    </a:lnTo>
                    <a:cubicBezTo>
                      <a:pt x="9561" y="12270"/>
                      <a:pt x="6506" y="16643"/>
                      <a:pt x="3577" y="20911"/>
                    </a:cubicBezTo>
                    <a:cubicBezTo>
                      <a:pt x="3577" y="20911"/>
                      <a:pt x="3577" y="20932"/>
                      <a:pt x="3556" y="20932"/>
                    </a:cubicBezTo>
                    <a:cubicBezTo>
                      <a:pt x="3556" y="20953"/>
                      <a:pt x="3535" y="20953"/>
                      <a:pt x="3535" y="20974"/>
                    </a:cubicBezTo>
                    <a:cubicBezTo>
                      <a:pt x="2447" y="22522"/>
                      <a:pt x="1401" y="24050"/>
                      <a:pt x="355" y="25535"/>
                    </a:cubicBezTo>
                    <a:cubicBezTo>
                      <a:pt x="0" y="26042"/>
                      <a:pt x="531" y="26603"/>
                      <a:pt x="1046" y="26603"/>
                    </a:cubicBezTo>
                    <a:cubicBezTo>
                      <a:pt x="1169" y="26603"/>
                      <a:pt x="1292" y="26571"/>
                      <a:pt x="1401" y="26498"/>
                    </a:cubicBezTo>
                    <a:cubicBezTo>
                      <a:pt x="1987" y="26142"/>
                      <a:pt x="2593" y="25745"/>
                      <a:pt x="3137" y="25347"/>
                    </a:cubicBezTo>
                    <a:cubicBezTo>
                      <a:pt x="3158" y="25347"/>
                      <a:pt x="3158" y="25326"/>
                      <a:pt x="3158" y="25326"/>
                    </a:cubicBezTo>
                    <a:cubicBezTo>
                      <a:pt x="11423" y="19593"/>
                      <a:pt x="18746" y="10177"/>
                      <a:pt x="20274" y="239"/>
                    </a:cubicBezTo>
                    <a:cubicBezTo>
                      <a:pt x="20274" y="155"/>
                      <a:pt x="20232" y="113"/>
                      <a:pt x="20211" y="50"/>
                    </a:cubicBezTo>
                    <a:cubicBezTo>
                      <a:pt x="20180" y="20"/>
                      <a:pt x="20139" y="0"/>
                      <a:pt x="201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20308800" y="28749150"/>
                <a:ext cx="511325" cy="822775"/>
              </a:xfrm>
              <a:custGeom>
                <a:avLst/>
                <a:gdLst/>
                <a:ahLst/>
                <a:cxnLst/>
                <a:rect l="l" t="t" r="r" b="b"/>
                <a:pathLst>
                  <a:path w="20453" h="32911" extrusionOk="0">
                    <a:moveTo>
                      <a:pt x="20227" y="1"/>
                    </a:moveTo>
                    <a:cubicBezTo>
                      <a:pt x="20190" y="1"/>
                      <a:pt x="20153" y="8"/>
                      <a:pt x="20118" y="22"/>
                    </a:cubicBezTo>
                    <a:cubicBezTo>
                      <a:pt x="20097" y="22"/>
                      <a:pt x="20097" y="63"/>
                      <a:pt x="20076" y="84"/>
                    </a:cubicBezTo>
                    <a:cubicBezTo>
                      <a:pt x="19804" y="335"/>
                      <a:pt x="19574" y="607"/>
                      <a:pt x="19302" y="900"/>
                    </a:cubicBezTo>
                    <a:cubicBezTo>
                      <a:pt x="19302" y="900"/>
                      <a:pt x="19302" y="921"/>
                      <a:pt x="19281" y="921"/>
                    </a:cubicBezTo>
                    <a:cubicBezTo>
                      <a:pt x="19051" y="1172"/>
                      <a:pt x="18841" y="1444"/>
                      <a:pt x="18632" y="1695"/>
                    </a:cubicBezTo>
                    <a:cubicBezTo>
                      <a:pt x="18569" y="1758"/>
                      <a:pt x="18528" y="1842"/>
                      <a:pt x="18465" y="1884"/>
                    </a:cubicBezTo>
                    <a:cubicBezTo>
                      <a:pt x="18318" y="2093"/>
                      <a:pt x="18130" y="2302"/>
                      <a:pt x="17984" y="2512"/>
                    </a:cubicBezTo>
                    <a:cubicBezTo>
                      <a:pt x="17921" y="2595"/>
                      <a:pt x="17837" y="2679"/>
                      <a:pt x="17795" y="2784"/>
                    </a:cubicBezTo>
                    <a:cubicBezTo>
                      <a:pt x="17628" y="2993"/>
                      <a:pt x="17502" y="3160"/>
                      <a:pt x="17356" y="3369"/>
                    </a:cubicBezTo>
                    <a:cubicBezTo>
                      <a:pt x="17293" y="3453"/>
                      <a:pt x="17209" y="3558"/>
                      <a:pt x="17168" y="3641"/>
                    </a:cubicBezTo>
                    <a:cubicBezTo>
                      <a:pt x="17000" y="3851"/>
                      <a:pt x="16875" y="4060"/>
                      <a:pt x="16749" y="4269"/>
                    </a:cubicBezTo>
                    <a:cubicBezTo>
                      <a:pt x="16686" y="4353"/>
                      <a:pt x="16644" y="4436"/>
                      <a:pt x="16561" y="4520"/>
                    </a:cubicBezTo>
                    <a:lnTo>
                      <a:pt x="16100" y="5232"/>
                    </a:lnTo>
                    <a:cubicBezTo>
                      <a:pt x="16059" y="5273"/>
                      <a:pt x="16017" y="5336"/>
                      <a:pt x="15996" y="5420"/>
                    </a:cubicBezTo>
                    <a:cubicBezTo>
                      <a:pt x="15598" y="6006"/>
                      <a:pt x="15222" y="6633"/>
                      <a:pt x="14866" y="7282"/>
                    </a:cubicBezTo>
                    <a:cubicBezTo>
                      <a:pt x="14803" y="7345"/>
                      <a:pt x="14782" y="7429"/>
                      <a:pt x="14740" y="7512"/>
                    </a:cubicBezTo>
                    <a:cubicBezTo>
                      <a:pt x="14594" y="7742"/>
                      <a:pt x="14468" y="7973"/>
                      <a:pt x="14322" y="8203"/>
                    </a:cubicBezTo>
                    <a:cubicBezTo>
                      <a:pt x="14259" y="8286"/>
                      <a:pt x="14217" y="8391"/>
                      <a:pt x="14155" y="8475"/>
                    </a:cubicBezTo>
                    <a:lnTo>
                      <a:pt x="13757" y="9186"/>
                    </a:lnTo>
                    <a:cubicBezTo>
                      <a:pt x="13715" y="9249"/>
                      <a:pt x="13652" y="9333"/>
                      <a:pt x="13631" y="9416"/>
                    </a:cubicBezTo>
                    <a:cubicBezTo>
                      <a:pt x="13485" y="9709"/>
                      <a:pt x="13318" y="9960"/>
                      <a:pt x="13171" y="10253"/>
                    </a:cubicBezTo>
                    <a:cubicBezTo>
                      <a:pt x="12962" y="10609"/>
                      <a:pt x="12753" y="10986"/>
                      <a:pt x="12564" y="11341"/>
                    </a:cubicBezTo>
                    <a:cubicBezTo>
                      <a:pt x="12502" y="11488"/>
                      <a:pt x="12439" y="11592"/>
                      <a:pt x="12376" y="11718"/>
                    </a:cubicBezTo>
                    <a:lnTo>
                      <a:pt x="12062" y="12262"/>
                    </a:lnTo>
                    <a:cubicBezTo>
                      <a:pt x="11539" y="13224"/>
                      <a:pt x="10995" y="14166"/>
                      <a:pt x="10409" y="15108"/>
                    </a:cubicBezTo>
                    <a:cubicBezTo>
                      <a:pt x="8568" y="18183"/>
                      <a:pt x="6622" y="21217"/>
                      <a:pt x="4718" y="24251"/>
                    </a:cubicBezTo>
                    <a:lnTo>
                      <a:pt x="4718" y="24272"/>
                    </a:lnTo>
                    <a:lnTo>
                      <a:pt x="4718" y="24293"/>
                    </a:lnTo>
                    <a:lnTo>
                      <a:pt x="4718" y="24314"/>
                    </a:lnTo>
                    <a:lnTo>
                      <a:pt x="4718" y="24356"/>
                    </a:lnTo>
                    <a:lnTo>
                      <a:pt x="4718" y="24377"/>
                    </a:lnTo>
                    <a:cubicBezTo>
                      <a:pt x="3693" y="26030"/>
                      <a:pt x="2668" y="27641"/>
                      <a:pt x="1684" y="29315"/>
                    </a:cubicBezTo>
                    <a:lnTo>
                      <a:pt x="1684" y="29336"/>
                    </a:lnTo>
                    <a:lnTo>
                      <a:pt x="1684" y="29377"/>
                    </a:lnTo>
                    <a:lnTo>
                      <a:pt x="1684" y="29398"/>
                    </a:lnTo>
                    <a:lnTo>
                      <a:pt x="1684" y="29419"/>
                    </a:lnTo>
                    <a:lnTo>
                      <a:pt x="1684" y="29461"/>
                    </a:lnTo>
                    <a:cubicBezTo>
                      <a:pt x="1621" y="29503"/>
                      <a:pt x="1600" y="29587"/>
                      <a:pt x="1559" y="29670"/>
                    </a:cubicBezTo>
                    <a:lnTo>
                      <a:pt x="1559" y="29691"/>
                    </a:lnTo>
                    <a:cubicBezTo>
                      <a:pt x="1140" y="30361"/>
                      <a:pt x="743" y="31072"/>
                      <a:pt x="345" y="31763"/>
                    </a:cubicBezTo>
                    <a:cubicBezTo>
                      <a:pt x="1" y="32365"/>
                      <a:pt x="520" y="32911"/>
                      <a:pt x="1088" y="32911"/>
                    </a:cubicBezTo>
                    <a:cubicBezTo>
                      <a:pt x="1210" y="32911"/>
                      <a:pt x="1335" y="32886"/>
                      <a:pt x="1454" y="32830"/>
                    </a:cubicBezTo>
                    <a:cubicBezTo>
                      <a:pt x="1517" y="32809"/>
                      <a:pt x="1600" y="32746"/>
                      <a:pt x="1684" y="32662"/>
                    </a:cubicBezTo>
                    <a:cubicBezTo>
                      <a:pt x="6476" y="28038"/>
                      <a:pt x="10388" y="22556"/>
                      <a:pt x="13757" y="16844"/>
                    </a:cubicBezTo>
                    <a:cubicBezTo>
                      <a:pt x="16247" y="12408"/>
                      <a:pt x="19051" y="7721"/>
                      <a:pt x="20097" y="2700"/>
                    </a:cubicBezTo>
                    <a:cubicBezTo>
                      <a:pt x="20097" y="2658"/>
                      <a:pt x="20118" y="2616"/>
                      <a:pt x="20118" y="2595"/>
                    </a:cubicBezTo>
                    <a:cubicBezTo>
                      <a:pt x="20160" y="2365"/>
                      <a:pt x="20222" y="2093"/>
                      <a:pt x="20243" y="1863"/>
                    </a:cubicBezTo>
                    <a:cubicBezTo>
                      <a:pt x="20243" y="1800"/>
                      <a:pt x="20264" y="1779"/>
                      <a:pt x="20264" y="1737"/>
                    </a:cubicBezTo>
                    <a:lnTo>
                      <a:pt x="20348" y="1172"/>
                    </a:lnTo>
                    <a:cubicBezTo>
                      <a:pt x="20390" y="1068"/>
                      <a:pt x="20390" y="1005"/>
                      <a:pt x="20390" y="879"/>
                    </a:cubicBezTo>
                    <a:cubicBezTo>
                      <a:pt x="20411" y="733"/>
                      <a:pt x="20411" y="607"/>
                      <a:pt x="20432" y="440"/>
                    </a:cubicBezTo>
                    <a:cubicBezTo>
                      <a:pt x="20432" y="356"/>
                      <a:pt x="20453" y="294"/>
                      <a:pt x="20453" y="210"/>
                    </a:cubicBezTo>
                    <a:lnTo>
                      <a:pt x="20453" y="126"/>
                    </a:lnTo>
                    <a:cubicBezTo>
                      <a:pt x="20453" y="105"/>
                      <a:pt x="20432" y="105"/>
                      <a:pt x="20432" y="84"/>
                    </a:cubicBezTo>
                    <a:cubicBezTo>
                      <a:pt x="20376" y="29"/>
                      <a:pt x="20301" y="1"/>
                      <a:pt x="20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20182700" y="28375125"/>
                <a:ext cx="603425" cy="350075"/>
              </a:xfrm>
              <a:custGeom>
                <a:avLst/>
                <a:gdLst/>
                <a:ahLst/>
                <a:cxnLst/>
                <a:rect l="l" t="t" r="r" b="b"/>
                <a:pathLst>
                  <a:path w="24137" h="14003" extrusionOk="0">
                    <a:moveTo>
                      <a:pt x="808" y="1"/>
                    </a:moveTo>
                    <a:cubicBezTo>
                      <a:pt x="364" y="1"/>
                      <a:pt x="1" y="496"/>
                      <a:pt x="137" y="922"/>
                    </a:cubicBezTo>
                    <a:cubicBezTo>
                      <a:pt x="179" y="1027"/>
                      <a:pt x="263" y="1131"/>
                      <a:pt x="367" y="1215"/>
                    </a:cubicBezTo>
                    <a:cubicBezTo>
                      <a:pt x="6623" y="6404"/>
                      <a:pt x="13131" y="11070"/>
                      <a:pt x="20935" y="13288"/>
                    </a:cubicBezTo>
                    <a:cubicBezTo>
                      <a:pt x="20977" y="13309"/>
                      <a:pt x="21040" y="13309"/>
                      <a:pt x="21103" y="13351"/>
                    </a:cubicBezTo>
                    <a:cubicBezTo>
                      <a:pt x="21500" y="13434"/>
                      <a:pt x="21919" y="13560"/>
                      <a:pt x="22316" y="13643"/>
                    </a:cubicBezTo>
                    <a:cubicBezTo>
                      <a:pt x="22421" y="13685"/>
                      <a:pt x="22484" y="13706"/>
                      <a:pt x="22588" y="13727"/>
                    </a:cubicBezTo>
                    <a:cubicBezTo>
                      <a:pt x="22965" y="13811"/>
                      <a:pt x="23362" y="13895"/>
                      <a:pt x="23718" y="13957"/>
                    </a:cubicBezTo>
                    <a:cubicBezTo>
                      <a:pt x="23781" y="13957"/>
                      <a:pt x="23802" y="13999"/>
                      <a:pt x="23823" y="13999"/>
                    </a:cubicBezTo>
                    <a:cubicBezTo>
                      <a:pt x="23838" y="14001"/>
                      <a:pt x="23852" y="14002"/>
                      <a:pt x="23867" y="14002"/>
                    </a:cubicBezTo>
                    <a:cubicBezTo>
                      <a:pt x="23990" y="14002"/>
                      <a:pt x="24078" y="13923"/>
                      <a:pt x="24116" y="13811"/>
                    </a:cubicBezTo>
                    <a:cubicBezTo>
                      <a:pt x="24137" y="13769"/>
                      <a:pt x="24137" y="13727"/>
                      <a:pt x="24116" y="13685"/>
                    </a:cubicBezTo>
                    <a:cubicBezTo>
                      <a:pt x="24116" y="13643"/>
                      <a:pt x="24095" y="13602"/>
                      <a:pt x="24032" y="13581"/>
                    </a:cubicBezTo>
                    <a:cubicBezTo>
                      <a:pt x="23676" y="13309"/>
                      <a:pt x="23341" y="13037"/>
                      <a:pt x="22965" y="12765"/>
                    </a:cubicBezTo>
                    <a:cubicBezTo>
                      <a:pt x="22923" y="12744"/>
                      <a:pt x="22860" y="12681"/>
                      <a:pt x="22818" y="12660"/>
                    </a:cubicBezTo>
                    <a:cubicBezTo>
                      <a:pt x="22525" y="12451"/>
                      <a:pt x="22212" y="12221"/>
                      <a:pt x="21919" y="12011"/>
                    </a:cubicBezTo>
                    <a:lnTo>
                      <a:pt x="21688" y="11844"/>
                    </a:lnTo>
                    <a:cubicBezTo>
                      <a:pt x="21333" y="11614"/>
                      <a:pt x="21019" y="11384"/>
                      <a:pt x="20684" y="11175"/>
                    </a:cubicBezTo>
                    <a:lnTo>
                      <a:pt x="20663" y="11133"/>
                    </a:lnTo>
                    <a:cubicBezTo>
                      <a:pt x="16876" y="8580"/>
                      <a:pt x="12859" y="6404"/>
                      <a:pt x="8841" y="4228"/>
                    </a:cubicBezTo>
                    <a:cubicBezTo>
                      <a:pt x="8841" y="4228"/>
                      <a:pt x="8820" y="4228"/>
                      <a:pt x="8820" y="4207"/>
                    </a:cubicBezTo>
                    <a:lnTo>
                      <a:pt x="8800" y="4207"/>
                    </a:lnTo>
                    <a:cubicBezTo>
                      <a:pt x="6226" y="2847"/>
                      <a:pt x="3673" y="1508"/>
                      <a:pt x="1121" y="85"/>
                    </a:cubicBezTo>
                    <a:cubicBezTo>
                      <a:pt x="1016" y="27"/>
                      <a:pt x="910" y="1"/>
                      <a:pt x="8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19914100" y="28430850"/>
                <a:ext cx="673250" cy="292175"/>
              </a:xfrm>
              <a:custGeom>
                <a:avLst/>
                <a:gdLst/>
                <a:ahLst/>
                <a:cxnLst/>
                <a:rect l="l" t="t" r="r" b="b"/>
                <a:pathLst>
                  <a:path w="26930" h="11687" extrusionOk="0">
                    <a:moveTo>
                      <a:pt x="1364" y="1"/>
                    </a:moveTo>
                    <a:cubicBezTo>
                      <a:pt x="1157" y="1"/>
                      <a:pt x="953" y="11"/>
                      <a:pt x="754" y="32"/>
                    </a:cubicBezTo>
                    <a:cubicBezTo>
                      <a:pt x="210" y="53"/>
                      <a:pt x="1" y="492"/>
                      <a:pt x="106" y="911"/>
                    </a:cubicBezTo>
                    <a:cubicBezTo>
                      <a:pt x="210" y="1141"/>
                      <a:pt x="357" y="1392"/>
                      <a:pt x="650" y="1476"/>
                    </a:cubicBezTo>
                    <a:cubicBezTo>
                      <a:pt x="3683" y="2522"/>
                      <a:pt x="6696" y="3610"/>
                      <a:pt x="9647" y="4782"/>
                    </a:cubicBezTo>
                    <a:lnTo>
                      <a:pt x="9626" y="4782"/>
                    </a:lnTo>
                    <a:cubicBezTo>
                      <a:pt x="11802" y="5640"/>
                      <a:pt x="13936" y="6581"/>
                      <a:pt x="16091" y="7606"/>
                    </a:cubicBezTo>
                    <a:cubicBezTo>
                      <a:pt x="16970" y="8025"/>
                      <a:pt x="17807" y="8464"/>
                      <a:pt x="18644" y="8925"/>
                    </a:cubicBezTo>
                    <a:cubicBezTo>
                      <a:pt x="21238" y="10222"/>
                      <a:pt x="23770" y="11394"/>
                      <a:pt x="26783" y="11686"/>
                    </a:cubicBezTo>
                    <a:cubicBezTo>
                      <a:pt x="26825" y="11686"/>
                      <a:pt x="26867" y="11686"/>
                      <a:pt x="26888" y="11666"/>
                    </a:cubicBezTo>
                    <a:cubicBezTo>
                      <a:pt x="26909" y="11645"/>
                      <a:pt x="26930" y="11582"/>
                      <a:pt x="26930" y="11498"/>
                    </a:cubicBezTo>
                    <a:cubicBezTo>
                      <a:pt x="26930" y="11414"/>
                      <a:pt x="26888" y="11373"/>
                      <a:pt x="26804" y="11352"/>
                    </a:cubicBezTo>
                    <a:lnTo>
                      <a:pt x="26783" y="11352"/>
                    </a:lnTo>
                    <a:cubicBezTo>
                      <a:pt x="26553" y="11268"/>
                      <a:pt x="26344" y="11184"/>
                      <a:pt x="26093" y="11080"/>
                    </a:cubicBezTo>
                    <a:cubicBezTo>
                      <a:pt x="26051" y="11059"/>
                      <a:pt x="25988" y="11038"/>
                      <a:pt x="25946" y="11038"/>
                    </a:cubicBezTo>
                    <a:cubicBezTo>
                      <a:pt x="25737" y="10954"/>
                      <a:pt x="25528" y="10850"/>
                      <a:pt x="25318" y="10745"/>
                    </a:cubicBezTo>
                    <a:cubicBezTo>
                      <a:pt x="25256" y="10724"/>
                      <a:pt x="25214" y="10682"/>
                      <a:pt x="25130" y="10661"/>
                    </a:cubicBezTo>
                    <a:cubicBezTo>
                      <a:pt x="24921" y="10557"/>
                      <a:pt x="24733" y="10452"/>
                      <a:pt x="24523" y="10347"/>
                    </a:cubicBezTo>
                    <a:lnTo>
                      <a:pt x="24377" y="10264"/>
                    </a:lnTo>
                    <a:cubicBezTo>
                      <a:pt x="24189" y="10159"/>
                      <a:pt x="24042" y="10054"/>
                      <a:pt x="23854" y="9950"/>
                    </a:cubicBezTo>
                    <a:cubicBezTo>
                      <a:pt x="23791" y="9929"/>
                      <a:pt x="23749" y="9908"/>
                      <a:pt x="23686" y="9845"/>
                    </a:cubicBezTo>
                    <a:cubicBezTo>
                      <a:pt x="23519" y="9762"/>
                      <a:pt x="23331" y="9615"/>
                      <a:pt x="23142" y="9510"/>
                    </a:cubicBezTo>
                    <a:cubicBezTo>
                      <a:pt x="23059" y="9469"/>
                      <a:pt x="23017" y="9427"/>
                      <a:pt x="22933" y="9385"/>
                    </a:cubicBezTo>
                    <a:cubicBezTo>
                      <a:pt x="22745" y="9280"/>
                      <a:pt x="22598" y="9155"/>
                      <a:pt x="22410" y="9029"/>
                    </a:cubicBezTo>
                    <a:cubicBezTo>
                      <a:pt x="22326" y="8966"/>
                      <a:pt x="22264" y="8925"/>
                      <a:pt x="22180" y="8841"/>
                    </a:cubicBezTo>
                    <a:cubicBezTo>
                      <a:pt x="22054" y="8757"/>
                      <a:pt x="21950" y="8673"/>
                      <a:pt x="21845" y="8569"/>
                    </a:cubicBezTo>
                    <a:cubicBezTo>
                      <a:pt x="21678" y="8443"/>
                      <a:pt x="21531" y="8339"/>
                      <a:pt x="21364" y="8213"/>
                    </a:cubicBezTo>
                    <a:cubicBezTo>
                      <a:pt x="21343" y="8192"/>
                      <a:pt x="21280" y="8150"/>
                      <a:pt x="21259" y="8129"/>
                    </a:cubicBezTo>
                    <a:cubicBezTo>
                      <a:pt x="18769" y="6246"/>
                      <a:pt x="16363" y="4112"/>
                      <a:pt x="13559" y="2773"/>
                    </a:cubicBezTo>
                    <a:cubicBezTo>
                      <a:pt x="10023" y="1078"/>
                      <a:pt x="6006" y="137"/>
                      <a:pt x="2051" y="32"/>
                    </a:cubicBezTo>
                    <a:lnTo>
                      <a:pt x="1989" y="32"/>
                    </a:lnTo>
                    <a:cubicBezTo>
                      <a:pt x="1779" y="11"/>
                      <a:pt x="1570" y="1"/>
                      <a:pt x="13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19600250" y="28499650"/>
                <a:ext cx="774200" cy="245875"/>
              </a:xfrm>
              <a:custGeom>
                <a:avLst/>
                <a:gdLst/>
                <a:ahLst/>
                <a:cxnLst/>
                <a:rect l="l" t="t" r="r" b="b"/>
                <a:pathLst>
                  <a:path w="30968" h="9835" extrusionOk="0">
                    <a:moveTo>
                      <a:pt x="6613" y="0"/>
                    </a:moveTo>
                    <a:cubicBezTo>
                      <a:pt x="4520" y="0"/>
                      <a:pt x="2532" y="63"/>
                      <a:pt x="733" y="251"/>
                    </a:cubicBezTo>
                    <a:cubicBezTo>
                      <a:pt x="252" y="272"/>
                      <a:pt x="1" y="753"/>
                      <a:pt x="105" y="1151"/>
                    </a:cubicBezTo>
                    <a:cubicBezTo>
                      <a:pt x="105" y="1318"/>
                      <a:pt x="252" y="1507"/>
                      <a:pt x="545" y="1590"/>
                    </a:cubicBezTo>
                    <a:cubicBezTo>
                      <a:pt x="5859" y="2678"/>
                      <a:pt x="11007" y="4080"/>
                      <a:pt x="16154" y="5712"/>
                    </a:cubicBezTo>
                    <a:cubicBezTo>
                      <a:pt x="16509" y="5817"/>
                      <a:pt x="16844" y="5963"/>
                      <a:pt x="17179" y="6068"/>
                    </a:cubicBezTo>
                    <a:lnTo>
                      <a:pt x="17158" y="6068"/>
                    </a:lnTo>
                    <a:cubicBezTo>
                      <a:pt x="18518" y="6528"/>
                      <a:pt x="19878" y="7051"/>
                      <a:pt x="21259" y="7574"/>
                    </a:cubicBezTo>
                    <a:cubicBezTo>
                      <a:pt x="21343" y="7595"/>
                      <a:pt x="21385" y="7637"/>
                      <a:pt x="21468" y="7658"/>
                    </a:cubicBezTo>
                    <a:cubicBezTo>
                      <a:pt x="21489" y="7658"/>
                      <a:pt x="21531" y="7679"/>
                      <a:pt x="21573" y="7679"/>
                    </a:cubicBezTo>
                    <a:cubicBezTo>
                      <a:pt x="24000" y="8579"/>
                      <a:pt x="26490" y="9416"/>
                      <a:pt x="29022" y="9730"/>
                    </a:cubicBezTo>
                    <a:lnTo>
                      <a:pt x="29064" y="9730"/>
                    </a:lnTo>
                    <a:cubicBezTo>
                      <a:pt x="29182" y="9747"/>
                      <a:pt x="29355" y="9777"/>
                      <a:pt x="29528" y="9777"/>
                    </a:cubicBezTo>
                    <a:cubicBezTo>
                      <a:pt x="29569" y="9777"/>
                      <a:pt x="29610" y="9775"/>
                      <a:pt x="29649" y="9771"/>
                    </a:cubicBezTo>
                    <a:cubicBezTo>
                      <a:pt x="29838" y="9792"/>
                      <a:pt x="30026" y="9792"/>
                      <a:pt x="30173" y="9834"/>
                    </a:cubicBezTo>
                    <a:lnTo>
                      <a:pt x="30319" y="9834"/>
                    </a:lnTo>
                    <a:cubicBezTo>
                      <a:pt x="30361" y="9834"/>
                      <a:pt x="30424" y="9834"/>
                      <a:pt x="30466" y="9792"/>
                    </a:cubicBezTo>
                    <a:cubicBezTo>
                      <a:pt x="30758" y="9730"/>
                      <a:pt x="30968" y="9374"/>
                      <a:pt x="30905" y="9060"/>
                    </a:cubicBezTo>
                    <a:cubicBezTo>
                      <a:pt x="30884" y="8997"/>
                      <a:pt x="30884" y="8914"/>
                      <a:pt x="30821" y="8851"/>
                    </a:cubicBezTo>
                    <a:cubicBezTo>
                      <a:pt x="30779" y="8788"/>
                      <a:pt x="30717" y="8725"/>
                      <a:pt x="30675" y="8642"/>
                    </a:cubicBezTo>
                    <a:cubicBezTo>
                      <a:pt x="30445" y="8328"/>
                      <a:pt x="30173" y="8056"/>
                      <a:pt x="29942" y="7763"/>
                    </a:cubicBezTo>
                    <a:cubicBezTo>
                      <a:pt x="29733" y="7428"/>
                      <a:pt x="29440" y="7135"/>
                      <a:pt x="29105" y="6905"/>
                    </a:cubicBezTo>
                    <a:cubicBezTo>
                      <a:pt x="23686" y="1716"/>
                      <a:pt x="14501" y="42"/>
                      <a:pt x="66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20149825" y="28752300"/>
                <a:ext cx="462625" cy="768775"/>
              </a:xfrm>
              <a:custGeom>
                <a:avLst/>
                <a:gdLst/>
                <a:ahLst/>
                <a:cxnLst/>
                <a:rect l="l" t="t" r="r" b="b"/>
                <a:pathLst>
                  <a:path w="18505" h="30751" extrusionOk="0">
                    <a:moveTo>
                      <a:pt x="13598" y="8453"/>
                    </a:moveTo>
                    <a:cubicBezTo>
                      <a:pt x="13593" y="8459"/>
                      <a:pt x="13588" y="8464"/>
                      <a:pt x="13588" y="8474"/>
                    </a:cubicBezTo>
                    <a:lnTo>
                      <a:pt x="13588" y="8474"/>
                    </a:lnTo>
                    <a:cubicBezTo>
                      <a:pt x="13591" y="8467"/>
                      <a:pt x="13595" y="8460"/>
                      <a:pt x="13598" y="8453"/>
                    </a:cubicBezTo>
                    <a:close/>
                    <a:moveTo>
                      <a:pt x="18233" y="0"/>
                    </a:moveTo>
                    <a:cubicBezTo>
                      <a:pt x="18170" y="0"/>
                      <a:pt x="18066" y="42"/>
                      <a:pt x="18003" y="84"/>
                    </a:cubicBezTo>
                    <a:cubicBezTo>
                      <a:pt x="17773" y="293"/>
                      <a:pt x="17563" y="481"/>
                      <a:pt x="17333" y="691"/>
                    </a:cubicBezTo>
                    <a:cubicBezTo>
                      <a:pt x="17255" y="769"/>
                      <a:pt x="17323" y="902"/>
                      <a:pt x="17418" y="902"/>
                    </a:cubicBezTo>
                    <a:cubicBezTo>
                      <a:pt x="17424" y="902"/>
                      <a:pt x="17431" y="901"/>
                      <a:pt x="17438" y="900"/>
                    </a:cubicBezTo>
                    <a:lnTo>
                      <a:pt x="17438" y="900"/>
                    </a:lnTo>
                    <a:cubicBezTo>
                      <a:pt x="17375" y="921"/>
                      <a:pt x="17354" y="942"/>
                      <a:pt x="17291" y="984"/>
                    </a:cubicBezTo>
                    <a:cubicBezTo>
                      <a:pt x="17291" y="984"/>
                      <a:pt x="17270" y="984"/>
                      <a:pt x="17270" y="1005"/>
                    </a:cubicBezTo>
                    <a:cubicBezTo>
                      <a:pt x="17229" y="1025"/>
                      <a:pt x="17187" y="1046"/>
                      <a:pt x="17145" y="1109"/>
                    </a:cubicBezTo>
                    <a:lnTo>
                      <a:pt x="17124" y="1130"/>
                    </a:lnTo>
                    <a:lnTo>
                      <a:pt x="16977" y="1256"/>
                    </a:lnTo>
                    <a:cubicBezTo>
                      <a:pt x="16957" y="1297"/>
                      <a:pt x="16936" y="1318"/>
                      <a:pt x="16915" y="1360"/>
                    </a:cubicBezTo>
                    <a:lnTo>
                      <a:pt x="16852" y="1423"/>
                    </a:lnTo>
                    <a:cubicBezTo>
                      <a:pt x="16203" y="2302"/>
                      <a:pt x="15471" y="4143"/>
                      <a:pt x="14927" y="5524"/>
                    </a:cubicBezTo>
                    <a:cubicBezTo>
                      <a:pt x="14760" y="5922"/>
                      <a:pt x="14613" y="6340"/>
                      <a:pt x="14446" y="6738"/>
                    </a:cubicBezTo>
                    <a:cubicBezTo>
                      <a:pt x="14446" y="6759"/>
                      <a:pt x="14425" y="6779"/>
                      <a:pt x="14425" y="6800"/>
                    </a:cubicBezTo>
                    <a:cubicBezTo>
                      <a:pt x="14425" y="6842"/>
                      <a:pt x="14404" y="6842"/>
                      <a:pt x="14404" y="6863"/>
                    </a:cubicBezTo>
                    <a:cubicBezTo>
                      <a:pt x="14341" y="6968"/>
                      <a:pt x="14320" y="7051"/>
                      <a:pt x="14299" y="7093"/>
                    </a:cubicBezTo>
                    <a:cubicBezTo>
                      <a:pt x="14236" y="7219"/>
                      <a:pt x="14153" y="7365"/>
                      <a:pt x="14111" y="7470"/>
                    </a:cubicBezTo>
                    <a:cubicBezTo>
                      <a:pt x="13930" y="7793"/>
                      <a:pt x="13787" y="8115"/>
                      <a:pt x="13608" y="8438"/>
                    </a:cubicBezTo>
                    <a:lnTo>
                      <a:pt x="13608" y="8438"/>
                    </a:lnTo>
                    <a:cubicBezTo>
                      <a:pt x="13609" y="8436"/>
                      <a:pt x="13609" y="8434"/>
                      <a:pt x="13609" y="8432"/>
                    </a:cubicBezTo>
                    <a:lnTo>
                      <a:pt x="13609" y="8432"/>
                    </a:lnTo>
                    <a:cubicBezTo>
                      <a:pt x="13605" y="8439"/>
                      <a:pt x="13602" y="8446"/>
                      <a:pt x="13598" y="8453"/>
                    </a:cubicBezTo>
                    <a:lnTo>
                      <a:pt x="13598" y="8453"/>
                    </a:lnTo>
                    <a:cubicBezTo>
                      <a:pt x="13599" y="8452"/>
                      <a:pt x="13600" y="8451"/>
                      <a:pt x="13601" y="8450"/>
                    </a:cubicBezTo>
                    <a:lnTo>
                      <a:pt x="13601" y="8450"/>
                    </a:lnTo>
                    <a:cubicBezTo>
                      <a:pt x="13597" y="8458"/>
                      <a:pt x="13592" y="8466"/>
                      <a:pt x="13588" y="8474"/>
                    </a:cubicBezTo>
                    <a:cubicBezTo>
                      <a:pt x="13588" y="8474"/>
                      <a:pt x="13588" y="8474"/>
                      <a:pt x="13588" y="8474"/>
                    </a:cubicBezTo>
                    <a:lnTo>
                      <a:pt x="13588" y="8474"/>
                    </a:lnTo>
                    <a:cubicBezTo>
                      <a:pt x="12527" y="10595"/>
                      <a:pt x="11404" y="12735"/>
                      <a:pt x="10261" y="14814"/>
                    </a:cubicBezTo>
                    <a:cubicBezTo>
                      <a:pt x="8294" y="18308"/>
                      <a:pt x="6181" y="21635"/>
                      <a:pt x="3900" y="24878"/>
                    </a:cubicBezTo>
                    <a:cubicBezTo>
                      <a:pt x="2729" y="26552"/>
                      <a:pt x="1536" y="28226"/>
                      <a:pt x="301" y="29879"/>
                    </a:cubicBezTo>
                    <a:cubicBezTo>
                      <a:pt x="1" y="30291"/>
                      <a:pt x="299" y="30750"/>
                      <a:pt x="688" y="30750"/>
                    </a:cubicBezTo>
                    <a:cubicBezTo>
                      <a:pt x="813" y="30750"/>
                      <a:pt x="948" y="30703"/>
                      <a:pt x="1076" y="30591"/>
                    </a:cubicBezTo>
                    <a:cubicBezTo>
                      <a:pt x="2540" y="29251"/>
                      <a:pt x="4047" y="27787"/>
                      <a:pt x="5532" y="26155"/>
                    </a:cubicBezTo>
                    <a:lnTo>
                      <a:pt x="5532" y="26134"/>
                    </a:lnTo>
                    <a:lnTo>
                      <a:pt x="5616" y="26050"/>
                    </a:lnTo>
                    <a:cubicBezTo>
                      <a:pt x="11726" y="19355"/>
                      <a:pt x="17375" y="10546"/>
                      <a:pt x="18379" y="1988"/>
                    </a:cubicBezTo>
                    <a:lnTo>
                      <a:pt x="18379" y="1883"/>
                    </a:lnTo>
                    <a:cubicBezTo>
                      <a:pt x="18421" y="1360"/>
                      <a:pt x="18484" y="816"/>
                      <a:pt x="18505" y="293"/>
                    </a:cubicBezTo>
                    <a:lnTo>
                      <a:pt x="18505" y="189"/>
                    </a:lnTo>
                    <a:cubicBezTo>
                      <a:pt x="18484" y="84"/>
                      <a:pt x="18379" y="0"/>
                      <a:pt x="18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9279125" y="28273675"/>
                <a:ext cx="2565725" cy="1180375"/>
              </a:xfrm>
              <a:custGeom>
                <a:avLst/>
                <a:gdLst/>
                <a:ahLst/>
                <a:cxnLst/>
                <a:rect l="l" t="t" r="r" b="b"/>
                <a:pathLst>
                  <a:path w="102629" h="47215" extrusionOk="0">
                    <a:moveTo>
                      <a:pt x="72729" y="5754"/>
                    </a:moveTo>
                    <a:lnTo>
                      <a:pt x="72729" y="5754"/>
                    </a:lnTo>
                    <a:cubicBezTo>
                      <a:pt x="73231" y="6277"/>
                      <a:pt x="73733" y="6800"/>
                      <a:pt x="74194" y="7365"/>
                    </a:cubicBezTo>
                    <a:cubicBezTo>
                      <a:pt x="74232" y="7403"/>
                      <a:pt x="74269" y="7419"/>
                      <a:pt x="74305" y="7419"/>
                    </a:cubicBezTo>
                    <a:cubicBezTo>
                      <a:pt x="74369" y="7419"/>
                      <a:pt x="74426" y="7369"/>
                      <a:pt x="74466" y="7302"/>
                    </a:cubicBezTo>
                    <a:cubicBezTo>
                      <a:pt x="76328" y="9144"/>
                      <a:pt x="77918" y="11173"/>
                      <a:pt x="79257" y="13391"/>
                    </a:cubicBezTo>
                    <a:lnTo>
                      <a:pt x="79257" y="13433"/>
                    </a:lnTo>
                    <a:cubicBezTo>
                      <a:pt x="80659" y="15777"/>
                      <a:pt x="81789" y="18371"/>
                      <a:pt x="82626" y="21196"/>
                    </a:cubicBezTo>
                    <a:cubicBezTo>
                      <a:pt x="82103" y="21070"/>
                      <a:pt x="81559" y="20966"/>
                      <a:pt x="81036" y="20819"/>
                    </a:cubicBezTo>
                    <a:lnTo>
                      <a:pt x="81036" y="20777"/>
                    </a:lnTo>
                    <a:cubicBezTo>
                      <a:pt x="80994" y="20756"/>
                      <a:pt x="80931" y="20694"/>
                      <a:pt x="80868" y="20694"/>
                    </a:cubicBezTo>
                    <a:cubicBezTo>
                      <a:pt x="80847" y="20694"/>
                      <a:pt x="80847" y="20694"/>
                      <a:pt x="80827" y="20714"/>
                    </a:cubicBezTo>
                    <a:cubicBezTo>
                      <a:pt x="80785" y="20756"/>
                      <a:pt x="80743" y="20777"/>
                      <a:pt x="80722" y="20798"/>
                    </a:cubicBezTo>
                    <a:cubicBezTo>
                      <a:pt x="79885" y="20610"/>
                      <a:pt x="79006" y="20463"/>
                      <a:pt x="78169" y="20275"/>
                    </a:cubicBezTo>
                    <a:lnTo>
                      <a:pt x="78169" y="20254"/>
                    </a:lnTo>
                    <a:cubicBezTo>
                      <a:pt x="78169" y="20254"/>
                      <a:pt x="78169" y="20233"/>
                      <a:pt x="78211" y="20233"/>
                    </a:cubicBezTo>
                    <a:cubicBezTo>
                      <a:pt x="78839" y="14416"/>
                      <a:pt x="76579" y="9834"/>
                      <a:pt x="73043" y="6152"/>
                    </a:cubicBezTo>
                    <a:lnTo>
                      <a:pt x="72729" y="5754"/>
                    </a:lnTo>
                    <a:close/>
                    <a:moveTo>
                      <a:pt x="72311" y="19857"/>
                    </a:moveTo>
                    <a:cubicBezTo>
                      <a:pt x="73985" y="20066"/>
                      <a:pt x="75637" y="20338"/>
                      <a:pt x="77311" y="20610"/>
                    </a:cubicBezTo>
                    <a:cubicBezTo>
                      <a:pt x="76935" y="21091"/>
                      <a:pt x="76579" y="21531"/>
                      <a:pt x="76223" y="22012"/>
                    </a:cubicBezTo>
                    <a:cubicBezTo>
                      <a:pt x="74884" y="23644"/>
                      <a:pt x="73524" y="25297"/>
                      <a:pt x="72164" y="26929"/>
                    </a:cubicBezTo>
                    <a:lnTo>
                      <a:pt x="72164" y="26950"/>
                    </a:lnTo>
                    <a:cubicBezTo>
                      <a:pt x="71516" y="27703"/>
                      <a:pt x="70867" y="28456"/>
                      <a:pt x="70218" y="29230"/>
                    </a:cubicBezTo>
                    <a:cubicBezTo>
                      <a:pt x="69465" y="30109"/>
                      <a:pt x="68712" y="30967"/>
                      <a:pt x="67917" y="31867"/>
                    </a:cubicBezTo>
                    <a:lnTo>
                      <a:pt x="67896" y="31888"/>
                    </a:lnTo>
                    <a:cubicBezTo>
                      <a:pt x="66640" y="33331"/>
                      <a:pt x="65364" y="34733"/>
                      <a:pt x="64067" y="36156"/>
                    </a:cubicBezTo>
                    <a:cubicBezTo>
                      <a:pt x="65615" y="34210"/>
                      <a:pt x="67080" y="32181"/>
                      <a:pt x="68335" y="30067"/>
                    </a:cubicBezTo>
                    <a:cubicBezTo>
                      <a:pt x="68440" y="29879"/>
                      <a:pt x="68586" y="29670"/>
                      <a:pt x="68691" y="29481"/>
                    </a:cubicBezTo>
                    <a:cubicBezTo>
                      <a:pt x="68754" y="29356"/>
                      <a:pt x="68816" y="29251"/>
                      <a:pt x="68900" y="29126"/>
                    </a:cubicBezTo>
                    <a:cubicBezTo>
                      <a:pt x="69047" y="28854"/>
                      <a:pt x="69172" y="28603"/>
                      <a:pt x="69319" y="28331"/>
                    </a:cubicBezTo>
                    <a:lnTo>
                      <a:pt x="69465" y="28017"/>
                    </a:lnTo>
                    <a:lnTo>
                      <a:pt x="69779" y="27389"/>
                    </a:lnTo>
                    <a:cubicBezTo>
                      <a:pt x="69821" y="27285"/>
                      <a:pt x="69883" y="27201"/>
                      <a:pt x="69904" y="27096"/>
                    </a:cubicBezTo>
                    <a:cubicBezTo>
                      <a:pt x="70051" y="26824"/>
                      <a:pt x="70176" y="26552"/>
                      <a:pt x="70302" y="26259"/>
                    </a:cubicBezTo>
                    <a:cubicBezTo>
                      <a:pt x="70344" y="26155"/>
                      <a:pt x="70386" y="26092"/>
                      <a:pt x="70428" y="25987"/>
                    </a:cubicBezTo>
                    <a:cubicBezTo>
                      <a:pt x="70574" y="25715"/>
                      <a:pt x="70679" y="25422"/>
                      <a:pt x="70783" y="25171"/>
                    </a:cubicBezTo>
                    <a:cubicBezTo>
                      <a:pt x="70804" y="25108"/>
                      <a:pt x="70804" y="25088"/>
                      <a:pt x="70825" y="25046"/>
                    </a:cubicBezTo>
                    <a:cubicBezTo>
                      <a:pt x="70930" y="24753"/>
                      <a:pt x="71055" y="24460"/>
                      <a:pt x="71160" y="24167"/>
                    </a:cubicBezTo>
                    <a:cubicBezTo>
                      <a:pt x="71202" y="24104"/>
                      <a:pt x="71223" y="24041"/>
                      <a:pt x="71244" y="23958"/>
                    </a:cubicBezTo>
                    <a:cubicBezTo>
                      <a:pt x="71348" y="23644"/>
                      <a:pt x="71453" y="23330"/>
                      <a:pt x="71557" y="23058"/>
                    </a:cubicBezTo>
                    <a:cubicBezTo>
                      <a:pt x="71557" y="22995"/>
                      <a:pt x="71578" y="22974"/>
                      <a:pt x="71578" y="22911"/>
                    </a:cubicBezTo>
                    <a:cubicBezTo>
                      <a:pt x="71683" y="22598"/>
                      <a:pt x="71767" y="22326"/>
                      <a:pt x="71850" y="22012"/>
                    </a:cubicBezTo>
                    <a:cubicBezTo>
                      <a:pt x="71850" y="21970"/>
                      <a:pt x="71871" y="21949"/>
                      <a:pt x="71871" y="21928"/>
                    </a:cubicBezTo>
                    <a:cubicBezTo>
                      <a:pt x="71955" y="21593"/>
                      <a:pt x="72039" y="21279"/>
                      <a:pt x="72101" y="20924"/>
                    </a:cubicBezTo>
                    <a:cubicBezTo>
                      <a:pt x="72101" y="20903"/>
                      <a:pt x="72143" y="20882"/>
                      <a:pt x="72143" y="20819"/>
                    </a:cubicBezTo>
                    <a:cubicBezTo>
                      <a:pt x="72206" y="20505"/>
                      <a:pt x="72269" y="20170"/>
                      <a:pt x="72311" y="19857"/>
                    </a:cubicBezTo>
                    <a:close/>
                    <a:moveTo>
                      <a:pt x="64761" y="0"/>
                    </a:moveTo>
                    <a:cubicBezTo>
                      <a:pt x="64113" y="0"/>
                      <a:pt x="63614" y="912"/>
                      <a:pt x="64213" y="1423"/>
                    </a:cubicBezTo>
                    <a:cubicBezTo>
                      <a:pt x="65238" y="2281"/>
                      <a:pt x="66180" y="3243"/>
                      <a:pt x="67059" y="4269"/>
                    </a:cubicBezTo>
                    <a:lnTo>
                      <a:pt x="67080" y="4269"/>
                    </a:lnTo>
                    <a:lnTo>
                      <a:pt x="67122" y="4289"/>
                    </a:lnTo>
                    <a:cubicBezTo>
                      <a:pt x="67122" y="4331"/>
                      <a:pt x="67143" y="4331"/>
                      <a:pt x="67143" y="4331"/>
                    </a:cubicBezTo>
                    <a:lnTo>
                      <a:pt x="67143" y="4352"/>
                    </a:lnTo>
                    <a:lnTo>
                      <a:pt x="67163" y="4373"/>
                    </a:lnTo>
                    <a:cubicBezTo>
                      <a:pt x="69904" y="7574"/>
                      <a:pt x="72143" y="11299"/>
                      <a:pt x="74382" y="14940"/>
                    </a:cubicBezTo>
                    <a:cubicBezTo>
                      <a:pt x="75031" y="16007"/>
                      <a:pt x="75700" y="17053"/>
                      <a:pt x="76349" y="18078"/>
                    </a:cubicBezTo>
                    <a:cubicBezTo>
                      <a:pt x="76433" y="18183"/>
                      <a:pt x="76474" y="18287"/>
                      <a:pt x="76558" y="18392"/>
                    </a:cubicBezTo>
                    <a:cubicBezTo>
                      <a:pt x="76746" y="18664"/>
                      <a:pt x="76893" y="18915"/>
                      <a:pt x="77081" y="19187"/>
                    </a:cubicBezTo>
                    <a:cubicBezTo>
                      <a:pt x="77102" y="19229"/>
                      <a:pt x="77165" y="19292"/>
                      <a:pt x="77186" y="19334"/>
                    </a:cubicBezTo>
                    <a:cubicBezTo>
                      <a:pt x="77374" y="19606"/>
                      <a:pt x="77542" y="19878"/>
                      <a:pt x="77730" y="20150"/>
                    </a:cubicBezTo>
                    <a:cubicBezTo>
                      <a:pt x="77709" y="20150"/>
                      <a:pt x="77688" y="20170"/>
                      <a:pt x="77625" y="20191"/>
                    </a:cubicBezTo>
                    <a:cubicBezTo>
                      <a:pt x="75575" y="19815"/>
                      <a:pt x="73524" y="19501"/>
                      <a:pt x="71453" y="19229"/>
                    </a:cubicBezTo>
                    <a:cubicBezTo>
                      <a:pt x="72039" y="13956"/>
                      <a:pt x="68963" y="9248"/>
                      <a:pt x="64862" y="5796"/>
                    </a:cubicBezTo>
                    <a:lnTo>
                      <a:pt x="64841" y="5754"/>
                    </a:lnTo>
                    <a:lnTo>
                      <a:pt x="64820" y="5754"/>
                    </a:lnTo>
                    <a:cubicBezTo>
                      <a:pt x="62016" y="3411"/>
                      <a:pt x="58710" y="1611"/>
                      <a:pt x="55739" y="565"/>
                    </a:cubicBezTo>
                    <a:cubicBezTo>
                      <a:pt x="55650" y="534"/>
                      <a:pt x="55563" y="520"/>
                      <a:pt x="55478" y="520"/>
                    </a:cubicBezTo>
                    <a:cubicBezTo>
                      <a:pt x="54985" y="520"/>
                      <a:pt x="54588" y="997"/>
                      <a:pt x="54588" y="1444"/>
                    </a:cubicBezTo>
                    <a:cubicBezTo>
                      <a:pt x="54588" y="1674"/>
                      <a:pt x="54693" y="1946"/>
                      <a:pt x="54986" y="2072"/>
                    </a:cubicBezTo>
                    <a:cubicBezTo>
                      <a:pt x="55509" y="2364"/>
                      <a:pt x="55990" y="2678"/>
                      <a:pt x="56492" y="2992"/>
                    </a:cubicBezTo>
                    <a:cubicBezTo>
                      <a:pt x="56513" y="2992"/>
                      <a:pt x="56513" y="3013"/>
                      <a:pt x="56555" y="3034"/>
                    </a:cubicBezTo>
                    <a:cubicBezTo>
                      <a:pt x="57811" y="4038"/>
                      <a:pt x="59087" y="4980"/>
                      <a:pt x="60342" y="5942"/>
                    </a:cubicBezTo>
                    <a:lnTo>
                      <a:pt x="60363" y="5942"/>
                    </a:lnTo>
                    <a:cubicBezTo>
                      <a:pt x="61849" y="7261"/>
                      <a:pt x="63272" y="8683"/>
                      <a:pt x="64611" y="10211"/>
                    </a:cubicBezTo>
                    <a:cubicBezTo>
                      <a:pt x="66619" y="12450"/>
                      <a:pt x="68021" y="15128"/>
                      <a:pt x="69758" y="17576"/>
                    </a:cubicBezTo>
                    <a:cubicBezTo>
                      <a:pt x="69779" y="17618"/>
                      <a:pt x="69800" y="17639"/>
                      <a:pt x="69800" y="17681"/>
                    </a:cubicBezTo>
                    <a:cubicBezTo>
                      <a:pt x="69883" y="17827"/>
                      <a:pt x="69988" y="17932"/>
                      <a:pt x="70072" y="18057"/>
                    </a:cubicBezTo>
                    <a:cubicBezTo>
                      <a:pt x="70114" y="18141"/>
                      <a:pt x="70176" y="18183"/>
                      <a:pt x="70218" y="18266"/>
                    </a:cubicBezTo>
                    <a:cubicBezTo>
                      <a:pt x="70302" y="18371"/>
                      <a:pt x="70344" y="18455"/>
                      <a:pt x="70428" y="18559"/>
                    </a:cubicBezTo>
                    <a:cubicBezTo>
                      <a:pt x="70511" y="18664"/>
                      <a:pt x="70595" y="18769"/>
                      <a:pt x="70700" y="18873"/>
                    </a:cubicBezTo>
                    <a:cubicBezTo>
                      <a:pt x="70741" y="18915"/>
                      <a:pt x="70804" y="18999"/>
                      <a:pt x="70846" y="19041"/>
                    </a:cubicBezTo>
                    <a:cubicBezTo>
                      <a:pt x="70909" y="19103"/>
                      <a:pt x="70930" y="19145"/>
                      <a:pt x="70992" y="19208"/>
                    </a:cubicBezTo>
                    <a:cubicBezTo>
                      <a:pt x="69570" y="19020"/>
                      <a:pt x="68147" y="18894"/>
                      <a:pt x="66745" y="18769"/>
                    </a:cubicBezTo>
                    <a:lnTo>
                      <a:pt x="66766" y="18769"/>
                    </a:lnTo>
                    <a:cubicBezTo>
                      <a:pt x="66763" y="18768"/>
                      <a:pt x="66761" y="18768"/>
                      <a:pt x="66758" y="18768"/>
                    </a:cubicBezTo>
                    <a:lnTo>
                      <a:pt x="66758" y="18768"/>
                    </a:lnTo>
                    <a:cubicBezTo>
                      <a:pt x="66814" y="18763"/>
                      <a:pt x="66854" y="18725"/>
                      <a:pt x="66912" y="18706"/>
                    </a:cubicBezTo>
                    <a:lnTo>
                      <a:pt x="66933" y="18685"/>
                    </a:lnTo>
                    <a:cubicBezTo>
                      <a:pt x="66975" y="18601"/>
                      <a:pt x="67017" y="18497"/>
                      <a:pt x="66954" y="18413"/>
                    </a:cubicBezTo>
                    <a:cubicBezTo>
                      <a:pt x="63837" y="14228"/>
                      <a:pt x="59673" y="10608"/>
                      <a:pt x="55216" y="7512"/>
                    </a:cubicBezTo>
                    <a:cubicBezTo>
                      <a:pt x="55174" y="7491"/>
                      <a:pt x="55153" y="7491"/>
                      <a:pt x="55132" y="7470"/>
                    </a:cubicBezTo>
                    <a:cubicBezTo>
                      <a:pt x="54233" y="6842"/>
                      <a:pt x="53333" y="6256"/>
                      <a:pt x="52412" y="5691"/>
                    </a:cubicBezTo>
                    <a:cubicBezTo>
                      <a:pt x="52391" y="5691"/>
                      <a:pt x="52391" y="5649"/>
                      <a:pt x="52350" y="5629"/>
                    </a:cubicBezTo>
                    <a:cubicBezTo>
                      <a:pt x="51701" y="5210"/>
                      <a:pt x="51052" y="4813"/>
                      <a:pt x="50404" y="4436"/>
                    </a:cubicBezTo>
                    <a:cubicBezTo>
                      <a:pt x="49211" y="3745"/>
                      <a:pt x="48039" y="3076"/>
                      <a:pt x="46888" y="2469"/>
                    </a:cubicBezTo>
                    <a:cubicBezTo>
                      <a:pt x="46771" y="2407"/>
                      <a:pt x="46661" y="2379"/>
                      <a:pt x="46560" y="2379"/>
                    </a:cubicBezTo>
                    <a:cubicBezTo>
                      <a:pt x="46119" y="2379"/>
                      <a:pt x="45860" y="2901"/>
                      <a:pt x="46031" y="3327"/>
                    </a:cubicBezTo>
                    <a:lnTo>
                      <a:pt x="46051" y="3348"/>
                    </a:lnTo>
                    <a:cubicBezTo>
                      <a:pt x="46072" y="3432"/>
                      <a:pt x="46114" y="3515"/>
                      <a:pt x="46177" y="3599"/>
                    </a:cubicBezTo>
                    <a:cubicBezTo>
                      <a:pt x="50445" y="8118"/>
                      <a:pt x="55551" y="12722"/>
                      <a:pt x="61137" y="16007"/>
                    </a:cubicBezTo>
                    <a:cubicBezTo>
                      <a:pt x="61179" y="16049"/>
                      <a:pt x="61200" y="16049"/>
                      <a:pt x="61221" y="16069"/>
                    </a:cubicBezTo>
                    <a:cubicBezTo>
                      <a:pt x="61514" y="16258"/>
                      <a:pt x="61807" y="16404"/>
                      <a:pt x="62121" y="16572"/>
                    </a:cubicBezTo>
                    <a:cubicBezTo>
                      <a:pt x="62184" y="16613"/>
                      <a:pt x="62267" y="16634"/>
                      <a:pt x="62351" y="16697"/>
                    </a:cubicBezTo>
                    <a:cubicBezTo>
                      <a:pt x="62644" y="16844"/>
                      <a:pt x="62916" y="17011"/>
                      <a:pt x="63230" y="17157"/>
                    </a:cubicBezTo>
                    <a:cubicBezTo>
                      <a:pt x="63376" y="17220"/>
                      <a:pt x="63481" y="17304"/>
                      <a:pt x="63606" y="17346"/>
                    </a:cubicBezTo>
                    <a:cubicBezTo>
                      <a:pt x="63816" y="17450"/>
                      <a:pt x="64004" y="17555"/>
                      <a:pt x="64213" y="17639"/>
                    </a:cubicBezTo>
                    <a:cubicBezTo>
                      <a:pt x="64360" y="17722"/>
                      <a:pt x="64548" y="17785"/>
                      <a:pt x="64715" y="17869"/>
                    </a:cubicBezTo>
                    <a:cubicBezTo>
                      <a:pt x="64946" y="17973"/>
                      <a:pt x="65155" y="18078"/>
                      <a:pt x="65385" y="18183"/>
                    </a:cubicBezTo>
                    <a:cubicBezTo>
                      <a:pt x="65531" y="18266"/>
                      <a:pt x="65699" y="18308"/>
                      <a:pt x="65866" y="18392"/>
                    </a:cubicBezTo>
                    <a:lnTo>
                      <a:pt x="66410" y="18622"/>
                    </a:lnTo>
                    <a:cubicBezTo>
                      <a:pt x="66512" y="18683"/>
                      <a:pt x="66615" y="18705"/>
                      <a:pt x="66717" y="18764"/>
                    </a:cubicBezTo>
                    <a:lnTo>
                      <a:pt x="66717" y="18764"/>
                    </a:lnTo>
                    <a:cubicBezTo>
                      <a:pt x="63282" y="18461"/>
                      <a:pt x="59832" y="18310"/>
                      <a:pt x="56381" y="18310"/>
                    </a:cubicBezTo>
                    <a:cubicBezTo>
                      <a:pt x="45847" y="18310"/>
                      <a:pt x="35302" y="19722"/>
                      <a:pt x="25149" y="22556"/>
                    </a:cubicBezTo>
                    <a:cubicBezTo>
                      <a:pt x="25756" y="22221"/>
                      <a:pt x="26341" y="21865"/>
                      <a:pt x="26906" y="21510"/>
                    </a:cubicBezTo>
                    <a:cubicBezTo>
                      <a:pt x="26927" y="21489"/>
                      <a:pt x="26969" y="21447"/>
                      <a:pt x="26969" y="21426"/>
                    </a:cubicBezTo>
                    <a:lnTo>
                      <a:pt x="26969" y="21321"/>
                    </a:lnTo>
                    <a:cubicBezTo>
                      <a:pt x="26969" y="21300"/>
                      <a:pt x="26969" y="21300"/>
                      <a:pt x="26927" y="21279"/>
                    </a:cubicBezTo>
                    <a:cubicBezTo>
                      <a:pt x="27409" y="21196"/>
                      <a:pt x="27848" y="21112"/>
                      <a:pt x="28287" y="21007"/>
                    </a:cubicBezTo>
                    <a:cubicBezTo>
                      <a:pt x="28664" y="20924"/>
                      <a:pt x="28999" y="20861"/>
                      <a:pt x="29375" y="20756"/>
                    </a:cubicBezTo>
                    <a:cubicBezTo>
                      <a:pt x="29396" y="20756"/>
                      <a:pt x="29396" y="20714"/>
                      <a:pt x="29417" y="20714"/>
                    </a:cubicBezTo>
                    <a:cubicBezTo>
                      <a:pt x="29543" y="20673"/>
                      <a:pt x="29543" y="20547"/>
                      <a:pt x="29501" y="20442"/>
                    </a:cubicBezTo>
                    <a:cubicBezTo>
                      <a:pt x="29480" y="20380"/>
                      <a:pt x="29417" y="20338"/>
                      <a:pt x="29375" y="20296"/>
                    </a:cubicBezTo>
                    <a:cubicBezTo>
                      <a:pt x="27701" y="19710"/>
                      <a:pt x="25881" y="19354"/>
                      <a:pt x="23998" y="19208"/>
                    </a:cubicBezTo>
                    <a:lnTo>
                      <a:pt x="23935" y="19208"/>
                    </a:lnTo>
                    <a:cubicBezTo>
                      <a:pt x="23580" y="19187"/>
                      <a:pt x="23224" y="19145"/>
                      <a:pt x="22889" y="19124"/>
                    </a:cubicBezTo>
                    <a:lnTo>
                      <a:pt x="22722" y="19124"/>
                    </a:lnTo>
                    <a:cubicBezTo>
                      <a:pt x="22408" y="19124"/>
                      <a:pt x="22073" y="19103"/>
                      <a:pt x="21759" y="19103"/>
                    </a:cubicBezTo>
                    <a:lnTo>
                      <a:pt x="20295" y="19103"/>
                    </a:lnTo>
                    <a:cubicBezTo>
                      <a:pt x="20002" y="19103"/>
                      <a:pt x="19751" y="19124"/>
                      <a:pt x="19458" y="19124"/>
                    </a:cubicBezTo>
                    <a:cubicBezTo>
                      <a:pt x="19332" y="19124"/>
                      <a:pt x="19186" y="19145"/>
                      <a:pt x="19060" y="19145"/>
                    </a:cubicBezTo>
                    <a:cubicBezTo>
                      <a:pt x="18830" y="19187"/>
                      <a:pt x="18558" y="19187"/>
                      <a:pt x="18328" y="19208"/>
                    </a:cubicBezTo>
                    <a:cubicBezTo>
                      <a:pt x="18181" y="19229"/>
                      <a:pt x="18014" y="19229"/>
                      <a:pt x="17867" y="19250"/>
                    </a:cubicBezTo>
                    <a:cubicBezTo>
                      <a:pt x="17658" y="19292"/>
                      <a:pt x="17407" y="19313"/>
                      <a:pt x="17198" y="19334"/>
                    </a:cubicBezTo>
                    <a:cubicBezTo>
                      <a:pt x="17030" y="19354"/>
                      <a:pt x="16842" y="19396"/>
                      <a:pt x="16654" y="19396"/>
                    </a:cubicBezTo>
                    <a:cubicBezTo>
                      <a:pt x="16466" y="19417"/>
                      <a:pt x="16256" y="19438"/>
                      <a:pt x="16089" y="19459"/>
                    </a:cubicBezTo>
                    <a:cubicBezTo>
                      <a:pt x="15880" y="19501"/>
                      <a:pt x="15670" y="19522"/>
                      <a:pt x="15482" y="19543"/>
                    </a:cubicBezTo>
                    <a:cubicBezTo>
                      <a:pt x="15294" y="19564"/>
                      <a:pt x="15147" y="19606"/>
                      <a:pt x="14959" y="19626"/>
                    </a:cubicBezTo>
                    <a:cubicBezTo>
                      <a:pt x="14750" y="19647"/>
                      <a:pt x="14520" y="19710"/>
                      <a:pt x="14310" y="19731"/>
                    </a:cubicBezTo>
                    <a:cubicBezTo>
                      <a:pt x="14143" y="19752"/>
                      <a:pt x="13955" y="19773"/>
                      <a:pt x="13808" y="19836"/>
                    </a:cubicBezTo>
                    <a:cubicBezTo>
                      <a:pt x="13599" y="19878"/>
                      <a:pt x="13390" y="19919"/>
                      <a:pt x="13181" y="19961"/>
                    </a:cubicBezTo>
                    <a:cubicBezTo>
                      <a:pt x="12971" y="20024"/>
                      <a:pt x="12741" y="20045"/>
                      <a:pt x="12532" y="20087"/>
                    </a:cubicBezTo>
                    <a:cubicBezTo>
                      <a:pt x="12364" y="20129"/>
                      <a:pt x="12218" y="20170"/>
                      <a:pt x="12051" y="20191"/>
                    </a:cubicBezTo>
                    <a:cubicBezTo>
                      <a:pt x="12030" y="20191"/>
                      <a:pt x="12009" y="20191"/>
                      <a:pt x="11967" y="20233"/>
                    </a:cubicBezTo>
                    <a:cubicBezTo>
                      <a:pt x="11611" y="20296"/>
                      <a:pt x="11276" y="20380"/>
                      <a:pt x="10900" y="20484"/>
                    </a:cubicBezTo>
                    <a:cubicBezTo>
                      <a:pt x="10889" y="20474"/>
                      <a:pt x="10863" y="20469"/>
                      <a:pt x="10829" y="20469"/>
                    </a:cubicBezTo>
                    <a:cubicBezTo>
                      <a:pt x="10795" y="20469"/>
                      <a:pt x="10753" y="20474"/>
                      <a:pt x="10712" y="20484"/>
                    </a:cubicBezTo>
                    <a:cubicBezTo>
                      <a:pt x="10544" y="20568"/>
                      <a:pt x="10293" y="20610"/>
                      <a:pt x="10126" y="20694"/>
                    </a:cubicBezTo>
                    <a:cubicBezTo>
                      <a:pt x="7092" y="21489"/>
                      <a:pt x="4204" y="22493"/>
                      <a:pt x="1756" y="23581"/>
                    </a:cubicBezTo>
                    <a:cubicBezTo>
                      <a:pt x="1401" y="23719"/>
                      <a:pt x="1381" y="24341"/>
                      <a:pt x="1801" y="24341"/>
                    </a:cubicBezTo>
                    <a:cubicBezTo>
                      <a:pt x="1826" y="24341"/>
                      <a:pt x="1853" y="24339"/>
                      <a:pt x="1882" y="24334"/>
                    </a:cubicBezTo>
                    <a:cubicBezTo>
                      <a:pt x="2279" y="24272"/>
                      <a:pt x="2656" y="24209"/>
                      <a:pt x="3053" y="24146"/>
                    </a:cubicBezTo>
                    <a:lnTo>
                      <a:pt x="3074" y="24146"/>
                    </a:lnTo>
                    <a:cubicBezTo>
                      <a:pt x="7510" y="23476"/>
                      <a:pt x="11925" y="22786"/>
                      <a:pt x="16340" y="22221"/>
                    </a:cubicBezTo>
                    <a:cubicBezTo>
                      <a:pt x="16926" y="22137"/>
                      <a:pt x="17470" y="22075"/>
                      <a:pt x="18077" y="22033"/>
                    </a:cubicBezTo>
                    <a:lnTo>
                      <a:pt x="18244" y="22033"/>
                    </a:lnTo>
                    <a:cubicBezTo>
                      <a:pt x="19960" y="21907"/>
                      <a:pt x="21696" y="21823"/>
                      <a:pt x="23412" y="21698"/>
                    </a:cubicBezTo>
                    <a:lnTo>
                      <a:pt x="23433" y="21698"/>
                    </a:lnTo>
                    <a:cubicBezTo>
                      <a:pt x="22994" y="21761"/>
                      <a:pt x="22575" y="21844"/>
                      <a:pt x="22115" y="21928"/>
                    </a:cubicBezTo>
                    <a:cubicBezTo>
                      <a:pt x="21906" y="21949"/>
                      <a:pt x="21696" y="22012"/>
                      <a:pt x="21487" y="22054"/>
                    </a:cubicBezTo>
                    <a:cubicBezTo>
                      <a:pt x="21278" y="22116"/>
                      <a:pt x="21069" y="22137"/>
                      <a:pt x="20859" y="22179"/>
                    </a:cubicBezTo>
                    <a:cubicBezTo>
                      <a:pt x="20587" y="22242"/>
                      <a:pt x="20295" y="22284"/>
                      <a:pt x="20002" y="22367"/>
                    </a:cubicBezTo>
                    <a:cubicBezTo>
                      <a:pt x="19897" y="22388"/>
                      <a:pt x="19792" y="22430"/>
                      <a:pt x="19667" y="22451"/>
                    </a:cubicBezTo>
                    <a:cubicBezTo>
                      <a:pt x="13160" y="23811"/>
                      <a:pt x="6631" y="25883"/>
                      <a:pt x="501" y="27829"/>
                    </a:cubicBezTo>
                    <a:cubicBezTo>
                      <a:pt x="292" y="27912"/>
                      <a:pt x="145" y="28080"/>
                      <a:pt x="103" y="28226"/>
                    </a:cubicBezTo>
                    <a:cubicBezTo>
                      <a:pt x="1" y="28615"/>
                      <a:pt x="199" y="29064"/>
                      <a:pt x="677" y="29064"/>
                    </a:cubicBezTo>
                    <a:cubicBezTo>
                      <a:pt x="688" y="29064"/>
                      <a:pt x="699" y="29063"/>
                      <a:pt x="710" y="29063"/>
                    </a:cubicBezTo>
                    <a:cubicBezTo>
                      <a:pt x="1714" y="29021"/>
                      <a:pt x="2761" y="28937"/>
                      <a:pt x="3807" y="28833"/>
                    </a:cubicBezTo>
                    <a:cubicBezTo>
                      <a:pt x="6631" y="28561"/>
                      <a:pt x="9498" y="28101"/>
                      <a:pt x="12281" y="27452"/>
                    </a:cubicBezTo>
                    <a:lnTo>
                      <a:pt x="12323" y="27452"/>
                    </a:lnTo>
                    <a:cubicBezTo>
                      <a:pt x="12657" y="27368"/>
                      <a:pt x="13013" y="27285"/>
                      <a:pt x="13369" y="27180"/>
                    </a:cubicBezTo>
                    <a:cubicBezTo>
                      <a:pt x="13411" y="27159"/>
                      <a:pt x="13473" y="27159"/>
                      <a:pt x="13536" y="27138"/>
                    </a:cubicBezTo>
                    <a:cubicBezTo>
                      <a:pt x="14206" y="26971"/>
                      <a:pt x="14854" y="26782"/>
                      <a:pt x="15482" y="26615"/>
                    </a:cubicBezTo>
                    <a:cubicBezTo>
                      <a:pt x="15524" y="26573"/>
                      <a:pt x="15587" y="26573"/>
                      <a:pt x="15629" y="26552"/>
                    </a:cubicBezTo>
                    <a:cubicBezTo>
                      <a:pt x="15880" y="26468"/>
                      <a:pt x="16089" y="26427"/>
                      <a:pt x="16319" y="26343"/>
                    </a:cubicBezTo>
                    <a:cubicBezTo>
                      <a:pt x="16549" y="26259"/>
                      <a:pt x="16758" y="26217"/>
                      <a:pt x="16989" y="26134"/>
                    </a:cubicBezTo>
                    <a:cubicBezTo>
                      <a:pt x="17177" y="26092"/>
                      <a:pt x="17365" y="26008"/>
                      <a:pt x="17554" y="25945"/>
                    </a:cubicBezTo>
                    <a:cubicBezTo>
                      <a:pt x="17888" y="25841"/>
                      <a:pt x="18223" y="25715"/>
                      <a:pt x="18558" y="25590"/>
                    </a:cubicBezTo>
                    <a:lnTo>
                      <a:pt x="18809" y="25506"/>
                    </a:lnTo>
                    <a:cubicBezTo>
                      <a:pt x="19248" y="25360"/>
                      <a:pt x="19688" y="25171"/>
                      <a:pt x="20127" y="24983"/>
                    </a:cubicBezTo>
                    <a:lnTo>
                      <a:pt x="20295" y="24899"/>
                    </a:lnTo>
                    <a:cubicBezTo>
                      <a:pt x="20713" y="24753"/>
                      <a:pt x="21111" y="24564"/>
                      <a:pt x="21529" y="24376"/>
                    </a:cubicBezTo>
                    <a:cubicBezTo>
                      <a:pt x="21550" y="24355"/>
                      <a:pt x="21592" y="24355"/>
                      <a:pt x="21634" y="24334"/>
                    </a:cubicBezTo>
                    <a:cubicBezTo>
                      <a:pt x="22094" y="24125"/>
                      <a:pt x="22596" y="23895"/>
                      <a:pt x="23036" y="23686"/>
                    </a:cubicBezTo>
                    <a:cubicBezTo>
                      <a:pt x="24458" y="23267"/>
                      <a:pt x="25860" y="22891"/>
                      <a:pt x="27283" y="22535"/>
                    </a:cubicBezTo>
                    <a:lnTo>
                      <a:pt x="27283" y="22535"/>
                    </a:lnTo>
                    <a:cubicBezTo>
                      <a:pt x="25839" y="23414"/>
                      <a:pt x="24458" y="24460"/>
                      <a:pt x="23119" y="25527"/>
                    </a:cubicBezTo>
                    <a:cubicBezTo>
                      <a:pt x="22115" y="26343"/>
                      <a:pt x="21131" y="27180"/>
                      <a:pt x="20127" y="28017"/>
                    </a:cubicBezTo>
                    <a:cubicBezTo>
                      <a:pt x="18558" y="29356"/>
                      <a:pt x="16968" y="30653"/>
                      <a:pt x="15294" y="31804"/>
                    </a:cubicBezTo>
                    <a:cubicBezTo>
                      <a:pt x="15001" y="31992"/>
                      <a:pt x="14750" y="32181"/>
                      <a:pt x="14457" y="32369"/>
                    </a:cubicBezTo>
                    <a:cubicBezTo>
                      <a:pt x="14373" y="32411"/>
                      <a:pt x="14310" y="32474"/>
                      <a:pt x="14206" y="32536"/>
                    </a:cubicBezTo>
                    <a:cubicBezTo>
                      <a:pt x="13934" y="32704"/>
                      <a:pt x="13683" y="32892"/>
                      <a:pt x="13411" y="33038"/>
                    </a:cubicBezTo>
                    <a:cubicBezTo>
                      <a:pt x="13285" y="33122"/>
                      <a:pt x="13118" y="33227"/>
                      <a:pt x="12992" y="33311"/>
                    </a:cubicBezTo>
                    <a:cubicBezTo>
                      <a:pt x="12364" y="33687"/>
                      <a:pt x="11737" y="34085"/>
                      <a:pt x="11109" y="34461"/>
                    </a:cubicBezTo>
                    <a:lnTo>
                      <a:pt x="11130" y="34461"/>
                    </a:lnTo>
                    <a:cubicBezTo>
                      <a:pt x="8787" y="35884"/>
                      <a:pt x="6380" y="37244"/>
                      <a:pt x="4058" y="38667"/>
                    </a:cubicBezTo>
                    <a:cubicBezTo>
                      <a:pt x="4016" y="38667"/>
                      <a:pt x="3995" y="38667"/>
                      <a:pt x="3995" y="38688"/>
                    </a:cubicBezTo>
                    <a:cubicBezTo>
                      <a:pt x="3346" y="39064"/>
                      <a:pt x="2719" y="39441"/>
                      <a:pt x="2091" y="39860"/>
                    </a:cubicBezTo>
                    <a:cubicBezTo>
                      <a:pt x="1453" y="40285"/>
                      <a:pt x="1834" y="41175"/>
                      <a:pt x="2490" y="41175"/>
                    </a:cubicBezTo>
                    <a:cubicBezTo>
                      <a:pt x="2543" y="41175"/>
                      <a:pt x="2599" y="41170"/>
                      <a:pt x="2656" y="41157"/>
                    </a:cubicBezTo>
                    <a:cubicBezTo>
                      <a:pt x="2949" y="41094"/>
                      <a:pt x="3263" y="41010"/>
                      <a:pt x="3556" y="40906"/>
                    </a:cubicBezTo>
                    <a:cubicBezTo>
                      <a:pt x="10168" y="39190"/>
                      <a:pt x="17826" y="34838"/>
                      <a:pt x="22994" y="29272"/>
                    </a:cubicBezTo>
                    <a:lnTo>
                      <a:pt x="23015" y="29251"/>
                    </a:lnTo>
                    <a:cubicBezTo>
                      <a:pt x="23224" y="29021"/>
                      <a:pt x="23454" y="28770"/>
                      <a:pt x="23663" y="28540"/>
                    </a:cubicBezTo>
                    <a:cubicBezTo>
                      <a:pt x="23768" y="28435"/>
                      <a:pt x="23852" y="28331"/>
                      <a:pt x="23956" y="28205"/>
                    </a:cubicBezTo>
                    <a:cubicBezTo>
                      <a:pt x="24040" y="28121"/>
                      <a:pt x="24103" y="28017"/>
                      <a:pt x="24165" y="27933"/>
                    </a:cubicBezTo>
                    <a:cubicBezTo>
                      <a:pt x="24312" y="27724"/>
                      <a:pt x="24479" y="27557"/>
                      <a:pt x="24626" y="27347"/>
                    </a:cubicBezTo>
                    <a:cubicBezTo>
                      <a:pt x="24688" y="27285"/>
                      <a:pt x="24709" y="27243"/>
                      <a:pt x="24772" y="27180"/>
                    </a:cubicBezTo>
                    <a:cubicBezTo>
                      <a:pt x="25128" y="26720"/>
                      <a:pt x="25463" y="26238"/>
                      <a:pt x="25777" y="25778"/>
                    </a:cubicBezTo>
                    <a:cubicBezTo>
                      <a:pt x="25777" y="25778"/>
                      <a:pt x="25777" y="25736"/>
                      <a:pt x="25818" y="25736"/>
                    </a:cubicBezTo>
                    <a:cubicBezTo>
                      <a:pt x="26488" y="24732"/>
                      <a:pt x="27095" y="23644"/>
                      <a:pt x="27555" y="22577"/>
                    </a:cubicBezTo>
                    <a:cubicBezTo>
                      <a:pt x="27597" y="22535"/>
                      <a:pt x="27555" y="22472"/>
                      <a:pt x="27534" y="22451"/>
                    </a:cubicBezTo>
                    <a:cubicBezTo>
                      <a:pt x="29020" y="22075"/>
                      <a:pt x="30526" y="21740"/>
                      <a:pt x="32012" y="21426"/>
                    </a:cubicBezTo>
                    <a:lnTo>
                      <a:pt x="32012" y="21426"/>
                    </a:lnTo>
                    <a:cubicBezTo>
                      <a:pt x="28329" y="25171"/>
                      <a:pt x="25463" y="29649"/>
                      <a:pt x="22052" y="33583"/>
                    </a:cubicBezTo>
                    <a:cubicBezTo>
                      <a:pt x="21947" y="33729"/>
                      <a:pt x="21843" y="33834"/>
                      <a:pt x="21738" y="33959"/>
                    </a:cubicBezTo>
                    <a:cubicBezTo>
                      <a:pt x="21027" y="34775"/>
                      <a:pt x="20315" y="35549"/>
                      <a:pt x="19604" y="36365"/>
                    </a:cubicBezTo>
                    <a:cubicBezTo>
                      <a:pt x="17365" y="38876"/>
                      <a:pt x="15085" y="41366"/>
                      <a:pt x="12804" y="43835"/>
                    </a:cubicBezTo>
                    <a:lnTo>
                      <a:pt x="12783" y="43835"/>
                    </a:lnTo>
                    <a:cubicBezTo>
                      <a:pt x="12323" y="44358"/>
                      <a:pt x="11841" y="44860"/>
                      <a:pt x="11381" y="45383"/>
                    </a:cubicBezTo>
                    <a:cubicBezTo>
                      <a:pt x="11130" y="45655"/>
                      <a:pt x="11297" y="46074"/>
                      <a:pt x="11590" y="46179"/>
                    </a:cubicBezTo>
                    <a:cubicBezTo>
                      <a:pt x="11631" y="46195"/>
                      <a:pt x="11678" y="46205"/>
                      <a:pt x="11727" y="46205"/>
                    </a:cubicBezTo>
                    <a:cubicBezTo>
                      <a:pt x="11805" y="46205"/>
                      <a:pt x="11890" y="46180"/>
                      <a:pt x="11967" y="46116"/>
                    </a:cubicBezTo>
                    <a:cubicBezTo>
                      <a:pt x="20211" y="40173"/>
                      <a:pt x="28873" y="31218"/>
                      <a:pt x="32137" y="21384"/>
                    </a:cubicBezTo>
                    <a:cubicBezTo>
                      <a:pt x="37138" y="20338"/>
                      <a:pt x="42243" y="19626"/>
                      <a:pt x="47391" y="19229"/>
                    </a:cubicBezTo>
                    <a:lnTo>
                      <a:pt x="47391" y="19229"/>
                    </a:lnTo>
                    <a:cubicBezTo>
                      <a:pt x="47370" y="19250"/>
                      <a:pt x="47328" y="19250"/>
                      <a:pt x="47307" y="19292"/>
                    </a:cubicBezTo>
                    <a:cubicBezTo>
                      <a:pt x="46951" y="19543"/>
                      <a:pt x="46596" y="19815"/>
                      <a:pt x="46240" y="20066"/>
                    </a:cubicBezTo>
                    <a:cubicBezTo>
                      <a:pt x="46156" y="20129"/>
                      <a:pt x="46156" y="20254"/>
                      <a:pt x="46261" y="20275"/>
                    </a:cubicBezTo>
                    <a:cubicBezTo>
                      <a:pt x="46344" y="20296"/>
                      <a:pt x="43185" y="26217"/>
                      <a:pt x="41260" y="29691"/>
                    </a:cubicBezTo>
                    <a:cubicBezTo>
                      <a:pt x="40590" y="30946"/>
                      <a:pt x="40067" y="31888"/>
                      <a:pt x="39900" y="32097"/>
                    </a:cubicBezTo>
                    <a:cubicBezTo>
                      <a:pt x="39170" y="33200"/>
                      <a:pt x="38427" y="34291"/>
                      <a:pt x="37682" y="35388"/>
                    </a:cubicBezTo>
                    <a:lnTo>
                      <a:pt x="37682" y="35388"/>
                    </a:lnTo>
                    <a:cubicBezTo>
                      <a:pt x="38801" y="33696"/>
                      <a:pt x="39806" y="31949"/>
                      <a:pt x="40632" y="30172"/>
                    </a:cubicBezTo>
                    <a:cubicBezTo>
                      <a:pt x="40779" y="29900"/>
                      <a:pt x="40883" y="29649"/>
                      <a:pt x="41009" y="29377"/>
                    </a:cubicBezTo>
                    <a:cubicBezTo>
                      <a:pt x="41030" y="29356"/>
                      <a:pt x="41030" y="29293"/>
                      <a:pt x="41051" y="29272"/>
                    </a:cubicBezTo>
                    <a:cubicBezTo>
                      <a:pt x="41155" y="29042"/>
                      <a:pt x="41260" y="28770"/>
                      <a:pt x="41365" y="28540"/>
                    </a:cubicBezTo>
                    <a:cubicBezTo>
                      <a:pt x="41406" y="28498"/>
                      <a:pt x="41427" y="28435"/>
                      <a:pt x="41427" y="28393"/>
                    </a:cubicBezTo>
                    <a:cubicBezTo>
                      <a:pt x="41532" y="28142"/>
                      <a:pt x="41616" y="27912"/>
                      <a:pt x="41720" y="27661"/>
                    </a:cubicBezTo>
                    <a:lnTo>
                      <a:pt x="41720" y="27619"/>
                    </a:lnTo>
                    <a:cubicBezTo>
                      <a:pt x="41867" y="27201"/>
                      <a:pt x="41992" y="26824"/>
                      <a:pt x="42139" y="26406"/>
                    </a:cubicBezTo>
                    <a:cubicBezTo>
                      <a:pt x="42181" y="26238"/>
                      <a:pt x="42243" y="26050"/>
                      <a:pt x="42285" y="25904"/>
                    </a:cubicBezTo>
                    <a:cubicBezTo>
                      <a:pt x="42306" y="25778"/>
                      <a:pt x="42369" y="25632"/>
                      <a:pt x="42390" y="25506"/>
                    </a:cubicBezTo>
                    <a:cubicBezTo>
                      <a:pt x="42453" y="25318"/>
                      <a:pt x="42494" y="25108"/>
                      <a:pt x="42557" y="24941"/>
                    </a:cubicBezTo>
                    <a:cubicBezTo>
                      <a:pt x="42578" y="24795"/>
                      <a:pt x="42599" y="24690"/>
                      <a:pt x="42620" y="24564"/>
                    </a:cubicBezTo>
                    <a:cubicBezTo>
                      <a:pt x="42683" y="24355"/>
                      <a:pt x="42725" y="24146"/>
                      <a:pt x="42766" y="23958"/>
                    </a:cubicBezTo>
                    <a:cubicBezTo>
                      <a:pt x="42787" y="23853"/>
                      <a:pt x="42808" y="23748"/>
                      <a:pt x="42808" y="23644"/>
                    </a:cubicBezTo>
                    <a:cubicBezTo>
                      <a:pt x="42871" y="23435"/>
                      <a:pt x="42892" y="23204"/>
                      <a:pt x="42913" y="22995"/>
                    </a:cubicBezTo>
                    <a:cubicBezTo>
                      <a:pt x="42934" y="22891"/>
                      <a:pt x="42934" y="22807"/>
                      <a:pt x="42976" y="22702"/>
                    </a:cubicBezTo>
                    <a:cubicBezTo>
                      <a:pt x="42997" y="22451"/>
                      <a:pt x="43038" y="22179"/>
                      <a:pt x="43080" y="21949"/>
                    </a:cubicBezTo>
                    <a:cubicBezTo>
                      <a:pt x="43080" y="21907"/>
                      <a:pt x="43101" y="21844"/>
                      <a:pt x="43101" y="21761"/>
                    </a:cubicBezTo>
                    <a:cubicBezTo>
                      <a:pt x="43122" y="21447"/>
                      <a:pt x="43143" y="21112"/>
                      <a:pt x="43185" y="20798"/>
                    </a:cubicBezTo>
                    <a:cubicBezTo>
                      <a:pt x="43185" y="20652"/>
                      <a:pt x="43080" y="20547"/>
                      <a:pt x="42934" y="20484"/>
                    </a:cubicBezTo>
                    <a:cubicBezTo>
                      <a:pt x="42894" y="20471"/>
                      <a:pt x="42852" y="20464"/>
                      <a:pt x="42810" y="20464"/>
                    </a:cubicBezTo>
                    <a:cubicBezTo>
                      <a:pt x="42720" y="20464"/>
                      <a:pt x="42629" y="20497"/>
                      <a:pt x="42557" y="20568"/>
                    </a:cubicBezTo>
                    <a:cubicBezTo>
                      <a:pt x="42474" y="20673"/>
                      <a:pt x="42390" y="20756"/>
                      <a:pt x="42306" y="20861"/>
                    </a:cubicBezTo>
                    <a:cubicBezTo>
                      <a:pt x="42097" y="21091"/>
                      <a:pt x="41930" y="21300"/>
                      <a:pt x="41720" y="21531"/>
                    </a:cubicBezTo>
                    <a:cubicBezTo>
                      <a:pt x="41658" y="21593"/>
                      <a:pt x="41720" y="21656"/>
                      <a:pt x="41783" y="21656"/>
                    </a:cubicBezTo>
                    <a:cubicBezTo>
                      <a:pt x="41344" y="21865"/>
                      <a:pt x="40883" y="22242"/>
                      <a:pt x="40423" y="22744"/>
                    </a:cubicBezTo>
                    <a:cubicBezTo>
                      <a:pt x="38205" y="25192"/>
                      <a:pt x="36134" y="30632"/>
                      <a:pt x="34836" y="32787"/>
                    </a:cubicBezTo>
                    <a:cubicBezTo>
                      <a:pt x="33581" y="34817"/>
                      <a:pt x="32305" y="36826"/>
                      <a:pt x="31007" y="38813"/>
                    </a:cubicBezTo>
                    <a:cubicBezTo>
                      <a:pt x="31070" y="38772"/>
                      <a:pt x="31091" y="38709"/>
                      <a:pt x="31154" y="38667"/>
                    </a:cubicBezTo>
                    <a:lnTo>
                      <a:pt x="31154" y="38667"/>
                    </a:lnTo>
                    <a:cubicBezTo>
                      <a:pt x="30422" y="39818"/>
                      <a:pt x="29647" y="40969"/>
                      <a:pt x="28894" y="42119"/>
                    </a:cubicBezTo>
                    <a:lnTo>
                      <a:pt x="28873" y="42119"/>
                    </a:lnTo>
                    <a:cubicBezTo>
                      <a:pt x="28162" y="43186"/>
                      <a:pt x="27450" y="44254"/>
                      <a:pt x="26718" y="45342"/>
                    </a:cubicBezTo>
                    <a:lnTo>
                      <a:pt x="26697" y="45342"/>
                    </a:lnTo>
                    <a:cubicBezTo>
                      <a:pt x="26509" y="45614"/>
                      <a:pt x="26341" y="45886"/>
                      <a:pt x="26153" y="46137"/>
                    </a:cubicBezTo>
                    <a:cubicBezTo>
                      <a:pt x="26153" y="46179"/>
                      <a:pt x="26132" y="46179"/>
                      <a:pt x="26132" y="46199"/>
                    </a:cubicBezTo>
                    <a:lnTo>
                      <a:pt x="26090" y="46199"/>
                    </a:lnTo>
                    <a:cubicBezTo>
                      <a:pt x="25944" y="46492"/>
                      <a:pt x="26028" y="46764"/>
                      <a:pt x="26195" y="46953"/>
                    </a:cubicBezTo>
                    <a:cubicBezTo>
                      <a:pt x="26237" y="46953"/>
                      <a:pt x="26237" y="46974"/>
                      <a:pt x="26258" y="47015"/>
                    </a:cubicBezTo>
                    <a:cubicBezTo>
                      <a:pt x="26362" y="47120"/>
                      <a:pt x="26488" y="47162"/>
                      <a:pt x="26655" y="47183"/>
                    </a:cubicBezTo>
                    <a:cubicBezTo>
                      <a:pt x="26736" y="47203"/>
                      <a:pt x="26820" y="47215"/>
                      <a:pt x="26902" y="47215"/>
                    </a:cubicBezTo>
                    <a:cubicBezTo>
                      <a:pt x="27075" y="47215"/>
                      <a:pt x="27246" y="47164"/>
                      <a:pt x="27388" y="47036"/>
                    </a:cubicBezTo>
                    <a:cubicBezTo>
                      <a:pt x="30422" y="44358"/>
                      <a:pt x="33665" y="40969"/>
                      <a:pt x="36427" y="37181"/>
                    </a:cubicBezTo>
                    <a:lnTo>
                      <a:pt x="36427" y="37181"/>
                    </a:lnTo>
                    <a:cubicBezTo>
                      <a:pt x="35046" y="39127"/>
                      <a:pt x="33602" y="41073"/>
                      <a:pt x="32137" y="42998"/>
                    </a:cubicBezTo>
                    <a:lnTo>
                      <a:pt x="32137" y="43040"/>
                    </a:lnTo>
                    <a:cubicBezTo>
                      <a:pt x="31635" y="43689"/>
                      <a:pt x="31154" y="44316"/>
                      <a:pt x="30652" y="44965"/>
                    </a:cubicBezTo>
                    <a:cubicBezTo>
                      <a:pt x="30463" y="45195"/>
                      <a:pt x="30484" y="45509"/>
                      <a:pt x="30631" y="45760"/>
                    </a:cubicBezTo>
                    <a:cubicBezTo>
                      <a:pt x="30673" y="45823"/>
                      <a:pt x="30735" y="45886"/>
                      <a:pt x="30798" y="45927"/>
                    </a:cubicBezTo>
                    <a:cubicBezTo>
                      <a:pt x="30895" y="46003"/>
                      <a:pt x="31004" y="46045"/>
                      <a:pt x="31121" y="46045"/>
                    </a:cubicBezTo>
                    <a:cubicBezTo>
                      <a:pt x="31230" y="46045"/>
                      <a:pt x="31346" y="46008"/>
                      <a:pt x="31468" y="45927"/>
                    </a:cubicBezTo>
                    <a:cubicBezTo>
                      <a:pt x="32535" y="45153"/>
                      <a:pt x="33581" y="44337"/>
                      <a:pt x="34606" y="43458"/>
                    </a:cubicBezTo>
                    <a:lnTo>
                      <a:pt x="34606" y="43417"/>
                    </a:lnTo>
                    <a:cubicBezTo>
                      <a:pt x="34920" y="43166"/>
                      <a:pt x="35234" y="42873"/>
                      <a:pt x="35506" y="42622"/>
                    </a:cubicBezTo>
                    <a:cubicBezTo>
                      <a:pt x="35506" y="42622"/>
                      <a:pt x="35506" y="42580"/>
                      <a:pt x="35548" y="42580"/>
                    </a:cubicBezTo>
                    <a:cubicBezTo>
                      <a:pt x="36908" y="41324"/>
                      <a:pt x="38184" y="40006"/>
                      <a:pt x="39377" y="38604"/>
                    </a:cubicBezTo>
                    <a:cubicBezTo>
                      <a:pt x="41762" y="35779"/>
                      <a:pt x="43813" y="32683"/>
                      <a:pt x="45382" y="29356"/>
                    </a:cubicBezTo>
                    <a:cubicBezTo>
                      <a:pt x="45424" y="29251"/>
                      <a:pt x="45487" y="29147"/>
                      <a:pt x="45507" y="29063"/>
                    </a:cubicBezTo>
                    <a:cubicBezTo>
                      <a:pt x="45612" y="28833"/>
                      <a:pt x="45717" y="28624"/>
                      <a:pt x="45821" y="28393"/>
                    </a:cubicBezTo>
                    <a:cubicBezTo>
                      <a:pt x="45863" y="28247"/>
                      <a:pt x="45926" y="28121"/>
                      <a:pt x="46010" y="27975"/>
                    </a:cubicBezTo>
                    <a:cubicBezTo>
                      <a:pt x="46072" y="27766"/>
                      <a:pt x="46177" y="27557"/>
                      <a:pt x="46261" y="27305"/>
                    </a:cubicBezTo>
                    <a:cubicBezTo>
                      <a:pt x="46324" y="27159"/>
                      <a:pt x="46386" y="26992"/>
                      <a:pt x="46449" y="26845"/>
                    </a:cubicBezTo>
                    <a:lnTo>
                      <a:pt x="46679" y="26217"/>
                    </a:lnTo>
                    <a:lnTo>
                      <a:pt x="46993" y="25360"/>
                    </a:lnTo>
                    <a:lnTo>
                      <a:pt x="47223" y="24648"/>
                    </a:lnTo>
                    <a:cubicBezTo>
                      <a:pt x="47286" y="24460"/>
                      <a:pt x="47328" y="24272"/>
                      <a:pt x="47412" y="24104"/>
                    </a:cubicBezTo>
                    <a:cubicBezTo>
                      <a:pt x="47474" y="23895"/>
                      <a:pt x="47516" y="23707"/>
                      <a:pt x="47579" y="23497"/>
                    </a:cubicBezTo>
                    <a:lnTo>
                      <a:pt x="47725" y="22953"/>
                    </a:lnTo>
                    <a:cubicBezTo>
                      <a:pt x="47788" y="22744"/>
                      <a:pt x="47830" y="22556"/>
                      <a:pt x="47893" y="22347"/>
                    </a:cubicBezTo>
                    <a:cubicBezTo>
                      <a:pt x="47935" y="22158"/>
                      <a:pt x="47956" y="21970"/>
                      <a:pt x="48018" y="21823"/>
                    </a:cubicBezTo>
                    <a:cubicBezTo>
                      <a:pt x="48060" y="21614"/>
                      <a:pt x="48123" y="21405"/>
                      <a:pt x="48144" y="21196"/>
                    </a:cubicBezTo>
                    <a:cubicBezTo>
                      <a:pt x="48165" y="21028"/>
                      <a:pt x="48207" y="20861"/>
                      <a:pt x="48248" y="20694"/>
                    </a:cubicBezTo>
                    <a:cubicBezTo>
                      <a:pt x="48269" y="20484"/>
                      <a:pt x="48332" y="20296"/>
                      <a:pt x="48353" y="20087"/>
                    </a:cubicBezTo>
                    <a:cubicBezTo>
                      <a:pt x="48416" y="19752"/>
                      <a:pt x="48207" y="19417"/>
                      <a:pt x="47893" y="19292"/>
                    </a:cubicBezTo>
                    <a:cubicBezTo>
                      <a:pt x="50720" y="19079"/>
                      <a:pt x="53566" y="18973"/>
                      <a:pt x="56425" y="18973"/>
                    </a:cubicBezTo>
                    <a:cubicBezTo>
                      <a:pt x="59744" y="18973"/>
                      <a:pt x="63082" y="19115"/>
                      <a:pt x="66431" y="19396"/>
                    </a:cubicBezTo>
                    <a:cubicBezTo>
                      <a:pt x="66159" y="19647"/>
                      <a:pt x="65908" y="19940"/>
                      <a:pt x="65678" y="20233"/>
                    </a:cubicBezTo>
                    <a:cubicBezTo>
                      <a:pt x="65615" y="20275"/>
                      <a:pt x="65594" y="20338"/>
                      <a:pt x="65531" y="20380"/>
                    </a:cubicBezTo>
                    <a:cubicBezTo>
                      <a:pt x="65406" y="20547"/>
                      <a:pt x="65301" y="20694"/>
                      <a:pt x="65176" y="20861"/>
                    </a:cubicBezTo>
                    <a:cubicBezTo>
                      <a:pt x="65113" y="20924"/>
                      <a:pt x="65071" y="20986"/>
                      <a:pt x="65008" y="21070"/>
                    </a:cubicBezTo>
                    <a:cubicBezTo>
                      <a:pt x="64904" y="21217"/>
                      <a:pt x="64778" y="21384"/>
                      <a:pt x="64674" y="21531"/>
                    </a:cubicBezTo>
                    <a:lnTo>
                      <a:pt x="64527" y="21761"/>
                    </a:lnTo>
                    <a:lnTo>
                      <a:pt x="64213" y="22242"/>
                    </a:lnTo>
                    <a:cubicBezTo>
                      <a:pt x="64150" y="22326"/>
                      <a:pt x="64109" y="22388"/>
                      <a:pt x="64046" y="22493"/>
                    </a:cubicBezTo>
                    <a:cubicBezTo>
                      <a:pt x="63941" y="22660"/>
                      <a:pt x="63837" y="22807"/>
                      <a:pt x="63753" y="22995"/>
                    </a:cubicBezTo>
                    <a:cubicBezTo>
                      <a:pt x="63711" y="23079"/>
                      <a:pt x="63648" y="23183"/>
                      <a:pt x="63606" y="23267"/>
                    </a:cubicBezTo>
                    <a:cubicBezTo>
                      <a:pt x="63502" y="23414"/>
                      <a:pt x="63418" y="23581"/>
                      <a:pt x="63313" y="23748"/>
                    </a:cubicBezTo>
                    <a:cubicBezTo>
                      <a:pt x="63272" y="23853"/>
                      <a:pt x="63209" y="23937"/>
                      <a:pt x="63167" y="24041"/>
                    </a:cubicBezTo>
                    <a:cubicBezTo>
                      <a:pt x="63021" y="24272"/>
                      <a:pt x="62895" y="24523"/>
                      <a:pt x="62790" y="24753"/>
                    </a:cubicBezTo>
                    <a:cubicBezTo>
                      <a:pt x="62686" y="24941"/>
                      <a:pt x="62602" y="25108"/>
                      <a:pt x="62497" y="25297"/>
                    </a:cubicBezTo>
                    <a:cubicBezTo>
                      <a:pt x="62456" y="25380"/>
                      <a:pt x="62435" y="25485"/>
                      <a:pt x="62372" y="25569"/>
                    </a:cubicBezTo>
                    <a:cubicBezTo>
                      <a:pt x="62267" y="25778"/>
                      <a:pt x="62184" y="25945"/>
                      <a:pt x="62079" y="26155"/>
                    </a:cubicBezTo>
                    <a:lnTo>
                      <a:pt x="62016" y="26322"/>
                    </a:lnTo>
                    <a:cubicBezTo>
                      <a:pt x="61430" y="27494"/>
                      <a:pt x="60886" y="28665"/>
                      <a:pt x="60342" y="29795"/>
                    </a:cubicBezTo>
                    <a:cubicBezTo>
                      <a:pt x="60342" y="29816"/>
                      <a:pt x="60300" y="29858"/>
                      <a:pt x="60300" y="29858"/>
                    </a:cubicBezTo>
                    <a:cubicBezTo>
                      <a:pt x="60196" y="30088"/>
                      <a:pt x="60070" y="30298"/>
                      <a:pt x="59966" y="30528"/>
                    </a:cubicBezTo>
                    <a:cubicBezTo>
                      <a:pt x="59715" y="31051"/>
                      <a:pt x="59443" y="31553"/>
                      <a:pt x="59150" y="32013"/>
                    </a:cubicBezTo>
                    <a:cubicBezTo>
                      <a:pt x="57371" y="35110"/>
                      <a:pt x="55446" y="38123"/>
                      <a:pt x="53458" y="41094"/>
                    </a:cubicBezTo>
                    <a:cubicBezTo>
                      <a:pt x="53458" y="41115"/>
                      <a:pt x="53438" y="41115"/>
                      <a:pt x="53396" y="41157"/>
                    </a:cubicBezTo>
                    <a:lnTo>
                      <a:pt x="50257" y="45865"/>
                    </a:lnTo>
                    <a:cubicBezTo>
                      <a:pt x="50071" y="46144"/>
                      <a:pt x="50357" y="46412"/>
                      <a:pt x="50645" y="46412"/>
                    </a:cubicBezTo>
                    <a:cubicBezTo>
                      <a:pt x="50745" y="46412"/>
                      <a:pt x="50846" y="46380"/>
                      <a:pt x="50927" y="46304"/>
                    </a:cubicBezTo>
                    <a:cubicBezTo>
                      <a:pt x="53479" y="43898"/>
                      <a:pt x="55781" y="41261"/>
                      <a:pt x="57852" y="38437"/>
                    </a:cubicBezTo>
                    <a:lnTo>
                      <a:pt x="57852" y="38395"/>
                    </a:lnTo>
                    <a:cubicBezTo>
                      <a:pt x="59087" y="36721"/>
                      <a:pt x="60259" y="34984"/>
                      <a:pt x="61326" y="33143"/>
                    </a:cubicBezTo>
                    <a:cubicBezTo>
                      <a:pt x="62916" y="30444"/>
                      <a:pt x="64966" y="27243"/>
                      <a:pt x="66034" y="23937"/>
                    </a:cubicBezTo>
                    <a:lnTo>
                      <a:pt x="66034" y="23916"/>
                    </a:lnTo>
                    <a:cubicBezTo>
                      <a:pt x="66117" y="23707"/>
                      <a:pt x="66159" y="23497"/>
                      <a:pt x="66222" y="23288"/>
                    </a:cubicBezTo>
                    <a:cubicBezTo>
                      <a:pt x="66222" y="23225"/>
                      <a:pt x="66243" y="23204"/>
                      <a:pt x="66243" y="23163"/>
                    </a:cubicBezTo>
                    <a:cubicBezTo>
                      <a:pt x="66306" y="22995"/>
                      <a:pt x="66326" y="22849"/>
                      <a:pt x="66368" y="22702"/>
                    </a:cubicBezTo>
                    <a:cubicBezTo>
                      <a:pt x="66410" y="22639"/>
                      <a:pt x="66410" y="22577"/>
                      <a:pt x="66431" y="22493"/>
                    </a:cubicBezTo>
                    <a:cubicBezTo>
                      <a:pt x="66452" y="22347"/>
                      <a:pt x="66515" y="22179"/>
                      <a:pt x="66536" y="22054"/>
                    </a:cubicBezTo>
                    <a:cubicBezTo>
                      <a:pt x="66557" y="21928"/>
                      <a:pt x="66578" y="21823"/>
                      <a:pt x="66619" y="21698"/>
                    </a:cubicBezTo>
                    <a:cubicBezTo>
                      <a:pt x="66640" y="21614"/>
                      <a:pt x="66640" y="21531"/>
                      <a:pt x="66661" y="21447"/>
                    </a:cubicBezTo>
                    <a:cubicBezTo>
                      <a:pt x="66682" y="21321"/>
                      <a:pt x="66682" y="21217"/>
                      <a:pt x="66724" y="21091"/>
                    </a:cubicBezTo>
                    <a:lnTo>
                      <a:pt x="66724" y="20986"/>
                    </a:lnTo>
                    <a:cubicBezTo>
                      <a:pt x="66745" y="20714"/>
                      <a:pt x="66766" y="20442"/>
                      <a:pt x="66787" y="20170"/>
                    </a:cubicBezTo>
                    <a:cubicBezTo>
                      <a:pt x="66787" y="19940"/>
                      <a:pt x="66829" y="19668"/>
                      <a:pt x="66787" y="19438"/>
                    </a:cubicBezTo>
                    <a:lnTo>
                      <a:pt x="66787" y="19438"/>
                    </a:lnTo>
                    <a:cubicBezTo>
                      <a:pt x="68565" y="19606"/>
                      <a:pt x="70344" y="19773"/>
                      <a:pt x="72122" y="20024"/>
                    </a:cubicBezTo>
                    <a:cubicBezTo>
                      <a:pt x="72018" y="20129"/>
                      <a:pt x="71955" y="20233"/>
                      <a:pt x="71850" y="20338"/>
                    </a:cubicBezTo>
                    <a:cubicBezTo>
                      <a:pt x="71788" y="20380"/>
                      <a:pt x="71767" y="20442"/>
                      <a:pt x="71704" y="20484"/>
                    </a:cubicBezTo>
                    <a:lnTo>
                      <a:pt x="71390" y="20882"/>
                    </a:lnTo>
                    <a:cubicBezTo>
                      <a:pt x="71348" y="20924"/>
                      <a:pt x="71285" y="21007"/>
                      <a:pt x="71244" y="21070"/>
                    </a:cubicBezTo>
                    <a:cubicBezTo>
                      <a:pt x="71139" y="21196"/>
                      <a:pt x="71034" y="21342"/>
                      <a:pt x="70909" y="21489"/>
                    </a:cubicBezTo>
                    <a:cubicBezTo>
                      <a:pt x="70867" y="21531"/>
                      <a:pt x="70825" y="21593"/>
                      <a:pt x="70804" y="21635"/>
                    </a:cubicBezTo>
                    <a:cubicBezTo>
                      <a:pt x="70658" y="21803"/>
                      <a:pt x="70553" y="21949"/>
                      <a:pt x="70428" y="22116"/>
                    </a:cubicBezTo>
                    <a:cubicBezTo>
                      <a:pt x="70407" y="22137"/>
                      <a:pt x="70407" y="22158"/>
                      <a:pt x="70386" y="22179"/>
                    </a:cubicBezTo>
                    <a:cubicBezTo>
                      <a:pt x="69821" y="22953"/>
                      <a:pt x="69298" y="23748"/>
                      <a:pt x="68775" y="24564"/>
                    </a:cubicBezTo>
                    <a:cubicBezTo>
                      <a:pt x="68356" y="25171"/>
                      <a:pt x="68000" y="25799"/>
                      <a:pt x="67666" y="26448"/>
                    </a:cubicBezTo>
                    <a:cubicBezTo>
                      <a:pt x="66850" y="27829"/>
                      <a:pt x="66034" y="29230"/>
                      <a:pt x="65176" y="30528"/>
                    </a:cubicBezTo>
                    <a:cubicBezTo>
                      <a:pt x="62393" y="34796"/>
                      <a:pt x="59443" y="38918"/>
                      <a:pt x="56492" y="43061"/>
                    </a:cubicBezTo>
                    <a:cubicBezTo>
                      <a:pt x="56492" y="43061"/>
                      <a:pt x="56492" y="43082"/>
                      <a:pt x="56471" y="43082"/>
                    </a:cubicBezTo>
                    <a:lnTo>
                      <a:pt x="56074" y="43626"/>
                    </a:lnTo>
                    <a:cubicBezTo>
                      <a:pt x="55822" y="43988"/>
                      <a:pt x="56079" y="44373"/>
                      <a:pt x="56400" y="44373"/>
                    </a:cubicBezTo>
                    <a:cubicBezTo>
                      <a:pt x="56506" y="44373"/>
                      <a:pt x="56619" y="44331"/>
                      <a:pt x="56723" y="44233"/>
                    </a:cubicBezTo>
                    <a:cubicBezTo>
                      <a:pt x="58668" y="42412"/>
                      <a:pt x="60719" y="40257"/>
                      <a:pt x="62707" y="37956"/>
                    </a:cubicBezTo>
                    <a:cubicBezTo>
                      <a:pt x="62707" y="37935"/>
                      <a:pt x="62749" y="37935"/>
                      <a:pt x="62749" y="37935"/>
                    </a:cubicBezTo>
                    <a:cubicBezTo>
                      <a:pt x="62790" y="37872"/>
                      <a:pt x="62853" y="37830"/>
                      <a:pt x="62895" y="37746"/>
                    </a:cubicBezTo>
                    <a:cubicBezTo>
                      <a:pt x="62895" y="37949"/>
                      <a:pt x="63058" y="38129"/>
                      <a:pt x="63236" y="38129"/>
                    </a:cubicBezTo>
                    <a:cubicBezTo>
                      <a:pt x="63297" y="38129"/>
                      <a:pt x="63360" y="38108"/>
                      <a:pt x="63418" y="38060"/>
                    </a:cubicBezTo>
                    <a:lnTo>
                      <a:pt x="63816" y="37746"/>
                    </a:lnTo>
                    <a:lnTo>
                      <a:pt x="63816" y="37725"/>
                    </a:lnTo>
                    <a:cubicBezTo>
                      <a:pt x="64318" y="37328"/>
                      <a:pt x="64799" y="36909"/>
                      <a:pt x="65301" y="36491"/>
                    </a:cubicBezTo>
                    <a:cubicBezTo>
                      <a:pt x="65406" y="36386"/>
                      <a:pt x="65531" y="36282"/>
                      <a:pt x="65636" y="36198"/>
                    </a:cubicBezTo>
                    <a:lnTo>
                      <a:pt x="65636" y="36198"/>
                    </a:lnTo>
                    <a:cubicBezTo>
                      <a:pt x="65636" y="36240"/>
                      <a:pt x="65615" y="36240"/>
                      <a:pt x="65615" y="36261"/>
                    </a:cubicBezTo>
                    <a:cubicBezTo>
                      <a:pt x="66452" y="35528"/>
                      <a:pt x="67289" y="34733"/>
                      <a:pt x="68084" y="33959"/>
                    </a:cubicBezTo>
                    <a:lnTo>
                      <a:pt x="68126" y="33896"/>
                    </a:lnTo>
                    <a:lnTo>
                      <a:pt x="68879" y="33143"/>
                    </a:lnTo>
                    <a:cubicBezTo>
                      <a:pt x="68942" y="33101"/>
                      <a:pt x="68984" y="33038"/>
                      <a:pt x="69047" y="32955"/>
                    </a:cubicBezTo>
                    <a:cubicBezTo>
                      <a:pt x="69256" y="32725"/>
                      <a:pt x="69465" y="32515"/>
                      <a:pt x="69674" y="32285"/>
                    </a:cubicBezTo>
                    <a:cubicBezTo>
                      <a:pt x="69758" y="32202"/>
                      <a:pt x="69821" y="32097"/>
                      <a:pt x="69925" y="32013"/>
                    </a:cubicBezTo>
                    <a:cubicBezTo>
                      <a:pt x="70114" y="31804"/>
                      <a:pt x="70302" y="31637"/>
                      <a:pt x="70448" y="31427"/>
                    </a:cubicBezTo>
                    <a:cubicBezTo>
                      <a:pt x="70553" y="31281"/>
                      <a:pt x="70658" y="31176"/>
                      <a:pt x="70762" y="31051"/>
                    </a:cubicBezTo>
                    <a:cubicBezTo>
                      <a:pt x="70930" y="30862"/>
                      <a:pt x="71055" y="30716"/>
                      <a:pt x="71223" y="30528"/>
                    </a:cubicBezTo>
                    <a:cubicBezTo>
                      <a:pt x="71348" y="30381"/>
                      <a:pt x="71474" y="30235"/>
                      <a:pt x="71578" y="30088"/>
                    </a:cubicBezTo>
                    <a:cubicBezTo>
                      <a:pt x="71704" y="29921"/>
                      <a:pt x="71850" y="29774"/>
                      <a:pt x="71955" y="29607"/>
                    </a:cubicBezTo>
                    <a:cubicBezTo>
                      <a:pt x="72080" y="29440"/>
                      <a:pt x="72227" y="29272"/>
                      <a:pt x="72373" y="29084"/>
                    </a:cubicBezTo>
                    <a:cubicBezTo>
                      <a:pt x="72478" y="28958"/>
                      <a:pt x="72583" y="28812"/>
                      <a:pt x="72687" y="28665"/>
                    </a:cubicBezTo>
                    <a:cubicBezTo>
                      <a:pt x="72834" y="28498"/>
                      <a:pt x="73001" y="28289"/>
                      <a:pt x="73127" y="28101"/>
                    </a:cubicBezTo>
                    <a:cubicBezTo>
                      <a:pt x="73231" y="27975"/>
                      <a:pt x="73315" y="27829"/>
                      <a:pt x="73420" y="27724"/>
                    </a:cubicBezTo>
                    <a:lnTo>
                      <a:pt x="73880" y="27096"/>
                    </a:lnTo>
                    <a:cubicBezTo>
                      <a:pt x="73964" y="26992"/>
                      <a:pt x="74047" y="26866"/>
                      <a:pt x="74110" y="26761"/>
                    </a:cubicBezTo>
                    <a:cubicBezTo>
                      <a:pt x="74277" y="26531"/>
                      <a:pt x="74424" y="26301"/>
                      <a:pt x="74591" y="26092"/>
                    </a:cubicBezTo>
                    <a:cubicBezTo>
                      <a:pt x="74675" y="25987"/>
                      <a:pt x="74717" y="25883"/>
                      <a:pt x="74801" y="25778"/>
                    </a:cubicBezTo>
                    <a:cubicBezTo>
                      <a:pt x="74947" y="25527"/>
                      <a:pt x="75135" y="25276"/>
                      <a:pt x="75303" y="25046"/>
                    </a:cubicBezTo>
                    <a:cubicBezTo>
                      <a:pt x="75345" y="24962"/>
                      <a:pt x="75407" y="24857"/>
                      <a:pt x="75470" y="24774"/>
                    </a:cubicBezTo>
                    <a:cubicBezTo>
                      <a:pt x="75637" y="24523"/>
                      <a:pt x="75826" y="24251"/>
                      <a:pt x="75972" y="23999"/>
                    </a:cubicBezTo>
                    <a:cubicBezTo>
                      <a:pt x="76035" y="23916"/>
                      <a:pt x="76056" y="23853"/>
                      <a:pt x="76098" y="23790"/>
                    </a:cubicBezTo>
                    <a:cubicBezTo>
                      <a:pt x="76286" y="23497"/>
                      <a:pt x="76454" y="23204"/>
                      <a:pt x="76621" y="22911"/>
                    </a:cubicBezTo>
                    <a:cubicBezTo>
                      <a:pt x="76621" y="22891"/>
                      <a:pt x="76663" y="22891"/>
                      <a:pt x="76663" y="22870"/>
                    </a:cubicBezTo>
                    <a:cubicBezTo>
                      <a:pt x="77018" y="22263"/>
                      <a:pt x="77353" y="21635"/>
                      <a:pt x="77667" y="21028"/>
                    </a:cubicBezTo>
                    <a:cubicBezTo>
                      <a:pt x="78483" y="21196"/>
                      <a:pt x="79299" y="21321"/>
                      <a:pt x="80115" y="21510"/>
                    </a:cubicBezTo>
                    <a:cubicBezTo>
                      <a:pt x="80031" y="21593"/>
                      <a:pt x="79927" y="21656"/>
                      <a:pt x="79843" y="21740"/>
                    </a:cubicBezTo>
                    <a:cubicBezTo>
                      <a:pt x="79801" y="21803"/>
                      <a:pt x="79739" y="21844"/>
                      <a:pt x="79655" y="21907"/>
                    </a:cubicBezTo>
                    <a:cubicBezTo>
                      <a:pt x="79550" y="22012"/>
                      <a:pt x="79446" y="22075"/>
                      <a:pt x="79383" y="22179"/>
                    </a:cubicBezTo>
                    <a:cubicBezTo>
                      <a:pt x="79299" y="22263"/>
                      <a:pt x="79215" y="22347"/>
                      <a:pt x="79174" y="22430"/>
                    </a:cubicBezTo>
                    <a:cubicBezTo>
                      <a:pt x="79090" y="22493"/>
                      <a:pt x="79006" y="22598"/>
                      <a:pt x="78922" y="22681"/>
                    </a:cubicBezTo>
                    <a:cubicBezTo>
                      <a:pt x="78818" y="22786"/>
                      <a:pt x="78755" y="22891"/>
                      <a:pt x="78650" y="22995"/>
                    </a:cubicBezTo>
                    <a:cubicBezTo>
                      <a:pt x="78588" y="23058"/>
                      <a:pt x="78546" y="23121"/>
                      <a:pt x="78483" y="23183"/>
                    </a:cubicBezTo>
                    <a:cubicBezTo>
                      <a:pt x="78337" y="23372"/>
                      <a:pt x="78169" y="23539"/>
                      <a:pt x="78044" y="23727"/>
                    </a:cubicBezTo>
                    <a:lnTo>
                      <a:pt x="77981" y="23790"/>
                    </a:lnTo>
                    <a:cubicBezTo>
                      <a:pt x="77855" y="23958"/>
                      <a:pt x="77709" y="24146"/>
                      <a:pt x="77562" y="24334"/>
                    </a:cubicBezTo>
                    <a:cubicBezTo>
                      <a:pt x="77542" y="24355"/>
                      <a:pt x="77521" y="24418"/>
                      <a:pt x="77500" y="24439"/>
                    </a:cubicBezTo>
                    <a:cubicBezTo>
                      <a:pt x="77353" y="24627"/>
                      <a:pt x="77228" y="24774"/>
                      <a:pt x="77102" y="24962"/>
                    </a:cubicBezTo>
                    <a:cubicBezTo>
                      <a:pt x="77081" y="24983"/>
                      <a:pt x="77081" y="25004"/>
                      <a:pt x="77039" y="25046"/>
                    </a:cubicBezTo>
                    <a:cubicBezTo>
                      <a:pt x="76140" y="26343"/>
                      <a:pt x="75261" y="27766"/>
                      <a:pt x="74403" y="29084"/>
                    </a:cubicBezTo>
                    <a:cubicBezTo>
                      <a:pt x="74005" y="29712"/>
                      <a:pt x="73587" y="30318"/>
                      <a:pt x="73210" y="30904"/>
                    </a:cubicBezTo>
                    <a:cubicBezTo>
                      <a:pt x="70532" y="34629"/>
                      <a:pt x="67687" y="38228"/>
                      <a:pt x="64841" y="41805"/>
                    </a:cubicBezTo>
                    <a:cubicBezTo>
                      <a:pt x="64841" y="41826"/>
                      <a:pt x="64799" y="41826"/>
                      <a:pt x="64778" y="41847"/>
                    </a:cubicBezTo>
                    <a:cubicBezTo>
                      <a:pt x="64653" y="42015"/>
                      <a:pt x="64548" y="42161"/>
                      <a:pt x="64422" y="42329"/>
                    </a:cubicBezTo>
                    <a:cubicBezTo>
                      <a:pt x="64052" y="42766"/>
                      <a:pt x="64426" y="43500"/>
                      <a:pt x="64913" y="43500"/>
                    </a:cubicBezTo>
                    <a:cubicBezTo>
                      <a:pt x="65031" y="43500"/>
                      <a:pt x="65157" y="43457"/>
                      <a:pt x="65280" y="43354"/>
                    </a:cubicBezTo>
                    <a:cubicBezTo>
                      <a:pt x="66368" y="42433"/>
                      <a:pt x="67582" y="41408"/>
                      <a:pt x="68816" y="40257"/>
                    </a:cubicBezTo>
                    <a:cubicBezTo>
                      <a:pt x="68816" y="40257"/>
                      <a:pt x="68816" y="40236"/>
                      <a:pt x="68837" y="40236"/>
                    </a:cubicBezTo>
                    <a:lnTo>
                      <a:pt x="68921" y="40153"/>
                    </a:lnTo>
                    <a:lnTo>
                      <a:pt x="68942" y="40153"/>
                    </a:lnTo>
                    <a:cubicBezTo>
                      <a:pt x="73838" y="35612"/>
                      <a:pt x="79132" y="29440"/>
                      <a:pt x="80575" y="23393"/>
                    </a:cubicBezTo>
                    <a:cubicBezTo>
                      <a:pt x="80596" y="23309"/>
                      <a:pt x="80638" y="23204"/>
                      <a:pt x="80638" y="23121"/>
                    </a:cubicBezTo>
                    <a:cubicBezTo>
                      <a:pt x="80659" y="23058"/>
                      <a:pt x="80659" y="22995"/>
                      <a:pt x="80680" y="22911"/>
                    </a:cubicBezTo>
                    <a:cubicBezTo>
                      <a:pt x="80764" y="22472"/>
                      <a:pt x="80847" y="22054"/>
                      <a:pt x="80889" y="21614"/>
                    </a:cubicBezTo>
                    <a:cubicBezTo>
                      <a:pt x="81894" y="21823"/>
                      <a:pt x="82877" y="22033"/>
                      <a:pt x="83881" y="22263"/>
                    </a:cubicBezTo>
                    <a:cubicBezTo>
                      <a:pt x="83777" y="22451"/>
                      <a:pt x="83693" y="22660"/>
                      <a:pt x="83588" y="22849"/>
                    </a:cubicBezTo>
                    <a:cubicBezTo>
                      <a:pt x="83526" y="22974"/>
                      <a:pt x="83484" y="23079"/>
                      <a:pt x="83400" y="23204"/>
                    </a:cubicBezTo>
                    <a:cubicBezTo>
                      <a:pt x="83275" y="23497"/>
                      <a:pt x="83107" y="23811"/>
                      <a:pt x="82982" y="24125"/>
                    </a:cubicBezTo>
                    <a:cubicBezTo>
                      <a:pt x="82961" y="24167"/>
                      <a:pt x="82940" y="24230"/>
                      <a:pt x="82940" y="24251"/>
                    </a:cubicBezTo>
                    <a:cubicBezTo>
                      <a:pt x="81831" y="26678"/>
                      <a:pt x="80889" y="29168"/>
                      <a:pt x="79529" y="31490"/>
                    </a:cubicBezTo>
                    <a:cubicBezTo>
                      <a:pt x="77521" y="34922"/>
                      <a:pt x="75010" y="37872"/>
                      <a:pt x="72290" y="40759"/>
                    </a:cubicBezTo>
                    <a:lnTo>
                      <a:pt x="72290" y="40780"/>
                    </a:lnTo>
                    <a:lnTo>
                      <a:pt x="72269" y="40801"/>
                    </a:lnTo>
                    <a:cubicBezTo>
                      <a:pt x="72050" y="41105"/>
                      <a:pt x="72320" y="41558"/>
                      <a:pt x="72630" y="41558"/>
                    </a:cubicBezTo>
                    <a:cubicBezTo>
                      <a:pt x="72705" y="41558"/>
                      <a:pt x="72782" y="41532"/>
                      <a:pt x="72855" y="41471"/>
                    </a:cubicBezTo>
                    <a:cubicBezTo>
                      <a:pt x="74257" y="40383"/>
                      <a:pt x="75637" y="39169"/>
                      <a:pt x="76914" y="37746"/>
                    </a:cubicBezTo>
                    <a:cubicBezTo>
                      <a:pt x="76914" y="37746"/>
                      <a:pt x="76914" y="37725"/>
                      <a:pt x="76935" y="37725"/>
                    </a:cubicBezTo>
                    <a:cubicBezTo>
                      <a:pt x="80785" y="33583"/>
                      <a:pt x="83840" y="28205"/>
                      <a:pt x="84216" y="22807"/>
                    </a:cubicBezTo>
                    <a:lnTo>
                      <a:pt x="84216" y="22744"/>
                    </a:lnTo>
                    <a:cubicBezTo>
                      <a:pt x="84216" y="22598"/>
                      <a:pt x="84237" y="22493"/>
                      <a:pt x="84237" y="22367"/>
                    </a:cubicBezTo>
                    <a:cubicBezTo>
                      <a:pt x="85785" y="22744"/>
                      <a:pt x="87355" y="23163"/>
                      <a:pt x="88903" y="23581"/>
                    </a:cubicBezTo>
                    <a:cubicBezTo>
                      <a:pt x="88254" y="24230"/>
                      <a:pt x="87689" y="24941"/>
                      <a:pt x="87166" y="25673"/>
                    </a:cubicBezTo>
                    <a:lnTo>
                      <a:pt x="87145" y="25694"/>
                    </a:lnTo>
                    <a:cubicBezTo>
                      <a:pt x="87062" y="25820"/>
                      <a:pt x="86957" y="25924"/>
                      <a:pt x="86894" y="26050"/>
                    </a:cubicBezTo>
                    <a:cubicBezTo>
                      <a:pt x="86853" y="26113"/>
                      <a:pt x="86832" y="26155"/>
                      <a:pt x="86790" y="26196"/>
                    </a:cubicBezTo>
                    <a:cubicBezTo>
                      <a:pt x="86727" y="26301"/>
                      <a:pt x="86643" y="26364"/>
                      <a:pt x="86601" y="26468"/>
                    </a:cubicBezTo>
                    <a:cubicBezTo>
                      <a:pt x="86539" y="26552"/>
                      <a:pt x="86518" y="26615"/>
                      <a:pt x="86476" y="26678"/>
                    </a:cubicBezTo>
                    <a:cubicBezTo>
                      <a:pt x="86434" y="26740"/>
                      <a:pt x="86413" y="26761"/>
                      <a:pt x="86392" y="26824"/>
                    </a:cubicBezTo>
                    <a:cubicBezTo>
                      <a:pt x="85555" y="28101"/>
                      <a:pt x="84802" y="29398"/>
                      <a:pt x="83944" y="30716"/>
                    </a:cubicBezTo>
                    <a:cubicBezTo>
                      <a:pt x="83254" y="31804"/>
                      <a:pt x="82521" y="32913"/>
                      <a:pt x="81747" y="33980"/>
                    </a:cubicBezTo>
                    <a:cubicBezTo>
                      <a:pt x="81287" y="34671"/>
                      <a:pt x="80806" y="35340"/>
                      <a:pt x="80345" y="35989"/>
                    </a:cubicBezTo>
                    <a:cubicBezTo>
                      <a:pt x="79529" y="37098"/>
                      <a:pt x="78713" y="38186"/>
                      <a:pt x="77876" y="39295"/>
                    </a:cubicBezTo>
                    <a:cubicBezTo>
                      <a:pt x="77834" y="39378"/>
                      <a:pt x="77772" y="39420"/>
                      <a:pt x="77730" y="39504"/>
                    </a:cubicBezTo>
                    <a:cubicBezTo>
                      <a:pt x="77426" y="39909"/>
                      <a:pt x="77735" y="40546"/>
                      <a:pt x="78163" y="40546"/>
                    </a:cubicBezTo>
                    <a:cubicBezTo>
                      <a:pt x="78265" y="40546"/>
                      <a:pt x="78374" y="40509"/>
                      <a:pt x="78483" y="40425"/>
                    </a:cubicBezTo>
                    <a:cubicBezTo>
                      <a:pt x="79885" y="39399"/>
                      <a:pt x="81308" y="38165"/>
                      <a:pt x="82647" y="36826"/>
                    </a:cubicBezTo>
                    <a:cubicBezTo>
                      <a:pt x="86225" y="33206"/>
                      <a:pt x="89175" y="28603"/>
                      <a:pt x="89154" y="23644"/>
                    </a:cubicBezTo>
                    <a:lnTo>
                      <a:pt x="89154" y="23623"/>
                    </a:lnTo>
                    <a:cubicBezTo>
                      <a:pt x="93632" y="24899"/>
                      <a:pt x="98068" y="26448"/>
                      <a:pt x="102420" y="28310"/>
                    </a:cubicBezTo>
                    <a:cubicBezTo>
                      <a:pt x="102545" y="28101"/>
                      <a:pt x="102629" y="27870"/>
                      <a:pt x="102503" y="27808"/>
                    </a:cubicBezTo>
                    <a:cubicBezTo>
                      <a:pt x="97837" y="25778"/>
                      <a:pt x="93025" y="24041"/>
                      <a:pt x="88171" y="22660"/>
                    </a:cubicBezTo>
                    <a:cubicBezTo>
                      <a:pt x="88254" y="22639"/>
                      <a:pt x="88317" y="22598"/>
                      <a:pt x="88380" y="22535"/>
                    </a:cubicBezTo>
                    <a:cubicBezTo>
                      <a:pt x="88401" y="22493"/>
                      <a:pt x="88401" y="22472"/>
                      <a:pt x="88401" y="22451"/>
                    </a:cubicBezTo>
                    <a:cubicBezTo>
                      <a:pt x="88464" y="22137"/>
                      <a:pt x="88485" y="21823"/>
                      <a:pt x="88526" y="21489"/>
                    </a:cubicBezTo>
                    <a:lnTo>
                      <a:pt x="88526" y="21426"/>
                    </a:lnTo>
                    <a:cubicBezTo>
                      <a:pt x="88568" y="21133"/>
                      <a:pt x="88589" y="20819"/>
                      <a:pt x="88589" y="20547"/>
                    </a:cubicBezTo>
                    <a:lnTo>
                      <a:pt x="88589" y="20359"/>
                    </a:lnTo>
                    <a:lnTo>
                      <a:pt x="88589" y="19626"/>
                    </a:lnTo>
                    <a:lnTo>
                      <a:pt x="88589" y="19187"/>
                    </a:lnTo>
                    <a:cubicBezTo>
                      <a:pt x="88589" y="19041"/>
                      <a:pt x="88589" y="18936"/>
                      <a:pt x="88568" y="18810"/>
                    </a:cubicBezTo>
                    <a:cubicBezTo>
                      <a:pt x="88359" y="14730"/>
                      <a:pt x="86790" y="10755"/>
                      <a:pt x="84174" y="7595"/>
                    </a:cubicBezTo>
                    <a:cubicBezTo>
                      <a:pt x="83881" y="7219"/>
                      <a:pt x="83588" y="6884"/>
                      <a:pt x="83254" y="6570"/>
                    </a:cubicBezTo>
                    <a:lnTo>
                      <a:pt x="83065" y="6382"/>
                    </a:lnTo>
                    <a:cubicBezTo>
                      <a:pt x="83024" y="6340"/>
                      <a:pt x="82940" y="6277"/>
                      <a:pt x="82856" y="6256"/>
                    </a:cubicBezTo>
                    <a:cubicBezTo>
                      <a:pt x="82782" y="6226"/>
                      <a:pt x="82702" y="6211"/>
                      <a:pt x="82621" y="6211"/>
                    </a:cubicBezTo>
                    <a:cubicBezTo>
                      <a:pt x="82315" y="6211"/>
                      <a:pt x="81993" y="6414"/>
                      <a:pt x="81894" y="6696"/>
                    </a:cubicBezTo>
                    <a:cubicBezTo>
                      <a:pt x="81873" y="6696"/>
                      <a:pt x="81894" y="6696"/>
                      <a:pt x="81894" y="6738"/>
                    </a:cubicBezTo>
                    <a:cubicBezTo>
                      <a:pt x="81831" y="6842"/>
                      <a:pt x="81831" y="6989"/>
                      <a:pt x="81873" y="7114"/>
                    </a:cubicBezTo>
                    <a:cubicBezTo>
                      <a:pt x="82124" y="7909"/>
                      <a:pt x="82396" y="8725"/>
                      <a:pt x="82668" y="9499"/>
                    </a:cubicBezTo>
                    <a:lnTo>
                      <a:pt x="82668" y="9520"/>
                    </a:lnTo>
                    <a:cubicBezTo>
                      <a:pt x="84195" y="13914"/>
                      <a:pt x="85911" y="18350"/>
                      <a:pt x="87857" y="22535"/>
                    </a:cubicBezTo>
                    <a:cubicBezTo>
                      <a:pt x="87857" y="22550"/>
                      <a:pt x="87867" y="22564"/>
                      <a:pt x="87881" y="22572"/>
                    </a:cubicBezTo>
                    <a:lnTo>
                      <a:pt x="87881" y="22572"/>
                    </a:lnTo>
                    <a:cubicBezTo>
                      <a:pt x="86673" y="22239"/>
                      <a:pt x="85445" y="21926"/>
                      <a:pt x="84216" y="21614"/>
                    </a:cubicBezTo>
                    <a:cubicBezTo>
                      <a:pt x="84205" y="21580"/>
                      <a:pt x="84180" y="21564"/>
                      <a:pt x="84154" y="21564"/>
                    </a:cubicBezTo>
                    <a:cubicBezTo>
                      <a:pt x="84132" y="21564"/>
                      <a:pt x="84109" y="21574"/>
                      <a:pt x="84091" y="21593"/>
                    </a:cubicBezTo>
                    <a:cubicBezTo>
                      <a:pt x="83693" y="21489"/>
                      <a:pt x="83337" y="21405"/>
                      <a:pt x="82940" y="21300"/>
                    </a:cubicBezTo>
                    <a:cubicBezTo>
                      <a:pt x="82961" y="21279"/>
                      <a:pt x="82982" y="21238"/>
                      <a:pt x="82982" y="21196"/>
                    </a:cubicBezTo>
                    <a:cubicBezTo>
                      <a:pt x="83086" y="20568"/>
                      <a:pt x="83149" y="19961"/>
                      <a:pt x="83170" y="19334"/>
                    </a:cubicBezTo>
                    <a:lnTo>
                      <a:pt x="83170" y="19208"/>
                    </a:lnTo>
                    <a:lnTo>
                      <a:pt x="83170" y="18727"/>
                    </a:lnTo>
                    <a:lnTo>
                      <a:pt x="83170" y="18497"/>
                    </a:lnTo>
                    <a:lnTo>
                      <a:pt x="83170" y="18141"/>
                    </a:lnTo>
                    <a:cubicBezTo>
                      <a:pt x="83170" y="17994"/>
                      <a:pt x="83170" y="17890"/>
                      <a:pt x="83149" y="17764"/>
                    </a:cubicBezTo>
                    <a:cubicBezTo>
                      <a:pt x="83149" y="17681"/>
                      <a:pt x="83149" y="17576"/>
                      <a:pt x="83128" y="17513"/>
                    </a:cubicBezTo>
                    <a:cubicBezTo>
                      <a:pt x="83128" y="17346"/>
                      <a:pt x="83086" y="17157"/>
                      <a:pt x="83065" y="17011"/>
                    </a:cubicBezTo>
                    <a:lnTo>
                      <a:pt x="83065" y="16885"/>
                    </a:lnTo>
                    <a:cubicBezTo>
                      <a:pt x="82438" y="11550"/>
                      <a:pt x="79215" y="6758"/>
                      <a:pt x="74549" y="4059"/>
                    </a:cubicBezTo>
                    <a:cubicBezTo>
                      <a:pt x="74131" y="3829"/>
                      <a:pt x="73713" y="3620"/>
                      <a:pt x="73252" y="3411"/>
                    </a:cubicBezTo>
                    <a:cubicBezTo>
                      <a:pt x="73148" y="3348"/>
                      <a:pt x="73085" y="3306"/>
                      <a:pt x="72980" y="3285"/>
                    </a:cubicBezTo>
                    <a:cubicBezTo>
                      <a:pt x="72311" y="2992"/>
                      <a:pt x="71641" y="2720"/>
                      <a:pt x="70930" y="2511"/>
                    </a:cubicBezTo>
                    <a:cubicBezTo>
                      <a:pt x="70873" y="2496"/>
                      <a:pt x="70818" y="2489"/>
                      <a:pt x="70763" y="2489"/>
                    </a:cubicBezTo>
                    <a:cubicBezTo>
                      <a:pt x="70292" y="2489"/>
                      <a:pt x="69915" y="3021"/>
                      <a:pt x="70009" y="3453"/>
                    </a:cubicBezTo>
                    <a:cubicBezTo>
                      <a:pt x="68482" y="2239"/>
                      <a:pt x="66829" y="1130"/>
                      <a:pt x="65134" y="105"/>
                    </a:cubicBezTo>
                    <a:cubicBezTo>
                      <a:pt x="65008" y="32"/>
                      <a:pt x="64882" y="0"/>
                      <a:pt x="647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9388400" y="28623625"/>
                <a:ext cx="714775" cy="158125"/>
              </a:xfrm>
              <a:custGeom>
                <a:avLst/>
                <a:gdLst/>
                <a:ahLst/>
                <a:cxnLst/>
                <a:rect l="l" t="t" r="r" b="b"/>
                <a:pathLst>
                  <a:path w="28591" h="6325" extrusionOk="0">
                    <a:moveTo>
                      <a:pt x="9416" y="0"/>
                    </a:moveTo>
                    <a:cubicBezTo>
                      <a:pt x="6592" y="0"/>
                      <a:pt x="3725" y="272"/>
                      <a:pt x="942" y="711"/>
                    </a:cubicBezTo>
                    <a:cubicBezTo>
                      <a:pt x="1" y="837"/>
                      <a:pt x="1" y="2176"/>
                      <a:pt x="1026" y="2218"/>
                    </a:cubicBezTo>
                    <a:cubicBezTo>
                      <a:pt x="1193" y="2218"/>
                      <a:pt x="1361" y="2260"/>
                      <a:pt x="1549" y="2281"/>
                    </a:cubicBezTo>
                    <a:lnTo>
                      <a:pt x="1675" y="2281"/>
                    </a:lnTo>
                    <a:cubicBezTo>
                      <a:pt x="5336" y="2490"/>
                      <a:pt x="8998" y="3055"/>
                      <a:pt x="12618" y="3683"/>
                    </a:cubicBezTo>
                    <a:lnTo>
                      <a:pt x="12513" y="3683"/>
                    </a:lnTo>
                    <a:cubicBezTo>
                      <a:pt x="16070" y="4310"/>
                      <a:pt x="19606" y="5022"/>
                      <a:pt x="23163" y="5587"/>
                    </a:cubicBezTo>
                    <a:lnTo>
                      <a:pt x="23644" y="5670"/>
                    </a:lnTo>
                    <a:cubicBezTo>
                      <a:pt x="24000" y="5733"/>
                      <a:pt x="24335" y="5775"/>
                      <a:pt x="24711" y="5838"/>
                    </a:cubicBezTo>
                    <a:cubicBezTo>
                      <a:pt x="25130" y="5880"/>
                      <a:pt x="25548" y="5963"/>
                      <a:pt x="25967" y="6026"/>
                    </a:cubicBezTo>
                    <a:cubicBezTo>
                      <a:pt x="26113" y="6047"/>
                      <a:pt x="26302" y="6068"/>
                      <a:pt x="26469" y="6089"/>
                    </a:cubicBezTo>
                    <a:lnTo>
                      <a:pt x="28352" y="6319"/>
                    </a:lnTo>
                    <a:cubicBezTo>
                      <a:pt x="28364" y="6323"/>
                      <a:pt x="28377" y="6325"/>
                      <a:pt x="28389" y="6325"/>
                    </a:cubicBezTo>
                    <a:cubicBezTo>
                      <a:pt x="28500" y="6325"/>
                      <a:pt x="28591" y="6162"/>
                      <a:pt x="28478" y="6068"/>
                    </a:cubicBezTo>
                    <a:cubicBezTo>
                      <a:pt x="23142" y="1716"/>
                      <a:pt x="16760" y="105"/>
                      <a:pt x="10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42" name="Google Shape;42;p2"/>
          <p:cNvSpPr txBox="1">
            <a:spLocks noGrp="1"/>
          </p:cNvSpPr>
          <p:nvPr>
            <p:ph type="subTitle" idx="1"/>
          </p:nvPr>
        </p:nvSpPr>
        <p:spPr>
          <a:xfrm>
            <a:off x="6200000" y="4536033"/>
            <a:ext cx="3333200" cy="8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43" name="Google Shape;43;p2"/>
          <p:cNvSpPr txBox="1">
            <a:spLocks noGrp="1"/>
          </p:cNvSpPr>
          <p:nvPr>
            <p:ph type="ctrTitle"/>
          </p:nvPr>
        </p:nvSpPr>
        <p:spPr>
          <a:xfrm>
            <a:off x="5777184" y="862300"/>
            <a:ext cx="4212800" cy="36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Sarala"/>
              <a:buNone/>
              <a:defRPr sz="6667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1786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3"/>
          <p:cNvGrpSpPr/>
          <p:nvPr/>
        </p:nvGrpSpPr>
        <p:grpSpPr>
          <a:xfrm>
            <a:off x="-1805242" y="-793554"/>
            <a:ext cx="15227252" cy="8861660"/>
            <a:chOff x="-1353932" y="-595166"/>
            <a:chExt cx="11420439" cy="6646245"/>
          </a:xfrm>
        </p:grpSpPr>
        <p:sp>
          <p:nvSpPr>
            <p:cNvPr id="46" name="Google Shape;46;p3"/>
            <p:cNvSpPr/>
            <p:nvPr/>
          </p:nvSpPr>
          <p:spPr>
            <a:xfrm>
              <a:off x="2205180" y="714675"/>
              <a:ext cx="4718700" cy="47187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-125" y="2572323"/>
              <a:ext cx="9144000" cy="2585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-628650" y="3929975"/>
              <a:ext cx="10565925" cy="2121104"/>
            </a:xfrm>
            <a:custGeom>
              <a:avLst/>
              <a:gdLst/>
              <a:ahLst/>
              <a:cxnLst/>
              <a:rect l="l" t="t" r="r" b="b"/>
              <a:pathLst>
                <a:path w="422637" h="70492" extrusionOk="0">
                  <a:moveTo>
                    <a:pt x="422636" y="0"/>
                  </a:moveTo>
                  <a:lnTo>
                    <a:pt x="422636" y="30130"/>
                  </a:lnTo>
                  <a:cubicBezTo>
                    <a:pt x="412907" y="34629"/>
                    <a:pt x="402424" y="37851"/>
                    <a:pt x="392255" y="41534"/>
                  </a:cubicBezTo>
                  <a:cubicBezTo>
                    <a:pt x="368926" y="50050"/>
                    <a:pt x="346767" y="61453"/>
                    <a:pt x="322475" y="67479"/>
                  </a:cubicBezTo>
                  <a:cubicBezTo>
                    <a:pt x="319713" y="68149"/>
                    <a:pt x="316951" y="68755"/>
                    <a:pt x="314168" y="69299"/>
                  </a:cubicBezTo>
                  <a:lnTo>
                    <a:pt x="185237" y="69299"/>
                  </a:lnTo>
                  <a:cubicBezTo>
                    <a:pt x="151153" y="68358"/>
                    <a:pt x="116901" y="70492"/>
                    <a:pt x="83109" y="66558"/>
                  </a:cubicBezTo>
                  <a:cubicBezTo>
                    <a:pt x="54716" y="63273"/>
                    <a:pt x="27264" y="55699"/>
                    <a:pt x="0" y="47748"/>
                  </a:cubicBezTo>
                  <a:lnTo>
                    <a:pt x="0" y="14793"/>
                  </a:lnTo>
                  <a:cubicBezTo>
                    <a:pt x="19145" y="14731"/>
                    <a:pt x="38332" y="11027"/>
                    <a:pt x="57373" y="12910"/>
                  </a:cubicBezTo>
                  <a:cubicBezTo>
                    <a:pt x="69362" y="14124"/>
                    <a:pt x="81163" y="17555"/>
                    <a:pt x="93257" y="17179"/>
                  </a:cubicBezTo>
                  <a:cubicBezTo>
                    <a:pt x="103426" y="16865"/>
                    <a:pt x="113260" y="13831"/>
                    <a:pt x="123345" y="12638"/>
                  </a:cubicBezTo>
                  <a:cubicBezTo>
                    <a:pt x="150525" y="9395"/>
                    <a:pt x="177391" y="19355"/>
                    <a:pt x="204717" y="21217"/>
                  </a:cubicBezTo>
                  <a:cubicBezTo>
                    <a:pt x="226268" y="22682"/>
                    <a:pt x="248154" y="19083"/>
                    <a:pt x="269476" y="22305"/>
                  </a:cubicBezTo>
                  <a:cubicBezTo>
                    <a:pt x="279603" y="23832"/>
                    <a:pt x="290567" y="26783"/>
                    <a:pt x="299710" y="22577"/>
                  </a:cubicBezTo>
                  <a:cubicBezTo>
                    <a:pt x="304732" y="20275"/>
                    <a:pt x="308373" y="16091"/>
                    <a:pt x="313059" y="13287"/>
                  </a:cubicBezTo>
                  <a:cubicBezTo>
                    <a:pt x="319881" y="9249"/>
                    <a:pt x="328355" y="8391"/>
                    <a:pt x="336452" y="7679"/>
                  </a:cubicBezTo>
                  <a:cubicBezTo>
                    <a:pt x="347793" y="6675"/>
                    <a:pt x="359091" y="5650"/>
                    <a:pt x="370390" y="4625"/>
                  </a:cubicBezTo>
                  <a:lnTo>
                    <a:pt x="416673" y="461"/>
                  </a:lnTo>
                  <a:cubicBezTo>
                    <a:pt x="418661" y="251"/>
                    <a:pt x="420649" y="63"/>
                    <a:pt x="422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7181425" y="1057500"/>
              <a:ext cx="1736915" cy="289825"/>
            </a:xfrm>
            <a:custGeom>
              <a:avLst/>
              <a:gdLst/>
              <a:ahLst/>
              <a:cxnLst/>
              <a:rect l="l" t="t" r="r" b="b"/>
              <a:pathLst>
                <a:path w="129790" h="21657" extrusionOk="0">
                  <a:moveTo>
                    <a:pt x="129790" y="21092"/>
                  </a:moveTo>
                  <a:cubicBezTo>
                    <a:pt x="127467" y="20548"/>
                    <a:pt x="112277" y="19104"/>
                    <a:pt x="109954" y="18623"/>
                  </a:cubicBezTo>
                  <a:cubicBezTo>
                    <a:pt x="105372" y="17681"/>
                    <a:pt x="101752" y="13894"/>
                    <a:pt x="97944" y="10881"/>
                  </a:cubicBezTo>
                  <a:cubicBezTo>
                    <a:pt x="94115" y="7889"/>
                    <a:pt x="89093" y="5546"/>
                    <a:pt x="84909" y="7889"/>
                  </a:cubicBezTo>
                  <a:cubicBezTo>
                    <a:pt x="82816" y="9061"/>
                    <a:pt x="80933" y="11341"/>
                    <a:pt x="78652" y="10923"/>
                  </a:cubicBezTo>
                  <a:cubicBezTo>
                    <a:pt x="77460" y="10714"/>
                    <a:pt x="76497" y="9730"/>
                    <a:pt x="75556" y="8852"/>
                  </a:cubicBezTo>
                  <a:cubicBezTo>
                    <a:pt x="72062" y="5546"/>
                    <a:pt x="68149" y="2616"/>
                    <a:pt x="63692" y="1570"/>
                  </a:cubicBezTo>
                  <a:cubicBezTo>
                    <a:pt x="57101" y="1"/>
                    <a:pt x="53377" y="3453"/>
                    <a:pt x="48732" y="7512"/>
                  </a:cubicBezTo>
                  <a:cubicBezTo>
                    <a:pt x="48376" y="7826"/>
                    <a:pt x="47978" y="8161"/>
                    <a:pt x="47518" y="8349"/>
                  </a:cubicBezTo>
                  <a:cubicBezTo>
                    <a:pt x="46639" y="8663"/>
                    <a:pt x="45698" y="8349"/>
                    <a:pt x="44840" y="8056"/>
                  </a:cubicBezTo>
                  <a:cubicBezTo>
                    <a:pt x="42727" y="7366"/>
                    <a:pt x="40509" y="6738"/>
                    <a:pt x="38270" y="6801"/>
                  </a:cubicBezTo>
                  <a:cubicBezTo>
                    <a:pt x="36031" y="6885"/>
                    <a:pt x="33729" y="7743"/>
                    <a:pt x="32369" y="9521"/>
                  </a:cubicBezTo>
                  <a:cubicBezTo>
                    <a:pt x="31512" y="10651"/>
                    <a:pt x="31051" y="12074"/>
                    <a:pt x="30193" y="13162"/>
                  </a:cubicBezTo>
                  <a:cubicBezTo>
                    <a:pt x="29336" y="14292"/>
                    <a:pt x="27745" y="15087"/>
                    <a:pt x="26511" y="14396"/>
                  </a:cubicBezTo>
                  <a:cubicBezTo>
                    <a:pt x="26113" y="14166"/>
                    <a:pt x="25799" y="13810"/>
                    <a:pt x="25465" y="13497"/>
                  </a:cubicBezTo>
                  <a:cubicBezTo>
                    <a:pt x="24188" y="12429"/>
                    <a:pt x="22242" y="12325"/>
                    <a:pt x="20736" y="13036"/>
                  </a:cubicBezTo>
                  <a:cubicBezTo>
                    <a:pt x="19208" y="13727"/>
                    <a:pt x="18120" y="15150"/>
                    <a:pt x="17493" y="16698"/>
                  </a:cubicBezTo>
                  <a:cubicBezTo>
                    <a:pt x="17284" y="17179"/>
                    <a:pt x="17116" y="17744"/>
                    <a:pt x="16760" y="18121"/>
                  </a:cubicBezTo>
                  <a:cubicBezTo>
                    <a:pt x="16447" y="18476"/>
                    <a:pt x="16007" y="18644"/>
                    <a:pt x="15547" y="18790"/>
                  </a:cubicBezTo>
                  <a:cubicBezTo>
                    <a:pt x="12346" y="19836"/>
                    <a:pt x="9542" y="18309"/>
                    <a:pt x="6340" y="18100"/>
                  </a:cubicBezTo>
                  <a:cubicBezTo>
                    <a:pt x="4311" y="17974"/>
                    <a:pt x="691" y="17807"/>
                    <a:pt x="147" y="20464"/>
                  </a:cubicBezTo>
                  <a:cubicBezTo>
                    <a:pt x="1" y="21238"/>
                    <a:pt x="7031" y="20945"/>
                    <a:pt x="7763" y="20924"/>
                  </a:cubicBezTo>
                  <a:cubicBezTo>
                    <a:pt x="16865" y="20485"/>
                    <a:pt x="26009" y="21134"/>
                    <a:pt x="35152" y="21301"/>
                  </a:cubicBezTo>
                  <a:cubicBezTo>
                    <a:pt x="44568" y="21448"/>
                    <a:pt x="54004" y="21531"/>
                    <a:pt x="63420" y="21573"/>
                  </a:cubicBezTo>
                  <a:cubicBezTo>
                    <a:pt x="80347" y="21657"/>
                    <a:pt x="97295" y="21552"/>
                    <a:pt x="114202" y="21301"/>
                  </a:cubicBezTo>
                  <a:cubicBezTo>
                    <a:pt x="115457" y="21301"/>
                    <a:pt x="124517" y="21322"/>
                    <a:pt x="129790" y="210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3"/>
            <p:cNvSpPr/>
            <p:nvPr/>
          </p:nvSpPr>
          <p:spPr>
            <a:xfrm flipH="1">
              <a:off x="1515500" y="1186863"/>
              <a:ext cx="1846559" cy="394163"/>
            </a:xfrm>
            <a:custGeom>
              <a:avLst/>
              <a:gdLst/>
              <a:ahLst/>
              <a:cxnLst/>
              <a:rect l="l" t="t" r="r" b="b"/>
              <a:pathLst>
                <a:path w="134687" h="28750" extrusionOk="0">
                  <a:moveTo>
                    <a:pt x="16112" y="28582"/>
                  </a:moveTo>
                  <a:cubicBezTo>
                    <a:pt x="54360" y="27641"/>
                    <a:pt x="93425" y="28750"/>
                    <a:pt x="131673" y="27808"/>
                  </a:cubicBezTo>
                  <a:cubicBezTo>
                    <a:pt x="132845" y="27787"/>
                    <a:pt x="134268" y="27578"/>
                    <a:pt x="134686" y="26469"/>
                  </a:cubicBezTo>
                  <a:cubicBezTo>
                    <a:pt x="132426" y="25277"/>
                    <a:pt x="129706" y="26323"/>
                    <a:pt x="127175" y="26448"/>
                  </a:cubicBezTo>
                  <a:cubicBezTo>
                    <a:pt x="122655" y="26678"/>
                    <a:pt x="118617" y="23917"/>
                    <a:pt x="114620" y="21761"/>
                  </a:cubicBezTo>
                  <a:cubicBezTo>
                    <a:pt x="110624" y="19627"/>
                    <a:pt x="105519" y="18100"/>
                    <a:pt x="101752" y="20611"/>
                  </a:cubicBezTo>
                  <a:cubicBezTo>
                    <a:pt x="101041" y="21092"/>
                    <a:pt x="100330" y="21720"/>
                    <a:pt x="99472" y="21678"/>
                  </a:cubicBezTo>
                  <a:cubicBezTo>
                    <a:pt x="98949" y="21657"/>
                    <a:pt x="98488" y="21364"/>
                    <a:pt x="98028" y="21113"/>
                  </a:cubicBezTo>
                  <a:cubicBezTo>
                    <a:pt x="94513" y="18895"/>
                    <a:pt x="91332" y="16091"/>
                    <a:pt x="88675" y="12869"/>
                  </a:cubicBezTo>
                  <a:cubicBezTo>
                    <a:pt x="86604" y="10379"/>
                    <a:pt x="84804" y="7596"/>
                    <a:pt x="82210" y="5650"/>
                  </a:cubicBezTo>
                  <a:cubicBezTo>
                    <a:pt x="76560" y="1424"/>
                    <a:pt x="67584" y="2700"/>
                    <a:pt x="63316" y="8287"/>
                  </a:cubicBezTo>
                  <a:cubicBezTo>
                    <a:pt x="62876" y="8893"/>
                    <a:pt x="62416" y="9584"/>
                    <a:pt x="61705" y="9814"/>
                  </a:cubicBezTo>
                  <a:cubicBezTo>
                    <a:pt x="60533" y="10232"/>
                    <a:pt x="59340" y="9270"/>
                    <a:pt x="58399" y="8454"/>
                  </a:cubicBezTo>
                  <a:cubicBezTo>
                    <a:pt x="49694" y="921"/>
                    <a:pt x="35655" y="1"/>
                    <a:pt x="26532" y="7031"/>
                  </a:cubicBezTo>
                  <a:cubicBezTo>
                    <a:pt x="23917" y="9061"/>
                    <a:pt x="21761" y="11592"/>
                    <a:pt x="19648" y="14124"/>
                  </a:cubicBezTo>
                  <a:cubicBezTo>
                    <a:pt x="16112" y="18372"/>
                    <a:pt x="5253" y="26888"/>
                    <a:pt x="1" y="28562"/>
                  </a:cubicBezTo>
                  <a:lnTo>
                    <a:pt x="16112" y="28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51" name="Google Shape;51;p3"/>
            <p:cNvGrpSpPr/>
            <p:nvPr/>
          </p:nvGrpSpPr>
          <p:grpSpPr>
            <a:xfrm rot="899960">
              <a:off x="7376572" y="3040319"/>
              <a:ext cx="2565648" cy="1298211"/>
              <a:chOff x="19279125" y="28273675"/>
              <a:chExt cx="2565725" cy="1298250"/>
            </a:xfrm>
          </p:grpSpPr>
          <p:sp>
            <p:nvSpPr>
              <p:cNvPr id="52" name="Google Shape;52;p3"/>
              <p:cNvSpPr/>
              <p:nvPr/>
            </p:nvSpPr>
            <p:spPr>
              <a:xfrm>
                <a:off x="19715375" y="28798125"/>
                <a:ext cx="506850" cy="665075"/>
              </a:xfrm>
              <a:custGeom>
                <a:avLst/>
                <a:gdLst/>
                <a:ahLst/>
                <a:cxnLst/>
                <a:rect l="l" t="t" r="r" b="b"/>
                <a:pathLst>
                  <a:path w="20274" h="26603" extrusionOk="0">
                    <a:moveTo>
                      <a:pt x="20102" y="0"/>
                    </a:moveTo>
                    <a:cubicBezTo>
                      <a:pt x="20089" y="0"/>
                      <a:pt x="20076" y="3"/>
                      <a:pt x="20065" y="8"/>
                    </a:cubicBezTo>
                    <a:cubicBezTo>
                      <a:pt x="20002" y="8"/>
                      <a:pt x="19981" y="29"/>
                      <a:pt x="19918" y="50"/>
                    </a:cubicBezTo>
                    <a:cubicBezTo>
                      <a:pt x="18014" y="1975"/>
                      <a:pt x="16194" y="4026"/>
                      <a:pt x="14415" y="6181"/>
                    </a:cubicBezTo>
                    <a:cubicBezTo>
                      <a:pt x="14060" y="6537"/>
                      <a:pt x="13746" y="6934"/>
                      <a:pt x="13474" y="7332"/>
                    </a:cubicBezTo>
                    <a:cubicBezTo>
                      <a:pt x="13264" y="7583"/>
                      <a:pt x="13055" y="7876"/>
                      <a:pt x="12846" y="8148"/>
                    </a:cubicBezTo>
                    <a:lnTo>
                      <a:pt x="12804" y="8169"/>
                    </a:lnTo>
                    <a:cubicBezTo>
                      <a:pt x="9561" y="12270"/>
                      <a:pt x="6506" y="16643"/>
                      <a:pt x="3577" y="20911"/>
                    </a:cubicBezTo>
                    <a:cubicBezTo>
                      <a:pt x="3577" y="20911"/>
                      <a:pt x="3577" y="20932"/>
                      <a:pt x="3556" y="20932"/>
                    </a:cubicBezTo>
                    <a:cubicBezTo>
                      <a:pt x="3556" y="20953"/>
                      <a:pt x="3535" y="20953"/>
                      <a:pt x="3535" y="20974"/>
                    </a:cubicBezTo>
                    <a:cubicBezTo>
                      <a:pt x="2447" y="22522"/>
                      <a:pt x="1401" y="24050"/>
                      <a:pt x="355" y="25535"/>
                    </a:cubicBezTo>
                    <a:cubicBezTo>
                      <a:pt x="0" y="26042"/>
                      <a:pt x="531" y="26603"/>
                      <a:pt x="1046" y="26603"/>
                    </a:cubicBezTo>
                    <a:cubicBezTo>
                      <a:pt x="1169" y="26603"/>
                      <a:pt x="1292" y="26571"/>
                      <a:pt x="1401" y="26498"/>
                    </a:cubicBezTo>
                    <a:cubicBezTo>
                      <a:pt x="1987" y="26142"/>
                      <a:pt x="2593" y="25745"/>
                      <a:pt x="3137" y="25347"/>
                    </a:cubicBezTo>
                    <a:cubicBezTo>
                      <a:pt x="3158" y="25347"/>
                      <a:pt x="3158" y="25326"/>
                      <a:pt x="3158" y="25326"/>
                    </a:cubicBezTo>
                    <a:cubicBezTo>
                      <a:pt x="11423" y="19593"/>
                      <a:pt x="18746" y="10177"/>
                      <a:pt x="20274" y="239"/>
                    </a:cubicBezTo>
                    <a:cubicBezTo>
                      <a:pt x="20274" y="155"/>
                      <a:pt x="20232" y="113"/>
                      <a:pt x="20211" y="50"/>
                    </a:cubicBezTo>
                    <a:cubicBezTo>
                      <a:pt x="20180" y="20"/>
                      <a:pt x="20139" y="0"/>
                      <a:pt x="201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>
                <a:off x="20308800" y="28749150"/>
                <a:ext cx="511325" cy="822775"/>
              </a:xfrm>
              <a:custGeom>
                <a:avLst/>
                <a:gdLst/>
                <a:ahLst/>
                <a:cxnLst/>
                <a:rect l="l" t="t" r="r" b="b"/>
                <a:pathLst>
                  <a:path w="20453" h="32911" extrusionOk="0">
                    <a:moveTo>
                      <a:pt x="20227" y="1"/>
                    </a:moveTo>
                    <a:cubicBezTo>
                      <a:pt x="20190" y="1"/>
                      <a:pt x="20153" y="8"/>
                      <a:pt x="20118" y="22"/>
                    </a:cubicBezTo>
                    <a:cubicBezTo>
                      <a:pt x="20097" y="22"/>
                      <a:pt x="20097" y="63"/>
                      <a:pt x="20076" y="84"/>
                    </a:cubicBezTo>
                    <a:cubicBezTo>
                      <a:pt x="19804" y="335"/>
                      <a:pt x="19574" y="607"/>
                      <a:pt x="19302" y="900"/>
                    </a:cubicBezTo>
                    <a:cubicBezTo>
                      <a:pt x="19302" y="900"/>
                      <a:pt x="19302" y="921"/>
                      <a:pt x="19281" y="921"/>
                    </a:cubicBezTo>
                    <a:cubicBezTo>
                      <a:pt x="19051" y="1172"/>
                      <a:pt x="18841" y="1444"/>
                      <a:pt x="18632" y="1695"/>
                    </a:cubicBezTo>
                    <a:cubicBezTo>
                      <a:pt x="18569" y="1758"/>
                      <a:pt x="18528" y="1842"/>
                      <a:pt x="18465" y="1884"/>
                    </a:cubicBezTo>
                    <a:cubicBezTo>
                      <a:pt x="18318" y="2093"/>
                      <a:pt x="18130" y="2302"/>
                      <a:pt x="17984" y="2512"/>
                    </a:cubicBezTo>
                    <a:cubicBezTo>
                      <a:pt x="17921" y="2595"/>
                      <a:pt x="17837" y="2679"/>
                      <a:pt x="17795" y="2784"/>
                    </a:cubicBezTo>
                    <a:cubicBezTo>
                      <a:pt x="17628" y="2993"/>
                      <a:pt x="17502" y="3160"/>
                      <a:pt x="17356" y="3369"/>
                    </a:cubicBezTo>
                    <a:cubicBezTo>
                      <a:pt x="17293" y="3453"/>
                      <a:pt x="17209" y="3558"/>
                      <a:pt x="17168" y="3641"/>
                    </a:cubicBezTo>
                    <a:cubicBezTo>
                      <a:pt x="17000" y="3851"/>
                      <a:pt x="16875" y="4060"/>
                      <a:pt x="16749" y="4269"/>
                    </a:cubicBezTo>
                    <a:cubicBezTo>
                      <a:pt x="16686" y="4353"/>
                      <a:pt x="16644" y="4436"/>
                      <a:pt x="16561" y="4520"/>
                    </a:cubicBezTo>
                    <a:lnTo>
                      <a:pt x="16100" y="5232"/>
                    </a:lnTo>
                    <a:cubicBezTo>
                      <a:pt x="16059" y="5273"/>
                      <a:pt x="16017" y="5336"/>
                      <a:pt x="15996" y="5420"/>
                    </a:cubicBezTo>
                    <a:cubicBezTo>
                      <a:pt x="15598" y="6006"/>
                      <a:pt x="15222" y="6633"/>
                      <a:pt x="14866" y="7282"/>
                    </a:cubicBezTo>
                    <a:cubicBezTo>
                      <a:pt x="14803" y="7345"/>
                      <a:pt x="14782" y="7429"/>
                      <a:pt x="14740" y="7512"/>
                    </a:cubicBezTo>
                    <a:cubicBezTo>
                      <a:pt x="14594" y="7742"/>
                      <a:pt x="14468" y="7973"/>
                      <a:pt x="14322" y="8203"/>
                    </a:cubicBezTo>
                    <a:cubicBezTo>
                      <a:pt x="14259" y="8286"/>
                      <a:pt x="14217" y="8391"/>
                      <a:pt x="14155" y="8475"/>
                    </a:cubicBezTo>
                    <a:lnTo>
                      <a:pt x="13757" y="9186"/>
                    </a:lnTo>
                    <a:cubicBezTo>
                      <a:pt x="13715" y="9249"/>
                      <a:pt x="13652" y="9333"/>
                      <a:pt x="13631" y="9416"/>
                    </a:cubicBezTo>
                    <a:cubicBezTo>
                      <a:pt x="13485" y="9709"/>
                      <a:pt x="13318" y="9960"/>
                      <a:pt x="13171" y="10253"/>
                    </a:cubicBezTo>
                    <a:cubicBezTo>
                      <a:pt x="12962" y="10609"/>
                      <a:pt x="12753" y="10986"/>
                      <a:pt x="12564" y="11341"/>
                    </a:cubicBezTo>
                    <a:cubicBezTo>
                      <a:pt x="12502" y="11488"/>
                      <a:pt x="12439" y="11592"/>
                      <a:pt x="12376" y="11718"/>
                    </a:cubicBezTo>
                    <a:lnTo>
                      <a:pt x="12062" y="12262"/>
                    </a:lnTo>
                    <a:cubicBezTo>
                      <a:pt x="11539" y="13224"/>
                      <a:pt x="10995" y="14166"/>
                      <a:pt x="10409" y="15108"/>
                    </a:cubicBezTo>
                    <a:cubicBezTo>
                      <a:pt x="8568" y="18183"/>
                      <a:pt x="6622" y="21217"/>
                      <a:pt x="4718" y="24251"/>
                    </a:cubicBezTo>
                    <a:lnTo>
                      <a:pt x="4718" y="24272"/>
                    </a:lnTo>
                    <a:lnTo>
                      <a:pt x="4718" y="24293"/>
                    </a:lnTo>
                    <a:lnTo>
                      <a:pt x="4718" y="24314"/>
                    </a:lnTo>
                    <a:lnTo>
                      <a:pt x="4718" y="24356"/>
                    </a:lnTo>
                    <a:lnTo>
                      <a:pt x="4718" y="24377"/>
                    </a:lnTo>
                    <a:cubicBezTo>
                      <a:pt x="3693" y="26030"/>
                      <a:pt x="2668" y="27641"/>
                      <a:pt x="1684" y="29315"/>
                    </a:cubicBezTo>
                    <a:lnTo>
                      <a:pt x="1684" y="29336"/>
                    </a:lnTo>
                    <a:lnTo>
                      <a:pt x="1684" y="29377"/>
                    </a:lnTo>
                    <a:lnTo>
                      <a:pt x="1684" y="29398"/>
                    </a:lnTo>
                    <a:lnTo>
                      <a:pt x="1684" y="29419"/>
                    </a:lnTo>
                    <a:lnTo>
                      <a:pt x="1684" y="29461"/>
                    </a:lnTo>
                    <a:cubicBezTo>
                      <a:pt x="1621" y="29503"/>
                      <a:pt x="1600" y="29587"/>
                      <a:pt x="1559" y="29670"/>
                    </a:cubicBezTo>
                    <a:lnTo>
                      <a:pt x="1559" y="29691"/>
                    </a:lnTo>
                    <a:cubicBezTo>
                      <a:pt x="1140" y="30361"/>
                      <a:pt x="743" y="31072"/>
                      <a:pt x="345" y="31763"/>
                    </a:cubicBezTo>
                    <a:cubicBezTo>
                      <a:pt x="1" y="32365"/>
                      <a:pt x="520" y="32911"/>
                      <a:pt x="1088" y="32911"/>
                    </a:cubicBezTo>
                    <a:cubicBezTo>
                      <a:pt x="1210" y="32911"/>
                      <a:pt x="1335" y="32886"/>
                      <a:pt x="1454" y="32830"/>
                    </a:cubicBezTo>
                    <a:cubicBezTo>
                      <a:pt x="1517" y="32809"/>
                      <a:pt x="1600" y="32746"/>
                      <a:pt x="1684" y="32662"/>
                    </a:cubicBezTo>
                    <a:cubicBezTo>
                      <a:pt x="6476" y="28038"/>
                      <a:pt x="10388" y="22556"/>
                      <a:pt x="13757" y="16844"/>
                    </a:cubicBezTo>
                    <a:cubicBezTo>
                      <a:pt x="16247" y="12408"/>
                      <a:pt x="19051" y="7721"/>
                      <a:pt x="20097" y="2700"/>
                    </a:cubicBezTo>
                    <a:cubicBezTo>
                      <a:pt x="20097" y="2658"/>
                      <a:pt x="20118" y="2616"/>
                      <a:pt x="20118" y="2595"/>
                    </a:cubicBezTo>
                    <a:cubicBezTo>
                      <a:pt x="20160" y="2365"/>
                      <a:pt x="20222" y="2093"/>
                      <a:pt x="20243" y="1863"/>
                    </a:cubicBezTo>
                    <a:cubicBezTo>
                      <a:pt x="20243" y="1800"/>
                      <a:pt x="20264" y="1779"/>
                      <a:pt x="20264" y="1737"/>
                    </a:cubicBezTo>
                    <a:lnTo>
                      <a:pt x="20348" y="1172"/>
                    </a:lnTo>
                    <a:cubicBezTo>
                      <a:pt x="20390" y="1068"/>
                      <a:pt x="20390" y="1005"/>
                      <a:pt x="20390" y="879"/>
                    </a:cubicBezTo>
                    <a:cubicBezTo>
                      <a:pt x="20411" y="733"/>
                      <a:pt x="20411" y="607"/>
                      <a:pt x="20432" y="440"/>
                    </a:cubicBezTo>
                    <a:cubicBezTo>
                      <a:pt x="20432" y="356"/>
                      <a:pt x="20453" y="294"/>
                      <a:pt x="20453" y="210"/>
                    </a:cubicBezTo>
                    <a:lnTo>
                      <a:pt x="20453" y="126"/>
                    </a:lnTo>
                    <a:cubicBezTo>
                      <a:pt x="20453" y="105"/>
                      <a:pt x="20432" y="105"/>
                      <a:pt x="20432" y="84"/>
                    </a:cubicBezTo>
                    <a:cubicBezTo>
                      <a:pt x="20376" y="29"/>
                      <a:pt x="20301" y="1"/>
                      <a:pt x="20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20182700" y="28375125"/>
                <a:ext cx="603425" cy="350075"/>
              </a:xfrm>
              <a:custGeom>
                <a:avLst/>
                <a:gdLst/>
                <a:ahLst/>
                <a:cxnLst/>
                <a:rect l="l" t="t" r="r" b="b"/>
                <a:pathLst>
                  <a:path w="24137" h="14003" extrusionOk="0">
                    <a:moveTo>
                      <a:pt x="808" y="1"/>
                    </a:moveTo>
                    <a:cubicBezTo>
                      <a:pt x="364" y="1"/>
                      <a:pt x="1" y="496"/>
                      <a:pt x="137" y="922"/>
                    </a:cubicBezTo>
                    <a:cubicBezTo>
                      <a:pt x="179" y="1027"/>
                      <a:pt x="263" y="1131"/>
                      <a:pt x="367" y="1215"/>
                    </a:cubicBezTo>
                    <a:cubicBezTo>
                      <a:pt x="6623" y="6404"/>
                      <a:pt x="13131" y="11070"/>
                      <a:pt x="20935" y="13288"/>
                    </a:cubicBezTo>
                    <a:cubicBezTo>
                      <a:pt x="20977" y="13309"/>
                      <a:pt x="21040" y="13309"/>
                      <a:pt x="21103" y="13351"/>
                    </a:cubicBezTo>
                    <a:cubicBezTo>
                      <a:pt x="21500" y="13434"/>
                      <a:pt x="21919" y="13560"/>
                      <a:pt x="22316" y="13643"/>
                    </a:cubicBezTo>
                    <a:cubicBezTo>
                      <a:pt x="22421" y="13685"/>
                      <a:pt x="22484" y="13706"/>
                      <a:pt x="22588" y="13727"/>
                    </a:cubicBezTo>
                    <a:cubicBezTo>
                      <a:pt x="22965" y="13811"/>
                      <a:pt x="23362" y="13895"/>
                      <a:pt x="23718" y="13957"/>
                    </a:cubicBezTo>
                    <a:cubicBezTo>
                      <a:pt x="23781" y="13957"/>
                      <a:pt x="23802" y="13999"/>
                      <a:pt x="23823" y="13999"/>
                    </a:cubicBezTo>
                    <a:cubicBezTo>
                      <a:pt x="23838" y="14001"/>
                      <a:pt x="23852" y="14002"/>
                      <a:pt x="23867" y="14002"/>
                    </a:cubicBezTo>
                    <a:cubicBezTo>
                      <a:pt x="23990" y="14002"/>
                      <a:pt x="24078" y="13923"/>
                      <a:pt x="24116" y="13811"/>
                    </a:cubicBezTo>
                    <a:cubicBezTo>
                      <a:pt x="24137" y="13769"/>
                      <a:pt x="24137" y="13727"/>
                      <a:pt x="24116" y="13685"/>
                    </a:cubicBezTo>
                    <a:cubicBezTo>
                      <a:pt x="24116" y="13643"/>
                      <a:pt x="24095" y="13602"/>
                      <a:pt x="24032" y="13581"/>
                    </a:cubicBezTo>
                    <a:cubicBezTo>
                      <a:pt x="23676" y="13309"/>
                      <a:pt x="23341" y="13037"/>
                      <a:pt x="22965" y="12765"/>
                    </a:cubicBezTo>
                    <a:cubicBezTo>
                      <a:pt x="22923" y="12744"/>
                      <a:pt x="22860" y="12681"/>
                      <a:pt x="22818" y="12660"/>
                    </a:cubicBezTo>
                    <a:cubicBezTo>
                      <a:pt x="22525" y="12451"/>
                      <a:pt x="22212" y="12221"/>
                      <a:pt x="21919" y="12011"/>
                    </a:cubicBezTo>
                    <a:lnTo>
                      <a:pt x="21688" y="11844"/>
                    </a:lnTo>
                    <a:cubicBezTo>
                      <a:pt x="21333" y="11614"/>
                      <a:pt x="21019" y="11384"/>
                      <a:pt x="20684" y="11175"/>
                    </a:cubicBezTo>
                    <a:lnTo>
                      <a:pt x="20663" y="11133"/>
                    </a:lnTo>
                    <a:cubicBezTo>
                      <a:pt x="16876" y="8580"/>
                      <a:pt x="12859" y="6404"/>
                      <a:pt x="8841" y="4228"/>
                    </a:cubicBezTo>
                    <a:cubicBezTo>
                      <a:pt x="8841" y="4228"/>
                      <a:pt x="8820" y="4228"/>
                      <a:pt x="8820" y="4207"/>
                    </a:cubicBezTo>
                    <a:lnTo>
                      <a:pt x="8800" y="4207"/>
                    </a:lnTo>
                    <a:cubicBezTo>
                      <a:pt x="6226" y="2847"/>
                      <a:pt x="3673" y="1508"/>
                      <a:pt x="1121" y="85"/>
                    </a:cubicBezTo>
                    <a:cubicBezTo>
                      <a:pt x="1016" y="27"/>
                      <a:pt x="910" y="1"/>
                      <a:pt x="8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19914100" y="28430850"/>
                <a:ext cx="673250" cy="292175"/>
              </a:xfrm>
              <a:custGeom>
                <a:avLst/>
                <a:gdLst/>
                <a:ahLst/>
                <a:cxnLst/>
                <a:rect l="l" t="t" r="r" b="b"/>
                <a:pathLst>
                  <a:path w="26930" h="11687" extrusionOk="0">
                    <a:moveTo>
                      <a:pt x="1364" y="1"/>
                    </a:moveTo>
                    <a:cubicBezTo>
                      <a:pt x="1157" y="1"/>
                      <a:pt x="953" y="11"/>
                      <a:pt x="754" y="32"/>
                    </a:cubicBezTo>
                    <a:cubicBezTo>
                      <a:pt x="210" y="53"/>
                      <a:pt x="1" y="492"/>
                      <a:pt x="106" y="911"/>
                    </a:cubicBezTo>
                    <a:cubicBezTo>
                      <a:pt x="210" y="1141"/>
                      <a:pt x="357" y="1392"/>
                      <a:pt x="650" y="1476"/>
                    </a:cubicBezTo>
                    <a:cubicBezTo>
                      <a:pt x="3683" y="2522"/>
                      <a:pt x="6696" y="3610"/>
                      <a:pt x="9647" y="4782"/>
                    </a:cubicBezTo>
                    <a:lnTo>
                      <a:pt x="9626" y="4782"/>
                    </a:lnTo>
                    <a:cubicBezTo>
                      <a:pt x="11802" y="5640"/>
                      <a:pt x="13936" y="6581"/>
                      <a:pt x="16091" y="7606"/>
                    </a:cubicBezTo>
                    <a:cubicBezTo>
                      <a:pt x="16970" y="8025"/>
                      <a:pt x="17807" y="8464"/>
                      <a:pt x="18644" y="8925"/>
                    </a:cubicBezTo>
                    <a:cubicBezTo>
                      <a:pt x="21238" y="10222"/>
                      <a:pt x="23770" y="11394"/>
                      <a:pt x="26783" y="11686"/>
                    </a:cubicBezTo>
                    <a:cubicBezTo>
                      <a:pt x="26825" y="11686"/>
                      <a:pt x="26867" y="11686"/>
                      <a:pt x="26888" y="11666"/>
                    </a:cubicBezTo>
                    <a:cubicBezTo>
                      <a:pt x="26909" y="11645"/>
                      <a:pt x="26930" y="11582"/>
                      <a:pt x="26930" y="11498"/>
                    </a:cubicBezTo>
                    <a:cubicBezTo>
                      <a:pt x="26930" y="11414"/>
                      <a:pt x="26888" y="11373"/>
                      <a:pt x="26804" y="11352"/>
                    </a:cubicBezTo>
                    <a:lnTo>
                      <a:pt x="26783" y="11352"/>
                    </a:lnTo>
                    <a:cubicBezTo>
                      <a:pt x="26553" y="11268"/>
                      <a:pt x="26344" y="11184"/>
                      <a:pt x="26093" y="11080"/>
                    </a:cubicBezTo>
                    <a:cubicBezTo>
                      <a:pt x="26051" y="11059"/>
                      <a:pt x="25988" y="11038"/>
                      <a:pt x="25946" y="11038"/>
                    </a:cubicBezTo>
                    <a:cubicBezTo>
                      <a:pt x="25737" y="10954"/>
                      <a:pt x="25528" y="10850"/>
                      <a:pt x="25318" y="10745"/>
                    </a:cubicBezTo>
                    <a:cubicBezTo>
                      <a:pt x="25256" y="10724"/>
                      <a:pt x="25214" y="10682"/>
                      <a:pt x="25130" y="10661"/>
                    </a:cubicBezTo>
                    <a:cubicBezTo>
                      <a:pt x="24921" y="10557"/>
                      <a:pt x="24733" y="10452"/>
                      <a:pt x="24523" y="10347"/>
                    </a:cubicBezTo>
                    <a:lnTo>
                      <a:pt x="24377" y="10264"/>
                    </a:lnTo>
                    <a:cubicBezTo>
                      <a:pt x="24189" y="10159"/>
                      <a:pt x="24042" y="10054"/>
                      <a:pt x="23854" y="9950"/>
                    </a:cubicBezTo>
                    <a:cubicBezTo>
                      <a:pt x="23791" y="9929"/>
                      <a:pt x="23749" y="9908"/>
                      <a:pt x="23686" y="9845"/>
                    </a:cubicBezTo>
                    <a:cubicBezTo>
                      <a:pt x="23519" y="9762"/>
                      <a:pt x="23331" y="9615"/>
                      <a:pt x="23142" y="9510"/>
                    </a:cubicBezTo>
                    <a:cubicBezTo>
                      <a:pt x="23059" y="9469"/>
                      <a:pt x="23017" y="9427"/>
                      <a:pt x="22933" y="9385"/>
                    </a:cubicBezTo>
                    <a:cubicBezTo>
                      <a:pt x="22745" y="9280"/>
                      <a:pt x="22598" y="9155"/>
                      <a:pt x="22410" y="9029"/>
                    </a:cubicBezTo>
                    <a:cubicBezTo>
                      <a:pt x="22326" y="8966"/>
                      <a:pt x="22264" y="8925"/>
                      <a:pt x="22180" y="8841"/>
                    </a:cubicBezTo>
                    <a:cubicBezTo>
                      <a:pt x="22054" y="8757"/>
                      <a:pt x="21950" y="8673"/>
                      <a:pt x="21845" y="8569"/>
                    </a:cubicBezTo>
                    <a:cubicBezTo>
                      <a:pt x="21678" y="8443"/>
                      <a:pt x="21531" y="8339"/>
                      <a:pt x="21364" y="8213"/>
                    </a:cubicBezTo>
                    <a:cubicBezTo>
                      <a:pt x="21343" y="8192"/>
                      <a:pt x="21280" y="8150"/>
                      <a:pt x="21259" y="8129"/>
                    </a:cubicBezTo>
                    <a:cubicBezTo>
                      <a:pt x="18769" y="6246"/>
                      <a:pt x="16363" y="4112"/>
                      <a:pt x="13559" y="2773"/>
                    </a:cubicBezTo>
                    <a:cubicBezTo>
                      <a:pt x="10023" y="1078"/>
                      <a:pt x="6006" y="137"/>
                      <a:pt x="2051" y="32"/>
                    </a:cubicBezTo>
                    <a:lnTo>
                      <a:pt x="1989" y="32"/>
                    </a:lnTo>
                    <a:cubicBezTo>
                      <a:pt x="1779" y="11"/>
                      <a:pt x="1570" y="1"/>
                      <a:pt x="13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19600250" y="28499650"/>
                <a:ext cx="774200" cy="245875"/>
              </a:xfrm>
              <a:custGeom>
                <a:avLst/>
                <a:gdLst/>
                <a:ahLst/>
                <a:cxnLst/>
                <a:rect l="l" t="t" r="r" b="b"/>
                <a:pathLst>
                  <a:path w="30968" h="9835" extrusionOk="0">
                    <a:moveTo>
                      <a:pt x="6613" y="0"/>
                    </a:moveTo>
                    <a:cubicBezTo>
                      <a:pt x="4520" y="0"/>
                      <a:pt x="2532" y="63"/>
                      <a:pt x="733" y="251"/>
                    </a:cubicBezTo>
                    <a:cubicBezTo>
                      <a:pt x="252" y="272"/>
                      <a:pt x="1" y="753"/>
                      <a:pt x="105" y="1151"/>
                    </a:cubicBezTo>
                    <a:cubicBezTo>
                      <a:pt x="105" y="1318"/>
                      <a:pt x="252" y="1507"/>
                      <a:pt x="545" y="1590"/>
                    </a:cubicBezTo>
                    <a:cubicBezTo>
                      <a:pt x="5859" y="2678"/>
                      <a:pt x="11007" y="4080"/>
                      <a:pt x="16154" y="5712"/>
                    </a:cubicBezTo>
                    <a:cubicBezTo>
                      <a:pt x="16509" y="5817"/>
                      <a:pt x="16844" y="5963"/>
                      <a:pt x="17179" y="6068"/>
                    </a:cubicBezTo>
                    <a:lnTo>
                      <a:pt x="17158" y="6068"/>
                    </a:lnTo>
                    <a:cubicBezTo>
                      <a:pt x="18518" y="6528"/>
                      <a:pt x="19878" y="7051"/>
                      <a:pt x="21259" y="7574"/>
                    </a:cubicBezTo>
                    <a:cubicBezTo>
                      <a:pt x="21343" y="7595"/>
                      <a:pt x="21385" y="7637"/>
                      <a:pt x="21468" y="7658"/>
                    </a:cubicBezTo>
                    <a:cubicBezTo>
                      <a:pt x="21489" y="7658"/>
                      <a:pt x="21531" y="7679"/>
                      <a:pt x="21573" y="7679"/>
                    </a:cubicBezTo>
                    <a:cubicBezTo>
                      <a:pt x="24000" y="8579"/>
                      <a:pt x="26490" y="9416"/>
                      <a:pt x="29022" y="9730"/>
                    </a:cubicBezTo>
                    <a:lnTo>
                      <a:pt x="29064" y="9730"/>
                    </a:lnTo>
                    <a:cubicBezTo>
                      <a:pt x="29182" y="9747"/>
                      <a:pt x="29355" y="9777"/>
                      <a:pt x="29528" y="9777"/>
                    </a:cubicBezTo>
                    <a:cubicBezTo>
                      <a:pt x="29569" y="9777"/>
                      <a:pt x="29610" y="9775"/>
                      <a:pt x="29649" y="9771"/>
                    </a:cubicBezTo>
                    <a:cubicBezTo>
                      <a:pt x="29838" y="9792"/>
                      <a:pt x="30026" y="9792"/>
                      <a:pt x="30173" y="9834"/>
                    </a:cubicBezTo>
                    <a:lnTo>
                      <a:pt x="30319" y="9834"/>
                    </a:lnTo>
                    <a:cubicBezTo>
                      <a:pt x="30361" y="9834"/>
                      <a:pt x="30424" y="9834"/>
                      <a:pt x="30466" y="9792"/>
                    </a:cubicBezTo>
                    <a:cubicBezTo>
                      <a:pt x="30758" y="9730"/>
                      <a:pt x="30968" y="9374"/>
                      <a:pt x="30905" y="9060"/>
                    </a:cubicBezTo>
                    <a:cubicBezTo>
                      <a:pt x="30884" y="8997"/>
                      <a:pt x="30884" y="8914"/>
                      <a:pt x="30821" y="8851"/>
                    </a:cubicBezTo>
                    <a:cubicBezTo>
                      <a:pt x="30779" y="8788"/>
                      <a:pt x="30717" y="8725"/>
                      <a:pt x="30675" y="8642"/>
                    </a:cubicBezTo>
                    <a:cubicBezTo>
                      <a:pt x="30445" y="8328"/>
                      <a:pt x="30173" y="8056"/>
                      <a:pt x="29942" y="7763"/>
                    </a:cubicBezTo>
                    <a:cubicBezTo>
                      <a:pt x="29733" y="7428"/>
                      <a:pt x="29440" y="7135"/>
                      <a:pt x="29105" y="6905"/>
                    </a:cubicBezTo>
                    <a:cubicBezTo>
                      <a:pt x="23686" y="1716"/>
                      <a:pt x="14501" y="42"/>
                      <a:pt x="66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20149825" y="28752300"/>
                <a:ext cx="462625" cy="768775"/>
              </a:xfrm>
              <a:custGeom>
                <a:avLst/>
                <a:gdLst/>
                <a:ahLst/>
                <a:cxnLst/>
                <a:rect l="l" t="t" r="r" b="b"/>
                <a:pathLst>
                  <a:path w="18505" h="30751" extrusionOk="0">
                    <a:moveTo>
                      <a:pt x="13598" y="8453"/>
                    </a:moveTo>
                    <a:cubicBezTo>
                      <a:pt x="13593" y="8459"/>
                      <a:pt x="13588" y="8464"/>
                      <a:pt x="13588" y="8474"/>
                    </a:cubicBezTo>
                    <a:lnTo>
                      <a:pt x="13588" y="8474"/>
                    </a:lnTo>
                    <a:cubicBezTo>
                      <a:pt x="13591" y="8467"/>
                      <a:pt x="13595" y="8460"/>
                      <a:pt x="13598" y="8453"/>
                    </a:cubicBezTo>
                    <a:close/>
                    <a:moveTo>
                      <a:pt x="18233" y="0"/>
                    </a:moveTo>
                    <a:cubicBezTo>
                      <a:pt x="18170" y="0"/>
                      <a:pt x="18066" y="42"/>
                      <a:pt x="18003" y="84"/>
                    </a:cubicBezTo>
                    <a:cubicBezTo>
                      <a:pt x="17773" y="293"/>
                      <a:pt x="17563" y="481"/>
                      <a:pt x="17333" y="691"/>
                    </a:cubicBezTo>
                    <a:cubicBezTo>
                      <a:pt x="17255" y="769"/>
                      <a:pt x="17323" y="902"/>
                      <a:pt x="17418" y="902"/>
                    </a:cubicBezTo>
                    <a:cubicBezTo>
                      <a:pt x="17424" y="902"/>
                      <a:pt x="17431" y="901"/>
                      <a:pt x="17438" y="900"/>
                    </a:cubicBezTo>
                    <a:lnTo>
                      <a:pt x="17438" y="900"/>
                    </a:lnTo>
                    <a:cubicBezTo>
                      <a:pt x="17375" y="921"/>
                      <a:pt x="17354" y="942"/>
                      <a:pt x="17291" y="984"/>
                    </a:cubicBezTo>
                    <a:cubicBezTo>
                      <a:pt x="17291" y="984"/>
                      <a:pt x="17270" y="984"/>
                      <a:pt x="17270" y="1005"/>
                    </a:cubicBezTo>
                    <a:cubicBezTo>
                      <a:pt x="17229" y="1025"/>
                      <a:pt x="17187" y="1046"/>
                      <a:pt x="17145" y="1109"/>
                    </a:cubicBezTo>
                    <a:lnTo>
                      <a:pt x="17124" y="1130"/>
                    </a:lnTo>
                    <a:lnTo>
                      <a:pt x="16977" y="1256"/>
                    </a:lnTo>
                    <a:cubicBezTo>
                      <a:pt x="16957" y="1297"/>
                      <a:pt x="16936" y="1318"/>
                      <a:pt x="16915" y="1360"/>
                    </a:cubicBezTo>
                    <a:lnTo>
                      <a:pt x="16852" y="1423"/>
                    </a:lnTo>
                    <a:cubicBezTo>
                      <a:pt x="16203" y="2302"/>
                      <a:pt x="15471" y="4143"/>
                      <a:pt x="14927" y="5524"/>
                    </a:cubicBezTo>
                    <a:cubicBezTo>
                      <a:pt x="14760" y="5922"/>
                      <a:pt x="14613" y="6340"/>
                      <a:pt x="14446" y="6738"/>
                    </a:cubicBezTo>
                    <a:cubicBezTo>
                      <a:pt x="14446" y="6759"/>
                      <a:pt x="14425" y="6779"/>
                      <a:pt x="14425" y="6800"/>
                    </a:cubicBezTo>
                    <a:cubicBezTo>
                      <a:pt x="14425" y="6842"/>
                      <a:pt x="14404" y="6842"/>
                      <a:pt x="14404" y="6863"/>
                    </a:cubicBezTo>
                    <a:cubicBezTo>
                      <a:pt x="14341" y="6968"/>
                      <a:pt x="14320" y="7051"/>
                      <a:pt x="14299" y="7093"/>
                    </a:cubicBezTo>
                    <a:cubicBezTo>
                      <a:pt x="14236" y="7219"/>
                      <a:pt x="14153" y="7365"/>
                      <a:pt x="14111" y="7470"/>
                    </a:cubicBezTo>
                    <a:cubicBezTo>
                      <a:pt x="13930" y="7793"/>
                      <a:pt x="13787" y="8115"/>
                      <a:pt x="13608" y="8438"/>
                    </a:cubicBezTo>
                    <a:lnTo>
                      <a:pt x="13608" y="8438"/>
                    </a:lnTo>
                    <a:cubicBezTo>
                      <a:pt x="13609" y="8436"/>
                      <a:pt x="13609" y="8434"/>
                      <a:pt x="13609" y="8432"/>
                    </a:cubicBezTo>
                    <a:lnTo>
                      <a:pt x="13609" y="8432"/>
                    </a:lnTo>
                    <a:cubicBezTo>
                      <a:pt x="13605" y="8439"/>
                      <a:pt x="13602" y="8446"/>
                      <a:pt x="13598" y="8453"/>
                    </a:cubicBezTo>
                    <a:lnTo>
                      <a:pt x="13598" y="8453"/>
                    </a:lnTo>
                    <a:cubicBezTo>
                      <a:pt x="13599" y="8452"/>
                      <a:pt x="13600" y="8451"/>
                      <a:pt x="13601" y="8450"/>
                    </a:cubicBezTo>
                    <a:lnTo>
                      <a:pt x="13601" y="8450"/>
                    </a:lnTo>
                    <a:cubicBezTo>
                      <a:pt x="13597" y="8458"/>
                      <a:pt x="13592" y="8466"/>
                      <a:pt x="13588" y="8474"/>
                    </a:cubicBezTo>
                    <a:cubicBezTo>
                      <a:pt x="13588" y="8474"/>
                      <a:pt x="13588" y="8474"/>
                      <a:pt x="13588" y="8474"/>
                    </a:cubicBezTo>
                    <a:lnTo>
                      <a:pt x="13588" y="8474"/>
                    </a:lnTo>
                    <a:cubicBezTo>
                      <a:pt x="12527" y="10595"/>
                      <a:pt x="11404" y="12735"/>
                      <a:pt x="10261" y="14814"/>
                    </a:cubicBezTo>
                    <a:cubicBezTo>
                      <a:pt x="8294" y="18308"/>
                      <a:pt x="6181" y="21635"/>
                      <a:pt x="3900" y="24878"/>
                    </a:cubicBezTo>
                    <a:cubicBezTo>
                      <a:pt x="2729" y="26552"/>
                      <a:pt x="1536" y="28226"/>
                      <a:pt x="301" y="29879"/>
                    </a:cubicBezTo>
                    <a:cubicBezTo>
                      <a:pt x="1" y="30291"/>
                      <a:pt x="299" y="30750"/>
                      <a:pt x="688" y="30750"/>
                    </a:cubicBezTo>
                    <a:cubicBezTo>
                      <a:pt x="813" y="30750"/>
                      <a:pt x="948" y="30703"/>
                      <a:pt x="1076" y="30591"/>
                    </a:cubicBezTo>
                    <a:cubicBezTo>
                      <a:pt x="2540" y="29251"/>
                      <a:pt x="4047" y="27787"/>
                      <a:pt x="5532" y="26155"/>
                    </a:cubicBezTo>
                    <a:lnTo>
                      <a:pt x="5532" y="26134"/>
                    </a:lnTo>
                    <a:lnTo>
                      <a:pt x="5616" y="26050"/>
                    </a:lnTo>
                    <a:cubicBezTo>
                      <a:pt x="11726" y="19355"/>
                      <a:pt x="17375" y="10546"/>
                      <a:pt x="18379" y="1988"/>
                    </a:cubicBezTo>
                    <a:lnTo>
                      <a:pt x="18379" y="1883"/>
                    </a:lnTo>
                    <a:cubicBezTo>
                      <a:pt x="18421" y="1360"/>
                      <a:pt x="18484" y="816"/>
                      <a:pt x="18505" y="293"/>
                    </a:cubicBezTo>
                    <a:lnTo>
                      <a:pt x="18505" y="189"/>
                    </a:lnTo>
                    <a:cubicBezTo>
                      <a:pt x="18484" y="84"/>
                      <a:pt x="18379" y="0"/>
                      <a:pt x="18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19279125" y="28273675"/>
                <a:ext cx="2565725" cy="1180375"/>
              </a:xfrm>
              <a:custGeom>
                <a:avLst/>
                <a:gdLst/>
                <a:ahLst/>
                <a:cxnLst/>
                <a:rect l="l" t="t" r="r" b="b"/>
                <a:pathLst>
                  <a:path w="102629" h="47215" extrusionOk="0">
                    <a:moveTo>
                      <a:pt x="72729" y="5754"/>
                    </a:moveTo>
                    <a:lnTo>
                      <a:pt x="72729" y="5754"/>
                    </a:lnTo>
                    <a:cubicBezTo>
                      <a:pt x="73231" y="6277"/>
                      <a:pt x="73733" y="6800"/>
                      <a:pt x="74194" y="7365"/>
                    </a:cubicBezTo>
                    <a:cubicBezTo>
                      <a:pt x="74232" y="7403"/>
                      <a:pt x="74269" y="7419"/>
                      <a:pt x="74305" y="7419"/>
                    </a:cubicBezTo>
                    <a:cubicBezTo>
                      <a:pt x="74369" y="7419"/>
                      <a:pt x="74426" y="7369"/>
                      <a:pt x="74466" y="7302"/>
                    </a:cubicBezTo>
                    <a:cubicBezTo>
                      <a:pt x="76328" y="9144"/>
                      <a:pt x="77918" y="11173"/>
                      <a:pt x="79257" y="13391"/>
                    </a:cubicBezTo>
                    <a:lnTo>
                      <a:pt x="79257" y="13433"/>
                    </a:lnTo>
                    <a:cubicBezTo>
                      <a:pt x="80659" y="15777"/>
                      <a:pt x="81789" y="18371"/>
                      <a:pt x="82626" y="21196"/>
                    </a:cubicBezTo>
                    <a:cubicBezTo>
                      <a:pt x="82103" y="21070"/>
                      <a:pt x="81559" y="20966"/>
                      <a:pt x="81036" y="20819"/>
                    </a:cubicBezTo>
                    <a:lnTo>
                      <a:pt x="81036" y="20777"/>
                    </a:lnTo>
                    <a:cubicBezTo>
                      <a:pt x="80994" y="20756"/>
                      <a:pt x="80931" y="20694"/>
                      <a:pt x="80868" y="20694"/>
                    </a:cubicBezTo>
                    <a:cubicBezTo>
                      <a:pt x="80847" y="20694"/>
                      <a:pt x="80847" y="20694"/>
                      <a:pt x="80827" y="20714"/>
                    </a:cubicBezTo>
                    <a:cubicBezTo>
                      <a:pt x="80785" y="20756"/>
                      <a:pt x="80743" y="20777"/>
                      <a:pt x="80722" y="20798"/>
                    </a:cubicBezTo>
                    <a:cubicBezTo>
                      <a:pt x="79885" y="20610"/>
                      <a:pt x="79006" y="20463"/>
                      <a:pt x="78169" y="20275"/>
                    </a:cubicBezTo>
                    <a:lnTo>
                      <a:pt x="78169" y="20254"/>
                    </a:lnTo>
                    <a:cubicBezTo>
                      <a:pt x="78169" y="20254"/>
                      <a:pt x="78169" y="20233"/>
                      <a:pt x="78211" y="20233"/>
                    </a:cubicBezTo>
                    <a:cubicBezTo>
                      <a:pt x="78839" y="14416"/>
                      <a:pt x="76579" y="9834"/>
                      <a:pt x="73043" y="6152"/>
                    </a:cubicBezTo>
                    <a:lnTo>
                      <a:pt x="72729" y="5754"/>
                    </a:lnTo>
                    <a:close/>
                    <a:moveTo>
                      <a:pt x="72311" y="19857"/>
                    </a:moveTo>
                    <a:cubicBezTo>
                      <a:pt x="73985" y="20066"/>
                      <a:pt x="75637" y="20338"/>
                      <a:pt x="77311" y="20610"/>
                    </a:cubicBezTo>
                    <a:cubicBezTo>
                      <a:pt x="76935" y="21091"/>
                      <a:pt x="76579" y="21531"/>
                      <a:pt x="76223" y="22012"/>
                    </a:cubicBezTo>
                    <a:cubicBezTo>
                      <a:pt x="74884" y="23644"/>
                      <a:pt x="73524" y="25297"/>
                      <a:pt x="72164" y="26929"/>
                    </a:cubicBezTo>
                    <a:lnTo>
                      <a:pt x="72164" y="26950"/>
                    </a:lnTo>
                    <a:cubicBezTo>
                      <a:pt x="71516" y="27703"/>
                      <a:pt x="70867" y="28456"/>
                      <a:pt x="70218" y="29230"/>
                    </a:cubicBezTo>
                    <a:cubicBezTo>
                      <a:pt x="69465" y="30109"/>
                      <a:pt x="68712" y="30967"/>
                      <a:pt x="67917" y="31867"/>
                    </a:cubicBezTo>
                    <a:lnTo>
                      <a:pt x="67896" y="31888"/>
                    </a:lnTo>
                    <a:cubicBezTo>
                      <a:pt x="66640" y="33331"/>
                      <a:pt x="65364" y="34733"/>
                      <a:pt x="64067" y="36156"/>
                    </a:cubicBezTo>
                    <a:cubicBezTo>
                      <a:pt x="65615" y="34210"/>
                      <a:pt x="67080" y="32181"/>
                      <a:pt x="68335" y="30067"/>
                    </a:cubicBezTo>
                    <a:cubicBezTo>
                      <a:pt x="68440" y="29879"/>
                      <a:pt x="68586" y="29670"/>
                      <a:pt x="68691" y="29481"/>
                    </a:cubicBezTo>
                    <a:cubicBezTo>
                      <a:pt x="68754" y="29356"/>
                      <a:pt x="68816" y="29251"/>
                      <a:pt x="68900" y="29126"/>
                    </a:cubicBezTo>
                    <a:cubicBezTo>
                      <a:pt x="69047" y="28854"/>
                      <a:pt x="69172" y="28603"/>
                      <a:pt x="69319" y="28331"/>
                    </a:cubicBezTo>
                    <a:lnTo>
                      <a:pt x="69465" y="28017"/>
                    </a:lnTo>
                    <a:lnTo>
                      <a:pt x="69779" y="27389"/>
                    </a:lnTo>
                    <a:cubicBezTo>
                      <a:pt x="69821" y="27285"/>
                      <a:pt x="69883" y="27201"/>
                      <a:pt x="69904" y="27096"/>
                    </a:cubicBezTo>
                    <a:cubicBezTo>
                      <a:pt x="70051" y="26824"/>
                      <a:pt x="70176" y="26552"/>
                      <a:pt x="70302" y="26259"/>
                    </a:cubicBezTo>
                    <a:cubicBezTo>
                      <a:pt x="70344" y="26155"/>
                      <a:pt x="70386" y="26092"/>
                      <a:pt x="70428" y="25987"/>
                    </a:cubicBezTo>
                    <a:cubicBezTo>
                      <a:pt x="70574" y="25715"/>
                      <a:pt x="70679" y="25422"/>
                      <a:pt x="70783" y="25171"/>
                    </a:cubicBezTo>
                    <a:cubicBezTo>
                      <a:pt x="70804" y="25108"/>
                      <a:pt x="70804" y="25088"/>
                      <a:pt x="70825" y="25046"/>
                    </a:cubicBezTo>
                    <a:cubicBezTo>
                      <a:pt x="70930" y="24753"/>
                      <a:pt x="71055" y="24460"/>
                      <a:pt x="71160" y="24167"/>
                    </a:cubicBezTo>
                    <a:cubicBezTo>
                      <a:pt x="71202" y="24104"/>
                      <a:pt x="71223" y="24041"/>
                      <a:pt x="71244" y="23958"/>
                    </a:cubicBezTo>
                    <a:cubicBezTo>
                      <a:pt x="71348" y="23644"/>
                      <a:pt x="71453" y="23330"/>
                      <a:pt x="71557" y="23058"/>
                    </a:cubicBezTo>
                    <a:cubicBezTo>
                      <a:pt x="71557" y="22995"/>
                      <a:pt x="71578" y="22974"/>
                      <a:pt x="71578" y="22911"/>
                    </a:cubicBezTo>
                    <a:cubicBezTo>
                      <a:pt x="71683" y="22598"/>
                      <a:pt x="71767" y="22326"/>
                      <a:pt x="71850" y="22012"/>
                    </a:cubicBezTo>
                    <a:cubicBezTo>
                      <a:pt x="71850" y="21970"/>
                      <a:pt x="71871" y="21949"/>
                      <a:pt x="71871" y="21928"/>
                    </a:cubicBezTo>
                    <a:cubicBezTo>
                      <a:pt x="71955" y="21593"/>
                      <a:pt x="72039" y="21279"/>
                      <a:pt x="72101" y="20924"/>
                    </a:cubicBezTo>
                    <a:cubicBezTo>
                      <a:pt x="72101" y="20903"/>
                      <a:pt x="72143" y="20882"/>
                      <a:pt x="72143" y="20819"/>
                    </a:cubicBezTo>
                    <a:cubicBezTo>
                      <a:pt x="72206" y="20505"/>
                      <a:pt x="72269" y="20170"/>
                      <a:pt x="72311" y="19857"/>
                    </a:cubicBezTo>
                    <a:close/>
                    <a:moveTo>
                      <a:pt x="64761" y="0"/>
                    </a:moveTo>
                    <a:cubicBezTo>
                      <a:pt x="64113" y="0"/>
                      <a:pt x="63614" y="912"/>
                      <a:pt x="64213" y="1423"/>
                    </a:cubicBezTo>
                    <a:cubicBezTo>
                      <a:pt x="65238" y="2281"/>
                      <a:pt x="66180" y="3243"/>
                      <a:pt x="67059" y="4269"/>
                    </a:cubicBezTo>
                    <a:lnTo>
                      <a:pt x="67080" y="4269"/>
                    </a:lnTo>
                    <a:lnTo>
                      <a:pt x="67122" y="4289"/>
                    </a:lnTo>
                    <a:cubicBezTo>
                      <a:pt x="67122" y="4331"/>
                      <a:pt x="67143" y="4331"/>
                      <a:pt x="67143" y="4331"/>
                    </a:cubicBezTo>
                    <a:lnTo>
                      <a:pt x="67143" y="4352"/>
                    </a:lnTo>
                    <a:lnTo>
                      <a:pt x="67163" y="4373"/>
                    </a:lnTo>
                    <a:cubicBezTo>
                      <a:pt x="69904" y="7574"/>
                      <a:pt x="72143" y="11299"/>
                      <a:pt x="74382" y="14940"/>
                    </a:cubicBezTo>
                    <a:cubicBezTo>
                      <a:pt x="75031" y="16007"/>
                      <a:pt x="75700" y="17053"/>
                      <a:pt x="76349" y="18078"/>
                    </a:cubicBezTo>
                    <a:cubicBezTo>
                      <a:pt x="76433" y="18183"/>
                      <a:pt x="76474" y="18287"/>
                      <a:pt x="76558" y="18392"/>
                    </a:cubicBezTo>
                    <a:cubicBezTo>
                      <a:pt x="76746" y="18664"/>
                      <a:pt x="76893" y="18915"/>
                      <a:pt x="77081" y="19187"/>
                    </a:cubicBezTo>
                    <a:cubicBezTo>
                      <a:pt x="77102" y="19229"/>
                      <a:pt x="77165" y="19292"/>
                      <a:pt x="77186" y="19334"/>
                    </a:cubicBezTo>
                    <a:cubicBezTo>
                      <a:pt x="77374" y="19606"/>
                      <a:pt x="77542" y="19878"/>
                      <a:pt x="77730" y="20150"/>
                    </a:cubicBezTo>
                    <a:cubicBezTo>
                      <a:pt x="77709" y="20150"/>
                      <a:pt x="77688" y="20170"/>
                      <a:pt x="77625" y="20191"/>
                    </a:cubicBezTo>
                    <a:cubicBezTo>
                      <a:pt x="75575" y="19815"/>
                      <a:pt x="73524" y="19501"/>
                      <a:pt x="71453" y="19229"/>
                    </a:cubicBezTo>
                    <a:cubicBezTo>
                      <a:pt x="72039" y="13956"/>
                      <a:pt x="68963" y="9248"/>
                      <a:pt x="64862" y="5796"/>
                    </a:cubicBezTo>
                    <a:lnTo>
                      <a:pt x="64841" y="5754"/>
                    </a:lnTo>
                    <a:lnTo>
                      <a:pt x="64820" y="5754"/>
                    </a:lnTo>
                    <a:cubicBezTo>
                      <a:pt x="62016" y="3411"/>
                      <a:pt x="58710" y="1611"/>
                      <a:pt x="55739" y="565"/>
                    </a:cubicBezTo>
                    <a:cubicBezTo>
                      <a:pt x="55650" y="534"/>
                      <a:pt x="55563" y="520"/>
                      <a:pt x="55478" y="520"/>
                    </a:cubicBezTo>
                    <a:cubicBezTo>
                      <a:pt x="54985" y="520"/>
                      <a:pt x="54588" y="997"/>
                      <a:pt x="54588" y="1444"/>
                    </a:cubicBezTo>
                    <a:cubicBezTo>
                      <a:pt x="54588" y="1674"/>
                      <a:pt x="54693" y="1946"/>
                      <a:pt x="54986" y="2072"/>
                    </a:cubicBezTo>
                    <a:cubicBezTo>
                      <a:pt x="55509" y="2364"/>
                      <a:pt x="55990" y="2678"/>
                      <a:pt x="56492" y="2992"/>
                    </a:cubicBezTo>
                    <a:cubicBezTo>
                      <a:pt x="56513" y="2992"/>
                      <a:pt x="56513" y="3013"/>
                      <a:pt x="56555" y="3034"/>
                    </a:cubicBezTo>
                    <a:cubicBezTo>
                      <a:pt x="57811" y="4038"/>
                      <a:pt x="59087" y="4980"/>
                      <a:pt x="60342" y="5942"/>
                    </a:cubicBezTo>
                    <a:lnTo>
                      <a:pt x="60363" y="5942"/>
                    </a:lnTo>
                    <a:cubicBezTo>
                      <a:pt x="61849" y="7261"/>
                      <a:pt x="63272" y="8683"/>
                      <a:pt x="64611" y="10211"/>
                    </a:cubicBezTo>
                    <a:cubicBezTo>
                      <a:pt x="66619" y="12450"/>
                      <a:pt x="68021" y="15128"/>
                      <a:pt x="69758" y="17576"/>
                    </a:cubicBezTo>
                    <a:cubicBezTo>
                      <a:pt x="69779" y="17618"/>
                      <a:pt x="69800" y="17639"/>
                      <a:pt x="69800" y="17681"/>
                    </a:cubicBezTo>
                    <a:cubicBezTo>
                      <a:pt x="69883" y="17827"/>
                      <a:pt x="69988" y="17932"/>
                      <a:pt x="70072" y="18057"/>
                    </a:cubicBezTo>
                    <a:cubicBezTo>
                      <a:pt x="70114" y="18141"/>
                      <a:pt x="70176" y="18183"/>
                      <a:pt x="70218" y="18266"/>
                    </a:cubicBezTo>
                    <a:cubicBezTo>
                      <a:pt x="70302" y="18371"/>
                      <a:pt x="70344" y="18455"/>
                      <a:pt x="70428" y="18559"/>
                    </a:cubicBezTo>
                    <a:cubicBezTo>
                      <a:pt x="70511" y="18664"/>
                      <a:pt x="70595" y="18769"/>
                      <a:pt x="70700" y="18873"/>
                    </a:cubicBezTo>
                    <a:cubicBezTo>
                      <a:pt x="70741" y="18915"/>
                      <a:pt x="70804" y="18999"/>
                      <a:pt x="70846" y="19041"/>
                    </a:cubicBezTo>
                    <a:cubicBezTo>
                      <a:pt x="70909" y="19103"/>
                      <a:pt x="70930" y="19145"/>
                      <a:pt x="70992" y="19208"/>
                    </a:cubicBezTo>
                    <a:cubicBezTo>
                      <a:pt x="69570" y="19020"/>
                      <a:pt x="68147" y="18894"/>
                      <a:pt x="66745" y="18769"/>
                    </a:cubicBezTo>
                    <a:lnTo>
                      <a:pt x="66766" y="18769"/>
                    </a:lnTo>
                    <a:cubicBezTo>
                      <a:pt x="66763" y="18768"/>
                      <a:pt x="66761" y="18768"/>
                      <a:pt x="66758" y="18768"/>
                    </a:cubicBezTo>
                    <a:lnTo>
                      <a:pt x="66758" y="18768"/>
                    </a:lnTo>
                    <a:cubicBezTo>
                      <a:pt x="66814" y="18763"/>
                      <a:pt x="66854" y="18725"/>
                      <a:pt x="66912" y="18706"/>
                    </a:cubicBezTo>
                    <a:lnTo>
                      <a:pt x="66933" y="18685"/>
                    </a:lnTo>
                    <a:cubicBezTo>
                      <a:pt x="66975" y="18601"/>
                      <a:pt x="67017" y="18497"/>
                      <a:pt x="66954" y="18413"/>
                    </a:cubicBezTo>
                    <a:cubicBezTo>
                      <a:pt x="63837" y="14228"/>
                      <a:pt x="59673" y="10608"/>
                      <a:pt x="55216" y="7512"/>
                    </a:cubicBezTo>
                    <a:cubicBezTo>
                      <a:pt x="55174" y="7491"/>
                      <a:pt x="55153" y="7491"/>
                      <a:pt x="55132" y="7470"/>
                    </a:cubicBezTo>
                    <a:cubicBezTo>
                      <a:pt x="54233" y="6842"/>
                      <a:pt x="53333" y="6256"/>
                      <a:pt x="52412" y="5691"/>
                    </a:cubicBezTo>
                    <a:cubicBezTo>
                      <a:pt x="52391" y="5691"/>
                      <a:pt x="52391" y="5649"/>
                      <a:pt x="52350" y="5629"/>
                    </a:cubicBezTo>
                    <a:cubicBezTo>
                      <a:pt x="51701" y="5210"/>
                      <a:pt x="51052" y="4813"/>
                      <a:pt x="50404" y="4436"/>
                    </a:cubicBezTo>
                    <a:cubicBezTo>
                      <a:pt x="49211" y="3745"/>
                      <a:pt x="48039" y="3076"/>
                      <a:pt x="46888" y="2469"/>
                    </a:cubicBezTo>
                    <a:cubicBezTo>
                      <a:pt x="46771" y="2407"/>
                      <a:pt x="46661" y="2379"/>
                      <a:pt x="46560" y="2379"/>
                    </a:cubicBezTo>
                    <a:cubicBezTo>
                      <a:pt x="46119" y="2379"/>
                      <a:pt x="45860" y="2901"/>
                      <a:pt x="46031" y="3327"/>
                    </a:cubicBezTo>
                    <a:lnTo>
                      <a:pt x="46051" y="3348"/>
                    </a:lnTo>
                    <a:cubicBezTo>
                      <a:pt x="46072" y="3432"/>
                      <a:pt x="46114" y="3515"/>
                      <a:pt x="46177" y="3599"/>
                    </a:cubicBezTo>
                    <a:cubicBezTo>
                      <a:pt x="50445" y="8118"/>
                      <a:pt x="55551" y="12722"/>
                      <a:pt x="61137" y="16007"/>
                    </a:cubicBezTo>
                    <a:cubicBezTo>
                      <a:pt x="61179" y="16049"/>
                      <a:pt x="61200" y="16049"/>
                      <a:pt x="61221" y="16069"/>
                    </a:cubicBezTo>
                    <a:cubicBezTo>
                      <a:pt x="61514" y="16258"/>
                      <a:pt x="61807" y="16404"/>
                      <a:pt x="62121" y="16572"/>
                    </a:cubicBezTo>
                    <a:cubicBezTo>
                      <a:pt x="62184" y="16613"/>
                      <a:pt x="62267" y="16634"/>
                      <a:pt x="62351" y="16697"/>
                    </a:cubicBezTo>
                    <a:cubicBezTo>
                      <a:pt x="62644" y="16844"/>
                      <a:pt x="62916" y="17011"/>
                      <a:pt x="63230" y="17157"/>
                    </a:cubicBezTo>
                    <a:cubicBezTo>
                      <a:pt x="63376" y="17220"/>
                      <a:pt x="63481" y="17304"/>
                      <a:pt x="63606" y="17346"/>
                    </a:cubicBezTo>
                    <a:cubicBezTo>
                      <a:pt x="63816" y="17450"/>
                      <a:pt x="64004" y="17555"/>
                      <a:pt x="64213" y="17639"/>
                    </a:cubicBezTo>
                    <a:cubicBezTo>
                      <a:pt x="64360" y="17722"/>
                      <a:pt x="64548" y="17785"/>
                      <a:pt x="64715" y="17869"/>
                    </a:cubicBezTo>
                    <a:cubicBezTo>
                      <a:pt x="64946" y="17973"/>
                      <a:pt x="65155" y="18078"/>
                      <a:pt x="65385" y="18183"/>
                    </a:cubicBezTo>
                    <a:cubicBezTo>
                      <a:pt x="65531" y="18266"/>
                      <a:pt x="65699" y="18308"/>
                      <a:pt x="65866" y="18392"/>
                    </a:cubicBezTo>
                    <a:lnTo>
                      <a:pt x="66410" y="18622"/>
                    </a:lnTo>
                    <a:cubicBezTo>
                      <a:pt x="66512" y="18683"/>
                      <a:pt x="66615" y="18705"/>
                      <a:pt x="66717" y="18764"/>
                    </a:cubicBezTo>
                    <a:lnTo>
                      <a:pt x="66717" y="18764"/>
                    </a:lnTo>
                    <a:cubicBezTo>
                      <a:pt x="63282" y="18461"/>
                      <a:pt x="59832" y="18310"/>
                      <a:pt x="56381" y="18310"/>
                    </a:cubicBezTo>
                    <a:cubicBezTo>
                      <a:pt x="45847" y="18310"/>
                      <a:pt x="35302" y="19722"/>
                      <a:pt x="25149" y="22556"/>
                    </a:cubicBezTo>
                    <a:cubicBezTo>
                      <a:pt x="25756" y="22221"/>
                      <a:pt x="26341" y="21865"/>
                      <a:pt x="26906" y="21510"/>
                    </a:cubicBezTo>
                    <a:cubicBezTo>
                      <a:pt x="26927" y="21489"/>
                      <a:pt x="26969" y="21447"/>
                      <a:pt x="26969" y="21426"/>
                    </a:cubicBezTo>
                    <a:lnTo>
                      <a:pt x="26969" y="21321"/>
                    </a:lnTo>
                    <a:cubicBezTo>
                      <a:pt x="26969" y="21300"/>
                      <a:pt x="26969" y="21300"/>
                      <a:pt x="26927" y="21279"/>
                    </a:cubicBezTo>
                    <a:cubicBezTo>
                      <a:pt x="27409" y="21196"/>
                      <a:pt x="27848" y="21112"/>
                      <a:pt x="28287" y="21007"/>
                    </a:cubicBezTo>
                    <a:cubicBezTo>
                      <a:pt x="28664" y="20924"/>
                      <a:pt x="28999" y="20861"/>
                      <a:pt x="29375" y="20756"/>
                    </a:cubicBezTo>
                    <a:cubicBezTo>
                      <a:pt x="29396" y="20756"/>
                      <a:pt x="29396" y="20714"/>
                      <a:pt x="29417" y="20714"/>
                    </a:cubicBezTo>
                    <a:cubicBezTo>
                      <a:pt x="29543" y="20673"/>
                      <a:pt x="29543" y="20547"/>
                      <a:pt x="29501" y="20442"/>
                    </a:cubicBezTo>
                    <a:cubicBezTo>
                      <a:pt x="29480" y="20380"/>
                      <a:pt x="29417" y="20338"/>
                      <a:pt x="29375" y="20296"/>
                    </a:cubicBezTo>
                    <a:cubicBezTo>
                      <a:pt x="27701" y="19710"/>
                      <a:pt x="25881" y="19354"/>
                      <a:pt x="23998" y="19208"/>
                    </a:cubicBezTo>
                    <a:lnTo>
                      <a:pt x="23935" y="19208"/>
                    </a:lnTo>
                    <a:cubicBezTo>
                      <a:pt x="23580" y="19187"/>
                      <a:pt x="23224" y="19145"/>
                      <a:pt x="22889" y="19124"/>
                    </a:cubicBezTo>
                    <a:lnTo>
                      <a:pt x="22722" y="19124"/>
                    </a:lnTo>
                    <a:cubicBezTo>
                      <a:pt x="22408" y="19124"/>
                      <a:pt x="22073" y="19103"/>
                      <a:pt x="21759" y="19103"/>
                    </a:cubicBezTo>
                    <a:lnTo>
                      <a:pt x="20295" y="19103"/>
                    </a:lnTo>
                    <a:cubicBezTo>
                      <a:pt x="20002" y="19103"/>
                      <a:pt x="19751" y="19124"/>
                      <a:pt x="19458" y="19124"/>
                    </a:cubicBezTo>
                    <a:cubicBezTo>
                      <a:pt x="19332" y="19124"/>
                      <a:pt x="19186" y="19145"/>
                      <a:pt x="19060" y="19145"/>
                    </a:cubicBezTo>
                    <a:cubicBezTo>
                      <a:pt x="18830" y="19187"/>
                      <a:pt x="18558" y="19187"/>
                      <a:pt x="18328" y="19208"/>
                    </a:cubicBezTo>
                    <a:cubicBezTo>
                      <a:pt x="18181" y="19229"/>
                      <a:pt x="18014" y="19229"/>
                      <a:pt x="17867" y="19250"/>
                    </a:cubicBezTo>
                    <a:cubicBezTo>
                      <a:pt x="17658" y="19292"/>
                      <a:pt x="17407" y="19313"/>
                      <a:pt x="17198" y="19334"/>
                    </a:cubicBezTo>
                    <a:cubicBezTo>
                      <a:pt x="17030" y="19354"/>
                      <a:pt x="16842" y="19396"/>
                      <a:pt x="16654" y="19396"/>
                    </a:cubicBezTo>
                    <a:cubicBezTo>
                      <a:pt x="16466" y="19417"/>
                      <a:pt x="16256" y="19438"/>
                      <a:pt x="16089" y="19459"/>
                    </a:cubicBezTo>
                    <a:cubicBezTo>
                      <a:pt x="15880" y="19501"/>
                      <a:pt x="15670" y="19522"/>
                      <a:pt x="15482" y="19543"/>
                    </a:cubicBezTo>
                    <a:cubicBezTo>
                      <a:pt x="15294" y="19564"/>
                      <a:pt x="15147" y="19606"/>
                      <a:pt x="14959" y="19626"/>
                    </a:cubicBezTo>
                    <a:cubicBezTo>
                      <a:pt x="14750" y="19647"/>
                      <a:pt x="14520" y="19710"/>
                      <a:pt x="14310" y="19731"/>
                    </a:cubicBezTo>
                    <a:cubicBezTo>
                      <a:pt x="14143" y="19752"/>
                      <a:pt x="13955" y="19773"/>
                      <a:pt x="13808" y="19836"/>
                    </a:cubicBezTo>
                    <a:cubicBezTo>
                      <a:pt x="13599" y="19878"/>
                      <a:pt x="13390" y="19919"/>
                      <a:pt x="13181" y="19961"/>
                    </a:cubicBezTo>
                    <a:cubicBezTo>
                      <a:pt x="12971" y="20024"/>
                      <a:pt x="12741" y="20045"/>
                      <a:pt x="12532" y="20087"/>
                    </a:cubicBezTo>
                    <a:cubicBezTo>
                      <a:pt x="12364" y="20129"/>
                      <a:pt x="12218" y="20170"/>
                      <a:pt x="12051" y="20191"/>
                    </a:cubicBezTo>
                    <a:cubicBezTo>
                      <a:pt x="12030" y="20191"/>
                      <a:pt x="12009" y="20191"/>
                      <a:pt x="11967" y="20233"/>
                    </a:cubicBezTo>
                    <a:cubicBezTo>
                      <a:pt x="11611" y="20296"/>
                      <a:pt x="11276" y="20380"/>
                      <a:pt x="10900" y="20484"/>
                    </a:cubicBezTo>
                    <a:cubicBezTo>
                      <a:pt x="10889" y="20474"/>
                      <a:pt x="10863" y="20469"/>
                      <a:pt x="10829" y="20469"/>
                    </a:cubicBezTo>
                    <a:cubicBezTo>
                      <a:pt x="10795" y="20469"/>
                      <a:pt x="10753" y="20474"/>
                      <a:pt x="10712" y="20484"/>
                    </a:cubicBezTo>
                    <a:cubicBezTo>
                      <a:pt x="10544" y="20568"/>
                      <a:pt x="10293" y="20610"/>
                      <a:pt x="10126" y="20694"/>
                    </a:cubicBezTo>
                    <a:cubicBezTo>
                      <a:pt x="7092" y="21489"/>
                      <a:pt x="4204" y="22493"/>
                      <a:pt x="1756" y="23581"/>
                    </a:cubicBezTo>
                    <a:cubicBezTo>
                      <a:pt x="1401" y="23719"/>
                      <a:pt x="1381" y="24341"/>
                      <a:pt x="1801" y="24341"/>
                    </a:cubicBezTo>
                    <a:cubicBezTo>
                      <a:pt x="1826" y="24341"/>
                      <a:pt x="1853" y="24339"/>
                      <a:pt x="1882" y="24334"/>
                    </a:cubicBezTo>
                    <a:cubicBezTo>
                      <a:pt x="2279" y="24272"/>
                      <a:pt x="2656" y="24209"/>
                      <a:pt x="3053" y="24146"/>
                    </a:cubicBezTo>
                    <a:lnTo>
                      <a:pt x="3074" y="24146"/>
                    </a:lnTo>
                    <a:cubicBezTo>
                      <a:pt x="7510" y="23476"/>
                      <a:pt x="11925" y="22786"/>
                      <a:pt x="16340" y="22221"/>
                    </a:cubicBezTo>
                    <a:cubicBezTo>
                      <a:pt x="16926" y="22137"/>
                      <a:pt x="17470" y="22075"/>
                      <a:pt x="18077" y="22033"/>
                    </a:cubicBezTo>
                    <a:lnTo>
                      <a:pt x="18244" y="22033"/>
                    </a:lnTo>
                    <a:cubicBezTo>
                      <a:pt x="19960" y="21907"/>
                      <a:pt x="21696" y="21823"/>
                      <a:pt x="23412" y="21698"/>
                    </a:cubicBezTo>
                    <a:lnTo>
                      <a:pt x="23433" y="21698"/>
                    </a:lnTo>
                    <a:cubicBezTo>
                      <a:pt x="22994" y="21761"/>
                      <a:pt x="22575" y="21844"/>
                      <a:pt x="22115" y="21928"/>
                    </a:cubicBezTo>
                    <a:cubicBezTo>
                      <a:pt x="21906" y="21949"/>
                      <a:pt x="21696" y="22012"/>
                      <a:pt x="21487" y="22054"/>
                    </a:cubicBezTo>
                    <a:cubicBezTo>
                      <a:pt x="21278" y="22116"/>
                      <a:pt x="21069" y="22137"/>
                      <a:pt x="20859" y="22179"/>
                    </a:cubicBezTo>
                    <a:cubicBezTo>
                      <a:pt x="20587" y="22242"/>
                      <a:pt x="20295" y="22284"/>
                      <a:pt x="20002" y="22367"/>
                    </a:cubicBezTo>
                    <a:cubicBezTo>
                      <a:pt x="19897" y="22388"/>
                      <a:pt x="19792" y="22430"/>
                      <a:pt x="19667" y="22451"/>
                    </a:cubicBezTo>
                    <a:cubicBezTo>
                      <a:pt x="13160" y="23811"/>
                      <a:pt x="6631" y="25883"/>
                      <a:pt x="501" y="27829"/>
                    </a:cubicBezTo>
                    <a:cubicBezTo>
                      <a:pt x="292" y="27912"/>
                      <a:pt x="145" y="28080"/>
                      <a:pt x="103" y="28226"/>
                    </a:cubicBezTo>
                    <a:cubicBezTo>
                      <a:pt x="1" y="28615"/>
                      <a:pt x="199" y="29064"/>
                      <a:pt x="677" y="29064"/>
                    </a:cubicBezTo>
                    <a:cubicBezTo>
                      <a:pt x="688" y="29064"/>
                      <a:pt x="699" y="29063"/>
                      <a:pt x="710" y="29063"/>
                    </a:cubicBezTo>
                    <a:cubicBezTo>
                      <a:pt x="1714" y="29021"/>
                      <a:pt x="2761" y="28937"/>
                      <a:pt x="3807" y="28833"/>
                    </a:cubicBezTo>
                    <a:cubicBezTo>
                      <a:pt x="6631" y="28561"/>
                      <a:pt x="9498" y="28101"/>
                      <a:pt x="12281" y="27452"/>
                    </a:cubicBezTo>
                    <a:lnTo>
                      <a:pt x="12323" y="27452"/>
                    </a:lnTo>
                    <a:cubicBezTo>
                      <a:pt x="12657" y="27368"/>
                      <a:pt x="13013" y="27285"/>
                      <a:pt x="13369" y="27180"/>
                    </a:cubicBezTo>
                    <a:cubicBezTo>
                      <a:pt x="13411" y="27159"/>
                      <a:pt x="13473" y="27159"/>
                      <a:pt x="13536" y="27138"/>
                    </a:cubicBezTo>
                    <a:cubicBezTo>
                      <a:pt x="14206" y="26971"/>
                      <a:pt x="14854" y="26782"/>
                      <a:pt x="15482" y="26615"/>
                    </a:cubicBezTo>
                    <a:cubicBezTo>
                      <a:pt x="15524" y="26573"/>
                      <a:pt x="15587" y="26573"/>
                      <a:pt x="15629" y="26552"/>
                    </a:cubicBezTo>
                    <a:cubicBezTo>
                      <a:pt x="15880" y="26468"/>
                      <a:pt x="16089" y="26427"/>
                      <a:pt x="16319" y="26343"/>
                    </a:cubicBezTo>
                    <a:cubicBezTo>
                      <a:pt x="16549" y="26259"/>
                      <a:pt x="16758" y="26217"/>
                      <a:pt x="16989" y="26134"/>
                    </a:cubicBezTo>
                    <a:cubicBezTo>
                      <a:pt x="17177" y="26092"/>
                      <a:pt x="17365" y="26008"/>
                      <a:pt x="17554" y="25945"/>
                    </a:cubicBezTo>
                    <a:cubicBezTo>
                      <a:pt x="17888" y="25841"/>
                      <a:pt x="18223" y="25715"/>
                      <a:pt x="18558" y="25590"/>
                    </a:cubicBezTo>
                    <a:lnTo>
                      <a:pt x="18809" y="25506"/>
                    </a:lnTo>
                    <a:cubicBezTo>
                      <a:pt x="19248" y="25360"/>
                      <a:pt x="19688" y="25171"/>
                      <a:pt x="20127" y="24983"/>
                    </a:cubicBezTo>
                    <a:lnTo>
                      <a:pt x="20295" y="24899"/>
                    </a:lnTo>
                    <a:cubicBezTo>
                      <a:pt x="20713" y="24753"/>
                      <a:pt x="21111" y="24564"/>
                      <a:pt x="21529" y="24376"/>
                    </a:cubicBezTo>
                    <a:cubicBezTo>
                      <a:pt x="21550" y="24355"/>
                      <a:pt x="21592" y="24355"/>
                      <a:pt x="21634" y="24334"/>
                    </a:cubicBezTo>
                    <a:cubicBezTo>
                      <a:pt x="22094" y="24125"/>
                      <a:pt x="22596" y="23895"/>
                      <a:pt x="23036" y="23686"/>
                    </a:cubicBezTo>
                    <a:cubicBezTo>
                      <a:pt x="24458" y="23267"/>
                      <a:pt x="25860" y="22891"/>
                      <a:pt x="27283" y="22535"/>
                    </a:cubicBezTo>
                    <a:lnTo>
                      <a:pt x="27283" y="22535"/>
                    </a:lnTo>
                    <a:cubicBezTo>
                      <a:pt x="25839" y="23414"/>
                      <a:pt x="24458" y="24460"/>
                      <a:pt x="23119" y="25527"/>
                    </a:cubicBezTo>
                    <a:cubicBezTo>
                      <a:pt x="22115" y="26343"/>
                      <a:pt x="21131" y="27180"/>
                      <a:pt x="20127" y="28017"/>
                    </a:cubicBezTo>
                    <a:cubicBezTo>
                      <a:pt x="18558" y="29356"/>
                      <a:pt x="16968" y="30653"/>
                      <a:pt x="15294" y="31804"/>
                    </a:cubicBezTo>
                    <a:cubicBezTo>
                      <a:pt x="15001" y="31992"/>
                      <a:pt x="14750" y="32181"/>
                      <a:pt x="14457" y="32369"/>
                    </a:cubicBezTo>
                    <a:cubicBezTo>
                      <a:pt x="14373" y="32411"/>
                      <a:pt x="14310" y="32474"/>
                      <a:pt x="14206" y="32536"/>
                    </a:cubicBezTo>
                    <a:cubicBezTo>
                      <a:pt x="13934" y="32704"/>
                      <a:pt x="13683" y="32892"/>
                      <a:pt x="13411" y="33038"/>
                    </a:cubicBezTo>
                    <a:cubicBezTo>
                      <a:pt x="13285" y="33122"/>
                      <a:pt x="13118" y="33227"/>
                      <a:pt x="12992" y="33311"/>
                    </a:cubicBezTo>
                    <a:cubicBezTo>
                      <a:pt x="12364" y="33687"/>
                      <a:pt x="11737" y="34085"/>
                      <a:pt x="11109" y="34461"/>
                    </a:cubicBezTo>
                    <a:lnTo>
                      <a:pt x="11130" y="34461"/>
                    </a:lnTo>
                    <a:cubicBezTo>
                      <a:pt x="8787" y="35884"/>
                      <a:pt x="6380" y="37244"/>
                      <a:pt x="4058" y="38667"/>
                    </a:cubicBezTo>
                    <a:cubicBezTo>
                      <a:pt x="4016" y="38667"/>
                      <a:pt x="3995" y="38667"/>
                      <a:pt x="3995" y="38688"/>
                    </a:cubicBezTo>
                    <a:cubicBezTo>
                      <a:pt x="3346" y="39064"/>
                      <a:pt x="2719" y="39441"/>
                      <a:pt x="2091" y="39860"/>
                    </a:cubicBezTo>
                    <a:cubicBezTo>
                      <a:pt x="1453" y="40285"/>
                      <a:pt x="1834" y="41175"/>
                      <a:pt x="2490" y="41175"/>
                    </a:cubicBezTo>
                    <a:cubicBezTo>
                      <a:pt x="2543" y="41175"/>
                      <a:pt x="2599" y="41170"/>
                      <a:pt x="2656" y="41157"/>
                    </a:cubicBezTo>
                    <a:cubicBezTo>
                      <a:pt x="2949" y="41094"/>
                      <a:pt x="3263" y="41010"/>
                      <a:pt x="3556" y="40906"/>
                    </a:cubicBezTo>
                    <a:cubicBezTo>
                      <a:pt x="10168" y="39190"/>
                      <a:pt x="17826" y="34838"/>
                      <a:pt x="22994" y="29272"/>
                    </a:cubicBezTo>
                    <a:lnTo>
                      <a:pt x="23015" y="29251"/>
                    </a:lnTo>
                    <a:cubicBezTo>
                      <a:pt x="23224" y="29021"/>
                      <a:pt x="23454" y="28770"/>
                      <a:pt x="23663" y="28540"/>
                    </a:cubicBezTo>
                    <a:cubicBezTo>
                      <a:pt x="23768" y="28435"/>
                      <a:pt x="23852" y="28331"/>
                      <a:pt x="23956" y="28205"/>
                    </a:cubicBezTo>
                    <a:cubicBezTo>
                      <a:pt x="24040" y="28121"/>
                      <a:pt x="24103" y="28017"/>
                      <a:pt x="24165" y="27933"/>
                    </a:cubicBezTo>
                    <a:cubicBezTo>
                      <a:pt x="24312" y="27724"/>
                      <a:pt x="24479" y="27557"/>
                      <a:pt x="24626" y="27347"/>
                    </a:cubicBezTo>
                    <a:cubicBezTo>
                      <a:pt x="24688" y="27285"/>
                      <a:pt x="24709" y="27243"/>
                      <a:pt x="24772" y="27180"/>
                    </a:cubicBezTo>
                    <a:cubicBezTo>
                      <a:pt x="25128" y="26720"/>
                      <a:pt x="25463" y="26238"/>
                      <a:pt x="25777" y="25778"/>
                    </a:cubicBezTo>
                    <a:cubicBezTo>
                      <a:pt x="25777" y="25778"/>
                      <a:pt x="25777" y="25736"/>
                      <a:pt x="25818" y="25736"/>
                    </a:cubicBezTo>
                    <a:cubicBezTo>
                      <a:pt x="26488" y="24732"/>
                      <a:pt x="27095" y="23644"/>
                      <a:pt x="27555" y="22577"/>
                    </a:cubicBezTo>
                    <a:cubicBezTo>
                      <a:pt x="27597" y="22535"/>
                      <a:pt x="27555" y="22472"/>
                      <a:pt x="27534" y="22451"/>
                    </a:cubicBezTo>
                    <a:cubicBezTo>
                      <a:pt x="29020" y="22075"/>
                      <a:pt x="30526" y="21740"/>
                      <a:pt x="32012" y="21426"/>
                    </a:cubicBezTo>
                    <a:lnTo>
                      <a:pt x="32012" y="21426"/>
                    </a:lnTo>
                    <a:cubicBezTo>
                      <a:pt x="28329" y="25171"/>
                      <a:pt x="25463" y="29649"/>
                      <a:pt x="22052" y="33583"/>
                    </a:cubicBezTo>
                    <a:cubicBezTo>
                      <a:pt x="21947" y="33729"/>
                      <a:pt x="21843" y="33834"/>
                      <a:pt x="21738" y="33959"/>
                    </a:cubicBezTo>
                    <a:cubicBezTo>
                      <a:pt x="21027" y="34775"/>
                      <a:pt x="20315" y="35549"/>
                      <a:pt x="19604" y="36365"/>
                    </a:cubicBezTo>
                    <a:cubicBezTo>
                      <a:pt x="17365" y="38876"/>
                      <a:pt x="15085" y="41366"/>
                      <a:pt x="12804" y="43835"/>
                    </a:cubicBezTo>
                    <a:lnTo>
                      <a:pt x="12783" y="43835"/>
                    </a:lnTo>
                    <a:cubicBezTo>
                      <a:pt x="12323" y="44358"/>
                      <a:pt x="11841" y="44860"/>
                      <a:pt x="11381" y="45383"/>
                    </a:cubicBezTo>
                    <a:cubicBezTo>
                      <a:pt x="11130" y="45655"/>
                      <a:pt x="11297" y="46074"/>
                      <a:pt x="11590" y="46179"/>
                    </a:cubicBezTo>
                    <a:cubicBezTo>
                      <a:pt x="11631" y="46195"/>
                      <a:pt x="11678" y="46205"/>
                      <a:pt x="11727" y="46205"/>
                    </a:cubicBezTo>
                    <a:cubicBezTo>
                      <a:pt x="11805" y="46205"/>
                      <a:pt x="11890" y="46180"/>
                      <a:pt x="11967" y="46116"/>
                    </a:cubicBezTo>
                    <a:cubicBezTo>
                      <a:pt x="20211" y="40173"/>
                      <a:pt x="28873" y="31218"/>
                      <a:pt x="32137" y="21384"/>
                    </a:cubicBezTo>
                    <a:cubicBezTo>
                      <a:pt x="37138" y="20338"/>
                      <a:pt x="42243" y="19626"/>
                      <a:pt x="47391" y="19229"/>
                    </a:cubicBezTo>
                    <a:lnTo>
                      <a:pt x="47391" y="19229"/>
                    </a:lnTo>
                    <a:cubicBezTo>
                      <a:pt x="47370" y="19250"/>
                      <a:pt x="47328" y="19250"/>
                      <a:pt x="47307" y="19292"/>
                    </a:cubicBezTo>
                    <a:cubicBezTo>
                      <a:pt x="46951" y="19543"/>
                      <a:pt x="46596" y="19815"/>
                      <a:pt x="46240" y="20066"/>
                    </a:cubicBezTo>
                    <a:cubicBezTo>
                      <a:pt x="46156" y="20129"/>
                      <a:pt x="46156" y="20254"/>
                      <a:pt x="46261" y="20275"/>
                    </a:cubicBezTo>
                    <a:cubicBezTo>
                      <a:pt x="46344" y="20296"/>
                      <a:pt x="43185" y="26217"/>
                      <a:pt x="41260" y="29691"/>
                    </a:cubicBezTo>
                    <a:cubicBezTo>
                      <a:pt x="40590" y="30946"/>
                      <a:pt x="40067" y="31888"/>
                      <a:pt x="39900" y="32097"/>
                    </a:cubicBezTo>
                    <a:cubicBezTo>
                      <a:pt x="39170" y="33200"/>
                      <a:pt x="38427" y="34291"/>
                      <a:pt x="37682" y="35388"/>
                    </a:cubicBezTo>
                    <a:lnTo>
                      <a:pt x="37682" y="35388"/>
                    </a:lnTo>
                    <a:cubicBezTo>
                      <a:pt x="38801" y="33696"/>
                      <a:pt x="39806" y="31949"/>
                      <a:pt x="40632" y="30172"/>
                    </a:cubicBezTo>
                    <a:cubicBezTo>
                      <a:pt x="40779" y="29900"/>
                      <a:pt x="40883" y="29649"/>
                      <a:pt x="41009" y="29377"/>
                    </a:cubicBezTo>
                    <a:cubicBezTo>
                      <a:pt x="41030" y="29356"/>
                      <a:pt x="41030" y="29293"/>
                      <a:pt x="41051" y="29272"/>
                    </a:cubicBezTo>
                    <a:cubicBezTo>
                      <a:pt x="41155" y="29042"/>
                      <a:pt x="41260" y="28770"/>
                      <a:pt x="41365" y="28540"/>
                    </a:cubicBezTo>
                    <a:cubicBezTo>
                      <a:pt x="41406" y="28498"/>
                      <a:pt x="41427" y="28435"/>
                      <a:pt x="41427" y="28393"/>
                    </a:cubicBezTo>
                    <a:cubicBezTo>
                      <a:pt x="41532" y="28142"/>
                      <a:pt x="41616" y="27912"/>
                      <a:pt x="41720" y="27661"/>
                    </a:cubicBezTo>
                    <a:lnTo>
                      <a:pt x="41720" y="27619"/>
                    </a:lnTo>
                    <a:cubicBezTo>
                      <a:pt x="41867" y="27201"/>
                      <a:pt x="41992" y="26824"/>
                      <a:pt x="42139" y="26406"/>
                    </a:cubicBezTo>
                    <a:cubicBezTo>
                      <a:pt x="42181" y="26238"/>
                      <a:pt x="42243" y="26050"/>
                      <a:pt x="42285" y="25904"/>
                    </a:cubicBezTo>
                    <a:cubicBezTo>
                      <a:pt x="42306" y="25778"/>
                      <a:pt x="42369" y="25632"/>
                      <a:pt x="42390" y="25506"/>
                    </a:cubicBezTo>
                    <a:cubicBezTo>
                      <a:pt x="42453" y="25318"/>
                      <a:pt x="42494" y="25108"/>
                      <a:pt x="42557" y="24941"/>
                    </a:cubicBezTo>
                    <a:cubicBezTo>
                      <a:pt x="42578" y="24795"/>
                      <a:pt x="42599" y="24690"/>
                      <a:pt x="42620" y="24564"/>
                    </a:cubicBezTo>
                    <a:cubicBezTo>
                      <a:pt x="42683" y="24355"/>
                      <a:pt x="42725" y="24146"/>
                      <a:pt x="42766" y="23958"/>
                    </a:cubicBezTo>
                    <a:cubicBezTo>
                      <a:pt x="42787" y="23853"/>
                      <a:pt x="42808" y="23748"/>
                      <a:pt x="42808" y="23644"/>
                    </a:cubicBezTo>
                    <a:cubicBezTo>
                      <a:pt x="42871" y="23435"/>
                      <a:pt x="42892" y="23204"/>
                      <a:pt x="42913" y="22995"/>
                    </a:cubicBezTo>
                    <a:cubicBezTo>
                      <a:pt x="42934" y="22891"/>
                      <a:pt x="42934" y="22807"/>
                      <a:pt x="42976" y="22702"/>
                    </a:cubicBezTo>
                    <a:cubicBezTo>
                      <a:pt x="42997" y="22451"/>
                      <a:pt x="43038" y="22179"/>
                      <a:pt x="43080" y="21949"/>
                    </a:cubicBezTo>
                    <a:cubicBezTo>
                      <a:pt x="43080" y="21907"/>
                      <a:pt x="43101" y="21844"/>
                      <a:pt x="43101" y="21761"/>
                    </a:cubicBezTo>
                    <a:cubicBezTo>
                      <a:pt x="43122" y="21447"/>
                      <a:pt x="43143" y="21112"/>
                      <a:pt x="43185" y="20798"/>
                    </a:cubicBezTo>
                    <a:cubicBezTo>
                      <a:pt x="43185" y="20652"/>
                      <a:pt x="43080" y="20547"/>
                      <a:pt x="42934" y="20484"/>
                    </a:cubicBezTo>
                    <a:cubicBezTo>
                      <a:pt x="42894" y="20471"/>
                      <a:pt x="42852" y="20464"/>
                      <a:pt x="42810" y="20464"/>
                    </a:cubicBezTo>
                    <a:cubicBezTo>
                      <a:pt x="42720" y="20464"/>
                      <a:pt x="42629" y="20497"/>
                      <a:pt x="42557" y="20568"/>
                    </a:cubicBezTo>
                    <a:cubicBezTo>
                      <a:pt x="42474" y="20673"/>
                      <a:pt x="42390" y="20756"/>
                      <a:pt x="42306" y="20861"/>
                    </a:cubicBezTo>
                    <a:cubicBezTo>
                      <a:pt x="42097" y="21091"/>
                      <a:pt x="41930" y="21300"/>
                      <a:pt x="41720" y="21531"/>
                    </a:cubicBezTo>
                    <a:cubicBezTo>
                      <a:pt x="41658" y="21593"/>
                      <a:pt x="41720" y="21656"/>
                      <a:pt x="41783" y="21656"/>
                    </a:cubicBezTo>
                    <a:cubicBezTo>
                      <a:pt x="41344" y="21865"/>
                      <a:pt x="40883" y="22242"/>
                      <a:pt x="40423" y="22744"/>
                    </a:cubicBezTo>
                    <a:cubicBezTo>
                      <a:pt x="38205" y="25192"/>
                      <a:pt x="36134" y="30632"/>
                      <a:pt x="34836" y="32787"/>
                    </a:cubicBezTo>
                    <a:cubicBezTo>
                      <a:pt x="33581" y="34817"/>
                      <a:pt x="32305" y="36826"/>
                      <a:pt x="31007" y="38813"/>
                    </a:cubicBezTo>
                    <a:cubicBezTo>
                      <a:pt x="31070" y="38772"/>
                      <a:pt x="31091" y="38709"/>
                      <a:pt x="31154" y="38667"/>
                    </a:cubicBezTo>
                    <a:lnTo>
                      <a:pt x="31154" y="38667"/>
                    </a:lnTo>
                    <a:cubicBezTo>
                      <a:pt x="30422" y="39818"/>
                      <a:pt x="29647" y="40969"/>
                      <a:pt x="28894" y="42119"/>
                    </a:cubicBezTo>
                    <a:lnTo>
                      <a:pt x="28873" y="42119"/>
                    </a:lnTo>
                    <a:cubicBezTo>
                      <a:pt x="28162" y="43186"/>
                      <a:pt x="27450" y="44254"/>
                      <a:pt x="26718" y="45342"/>
                    </a:cubicBezTo>
                    <a:lnTo>
                      <a:pt x="26697" y="45342"/>
                    </a:lnTo>
                    <a:cubicBezTo>
                      <a:pt x="26509" y="45614"/>
                      <a:pt x="26341" y="45886"/>
                      <a:pt x="26153" y="46137"/>
                    </a:cubicBezTo>
                    <a:cubicBezTo>
                      <a:pt x="26153" y="46179"/>
                      <a:pt x="26132" y="46179"/>
                      <a:pt x="26132" y="46199"/>
                    </a:cubicBezTo>
                    <a:lnTo>
                      <a:pt x="26090" y="46199"/>
                    </a:lnTo>
                    <a:cubicBezTo>
                      <a:pt x="25944" y="46492"/>
                      <a:pt x="26028" y="46764"/>
                      <a:pt x="26195" y="46953"/>
                    </a:cubicBezTo>
                    <a:cubicBezTo>
                      <a:pt x="26237" y="46953"/>
                      <a:pt x="26237" y="46974"/>
                      <a:pt x="26258" y="47015"/>
                    </a:cubicBezTo>
                    <a:cubicBezTo>
                      <a:pt x="26362" y="47120"/>
                      <a:pt x="26488" y="47162"/>
                      <a:pt x="26655" y="47183"/>
                    </a:cubicBezTo>
                    <a:cubicBezTo>
                      <a:pt x="26736" y="47203"/>
                      <a:pt x="26820" y="47215"/>
                      <a:pt x="26902" y="47215"/>
                    </a:cubicBezTo>
                    <a:cubicBezTo>
                      <a:pt x="27075" y="47215"/>
                      <a:pt x="27246" y="47164"/>
                      <a:pt x="27388" y="47036"/>
                    </a:cubicBezTo>
                    <a:cubicBezTo>
                      <a:pt x="30422" y="44358"/>
                      <a:pt x="33665" y="40969"/>
                      <a:pt x="36427" y="37181"/>
                    </a:cubicBezTo>
                    <a:lnTo>
                      <a:pt x="36427" y="37181"/>
                    </a:lnTo>
                    <a:cubicBezTo>
                      <a:pt x="35046" y="39127"/>
                      <a:pt x="33602" y="41073"/>
                      <a:pt x="32137" y="42998"/>
                    </a:cubicBezTo>
                    <a:lnTo>
                      <a:pt x="32137" y="43040"/>
                    </a:lnTo>
                    <a:cubicBezTo>
                      <a:pt x="31635" y="43689"/>
                      <a:pt x="31154" y="44316"/>
                      <a:pt x="30652" y="44965"/>
                    </a:cubicBezTo>
                    <a:cubicBezTo>
                      <a:pt x="30463" y="45195"/>
                      <a:pt x="30484" y="45509"/>
                      <a:pt x="30631" y="45760"/>
                    </a:cubicBezTo>
                    <a:cubicBezTo>
                      <a:pt x="30673" y="45823"/>
                      <a:pt x="30735" y="45886"/>
                      <a:pt x="30798" y="45927"/>
                    </a:cubicBezTo>
                    <a:cubicBezTo>
                      <a:pt x="30895" y="46003"/>
                      <a:pt x="31004" y="46045"/>
                      <a:pt x="31121" y="46045"/>
                    </a:cubicBezTo>
                    <a:cubicBezTo>
                      <a:pt x="31230" y="46045"/>
                      <a:pt x="31346" y="46008"/>
                      <a:pt x="31468" y="45927"/>
                    </a:cubicBezTo>
                    <a:cubicBezTo>
                      <a:pt x="32535" y="45153"/>
                      <a:pt x="33581" y="44337"/>
                      <a:pt x="34606" y="43458"/>
                    </a:cubicBezTo>
                    <a:lnTo>
                      <a:pt x="34606" y="43417"/>
                    </a:lnTo>
                    <a:cubicBezTo>
                      <a:pt x="34920" y="43166"/>
                      <a:pt x="35234" y="42873"/>
                      <a:pt x="35506" y="42622"/>
                    </a:cubicBezTo>
                    <a:cubicBezTo>
                      <a:pt x="35506" y="42622"/>
                      <a:pt x="35506" y="42580"/>
                      <a:pt x="35548" y="42580"/>
                    </a:cubicBezTo>
                    <a:cubicBezTo>
                      <a:pt x="36908" y="41324"/>
                      <a:pt x="38184" y="40006"/>
                      <a:pt x="39377" y="38604"/>
                    </a:cubicBezTo>
                    <a:cubicBezTo>
                      <a:pt x="41762" y="35779"/>
                      <a:pt x="43813" y="32683"/>
                      <a:pt x="45382" y="29356"/>
                    </a:cubicBezTo>
                    <a:cubicBezTo>
                      <a:pt x="45424" y="29251"/>
                      <a:pt x="45487" y="29147"/>
                      <a:pt x="45507" y="29063"/>
                    </a:cubicBezTo>
                    <a:cubicBezTo>
                      <a:pt x="45612" y="28833"/>
                      <a:pt x="45717" y="28624"/>
                      <a:pt x="45821" y="28393"/>
                    </a:cubicBezTo>
                    <a:cubicBezTo>
                      <a:pt x="45863" y="28247"/>
                      <a:pt x="45926" y="28121"/>
                      <a:pt x="46010" y="27975"/>
                    </a:cubicBezTo>
                    <a:cubicBezTo>
                      <a:pt x="46072" y="27766"/>
                      <a:pt x="46177" y="27557"/>
                      <a:pt x="46261" y="27305"/>
                    </a:cubicBezTo>
                    <a:cubicBezTo>
                      <a:pt x="46324" y="27159"/>
                      <a:pt x="46386" y="26992"/>
                      <a:pt x="46449" y="26845"/>
                    </a:cubicBezTo>
                    <a:lnTo>
                      <a:pt x="46679" y="26217"/>
                    </a:lnTo>
                    <a:lnTo>
                      <a:pt x="46993" y="25360"/>
                    </a:lnTo>
                    <a:lnTo>
                      <a:pt x="47223" y="24648"/>
                    </a:lnTo>
                    <a:cubicBezTo>
                      <a:pt x="47286" y="24460"/>
                      <a:pt x="47328" y="24272"/>
                      <a:pt x="47412" y="24104"/>
                    </a:cubicBezTo>
                    <a:cubicBezTo>
                      <a:pt x="47474" y="23895"/>
                      <a:pt x="47516" y="23707"/>
                      <a:pt x="47579" y="23497"/>
                    </a:cubicBezTo>
                    <a:lnTo>
                      <a:pt x="47725" y="22953"/>
                    </a:lnTo>
                    <a:cubicBezTo>
                      <a:pt x="47788" y="22744"/>
                      <a:pt x="47830" y="22556"/>
                      <a:pt x="47893" y="22347"/>
                    </a:cubicBezTo>
                    <a:cubicBezTo>
                      <a:pt x="47935" y="22158"/>
                      <a:pt x="47956" y="21970"/>
                      <a:pt x="48018" y="21823"/>
                    </a:cubicBezTo>
                    <a:cubicBezTo>
                      <a:pt x="48060" y="21614"/>
                      <a:pt x="48123" y="21405"/>
                      <a:pt x="48144" y="21196"/>
                    </a:cubicBezTo>
                    <a:cubicBezTo>
                      <a:pt x="48165" y="21028"/>
                      <a:pt x="48207" y="20861"/>
                      <a:pt x="48248" y="20694"/>
                    </a:cubicBezTo>
                    <a:cubicBezTo>
                      <a:pt x="48269" y="20484"/>
                      <a:pt x="48332" y="20296"/>
                      <a:pt x="48353" y="20087"/>
                    </a:cubicBezTo>
                    <a:cubicBezTo>
                      <a:pt x="48416" y="19752"/>
                      <a:pt x="48207" y="19417"/>
                      <a:pt x="47893" y="19292"/>
                    </a:cubicBezTo>
                    <a:cubicBezTo>
                      <a:pt x="50720" y="19079"/>
                      <a:pt x="53566" y="18973"/>
                      <a:pt x="56425" y="18973"/>
                    </a:cubicBezTo>
                    <a:cubicBezTo>
                      <a:pt x="59744" y="18973"/>
                      <a:pt x="63082" y="19115"/>
                      <a:pt x="66431" y="19396"/>
                    </a:cubicBezTo>
                    <a:cubicBezTo>
                      <a:pt x="66159" y="19647"/>
                      <a:pt x="65908" y="19940"/>
                      <a:pt x="65678" y="20233"/>
                    </a:cubicBezTo>
                    <a:cubicBezTo>
                      <a:pt x="65615" y="20275"/>
                      <a:pt x="65594" y="20338"/>
                      <a:pt x="65531" y="20380"/>
                    </a:cubicBezTo>
                    <a:cubicBezTo>
                      <a:pt x="65406" y="20547"/>
                      <a:pt x="65301" y="20694"/>
                      <a:pt x="65176" y="20861"/>
                    </a:cubicBezTo>
                    <a:cubicBezTo>
                      <a:pt x="65113" y="20924"/>
                      <a:pt x="65071" y="20986"/>
                      <a:pt x="65008" y="21070"/>
                    </a:cubicBezTo>
                    <a:cubicBezTo>
                      <a:pt x="64904" y="21217"/>
                      <a:pt x="64778" y="21384"/>
                      <a:pt x="64674" y="21531"/>
                    </a:cubicBezTo>
                    <a:lnTo>
                      <a:pt x="64527" y="21761"/>
                    </a:lnTo>
                    <a:lnTo>
                      <a:pt x="64213" y="22242"/>
                    </a:lnTo>
                    <a:cubicBezTo>
                      <a:pt x="64150" y="22326"/>
                      <a:pt x="64109" y="22388"/>
                      <a:pt x="64046" y="22493"/>
                    </a:cubicBezTo>
                    <a:cubicBezTo>
                      <a:pt x="63941" y="22660"/>
                      <a:pt x="63837" y="22807"/>
                      <a:pt x="63753" y="22995"/>
                    </a:cubicBezTo>
                    <a:cubicBezTo>
                      <a:pt x="63711" y="23079"/>
                      <a:pt x="63648" y="23183"/>
                      <a:pt x="63606" y="23267"/>
                    </a:cubicBezTo>
                    <a:cubicBezTo>
                      <a:pt x="63502" y="23414"/>
                      <a:pt x="63418" y="23581"/>
                      <a:pt x="63313" y="23748"/>
                    </a:cubicBezTo>
                    <a:cubicBezTo>
                      <a:pt x="63272" y="23853"/>
                      <a:pt x="63209" y="23937"/>
                      <a:pt x="63167" y="24041"/>
                    </a:cubicBezTo>
                    <a:cubicBezTo>
                      <a:pt x="63021" y="24272"/>
                      <a:pt x="62895" y="24523"/>
                      <a:pt x="62790" y="24753"/>
                    </a:cubicBezTo>
                    <a:cubicBezTo>
                      <a:pt x="62686" y="24941"/>
                      <a:pt x="62602" y="25108"/>
                      <a:pt x="62497" y="25297"/>
                    </a:cubicBezTo>
                    <a:cubicBezTo>
                      <a:pt x="62456" y="25380"/>
                      <a:pt x="62435" y="25485"/>
                      <a:pt x="62372" y="25569"/>
                    </a:cubicBezTo>
                    <a:cubicBezTo>
                      <a:pt x="62267" y="25778"/>
                      <a:pt x="62184" y="25945"/>
                      <a:pt x="62079" y="26155"/>
                    </a:cubicBezTo>
                    <a:lnTo>
                      <a:pt x="62016" y="26322"/>
                    </a:lnTo>
                    <a:cubicBezTo>
                      <a:pt x="61430" y="27494"/>
                      <a:pt x="60886" y="28665"/>
                      <a:pt x="60342" y="29795"/>
                    </a:cubicBezTo>
                    <a:cubicBezTo>
                      <a:pt x="60342" y="29816"/>
                      <a:pt x="60300" y="29858"/>
                      <a:pt x="60300" y="29858"/>
                    </a:cubicBezTo>
                    <a:cubicBezTo>
                      <a:pt x="60196" y="30088"/>
                      <a:pt x="60070" y="30298"/>
                      <a:pt x="59966" y="30528"/>
                    </a:cubicBezTo>
                    <a:cubicBezTo>
                      <a:pt x="59715" y="31051"/>
                      <a:pt x="59443" y="31553"/>
                      <a:pt x="59150" y="32013"/>
                    </a:cubicBezTo>
                    <a:cubicBezTo>
                      <a:pt x="57371" y="35110"/>
                      <a:pt x="55446" y="38123"/>
                      <a:pt x="53458" y="41094"/>
                    </a:cubicBezTo>
                    <a:cubicBezTo>
                      <a:pt x="53458" y="41115"/>
                      <a:pt x="53438" y="41115"/>
                      <a:pt x="53396" y="41157"/>
                    </a:cubicBezTo>
                    <a:lnTo>
                      <a:pt x="50257" y="45865"/>
                    </a:lnTo>
                    <a:cubicBezTo>
                      <a:pt x="50071" y="46144"/>
                      <a:pt x="50357" y="46412"/>
                      <a:pt x="50645" y="46412"/>
                    </a:cubicBezTo>
                    <a:cubicBezTo>
                      <a:pt x="50745" y="46412"/>
                      <a:pt x="50846" y="46380"/>
                      <a:pt x="50927" y="46304"/>
                    </a:cubicBezTo>
                    <a:cubicBezTo>
                      <a:pt x="53479" y="43898"/>
                      <a:pt x="55781" y="41261"/>
                      <a:pt x="57852" y="38437"/>
                    </a:cubicBezTo>
                    <a:lnTo>
                      <a:pt x="57852" y="38395"/>
                    </a:lnTo>
                    <a:cubicBezTo>
                      <a:pt x="59087" y="36721"/>
                      <a:pt x="60259" y="34984"/>
                      <a:pt x="61326" y="33143"/>
                    </a:cubicBezTo>
                    <a:cubicBezTo>
                      <a:pt x="62916" y="30444"/>
                      <a:pt x="64966" y="27243"/>
                      <a:pt x="66034" y="23937"/>
                    </a:cubicBezTo>
                    <a:lnTo>
                      <a:pt x="66034" y="23916"/>
                    </a:lnTo>
                    <a:cubicBezTo>
                      <a:pt x="66117" y="23707"/>
                      <a:pt x="66159" y="23497"/>
                      <a:pt x="66222" y="23288"/>
                    </a:cubicBezTo>
                    <a:cubicBezTo>
                      <a:pt x="66222" y="23225"/>
                      <a:pt x="66243" y="23204"/>
                      <a:pt x="66243" y="23163"/>
                    </a:cubicBezTo>
                    <a:cubicBezTo>
                      <a:pt x="66306" y="22995"/>
                      <a:pt x="66326" y="22849"/>
                      <a:pt x="66368" y="22702"/>
                    </a:cubicBezTo>
                    <a:cubicBezTo>
                      <a:pt x="66410" y="22639"/>
                      <a:pt x="66410" y="22577"/>
                      <a:pt x="66431" y="22493"/>
                    </a:cubicBezTo>
                    <a:cubicBezTo>
                      <a:pt x="66452" y="22347"/>
                      <a:pt x="66515" y="22179"/>
                      <a:pt x="66536" y="22054"/>
                    </a:cubicBezTo>
                    <a:cubicBezTo>
                      <a:pt x="66557" y="21928"/>
                      <a:pt x="66578" y="21823"/>
                      <a:pt x="66619" y="21698"/>
                    </a:cubicBezTo>
                    <a:cubicBezTo>
                      <a:pt x="66640" y="21614"/>
                      <a:pt x="66640" y="21531"/>
                      <a:pt x="66661" y="21447"/>
                    </a:cubicBezTo>
                    <a:cubicBezTo>
                      <a:pt x="66682" y="21321"/>
                      <a:pt x="66682" y="21217"/>
                      <a:pt x="66724" y="21091"/>
                    </a:cubicBezTo>
                    <a:lnTo>
                      <a:pt x="66724" y="20986"/>
                    </a:lnTo>
                    <a:cubicBezTo>
                      <a:pt x="66745" y="20714"/>
                      <a:pt x="66766" y="20442"/>
                      <a:pt x="66787" y="20170"/>
                    </a:cubicBezTo>
                    <a:cubicBezTo>
                      <a:pt x="66787" y="19940"/>
                      <a:pt x="66829" y="19668"/>
                      <a:pt x="66787" y="19438"/>
                    </a:cubicBezTo>
                    <a:lnTo>
                      <a:pt x="66787" y="19438"/>
                    </a:lnTo>
                    <a:cubicBezTo>
                      <a:pt x="68565" y="19606"/>
                      <a:pt x="70344" y="19773"/>
                      <a:pt x="72122" y="20024"/>
                    </a:cubicBezTo>
                    <a:cubicBezTo>
                      <a:pt x="72018" y="20129"/>
                      <a:pt x="71955" y="20233"/>
                      <a:pt x="71850" y="20338"/>
                    </a:cubicBezTo>
                    <a:cubicBezTo>
                      <a:pt x="71788" y="20380"/>
                      <a:pt x="71767" y="20442"/>
                      <a:pt x="71704" y="20484"/>
                    </a:cubicBezTo>
                    <a:lnTo>
                      <a:pt x="71390" y="20882"/>
                    </a:lnTo>
                    <a:cubicBezTo>
                      <a:pt x="71348" y="20924"/>
                      <a:pt x="71285" y="21007"/>
                      <a:pt x="71244" y="21070"/>
                    </a:cubicBezTo>
                    <a:cubicBezTo>
                      <a:pt x="71139" y="21196"/>
                      <a:pt x="71034" y="21342"/>
                      <a:pt x="70909" y="21489"/>
                    </a:cubicBezTo>
                    <a:cubicBezTo>
                      <a:pt x="70867" y="21531"/>
                      <a:pt x="70825" y="21593"/>
                      <a:pt x="70804" y="21635"/>
                    </a:cubicBezTo>
                    <a:cubicBezTo>
                      <a:pt x="70658" y="21803"/>
                      <a:pt x="70553" y="21949"/>
                      <a:pt x="70428" y="22116"/>
                    </a:cubicBezTo>
                    <a:cubicBezTo>
                      <a:pt x="70407" y="22137"/>
                      <a:pt x="70407" y="22158"/>
                      <a:pt x="70386" y="22179"/>
                    </a:cubicBezTo>
                    <a:cubicBezTo>
                      <a:pt x="69821" y="22953"/>
                      <a:pt x="69298" y="23748"/>
                      <a:pt x="68775" y="24564"/>
                    </a:cubicBezTo>
                    <a:cubicBezTo>
                      <a:pt x="68356" y="25171"/>
                      <a:pt x="68000" y="25799"/>
                      <a:pt x="67666" y="26448"/>
                    </a:cubicBezTo>
                    <a:cubicBezTo>
                      <a:pt x="66850" y="27829"/>
                      <a:pt x="66034" y="29230"/>
                      <a:pt x="65176" y="30528"/>
                    </a:cubicBezTo>
                    <a:cubicBezTo>
                      <a:pt x="62393" y="34796"/>
                      <a:pt x="59443" y="38918"/>
                      <a:pt x="56492" y="43061"/>
                    </a:cubicBezTo>
                    <a:cubicBezTo>
                      <a:pt x="56492" y="43061"/>
                      <a:pt x="56492" y="43082"/>
                      <a:pt x="56471" y="43082"/>
                    </a:cubicBezTo>
                    <a:lnTo>
                      <a:pt x="56074" y="43626"/>
                    </a:lnTo>
                    <a:cubicBezTo>
                      <a:pt x="55822" y="43988"/>
                      <a:pt x="56079" y="44373"/>
                      <a:pt x="56400" y="44373"/>
                    </a:cubicBezTo>
                    <a:cubicBezTo>
                      <a:pt x="56506" y="44373"/>
                      <a:pt x="56619" y="44331"/>
                      <a:pt x="56723" y="44233"/>
                    </a:cubicBezTo>
                    <a:cubicBezTo>
                      <a:pt x="58668" y="42412"/>
                      <a:pt x="60719" y="40257"/>
                      <a:pt x="62707" y="37956"/>
                    </a:cubicBezTo>
                    <a:cubicBezTo>
                      <a:pt x="62707" y="37935"/>
                      <a:pt x="62749" y="37935"/>
                      <a:pt x="62749" y="37935"/>
                    </a:cubicBezTo>
                    <a:cubicBezTo>
                      <a:pt x="62790" y="37872"/>
                      <a:pt x="62853" y="37830"/>
                      <a:pt x="62895" y="37746"/>
                    </a:cubicBezTo>
                    <a:cubicBezTo>
                      <a:pt x="62895" y="37949"/>
                      <a:pt x="63058" y="38129"/>
                      <a:pt x="63236" y="38129"/>
                    </a:cubicBezTo>
                    <a:cubicBezTo>
                      <a:pt x="63297" y="38129"/>
                      <a:pt x="63360" y="38108"/>
                      <a:pt x="63418" y="38060"/>
                    </a:cubicBezTo>
                    <a:lnTo>
                      <a:pt x="63816" y="37746"/>
                    </a:lnTo>
                    <a:lnTo>
                      <a:pt x="63816" y="37725"/>
                    </a:lnTo>
                    <a:cubicBezTo>
                      <a:pt x="64318" y="37328"/>
                      <a:pt x="64799" y="36909"/>
                      <a:pt x="65301" y="36491"/>
                    </a:cubicBezTo>
                    <a:cubicBezTo>
                      <a:pt x="65406" y="36386"/>
                      <a:pt x="65531" y="36282"/>
                      <a:pt x="65636" y="36198"/>
                    </a:cubicBezTo>
                    <a:lnTo>
                      <a:pt x="65636" y="36198"/>
                    </a:lnTo>
                    <a:cubicBezTo>
                      <a:pt x="65636" y="36240"/>
                      <a:pt x="65615" y="36240"/>
                      <a:pt x="65615" y="36261"/>
                    </a:cubicBezTo>
                    <a:cubicBezTo>
                      <a:pt x="66452" y="35528"/>
                      <a:pt x="67289" y="34733"/>
                      <a:pt x="68084" y="33959"/>
                    </a:cubicBezTo>
                    <a:lnTo>
                      <a:pt x="68126" y="33896"/>
                    </a:lnTo>
                    <a:lnTo>
                      <a:pt x="68879" y="33143"/>
                    </a:lnTo>
                    <a:cubicBezTo>
                      <a:pt x="68942" y="33101"/>
                      <a:pt x="68984" y="33038"/>
                      <a:pt x="69047" y="32955"/>
                    </a:cubicBezTo>
                    <a:cubicBezTo>
                      <a:pt x="69256" y="32725"/>
                      <a:pt x="69465" y="32515"/>
                      <a:pt x="69674" y="32285"/>
                    </a:cubicBezTo>
                    <a:cubicBezTo>
                      <a:pt x="69758" y="32202"/>
                      <a:pt x="69821" y="32097"/>
                      <a:pt x="69925" y="32013"/>
                    </a:cubicBezTo>
                    <a:cubicBezTo>
                      <a:pt x="70114" y="31804"/>
                      <a:pt x="70302" y="31637"/>
                      <a:pt x="70448" y="31427"/>
                    </a:cubicBezTo>
                    <a:cubicBezTo>
                      <a:pt x="70553" y="31281"/>
                      <a:pt x="70658" y="31176"/>
                      <a:pt x="70762" y="31051"/>
                    </a:cubicBezTo>
                    <a:cubicBezTo>
                      <a:pt x="70930" y="30862"/>
                      <a:pt x="71055" y="30716"/>
                      <a:pt x="71223" y="30528"/>
                    </a:cubicBezTo>
                    <a:cubicBezTo>
                      <a:pt x="71348" y="30381"/>
                      <a:pt x="71474" y="30235"/>
                      <a:pt x="71578" y="30088"/>
                    </a:cubicBezTo>
                    <a:cubicBezTo>
                      <a:pt x="71704" y="29921"/>
                      <a:pt x="71850" y="29774"/>
                      <a:pt x="71955" y="29607"/>
                    </a:cubicBezTo>
                    <a:cubicBezTo>
                      <a:pt x="72080" y="29440"/>
                      <a:pt x="72227" y="29272"/>
                      <a:pt x="72373" y="29084"/>
                    </a:cubicBezTo>
                    <a:cubicBezTo>
                      <a:pt x="72478" y="28958"/>
                      <a:pt x="72583" y="28812"/>
                      <a:pt x="72687" y="28665"/>
                    </a:cubicBezTo>
                    <a:cubicBezTo>
                      <a:pt x="72834" y="28498"/>
                      <a:pt x="73001" y="28289"/>
                      <a:pt x="73127" y="28101"/>
                    </a:cubicBezTo>
                    <a:cubicBezTo>
                      <a:pt x="73231" y="27975"/>
                      <a:pt x="73315" y="27829"/>
                      <a:pt x="73420" y="27724"/>
                    </a:cubicBezTo>
                    <a:lnTo>
                      <a:pt x="73880" y="27096"/>
                    </a:lnTo>
                    <a:cubicBezTo>
                      <a:pt x="73964" y="26992"/>
                      <a:pt x="74047" y="26866"/>
                      <a:pt x="74110" y="26761"/>
                    </a:cubicBezTo>
                    <a:cubicBezTo>
                      <a:pt x="74277" y="26531"/>
                      <a:pt x="74424" y="26301"/>
                      <a:pt x="74591" y="26092"/>
                    </a:cubicBezTo>
                    <a:cubicBezTo>
                      <a:pt x="74675" y="25987"/>
                      <a:pt x="74717" y="25883"/>
                      <a:pt x="74801" y="25778"/>
                    </a:cubicBezTo>
                    <a:cubicBezTo>
                      <a:pt x="74947" y="25527"/>
                      <a:pt x="75135" y="25276"/>
                      <a:pt x="75303" y="25046"/>
                    </a:cubicBezTo>
                    <a:cubicBezTo>
                      <a:pt x="75345" y="24962"/>
                      <a:pt x="75407" y="24857"/>
                      <a:pt x="75470" y="24774"/>
                    </a:cubicBezTo>
                    <a:cubicBezTo>
                      <a:pt x="75637" y="24523"/>
                      <a:pt x="75826" y="24251"/>
                      <a:pt x="75972" y="23999"/>
                    </a:cubicBezTo>
                    <a:cubicBezTo>
                      <a:pt x="76035" y="23916"/>
                      <a:pt x="76056" y="23853"/>
                      <a:pt x="76098" y="23790"/>
                    </a:cubicBezTo>
                    <a:cubicBezTo>
                      <a:pt x="76286" y="23497"/>
                      <a:pt x="76454" y="23204"/>
                      <a:pt x="76621" y="22911"/>
                    </a:cubicBezTo>
                    <a:cubicBezTo>
                      <a:pt x="76621" y="22891"/>
                      <a:pt x="76663" y="22891"/>
                      <a:pt x="76663" y="22870"/>
                    </a:cubicBezTo>
                    <a:cubicBezTo>
                      <a:pt x="77018" y="22263"/>
                      <a:pt x="77353" y="21635"/>
                      <a:pt x="77667" y="21028"/>
                    </a:cubicBezTo>
                    <a:cubicBezTo>
                      <a:pt x="78483" y="21196"/>
                      <a:pt x="79299" y="21321"/>
                      <a:pt x="80115" y="21510"/>
                    </a:cubicBezTo>
                    <a:cubicBezTo>
                      <a:pt x="80031" y="21593"/>
                      <a:pt x="79927" y="21656"/>
                      <a:pt x="79843" y="21740"/>
                    </a:cubicBezTo>
                    <a:cubicBezTo>
                      <a:pt x="79801" y="21803"/>
                      <a:pt x="79739" y="21844"/>
                      <a:pt x="79655" y="21907"/>
                    </a:cubicBezTo>
                    <a:cubicBezTo>
                      <a:pt x="79550" y="22012"/>
                      <a:pt x="79446" y="22075"/>
                      <a:pt x="79383" y="22179"/>
                    </a:cubicBezTo>
                    <a:cubicBezTo>
                      <a:pt x="79299" y="22263"/>
                      <a:pt x="79215" y="22347"/>
                      <a:pt x="79174" y="22430"/>
                    </a:cubicBezTo>
                    <a:cubicBezTo>
                      <a:pt x="79090" y="22493"/>
                      <a:pt x="79006" y="22598"/>
                      <a:pt x="78922" y="22681"/>
                    </a:cubicBezTo>
                    <a:cubicBezTo>
                      <a:pt x="78818" y="22786"/>
                      <a:pt x="78755" y="22891"/>
                      <a:pt x="78650" y="22995"/>
                    </a:cubicBezTo>
                    <a:cubicBezTo>
                      <a:pt x="78588" y="23058"/>
                      <a:pt x="78546" y="23121"/>
                      <a:pt x="78483" y="23183"/>
                    </a:cubicBezTo>
                    <a:cubicBezTo>
                      <a:pt x="78337" y="23372"/>
                      <a:pt x="78169" y="23539"/>
                      <a:pt x="78044" y="23727"/>
                    </a:cubicBezTo>
                    <a:lnTo>
                      <a:pt x="77981" y="23790"/>
                    </a:lnTo>
                    <a:cubicBezTo>
                      <a:pt x="77855" y="23958"/>
                      <a:pt x="77709" y="24146"/>
                      <a:pt x="77562" y="24334"/>
                    </a:cubicBezTo>
                    <a:cubicBezTo>
                      <a:pt x="77542" y="24355"/>
                      <a:pt x="77521" y="24418"/>
                      <a:pt x="77500" y="24439"/>
                    </a:cubicBezTo>
                    <a:cubicBezTo>
                      <a:pt x="77353" y="24627"/>
                      <a:pt x="77228" y="24774"/>
                      <a:pt x="77102" y="24962"/>
                    </a:cubicBezTo>
                    <a:cubicBezTo>
                      <a:pt x="77081" y="24983"/>
                      <a:pt x="77081" y="25004"/>
                      <a:pt x="77039" y="25046"/>
                    </a:cubicBezTo>
                    <a:cubicBezTo>
                      <a:pt x="76140" y="26343"/>
                      <a:pt x="75261" y="27766"/>
                      <a:pt x="74403" y="29084"/>
                    </a:cubicBezTo>
                    <a:cubicBezTo>
                      <a:pt x="74005" y="29712"/>
                      <a:pt x="73587" y="30318"/>
                      <a:pt x="73210" y="30904"/>
                    </a:cubicBezTo>
                    <a:cubicBezTo>
                      <a:pt x="70532" y="34629"/>
                      <a:pt x="67687" y="38228"/>
                      <a:pt x="64841" y="41805"/>
                    </a:cubicBezTo>
                    <a:cubicBezTo>
                      <a:pt x="64841" y="41826"/>
                      <a:pt x="64799" y="41826"/>
                      <a:pt x="64778" y="41847"/>
                    </a:cubicBezTo>
                    <a:cubicBezTo>
                      <a:pt x="64653" y="42015"/>
                      <a:pt x="64548" y="42161"/>
                      <a:pt x="64422" y="42329"/>
                    </a:cubicBezTo>
                    <a:cubicBezTo>
                      <a:pt x="64052" y="42766"/>
                      <a:pt x="64426" y="43500"/>
                      <a:pt x="64913" y="43500"/>
                    </a:cubicBezTo>
                    <a:cubicBezTo>
                      <a:pt x="65031" y="43500"/>
                      <a:pt x="65157" y="43457"/>
                      <a:pt x="65280" y="43354"/>
                    </a:cubicBezTo>
                    <a:cubicBezTo>
                      <a:pt x="66368" y="42433"/>
                      <a:pt x="67582" y="41408"/>
                      <a:pt x="68816" y="40257"/>
                    </a:cubicBezTo>
                    <a:cubicBezTo>
                      <a:pt x="68816" y="40257"/>
                      <a:pt x="68816" y="40236"/>
                      <a:pt x="68837" y="40236"/>
                    </a:cubicBezTo>
                    <a:lnTo>
                      <a:pt x="68921" y="40153"/>
                    </a:lnTo>
                    <a:lnTo>
                      <a:pt x="68942" y="40153"/>
                    </a:lnTo>
                    <a:cubicBezTo>
                      <a:pt x="73838" y="35612"/>
                      <a:pt x="79132" y="29440"/>
                      <a:pt x="80575" y="23393"/>
                    </a:cubicBezTo>
                    <a:cubicBezTo>
                      <a:pt x="80596" y="23309"/>
                      <a:pt x="80638" y="23204"/>
                      <a:pt x="80638" y="23121"/>
                    </a:cubicBezTo>
                    <a:cubicBezTo>
                      <a:pt x="80659" y="23058"/>
                      <a:pt x="80659" y="22995"/>
                      <a:pt x="80680" y="22911"/>
                    </a:cubicBezTo>
                    <a:cubicBezTo>
                      <a:pt x="80764" y="22472"/>
                      <a:pt x="80847" y="22054"/>
                      <a:pt x="80889" y="21614"/>
                    </a:cubicBezTo>
                    <a:cubicBezTo>
                      <a:pt x="81894" y="21823"/>
                      <a:pt x="82877" y="22033"/>
                      <a:pt x="83881" y="22263"/>
                    </a:cubicBezTo>
                    <a:cubicBezTo>
                      <a:pt x="83777" y="22451"/>
                      <a:pt x="83693" y="22660"/>
                      <a:pt x="83588" y="22849"/>
                    </a:cubicBezTo>
                    <a:cubicBezTo>
                      <a:pt x="83526" y="22974"/>
                      <a:pt x="83484" y="23079"/>
                      <a:pt x="83400" y="23204"/>
                    </a:cubicBezTo>
                    <a:cubicBezTo>
                      <a:pt x="83275" y="23497"/>
                      <a:pt x="83107" y="23811"/>
                      <a:pt x="82982" y="24125"/>
                    </a:cubicBezTo>
                    <a:cubicBezTo>
                      <a:pt x="82961" y="24167"/>
                      <a:pt x="82940" y="24230"/>
                      <a:pt x="82940" y="24251"/>
                    </a:cubicBezTo>
                    <a:cubicBezTo>
                      <a:pt x="81831" y="26678"/>
                      <a:pt x="80889" y="29168"/>
                      <a:pt x="79529" y="31490"/>
                    </a:cubicBezTo>
                    <a:cubicBezTo>
                      <a:pt x="77521" y="34922"/>
                      <a:pt x="75010" y="37872"/>
                      <a:pt x="72290" y="40759"/>
                    </a:cubicBezTo>
                    <a:lnTo>
                      <a:pt x="72290" y="40780"/>
                    </a:lnTo>
                    <a:lnTo>
                      <a:pt x="72269" y="40801"/>
                    </a:lnTo>
                    <a:cubicBezTo>
                      <a:pt x="72050" y="41105"/>
                      <a:pt x="72320" y="41558"/>
                      <a:pt x="72630" y="41558"/>
                    </a:cubicBezTo>
                    <a:cubicBezTo>
                      <a:pt x="72705" y="41558"/>
                      <a:pt x="72782" y="41532"/>
                      <a:pt x="72855" y="41471"/>
                    </a:cubicBezTo>
                    <a:cubicBezTo>
                      <a:pt x="74257" y="40383"/>
                      <a:pt x="75637" y="39169"/>
                      <a:pt x="76914" y="37746"/>
                    </a:cubicBezTo>
                    <a:cubicBezTo>
                      <a:pt x="76914" y="37746"/>
                      <a:pt x="76914" y="37725"/>
                      <a:pt x="76935" y="37725"/>
                    </a:cubicBezTo>
                    <a:cubicBezTo>
                      <a:pt x="80785" y="33583"/>
                      <a:pt x="83840" y="28205"/>
                      <a:pt x="84216" y="22807"/>
                    </a:cubicBezTo>
                    <a:lnTo>
                      <a:pt x="84216" y="22744"/>
                    </a:lnTo>
                    <a:cubicBezTo>
                      <a:pt x="84216" y="22598"/>
                      <a:pt x="84237" y="22493"/>
                      <a:pt x="84237" y="22367"/>
                    </a:cubicBezTo>
                    <a:cubicBezTo>
                      <a:pt x="85785" y="22744"/>
                      <a:pt x="87355" y="23163"/>
                      <a:pt x="88903" y="23581"/>
                    </a:cubicBezTo>
                    <a:cubicBezTo>
                      <a:pt x="88254" y="24230"/>
                      <a:pt x="87689" y="24941"/>
                      <a:pt x="87166" y="25673"/>
                    </a:cubicBezTo>
                    <a:lnTo>
                      <a:pt x="87145" y="25694"/>
                    </a:lnTo>
                    <a:cubicBezTo>
                      <a:pt x="87062" y="25820"/>
                      <a:pt x="86957" y="25924"/>
                      <a:pt x="86894" y="26050"/>
                    </a:cubicBezTo>
                    <a:cubicBezTo>
                      <a:pt x="86853" y="26113"/>
                      <a:pt x="86832" y="26155"/>
                      <a:pt x="86790" y="26196"/>
                    </a:cubicBezTo>
                    <a:cubicBezTo>
                      <a:pt x="86727" y="26301"/>
                      <a:pt x="86643" y="26364"/>
                      <a:pt x="86601" y="26468"/>
                    </a:cubicBezTo>
                    <a:cubicBezTo>
                      <a:pt x="86539" y="26552"/>
                      <a:pt x="86518" y="26615"/>
                      <a:pt x="86476" y="26678"/>
                    </a:cubicBezTo>
                    <a:cubicBezTo>
                      <a:pt x="86434" y="26740"/>
                      <a:pt x="86413" y="26761"/>
                      <a:pt x="86392" y="26824"/>
                    </a:cubicBezTo>
                    <a:cubicBezTo>
                      <a:pt x="85555" y="28101"/>
                      <a:pt x="84802" y="29398"/>
                      <a:pt x="83944" y="30716"/>
                    </a:cubicBezTo>
                    <a:cubicBezTo>
                      <a:pt x="83254" y="31804"/>
                      <a:pt x="82521" y="32913"/>
                      <a:pt x="81747" y="33980"/>
                    </a:cubicBezTo>
                    <a:cubicBezTo>
                      <a:pt x="81287" y="34671"/>
                      <a:pt x="80806" y="35340"/>
                      <a:pt x="80345" y="35989"/>
                    </a:cubicBezTo>
                    <a:cubicBezTo>
                      <a:pt x="79529" y="37098"/>
                      <a:pt x="78713" y="38186"/>
                      <a:pt x="77876" y="39295"/>
                    </a:cubicBezTo>
                    <a:cubicBezTo>
                      <a:pt x="77834" y="39378"/>
                      <a:pt x="77772" y="39420"/>
                      <a:pt x="77730" y="39504"/>
                    </a:cubicBezTo>
                    <a:cubicBezTo>
                      <a:pt x="77426" y="39909"/>
                      <a:pt x="77735" y="40546"/>
                      <a:pt x="78163" y="40546"/>
                    </a:cubicBezTo>
                    <a:cubicBezTo>
                      <a:pt x="78265" y="40546"/>
                      <a:pt x="78374" y="40509"/>
                      <a:pt x="78483" y="40425"/>
                    </a:cubicBezTo>
                    <a:cubicBezTo>
                      <a:pt x="79885" y="39399"/>
                      <a:pt x="81308" y="38165"/>
                      <a:pt x="82647" y="36826"/>
                    </a:cubicBezTo>
                    <a:cubicBezTo>
                      <a:pt x="86225" y="33206"/>
                      <a:pt x="89175" y="28603"/>
                      <a:pt x="89154" y="23644"/>
                    </a:cubicBezTo>
                    <a:lnTo>
                      <a:pt x="89154" y="23623"/>
                    </a:lnTo>
                    <a:cubicBezTo>
                      <a:pt x="93632" y="24899"/>
                      <a:pt x="98068" y="26448"/>
                      <a:pt x="102420" y="28310"/>
                    </a:cubicBezTo>
                    <a:cubicBezTo>
                      <a:pt x="102545" y="28101"/>
                      <a:pt x="102629" y="27870"/>
                      <a:pt x="102503" y="27808"/>
                    </a:cubicBezTo>
                    <a:cubicBezTo>
                      <a:pt x="97837" y="25778"/>
                      <a:pt x="93025" y="24041"/>
                      <a:pt x="88171" y="22660"/>
                    </a:cubicBezTo>
                    <a:cubicBezTo>
                      <a:pt x="88254" y="22639"/>
                      <a:pt x="88317" y="22598"/>
                      <a:pt x="88380" y="22535"/>
                    </a:cubicBezTo>
                    <a:cubicBezTo>
                      <a:pt x="88401" y="22493"/>
                      <a:pt x="88401" y="22472"/>
                      <a:pt x="88401" y="22451"/>
                    </a:cubicBezTo>
                    <a:cubicBezTo>
                      <a:pt x="88464" y="22137"/>
                      <a:pt x="88485" y="21823"/>
                      <a:pt x="88526" y="21489"/>
                    </a:cubicBezTo>
                    <a:lnTo>
                      <a:pt x="88526" y="21426"/>
                    </a:lnTo>
                    <a:cubicBezTo>
                      <a:pt x="88568" y="21133"/>
                      <a:pt x="88589" y="20819"/>
                      <a:pt x="88589" y="20547"/>
                    </a:cubicBezTo>
                    <a:lnTo>
                      <a:pt x="88589" y="20359"/>
                    </a:lnTo>
                    <a:lnTo>
                      <a:pt x="88589" y="19626"/>
                    </a:lnTo>
                    <a:lnTo>
                      <a:pt x="88589" y="19187"/>
                    </a:lnTo>
                    <a:cubicBezTo>
                      <a:pt x="88589" y="19041"/>
                      <a:pt x="88589" y="18936"/>
                      <a:pt x="88568" y="18810"/>
                    </a:cubicBezTo>
                    <a:cubicBezTo>
                      <a:pt x="88359" y="14730"/>
                      <a:pt x="86790" y="10755"/>
                      <a:pt x="84174" y="7595"/>
                    </a:cubicBezTo>
                    <a:cubicBezTo>
                      <a:pt x="83881" y="7219"/>
                      <a:pt x="83588" y="6884"/>
                      <a:pt x="83254" y="6570"/>
                    </a:cubicBezTo>
                    <a:lnTo>
                      <a:pt x="83065" y="6382"/>
                    </a:lnTo>
                    <a:cubicBezTo>
                      <a:pt x="83024" y="6340"/>
                      <a:pt x="82940" y="6277"/>
                      <a:pt x="82856" y="6256"/>
                    </a:cubicBezTo>
                    <a:cubicBezTo>
                      <a:pt x="82782" y="6226"/>
                      <a:pt x="82702" y="6211"/>
                      <a:pt x="82621" y="6211"/>
                    </a:cubicBezTo>
                    <a:cubicBezTo>
                      <a:pt x="82315" y="6211"/>
                      <a:pt x="81993" y="6414"/>
                      <a:pt x="81894" y="6696"/>
                    </a:cubicBezTo>
                    <a:cubicBezTo>
                      <a:pt x="81873" y="6696"/>
                      <a:pt x="81894" y="6696"/>
                      <a:pt x="81894" y="6738"/>
                    </a:cubicBezTo>
                    <a:cubicBezTo>
                      <a:pt x="81831" y="6842"/>
                      <a:pt x="81831" y="6989"/>
                      <a:pt x="81873" y="7114"/>
                    </a:cubicBezTo>
                    <a:cubicBezTo>
                      <a:pt x="82124" y="7909"/>
                      <a:pt x="82396" y="8725"/>
                      <a:pt x="82668" y="9499"/>
                    </a:cubicBezTo>
                    <a:lnTo>
                      <a:pt x="82668" y="9520"/>
                    </a:lnTo>
                    <a:cubicBezTo>
                      <a:pt x="84195" y="13914"/>
                      <a:pt x="85911" y="18350"/>
                      <a:pt x="87857" y="22535"/>
                    </a:cubicBezTo>
                    <a:cubicBezTo>
                      <a:pt x="87857" y="22550"/>
                      <a:pt x="87867" y="22564"/>
                      <a:pt x="87881" y="22572"/>
                    </a:cubicBezTo>
                    <a:lnTo>
                      <a:pt x="87881" y="22572"/>
                    </a:lnTo>
                    <a:cubicBezTo>
                      <a:pt x="86673" y="22239"/>
                      <a:pt x="85445" y="21926"/>
                      <a:pt x="84216" y="21614"/>
                    </a:cubicBezTo>
                    <a:cubicBezTo>
                      <a:pt x="84205" y="21580"/>
                      <a:pt x="84180" y="21564"/>
                      <a:pt x="84154" y="21564"/>
                    </a:cubicBezTo>
                    <a:cubicBezTo>
                      <a:pt x="84132" y="21564"/>
                      <a:pt x="84109" y="21574"/>
                      <a:pt x="84091" y="21593"/>
                    </a:cubicBezTo>
                    <a:cubicBezTo>
                      <a:pt x="83693" y="21489"/>
                      <a:pt x="83337" y="21405"/>
                      <a:pt x="82940" y="21300"/>
                    </a:cubicBezTo>
                    <a:cubicBezTo>
                      <a:pt x="82961" y="21279"/>
                      <a:pt x="82982" y="21238"/>
                      <a:pt x="82982" y="21196"/>
                    </a:cubicBezTo>
                    <a:cubicBezTo>
                      <a:pt x="83086" y="20568"/>
                      <a:pt x="83149" y="19961"/>
                      <a:pt x="83170" y="19334"/>
                    </a:cubicBezTo>
                    <a:lnTo>
                      <a:pt x="83170" y="19208"/>
                    </a:lnTo>
                    <a:lnTo>
                      <a:pt x="83170" y="18727"/>
                    </a:lnTo>
                    <a:lnTo>
                      <a:pt x="83170" y="18497"/>
                    </a:lnTo>
                    <a:lnTo>
                      <a:pt x="83170" y="18141"/>
                    </a:lnTo>
                    <a:cubicBezTo>
                      <a:pt x="83170" y="17994"/>
                      <a:pt x="83170" y="17890"/>
                      <a:pt x="83149" y="17764"/>
                    </a:cubicBezTo>
                    <a:cubicBezTo>
                      <a:pt x="83149" y="17681"/>
                      <a:pt x="83149" y="17576"/>
                      <a:pt x="83128" y="17513"/>
                    </a:cubicBezTo>
                    <a:cubicBezTo>
                      <a:pt x="83128" y="17346"/>
                      <a:pt x="83086" y="17157"/>
                      <a:pt x="83065" y="17011"/>
                    </a:cubicBezTo>
                    <a:lnTo>
                      <a:pt x="83065" y="16885"/>
                    </a:lnTo>
                    <a:cubicBezTo>
                      <a:pt x="82438" y="11550"/>
                      <a:pt x="79215" y="6758"/>
                      <a:pt x="74549" y="4059"/>
                    </a:cubicBezTo>
                    <a:cubicBezTo>
                      <a:pt x="74131" y="3829"/>
                      <a:pt x="73713" y="3620"/>
                      <a:pt x="73252" y="3411"/>
                    </a:cubicBezTo>
                    <a:cubicBezTo>
                      <a:pt x="73148" y="3348"/>
                      <a:pt x="73085" y="3306"/>
                      <a:pt x="72980" y="3285"/>
                    </a:cubicBezTo>
                    <a:cubicBezTo>
                      <a:pt x="72311" y="2992"/>
                      <a:pt x="71641" y="2720"/>
                      <a:pt x="70930" y="2511"/>
                    </a:cubicBezTo>
                    <a:cubicBezTo>
                      <a:pt x="70873" y="2496"/>
                      <a:pt x="70818" y="2489"/>
                      <a:pt x="70763" y="2489"/>
                    </a:cubicBezTo>
                    <a:cubicBezTo>
                      <a:pt x="70292" y="2489"/>
                      <a:pt x="69915" y="3021"/>
                      <a:pt x="70009" y="3453"/>
                    </a:cubicBezTo>
                    <a:cubicBezTo>
                      <a:pt x="68482" y="2239"/>
                      <a:pt x="66829" y="1130"/>
                      <a:pt x="65134" y="105"/>
                    </a:cubicBezTo>
                    <a:cubicBezTo>
                      <a:pt x="65008" y="32"/>
                      <a:pt x="64882" y="0"/>
                      <a:pt x="647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9" name="Google Shape;59;p3"/>
              <p:cNvSpPr/>
              <p:nvPr/>
            </p:nvSpPr>
            <p:spPr>
              <a:xfrm>
                <a:off x="19388400" y="28623625"/>
                <a:ext cx="714775" cy="158125"/>
              </a:xfrm>
              <a:custGeom>
                <a:avLst/>
                <a:gdLst/>
                <a:ahLst/>
                <a:cxnLst/>
                <a:rect l="l" t="t" r="r" b="b"/>
                <a:pathLst>
                  <a:path w="28591" h="6325" extrusionOk="0">
                    <a:moveTo>
                      <a:pt x="9416" y="0"/>
                    </a:moveTo>
                    <a:cubicBezTo>
                      <a:pt x="6592" y="0"/>
                      <a:pt x="3725" y="272"/>
                      <a:pt x="942" y="711"/>
                    </a:cubicBezTo>
                    <a:cubicBezTo>
                      <a:pt x="1" y="837"/>
                      <a:pt x="1" y="2176"/>
                      <a:pt x="1026" y="2218"/>
                    </a:cubicBezTo>
                    <a:cubicBezTo>
                      <a:pt x="1193" y="2218"/>
                      <a:pt x="1361" y="2260"/>
                      <a:pt x="1549" y="2281"/>
                    </a:cubicBezTo>
                    <a:lnTo>
                      <a:pt x="1675" y="2281"/>
                    </a:lnTo>
                    <a:cubicBezTo>
                      <a:pt x="5336" y="2490"/>
                      <a:pt x="8998" y="3055"/>
                      <a:pt x="12618" y="3683"/>
                    </a:cubicBezTo>
                    <a:lnTo>
                      <a:pt x="12513" y="3683"/>
                    </a:lnTo>
                    <a:cubicBezTo>
                      <a:pt x="16070" y="4310"/>
                      <a:pt x="19606" y="5022"/>
                      <a:pt x="23163" y="5587"/>
                    </a:cubicBezTo>
                    <a:lnTo>
                      <a:pt x="23644" y="5670"/>
                    </a:lnTo>
                    <a:cubicBezTo>
                      <a:pt x="24000" y="5733"/>
                      <a:pt x="24335" y="5775"/>
                      <a:pt x="24711" y="5838"/>
                    </a:cubicBezTo>
                    <a:cubicBezTo>
                      <a:pt x="25130" y="5880"/>
                      <a:pt x="25548" y="5963"/>
                      <a:pt x="25967" y="6026"/>
                    </a:cubicBezTo>
                    <a:cubicBezTo>
                      <a:pt x="26113" y="6047"/>
                      <a:pt x="26302" y="6068"/>
                      <a:pt x="26469" y="6089"/>
                    </a:cubicBezTo>
                    <a:lnTo>
                      <a:pt x="28352" y="6319"/>
                    </a:lnTo>
                    <a:cubicBezTo>
                      <a:pt x="28364" y="6323"/>
                      <a:pt x="28377" y="6325"/>
                      <a:pt x="28389" y="6325"/>
                    </a:cubicBezTo>
                    <a:cubicBezTo>
                      <a:pt x="28500" y="6325"/>
                      <a:pt x="28591" y="6162"/>
                      <a:pt x="28478" y="6068"/>
                    </a:cubicBezTo>
                    <a:cubicBezTo>
                      <a:pt x="23142" y="1716"/>
                      <a:pt x="16760" y="105"/>
                      <a:pt x="10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60" name="Google Shape;60;p3"/>
            <p:cNvGrpSpPr/>
            <p:nvPr/>
          </p:nvGrpSpPr>
          <p:grpSpPr>
            <a:xfrm rot="-2362275" flipH="1">
              <a:off x="-1233315" y="3246642"/>
              <a:ext cx="2565552" cy="1298163"/>
              <a:chOff x="19279125" y="28273675"/>
              <a:chExt cx="2565725" cy="1298250"/>
            </a:xfrm>
          </p:grpSpPr>
          <p:sp>
            <p:nvSpPr>
              <p:cNvPr id="61" name="Google Shape;61;p3"/>
              <p:cNvSpPr/>
              <p:nvPr/>
            </p:nvSpPr>
            <p:spPr>
              <a:xfrm>
                <a:off x="19715375" y="28798125"/>
                <a:ext cx="506850" cy="665075"/>
              </a:xfrm>
              <a:custGeom>
                <a:avLst/>
                <a:gdLst/>
                <a:ahLst/>
                <a:cxnLst/>
                <a:rect l="l" t="t" r="r" b="b"/>
                <a:pathLst>
                  <a:path w="20274" h="26603" extrusionOk="0">
                    <a:moveTo>
                      <a:pt x="20102" y="0"/>
                    </a:moveTo>
                    <a:cubicBezTo>
                      <a:pt x="20089" y="0"/>
                      <a:pt x="20076" y="3"/>
                      <a:pt x="20065" y="8"/>
                    </a:cubicBezTo>
                    <a:cubicBezTo>
                      <a:pt x="20002" y="8"/>
                      <a:pt x="19981" y="29"/>
                      <a:pt x="19918" y="50"/>
                    </a:cubicBezTo>
                    <a:cubicBezTo>
                      <a:pt x="18014" y="1975"/>
                      <a:pt x="16194" y="4026"/>
                      <a:pt x="14415" y="6181"/>
                    </a:cubicBezTo>
                    <a:cubicBezTo>
                      <a:pt x="14060" y="6537"/>
                      <a:pt x="13746" y="6934"/>
                      <a:pt x="13474" y="7332"/>
                    </a:cubicBezTo>
                    <a:cubicBezTo>
                      <a:pt x="13264" y="7583"/>
                      <a:pt x="13055" y="7876"/>
                      <a:pt x="12846" y="8148"/>
                    </a:cubicBezTo>
                    <a:lnTo>
                      <a:pt x="12804" y="8169"/>
                    </a:lnTo>
                    <a:cubicBezTo>
                      <a:pt x="9561" y="12270"/>
                      <a:pt x="6506" y="16643"/>
                      <a:pt x="3577" y="20911"/>
                    </a:cubicBezTo>
                    <a:cubicBezTo>
                      <a:pt x="3577" y="20911"/>
                      <a:pt x="3577" y="20932"/>
                      <a:pt x="3556" y="20932"/>
                    </a:cubicBezTo>
                    <a:cubicBezTo>
                      <a:pt x="3556" y="20953"/>
                      <a:pt x="3535" y="20953"/>
                      <a:pt x="3535" y="20974"/>
                    </a:cubicBezTo>
                    <a:cubicBezTo>
                      <a:pt x="2447" y="22522"/>
                      <a:pt x="1401" y="24050"/>
                      <a:pt x="355" y="25535"/>
                    </a:cubicBezTo>
                    <a:cubicBezTo>
                      <a:pt x="0" y="26042"/>
                      <a:pt x="531" y="26603"/>
                      <a:pt x="1046" y="26603"/>
                    </a:cubicBezTo>
                    <a:cubicBezTo>
                      <a:pt x="1169" y="26603"/>
                      <a:pt x="1292" y="26571"/>
                      <a:pt x="1401" y="26498"/>
                    </a:cubicBezTo>
                    <a:cubicBezTo>
                      <a:pt x="1987" y="26142"/>
                      <a:pt x="2593" y="25745"/>
                      <a:pt x="3137" y="25347"/>
                    </a:cubicBezTo>
                    <a:cubicBezTo>
                      <a:pt x="3158" y="25347"/>
                      <a:pt x="3158" y="25326"/>
                      <a:pt x="3158" y="25326"/>
                    </a:cubicBezTo>
                    <a:cubicBezTo>
                      <a:pt x="11423" y="19593"/>
                      <a:pt x="18746" y="10177"/>
                      <a:pt x="20274" y="239"/>
                    </a:cubicBezTo>
                    <a:cubicBezTo>
                      <a:pt x="20274" y="155"/>
                      <a:pt x="20232" y="113"/>
                      <a:pt x="20211" y="50"/>
                    </a:cubicBezTo>
                    <a:cubicBezTo>
                      <a:pt x="20180" y="20"/>
                      <a:pt x="20139" y="0"/>
                      <a:pt x="201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20308800" y="28749150"/>
                <a:ext cx="511325" cy="822775"/>
              </a:xfrm>
              <a:custGeom>
                <a:avLst/>
                <a:gdLst/>
                <a:ahLst/>
                <a:cxnLst/>
                <a:rect l="l" t="t" r="r" b="b"/>
                <a:pathLst>
                  <a:path w="20453" h="32911" extrusionOk="0">
                    <a:moveTo>
                      <a:pt x="20227" y="1"/>
                    </a:moveTo>
                    <a:cubicBezTo>
                      <a:pt x="20190" y="1"/>
                      <a:pt x="20153" y="8"/>
                      <a:pt x="20118" y="22"/>
                    </a:cubicBezTo>
                    <a:cubicBezTo>
                      <a:pt x="20097" y="22"/>
                      <a:pt x="20097" y="63"/>
                      <a:pt x="20076" y="84"/>
                    </a:cubicBezTo>
                    <a:cubicBezTo>
                      <a:pt x="19804" y="335"/>
                      <a:pt x="19574" y="607"/>
                      <a:pt x="19302" y="900"/>
                    </a:cubicBezTo>
                    <a:cubicBezTo>
                      <a:pt x="19302" y="900"/>
                      <a:pt x="19302" y="921"/>
                      <a:pt x="19281" y="921"/>
                    </a:cubicBezTo>
                    <a:cubicBezTo>
                      <a:pt x="19051" y="1172"/>
                      <a:pt x="18841" y="1444"/>
                      <a:pt x="18632" y="1695"/>
                    </a:cubicBezTo>
                    <a:cubicBezTo>
                      <a:pt x="18569" y="1758"/>
                      <a:pt x="18528" y="1842"/>
                      <a:pt x="18465" y="1884"/>
                    </a:cubicBezTo>
                    <a:cubicBezTo>
                      <a:pt x="18318" y="2093"/>
                      <a:pt x="18130" y="2302"/>
                      <a:pt x="17984" y="2512"/>
                    </a:cubicBezTo>
                    <a:cubicBezTo>
                      <a:pt x="17921" y="2595"/>
                      <a:pt x="17837" y="2679"/>
                      <a:pt x="17795" y="2784"/>
                    </a:cubicBezTo>
                    <a:cubicBezTo>
                      <a:pt x="17628" y="2993"/>
                      <a:pt x="17502" y="3160"/>
                      <a:pt x="17356" y="3369"/>
                    </a:cubicBezTo>
                    <a:cubicBezTo>
                      <a:pt x="17293" y="3453"/>
                      <a:pt x="17209" y="3558"/>
                      <a:pt x="17168" y="3641"/>
                    </a:cubicBezTo>
                    <a:cubicBezTo>
                      <a:pt x="17000" y="3851"/>
                      <a:pt x="16875" y="4060"/>
                      <a:pt x="16749" y="4269"/>
                    </a:cubicBezTo>
                    <a:cubicBezTo>
                      <a:pt x="16686" y="4353"/>
                      <a:pt x="16644" y="4436"/>
                      <a:pt x="16561" y="4520"/>
                    </a:cubicBezTo>
                    <a:lnTo>
                      <a:pt x="16100" y="5232"/>
                    </a:lnTo>
                    <a:cubicBezTo>
                      <a:pt x="16059" y="5273"/>
                      <a:pt x="16017" y="5336"/>
                      <a:pt x="15996" y="5420"/>
                    </a:cubicBezTo>
                    <a:cubicBezTo>
                      <a:pt x="15598" y="6006"/>
                      <a:pt x="15222" y="6633"/>
                      <a:pt x="14866" y="7282"/>
                    </a:cubicBezTo>
                    <a:cubicBezTo>
                      <a:pt x="14803" y="7345"/>
                      <a:pt x="14782" y="7429"/>
                      <a:pt x="14740" y="7512"/>
                    </a:cubicBezTo>
                    <a:cubicBezTo>
                      <a:pt x="14594" y="7742"/>
                      <a:pt x="14468" y="7973"/>
                      <a:pt x="14322" y="8203"/>
                    </a:cubicBezTo>
                    <a:cubicBezTo>
                      <a:pt x="14259" y="8286"/>
                      <a:pt x="14217" y="8391"/>
                      <a:pt x="14155" y="8475"/>
                    </a:cubicBezTo>
                    <a:lnTo>
                      <a:pt x="13757" y="9186"/>
                    </a:lnTo>
                    <a:cubicBezTo>
                      <a:pt x="13715" y="9249"/>
                      <a:pt x="13652" y="9333"/>
                      <a:pt x="13631" y="9416"/>
                    </a:cubicBezTo>
                    <a:cubicBezTo>
                      <a:pt x="13485" y="9709"/>
                      <a:pt x="13318" y="9960"/>
                      <a:pt x="13171" y="10253"/>
                    </a:cubicBezTo>
                    <a:cubicBezTo>
                      <a:pt x="12962" y="10609"/>
                      <a:pt x="12753" y="10986"/>
                      <a:pt x="12564" y="11341"/>
                    </a:cubicBezTo>
                    <a:cubicBezTo>
                      <a:pt x="12502" y="11488"/>
                      <a:pt x="12439" y="11592"/>
                      <a:pt x="12376" y="11718"/>
                    </a:cubicBezTo>
                    <a:lnTo>
                      <a:pt x="12062" y="12262"/>
                    </a:lnTo>
                    <a:cubicBezTo>
                      <a:pt x="11539" y="13224"/>
                      <a:pt x="10995" y="14166"/>
                      <a:pt x="10409" y="15108"/>
                    </a:cubicBezTo>
                    <a:cubicBezTo>
                      <a:pt x="8568" y="18183"/>
                      <a:pt x="6622" y="21217"/>
                      <a:pt x="4718" y="24251"/>
                    </a:cubicBezTo>
                    <a:lnTo>
                      <a:pt x="4718" y="24272"/>
                    </a:lnTo>
                    <a:lnTo>
                      <a:pt x="4718" y="24293"/>
                    </a:lnTo>
                    <a:lnTo>
                      <a:pt x="4718" y="24314"/>
                    </a:lnTo>
                    <a:lnTo>
                      <a:pt x="4718" y="24356"/>
                    </a:lnTo>
                    <a:lnTo>
                      <a:pt x="4718" y="24377"/>
                    </a:lnTo>
                    <a:cubicBezTo>
                      <a:pt x="3693" y="26030"/>
                      <a:pt x="2668" y="27641"/>
                      <a:pt x="1684" y="29315"/>
                    </a:cubicBezTo>
                    <a:lnTo>
                      <a:pt x="1684" y="29336"/>
                    </a:lnTo>
                    <a:lnTo>
                      <a:pt x="1684" y="29377"/>
                    </a:lnTo>
                    <a:lnTo>
                      <a:pt x="1684" y="29398"/>
                    </a:lnTo>
                    <a:lnTo>
                      <a:pt x="1684" y="29419"/>
                    </a:lnTo>
                    <a:lnTo>
                      <a:pt x="1684" y="29461"/>
                    </a:lnTo>
                    <a:cubicBezTo>
                      <a:pt x="1621" y="29503"/>
                      <a:pt x="1600" y="29587"/>
                      <a:pt x="1559" y="29670"/>
                    </a:cubicBezTo>
                    <a:lnTo>
                      <a:pt x="1559" y="29691"/>
                    </a:lnTo>
                    <a:cubicBezTo>
                      <a:pt x="1140" y="30361"/>
                      <a:pt x="743" y="31072"/>
                      <a:pt x="345" y="31763"/>
                    </a:cubicBezTo>
                    <a:cubicBezTo>
                      <a:pt x="1" y="32365"/>
                      <a:pt x="520" y="32911"/>
                      <a:pt x="1088" y="32911"/>
                    </a:cubicBezTo>
                    <a:cubicBezTo>
                      <a:pt x="1210" y="32911"/>
                      <a:pt x="1335" y="32886"/>
                      <a:pt x="1454" y="32830"/>
                    </a:cubicBezTo>
                    <a:cubicBezTo>
                      <a:pt x="1517" y="32809"/>
                      <a:pt x="1600" y="32746"/>
                      <a:pt x="1684" y="32662"/>
                    </a:cubicBezTo>
                    <a:cubicBezTo>
                      <a:pt x="6476" y="28038"/>
                      <a:pt x="10388" y="22556"/>
                      <a:pt x="13757" y="16844"/>
                    </a:cubicBezTo>
                    <a:cubicBezTo>
                      <a:pt x="16247" y="12408"/>
                      <a:pt x="19051" y="7721"/>
                      <a:pt x="20097" y="2700"/>
                    </a:cubicBezTo>
                    <a:cubicBezTo>
                      <a:pt x="20097" y="2658"/>
                      <a:pt x="20118" y="2616"/>
                      <a:pt x="20118" y="2595"/>
                    </a:cubicBezTo>
                    <a:cubicBezTo>
                      <a:pt x="20160" y="2365"/>
                      <a:pt x="20222" y="2093"/>
                      <a:pt x="20243" y="1863"/>
                    </a:cubicBezTo>
                    <a:cubicBezTo>
                      <a:pt x="20243" y="1800"/>
                      <a:pt x="20264" y="1779"/>
                      <a:pt x="20264" y="1737"/>
                    </a:cubicBezTo>
                    <a:lnTo>
                      <a:pt x="20348" y="1172"/>
                    </a:lnTo>
                    <a:cubicBezTo>
                      <a:pt x="20390" y="1068"/>
                      <a:pt x="20390" y="1005"/>
                      <a:pt x="20390" y="879"/>
                    </a:cubicBezTo>
                    <a:cubicBezTo>
                      <a:pt x="20411" y="733"/>
                      <a:pt x="20411" y="607"/>
                      <a:pt x="20432" y="440"/>
                    </a:cubicBezTo>
                    <a:cubicBezTo>
                      <a:pt x="20432" y="356"/>
                      <a:pt x="20453" y="294"/>
                      <a:pt x="20453" y="210"/>
                    </a:cubicBezTo>
                    <a:lnTo>
                      <a:pt x="20453" y="126"/>
                    </a:lnTo>
                    <a:cubicBezTo>
                      <a:pt x="20453" y="105"/>
                      <a:pt x="20432" y="105"/>
                      <a:pt x="20432" y="84"/>
                    </a:cubicBezTo>
                    <a:cubicBezTo>
                      <a:pt x="20376" y="29"/>
                      <a:pt x="20301" y="1"/>
                      <a:pt x="20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20182700" y="28375125"/>
                <a:ext cx="603425" cy="350075"/>
              </a:xfrm>
              <a:custGeom>
                <a:avLst/>
                <a:gdLst/>
                <a:ahLst/>
                <a:cxnLst/>
                <a:rect l="l" t="t" r="r" b="b"/>
                <a:pathLst>
                  <a:path w="24137" h="14003" extrusionOk="0">
                    <a:moveTo>
                      <a:pt x="808" y="1"/>
                    </a:moveTo>
                    <a:cubicBezTo>
                      <a:pt x="364" y="1"/>
                      <a:pt x="1" y="496"/>
                      <a:pt x="137" y="922"/>
                    </a:cubicBezTo>
                    <a:cubicBezTo>
                      <a:pt x="179" y="1027"/>
                      <a:pt x="263" y="1131"/>
                      <a:pt x="367" y="1215"/>
                    </a:cubicBezTo>
                    <a:cubicBezTo>
                      <a:pt x="6623" y="6404"/>
                      <a:pt x="13131" y="11070"/>
                      <a:pt x="20935" y="13288"/>
                    </a:cubicBezTo>
                    <a:cubicBezTo>
                      <a:pt x="20977" y="13309"/>
                      <a:pt x="21040" y="13309"/>
                      <a:pt x="21103" y="13351"/>
                    </a:cubicBezTo>
                    <a:cubicBezTo>
                      <a:pt x="21500" y="13434"/>
                      <a:pt x="21919" y="13560"/>
                      <a:pt x="22316" y="13643"/>
                    </a:cubicBezTo>
                    <a:cubicBezTo>
                      <a:pt x="22421" y="13685"/>
                      <a:pt x="22484" y="13706"/>
                      <a:pt x="22588" y="13727"/>
                    </a:cubicBezTo>
                    <a:cubicBezTo>
                      <a:pt x="22965" y="13811"/>
                      <a:pt x="23362" y="13895"/>
                      <a:pt x="23718" y="13957"/>
                    </a:cubicBezTo>
                    <a:cubicBezTo>
                      <a:pt x="23781" y="13957"/>
                      <a:pt x="23802" y="13999"/>
                      <a:pt x="23823" y="13999"/>
                    </a:cubicBezTo>
                    <a:cubicBezTo>
                      <a:pt x="23838" y="14001"/>
                      <a:pt x="23852" y="14002"/>
                      <a:pt x="23867" y="14002"/>
                    </a:cubicBezTo>
                    <a:cubicBezTo>
                      <a:pt x="23990" y="14002"/>
                      <a:pt x="24078" y="13923"/>
                      <a:pt x="24116" y="13811"/>
                    </a:cubicBezTo>
                    <a:cubicBezTo>
                      <a:pt x="24137" y="13769"/>
                      <a:pt x="24137" y="13727"/>
                      <a:pt x="24116" y="13685"/>
                    </a:cubicBezTo>
                    <a:cubicBezTo>
                      <a:pt x="24116" y="13643"/>
                      <a:pt x="24095" y="13602"/>
                      <a:pt x="24032" y="13581"/>
                    </a:cubicBezTo>
                    <a:cubicBezTo>
                      <a:pt x="23676" y="13309"/>
                      <a:pt x="23341" y="13037"/>
                      <a:pt x="22965" y="12765"/>
                    </a:cubicBezTo>
                    <a:cubicBezTo>
                      <a:pt x="22923" y="12744"/>
                      <a:pt x="22860" y="12681"/>
                      <a:pt x="22818" y="12660"/>
                    </a:cubicBezTo>
                    <a:cubicBezTo>
                      <a:pt x="22525" y="12451"/>
                      <a:pt x="22212" y="12221"/>
                      <a:pt x="21919" y="12011"/>
                    </a:cubicBezTo>
                    <a:lnTo>
                      <a:pt x="21688" y="11844"/>
                    </a:lnTo>
                    <a:cubicBezTo>
                      <a:pt x="21333" y="11614"/>
                      <a:pt x="21019" y="11384"/>
                      <a:pt x="20684" y="11175"/>
                    </a:cubicBezTo>
                    <a:lnTo>
                      <a:pt x="20663" y="11133"/>
                    </a:lnTo>
                    <a:cubicBezTo>
                      <a:pt x="16876" y="8580"/>
                      <a:pt x="12859" y="6404"/>
                      <a:pt x="8841" y="4228"/>
                    </a:cubicBezTo>
                    <a:cubicBezTo>
                      <a:pt x="8841" y="4228"/>
                      <a:pt x="8820" y="4228"/>
                      <a:pt x="8820" y="4207"/>
                    </a:cubicBezTo>
                    <a:lnTo>
                      <a:pt x="8800" y="4207"/>
                    </a:lnTo>
                    <a:cubicBezTo>
                      <a:pt x="6226" y="2847"/>
                      <a:pt x="3673" y="1508"/>
                      <a:pt x="1121" y="85"/>
                    </a:cubicBezTo>
                    <a:cubicBezTo>
                      <a:pt x="1016" y="27"/>
                      <a:pt x="910" y="1"/>
                      <a:pt x="8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" name="Google Shape;64;p3"/>
              <p:cNvSpPr/>
              <p:nvPr/>
            </p:nvSpPr>
            <p:spPr>
              <a:xfrm>
                <a:off x="19914100" y="28430850"/>
                <a:ext cx="673250" cy="292175"/>
              </a:xfrm>
              <a:custGeom>
                <a:avLst/>
                <a:gdLst/>
                <a:ahLst/>
                <a:cxnLst/>
                <a:rect l="l" t="t" r="r" b="b"/>
                <a:pathLst>
                  <a:path w="26930" h="11687" extrusionOk="0">
                    <a:moveTo>
                      <a:pt x="1364" y="1"/>
                    </a:moveTo>
                    <a:cubicBezTo>
                      <a:pt x="1157" y="1"/>
                      <a:pt x="953" y="11"/>
                      <a:pt x="754" y="32"/>
                    </a:cubicBezTo>
                    <a:cubicBezTo>
                      <a:pt x="210" y="53"/>
                      <a:pt x="1" y="492"/>
                      <a:pt x="106" y="911"/>
                    </a:cubicBezTo>
                    <a:cubicBezTo>
                      <a:pt x="210" y="1141"/>
                      <a:pt x="357" y="1392"/>
                      <a:pt x="650" y="1476"/>
                    </a:cubicBezTo>
                    <a:cubicBezTo>
                      <a:pt x="3683" y="2522"/>
                      <a:pt x="6696" y="3610"/>
                      <a:pt x="9647" y="4782"/>
                    </a:cubicBezTo>
                    <a:lnTo>
                      <a:pt x="9626" y="4782"/>
                    </a:lnTo>
                    <a:cubicBezTo>
                      <a:pt x="11802" y="5640"/>
                      <a:pt x="13936" y="6581"/>
                      <a:pt x="16091" y="7606"/>
                    </a:cubicBezTo>
                    <a:cubicBezTo>
                      <a:pt x="16970" y="8025"/>
                      <a:pt x="17807" y="8464"/>
                      <a:pt x="18644" y="8925"/>
                    </a:cubicBezTo>
                    <a:cubicBezTo>
                      <a:pt x="21238" y="10222"/>
                      <a:pt x="23770" y="11394"/>
                      <a:pt x="26783" y="11686"/>
                    </a:cubicBezTo>
                    <a:cubicBezTo>
                      <a:pt x="26825" y="11686"/>
                      <a:pt x="26867" y="11686"/>
                      <a:pt x="26888" y="11666"/>
                    </a:cubicBezTo>
                    <a:cubicBezTo>
                      <a:pt x="26909" y="11645"/>
                      <a:pt x="26930" y="11582"/>
                      <a:pt x="26930" y="11498"/>
                    </a:cubicBezTo>
                    <a:cubicBezTo>
                      <a:pt x="26930" y="11414"/>
                      <a:pt x="26888" y="11373"/>
                      <a:pt x="26804" y="11352"/>
                    </a:cubicBezTo>
                    <a:lnTo>
                      <a:pt x="26783" y="11352"/>
                    </a:lnTo>
                    <a:cubicBezTo>
                      <a:pt x="26553" y="11268"/>
                      <a:pt x="26344" y="11184"/>
                      <a:pt x="26093" y="11080"/>
                    </a:cubicBezTo>
                    <a:cubicBezTo>
                      <a:pt x="26051" y="11059"/>
                      <a:pt x="25988" y="11038"/>
                      <a:pt x="25946" y="11038"/>
                    </a:cubicBezTo>
                    <a:cubicBezTo>
                      <a:pt x="25737" y="10954"/>
                      <a:pt x="25528" y="10850"/>
                      <a:pt x="25318" y="10745"/>
                    </a:cubicBezTo>
                    <a:cubicBezTo>
                      <a:pt x="25256" y="10724"/>
                      <a:pt x="25214" y="10682"/>
                      <a:pt x="25130" y="10661"/>
                    </a:cubicBezTo>
                    <a:cubicBezTo>
                      <a:pt x="24921" y="10557"/>
                      <a:pt x="24733" y="10452"/>
                      <a:pt x="24523" y="10347"/>
                    </a:cubicBezTo>
                    <a:lnTo>
                      <a:pt x="24377" y="10264"/>
                    </a:lnTo>
                    <a:cubicBezTo>
                      <a:pt x="24189" y="10159"/>
                      <a:pt x="24042" y="10054"/>
                      <a:pt x="23854" y="9950"/>
                    </a:cubicBezTo>
                    <a:cubicBezTo>
                      <a:pt x="23791" y="9929"/>
                      <a:pt x="23749" y="9908"/>
                      <a:pt x="23686" y="9845"/>
                    </a:cubicBezTo>
                    <a:cubicBezTo>
                      <a:pt x="23519" y="9762"/>
                      <a:pt x="23331" y="9615"/>
                      <a:pt x="23142" y="9510"/>
                    </a:cubicBezTo>
                    <a:cubicBezTo>
                      <a:pt x="23059" y="9469"/>
                      <a:pt x="23017" y="9427"/>
                      <a:pt x="22933" y="9385"/>
                    </a:cubicBezTo>
                    <a:cubicBezTo>
                      <a:pt x="22745" y="9280"/>
                      <a:pt x="22598" y="9155"/>
                      <a:pt x="22410" y="9029"/>
                    </a:cubicBezTo>
                    <a:cubicBezTo>
                      <a:pt x="22326" y="8966"/>
                      <a:pt x="22264" y="8925"/>
                      <a:pt x="22180" y="8841"/>
                    </a:cubicBezTo>
                    <a:cubicBezTo>
                      <a:pt x="22054" y="8757"/>
                      <a:pt x="21950" y="8673"/>
                      <a:pt x="21845" y="8569"/>
                    </a:cubicBezTo>
                    <a:cubicBezTo>
                      <a:pt x="21678" y="8443"/>
                      <a:pt x="21531" y="8339"/>
                      <a:pt x="21364" y="8213"/>
                    </a:cubicBezTo>
                    <a:cubicBezTo>
                      <a:pt x="21343" y="8192"/>
                      <a:pt x="21280" y="8150"/>
                      <a:pt x="21259" y="8129"/>
                    </a:cubicBezTo>
                    <a:cubicBezTo>
                      <a:pt x="18769" y="6246"/>
                      <a:pt x="16363" y="4112"/>
                      <a:pt x="13559" y="2773"/>
                    </a:cubicBezTo>
                    <a:cubicBezTo>
                      <a:pt x="10023" y="1078"/>
                      <a:pt x="6006" y="137"/>
                      <a:pt x="2051" y="32"/>
                    </a:cubicBezTo>
                    <a:lnTo>
                      <a:pt x="1989" y="32"/>
                    </a:lnTo>
                    <a:cubicBezTo>
                      <a:pt x="1779" y="11"/>
                      <a:pt x="1570" y="1"/>
                      <a:pt x="13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5" name="Google Shape;65;p3"/>
              <p:cNvSpPr/>
              <p:nvPr/>
            </p:nvSpPr>
            <p:spPr>
              <a:xfrm>
                <a:off x="19600250" y="28499650"/>
                <a:ext cx="774200" cy="245875"/>
              </a:xfrm>
              <a:custGeom>
                <a:avLst/>
                <a:gdLst/>
                <a:ahLst/>
                <a:cxnLst/>
                <a:rect l="l" t="t" r="r" b="b"/>
                <a:pathLst>
                  <a:path w="30968" h="9835" extrusionOk="0">
                    <a:moveTo>
                      <a:pt x="6613" y="0"/>
                    </a:moveTo>
                    <a:cubicBezTo>
                      <a:pt x="4520" y="0"/>
                      <a:pt x="2532" y="63"/>
                      <a:pt x="733" y="251"/>
                    </a:cubicBezTo>
                    <a:cubicBezTo>
                      <a:pt x="252" y="272"/>
                      <a:pt x="1" y="753"/>
                      <a:pt x="105" y="1151"/>
                    </a:cubicBezTo>
                    <a:cubicBezTo>
                      <a:pt x="105" y="1318"/>
                      <a:pt x="252" y="1507"/>
                      <a:pt x="545" y="1590"/>
                    </a:cubicBezTo>
                    <a:cubicBezTo>
                      <a:pt x="5859" y="2678"/>
                      <a:pt x="11007" y="4080"/>
                      <a:pt x="16154" y="5712"/>
                    </a:cubicBezTo>
                    <a:cubicBezTo>
                      <a:pt x="16509" y="5817"/>
                      <a:pt x="16844" y="5963"/>
                      <a:pt x="17179" y="6068"/>
                    </a:cubicBezTo>
                    <a:lnTo>
                      <a:pt x="17158" y="6068"/>
                    </a:lnTo>
                    <a:cubicBezTo>
                      <a:pt x="18518" y="6528"/>
                      <a:pt x="19878" y="7051"/>
                      <a:pt x="21259" y="7574"/>
                    </a:cubicBezTo>
                    <a:cubicBezTo>
                      <a:pt x="21343" y="7595"/>
                      <a:pt x="21385" y="7637"/>
                      <a:pt x="21468" y="7658"/>
                    </a:cubicBezTo>
                    <a:cubicBezTo>
                      <a:pt x="21489" y="7658"/>
                      <a:pt x="21531" y="7679"/>
                      <a:pt x="21573" y="7679"/>
                    </a:cubicBezTo>
                    <a:cubicBezTo>
                      <a:pt x="24000" y="8579"/>
                      <a:pt x="26490" y="9416"/>
                      <a:pt x="29022" y="9730"/>
                    </a:cubicBezTo>
                    <a:lnTo>
                      <a:pt x="29064" y="9730"/>
                    </a:lnTo>
                    <a:cubicBezTo>
                      <a:pt x="29182" y="9747"/>
                      <a:pt x="29355" y="9777"/>
                      <a:pt x="29528" y="9777"/>
                    </a:cubicBezTo>
                    <a:cubicBezTo>
                      <a:pt x="29569" y="9777"/>
                      <a:pt x="29610" y="9775"/>
                      <a:pt x="29649" y="9771"/>
                    </a:cubicBezTo>
                    <a:cubicBezTo>
                      <a:pt x="29838" y="9792"/>
                      <a:pt x="30026" y="9792"/>
                      <a:pt x="30173" y="9834"/>
                    </a:cubicBezTo>
                    <a:lnTo>
                      <a:pt x="30319" y="9834"/>
                    </a:lnTo>
                    <a:cubicBezTo>
                      <a:pt x="30361" y="9834"/>
                      <a:pt x="30424" y="9834"/>
                      <a:pt x="30466" y="9792"/>
                    </a:cubicBezTo>
                    <a:cubicBezTo>
                      <a:pt x="30758" y="9730"/>
                      <a:pt x="30968" y="9374"/>
                      <a:pt x="30905" y="9060"/>
                    </a:cubicBezTo>
                    <a:cubicBezTo>
                      <a:pt x="30884" y="8997"/>
                      <a:pt x="30884" y="8914"/>
                      <a:pt x="30821" y="8851"/>
                    </a:cubicBezTo>
                    <a:cubicBezTo>
                      <a:pt x="30779" y="8788"/>
                      <a:pt x="30717" y="8725"/>
                      <a:pt x="30675" y="8642"/>
                    </a:cubicBezTo>
                    <a:cubicBezTo>
                      <a:pt x="30445" y="8328"/>
                      <a:pt x="30173" y="8056"/>
                      <a:pt x="29942" y="7763"/>
                    </a:cubicBezTo>
                    <a:cubicBezTo>
                      <a:pt x="29733" y="7428"/>
                      <a:pt x="29440" y="7135"/>
                      <a:pt x="29105" y="6905"/>
                    </a:cubicBezTo>
                    <a:cubicBezTo>
                      <a:pt x="23686" y="1716"/>
                      <a:pt x="14501" y="42"/>
                      <a:pt x="66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20149825" y="28752300"/>
                <a:ext cx="462625" cy="768775"/>
              </a:xfrm>
              <a:custGeom>
                <a:avLst/>
                <a:gdLst/>
                <a:ahLst/>
                <a:cxnLst/>
                <a:rect l="l" t="t" r="r" b="b"/>
                <a:pathLst>
                  <a:path w="18505" h="30751" extrusionOk="0">
                    <a:moveTo>
                      <a:pt x="13598" y="8453"/>
                    </a:moveTo>
                    <a:cubicBezTo>
                      <a:pt x="13593" y="8459"/>
                      <a:pt x="13588" y="8464"/>
                      <a:pt x="13588" y="8474"/>
                    </a:cubicBezTo>
                    <a:lnTo>
                      <a:pt x="13588" y="8474"/>
                    </a:lnTo>
                    <a:cubicBezTo>
                      <a:pt x="13591" y="8467"/>
                      <a:pt x="13595" y="8460"/>
                      <a:pt x="13598" y="8453"/>
                    </a:cubicBezTo>
                    <a:close/>
                    <a:moveTo>
                      <a:pt x="18233" y="0"/>
                    </a:moveTo>
                    <a:cubicBezTo>
                      <a:pt x="18170" y="0"/>
                      <a:pt x="18066" y="42"/>
                      <a:pt x="18003" y="84"/>
                    </a:cubicBezTo>
                    <a:cubicBezTo>
                      <a:pt x="17773" y="293"/>
                      <a:pt x="17563" y="481"/>
                      <a:pt x="17333" y="691"/>
                    </a:cubicBezTo>
                    <a:cubicBezTo>
                      <a:pt x="17255" y="769"/>
                      <a:pt x="17323" y="902"/>
                      <a:pt x="17418" y="902"/>
                    </a:cubicBezTo>
                    <a:cubicBezTo>
                      <a:pt x="17424" y="902"/>
                      <a:pt x="17431" y="901"/>
                      <a:pt x="17438" y="900"/>
                    </a:cubicBezTo>
                    <a:lnTo>
                      <a:pt x="17438" y="900"/>
                    </a:lnTo>
                    <a:cubicBezTo>
                      <a:pt x="17375" y="921"/>
                      <a:pt x="17354" y="942"/>
                      <a:pt x="17291" y="984"/>
                    </a:cubicBezTo>
                    <a:cubicBezTo>
                      <a:pt x="17291" y="984"/>
                      <a:pt x="17270" y="984"/>
                      <a:pt x="17270" y="1005"/>
                    </a:cubicBezTo>
                    <a:cubicBezTo>
                      <a:pt x="17229" y="1025"/>
                      <a:pt x="17187" y="1046"/>
                      <a:pt x="17145" y="1109"/>
                    </a:cubicBezTo>
                    <a:lnTo>
                      <a:pt x="17124" y="1130"/>
                    </a:lnTo>
                    <a:lnTo>
                      <a:pt x="16977" y="1256"/>
                    </a:lnTo>
                    <a:cubicBezTo>
                      <a:pt x="16957" y="1297"/>
                      <a:pt x="16936" y="1318"/>
                      <a:pt x="16915" y="1360"/>
                    </a:cubicBezTo>
                    <a:lnTo>
                      <a:pt x="16852" y="1423"/>
                    </a:lnTo>
                    <a:cubicBezTo>
                      <a:pt x="16203" y="2302"/>
                      <a:pt x="15471" y="4143"/>
                      <a:pt x="14927" y="5524"/>
                    </a:cubicBezTo>
                    <a:cubicBezTo>
                      <a:pt x="14760" y="5922"/>
                      <a:pt x="14613" y="6340"/>
                      <a:pt x="14446" y="6738"/>
                    </a:cubicBezTo>
                    <a:cubicBezTo>
                      <a:pt x="14446" y="6759"/>
                      <a:pt x="14425" y="6779"/>
                      <a:pt x="14425" y="6800"/>
                    </a:cubicBezTo>
                    <a:cubicBezTo>
                      <a:pt x="14425" y="6842"/>
                      <a:pt x="14404" y="6842"/>
                      <a:pt x="14404" y="6863"/>
                    </a:cubicBezTo>
                    <a:cubicBezTo>
                      <a:pt x="14341" y="6968"/>
                      <a:pt x="14320" y="7051"/>
                      <a:pt x="14299" y="7093"/>
                    </a:cubicBezTo>
                    <a:cubicBezTo>
                      <a:pt x="14236" y="7219"/>
                      <a:pt x="14153" y="7365"/>
                      <a:pt x="14111" y="7470"/>
                    </a:cubicBezTo>
                    <a:cubicBezTo>
                      <a:pt x="13930" y="7793"/>
                      <a:pt x="13787" y="8115"/>
                      <a:pt x="13608" y="8438"/>
                    </a:cubicBezTo>
                    <a:lnTo>
                      <a:pt x="13608" y="8438"/>
                    </a:lnTo>
                    <a:cubicBezTo>
                      <a:pt x="13609" y="8436"/>
                      <a:pt x="13609" y="8434"/>
                      <a:pt x="13609" y="8432"/>
                    </a:cubicBezTo>
                    <a:lnTo>
                      <a:pt x="13609" y="8432"/>
                    </a:lnTo>
                    <a:cubicBezTo>
                      <a:pt x="13605" y="8439"/>
                      <a:pt x="13602" y="8446"/>
                      <a:pt x="13598" y="8453"/>
                    </a:cubicBezTo>
                    <a:lnTo>
                      <a:pt x="13598" y="8453"/>
                    </a:lnTo>
                    <a:cubicBezTo>
                      <a:pt x="13599" y="8452"/>
                      <a:pt x="13600" y="8451"/>
                      <a:pt x="13601" y="8450"/>
                    </a:cubicBezTo>
                    <a:lnTo>
                      <a:pt x="13601" y="8450"/>
                    </a:lnTo>
                    <a:cubicBezTo>
                      <a:pt x="13597" y="8458"/>
                      <a:pt x="13592" y="8466"/>
                      <a:pt x="13588" y="8474"/>
                    </a:cubicBezTo>
                    <a:cubicBezTo>
                      <a:pt x="13588" y="8474"/>
                      <a:pt x="13588" y="8474"/>
                      <a:pt x="13588" y="8474"/>
                    </a:cubicBezTo>
                    <a:lnTo>
                      <a:pt x="13588" y="8474"/>
                    </a:lnTo>
                    <a:cubicBezTo>
                      <a:pt x="12527" y="10595"/>
                      <a:pt x="11404" y="12735"/>
                      <a:pt x="10261" y="14814"/>
                    </a:cubicBezTo>
                    <a:cubicBezTo>
                      <a:pt x="8294" y="18308"/>
                      <a:pt x="6181" y="21635"/>
                      <a:pt x="3900" y="24878"/>
                    </a:cubicBezTo>
                    <a:cubicBezTo>
                      <a:pt x="2729" y="26552"/>
                      <a:pt x="1536" y="28226"/>
                      <a:pt x="301" y="29879"/>
                    </a:cubicBezTo>
                    <a:cubicBezTo>
                      <a:pt x="1" y="30291"/>
                      <a:pt x="299" y="30750"/>
                      <a:pt x="688" y="30750"/>
                    </a:cubicBezTo>
                    <a:cubicBezTo>
                      <a:pt x="813" y="30750"/>
                      <a:pt x="948" y="30703"/>
                      <a:pt x="1076" y="30591"/>
                    </a:cubicBezTo>
                    <a:cubicBezTo>
                      <a:pt x="2540" y="29251"/>
                      <a:pt x="4047" y="27787"/>
                      <a:pt x="5532" y="26155"/>
                    </a:cubicBezTo>
                    <a:lnTo>
                      <a:pt x="5532" y="26134"/>
                    </a:lnTo>
                    <a:lnTo>
                      <a:pt x="5616" y="26050"/>
                    </a:lnTo>
                    <a:cubicBezTo>
                      <a:pt x="11726" y="19355"/>
                      <a:pt x="17375" y="10546"/>
                      <a:pt x="18379" y="1988"/>
                    </a:cubicBezTo>
                    <a:lnTo>
                      <a:pt x="18379" y="1883"/>
                    </a:lnTo>
                    <a:cubicBezTo>
                      <a:pt x="18421" y="1360"/>
                      <a:pt x="18484" y="816"/>
                      <a:pt x="18505" y="293"/>
                    </a:cubicBezTo>
                    <a:lnTo>
                      <a:pt x="18505" y="189"/>
                    </a:lnTo>
                    <a:cubicBezTo>
                      <a:pt x="18484" y="84"/>
                      <a:pt x="18379" y="0"/>
                      <a:pt x="18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19279125" y="28273675"/>
                <a:ext cx="2565725" cy="1180375"/>
              </a:xfrm>
              <a:custGeom>
                <a:avLst/>
                <a:gdLst/>
                <a:ahLst/>
                <a:cxnLst/>
                <a:rect l="l" t="t" r="r" b="b"/>
                <a:pathLst>
                  <a:path w="102629" h="47215" extrusionOk="0">
                    <a:moveTo>
                      <a:pt x="72729" y="5754"/>
                    </a:moveTo>
                    <a:lnTo>
                      <a:pt x="72729" y="5754"/>
                    </a:lnTo>
                    <a:cubicBezTo>
                      <a:pt x="73231" y="6277"/>
                      <a:pt x="73733" y="6800"/>
                      <a:pt x="74194" y="7365"/>
                    </a:cubicBezTo>
                    <a:cubicBezTo>
                      <a:pt x="74232" y="7403"/>
                      <a:pt x="74269" y="7419"/>
                      <a:pt x="74305" y="7419"/>
                    </a:cubicBezTo>
                    <a:cubicBezTo>
                      <a:pt x="74369" y="7419"/>
                      <a:pt x="74426" y="7369"/>
                      <a:pt x="74466" y="7302"/>
                    </a:cubicBezTo>
                    <a:cubicBezTo>
                      <a:pt x="76328" y="9144"/>
                      <a:pt x="77918" y="11173"/>
                      <a:pt x="79257" y="13391"/>
                    </a:cubicBezTo>
                    <a:lnTo>
                      <a:pt x="79257" y="13433"/>
                    </a:lnTo>
                    <a:cubicBezTo>
                      <a:pt x="80659" y="15777"/>
                      <a:pt x="81789" y="18371"/>
                      <a:pt x="82626" y="21196"/>
                    </a:cubicBezTo>
                    <a:cubicBezTo>
                      <a:pt x="82103" y="21070"/>
                      <a:pt x="81559" y="20966"/>
                      <a:pt x="81036" y="20819"/>
                    </a:cubicBezTo>
                    <a:lnTo>
                      <a:pt x="81036" y="20777"/>
                    </a:lnTo>
                    <a:cubicBezTo>
                      <a:pt x="80994" y="20756"/>
                      <a:pt x="80931" y="20694"/>
                      <a:pt x="80868" y="20694"/>
                    </a:cubicBezTo>
                    <a:cubicBezTo>
                      <a:pt x="80847" y="20694"/>
                      <a:pt x="80847" y="20694"/>
                      <a:pt x="80827" y="20714"/>
                    </a:cubicBezTo>
                    <a:cubicBezTo>
                      <a:pt x="80785" y="20756"/>
                      <a:pt x="80743" y="20777"/>
                      <a:pt x="80722" y="20798"/>
                    </a:cubicBezTo>
                    <a:cubicBezTo>
                      <a:pt x="79885" y="20610"/>
                      <a:pt x="79006" y="20463"/>
                      <a:pt x="78169" y="20275"/>
                    </a:cubicBezTo>
                    <a:lnTo>
                      <a:pt x="78169" y="20254"/>
                    </a:lnTo>
                    <a:cubicBezTo>
                      <a:pt x="78169" y="20254"/>
                      <a:pt x="78169" y="20233"/>
                      <a:pt x="78211" y="20233"/>
                    </a:cubicBezTo>
                    <a:cubicBezTo>
                      <a:pt x="78839" y="14416"/>
                      <a:pt x="76579" y="9834"/>
                      <a:pt x="73043" y="6152"/>
                    </a:cubicBezTo>
                    <a:lnTo>
                      <a:pt x="72729" y="5754"/>
                    </a:lnTo>
                    <a:close/>
                    <a:moveTo>
                      <a:pt x="72311" y="19857"/>
                    </a:moveTo>
                    <a:cubicBezTo>
                      <a:pt x="73985" y="20066"/>
                      <a:pt x="75637" y="20338"/>
                      <a:pt x="77311" y="20610"/>
                    </a:cubicBezTo>
                    <a:cubicBezTo>
                      <a:pt x="76935" y="21091"/>
                      <a:pt x="76579" y="21531"/>
                      <a:pt x="76223" y="22012"/>
                    </a:cubicBezTo>
                    <a:cubicBezTo>
                      <a:pt x="74884" y="23644"/>
                      <a:pt x="73524" y="25297"/>
                      <a:pt x="72164" y="26929"/>
                    </a:cubicBezTo>
                    <a:lnTo>
                      <a:pt x="72164" y="26950"/>
                    </a:lnTo>
                    <a:cubicBezTo>
                      <a:pt x="71516" y="27703"/>
                      <a:pt x="70867" y="28456"/>
                      <a:pt x="70218" y="29230"/>
                    </a:cubicBezTo>
                    <a:cubicBezTo>
                      <a:pt x="69465" y="30109"/>
                      <a:pt x="68712" y="30967"/>
                      <a:pt x="67917" y="31867"/>
                    </a:cubicBezTo>
                    <a:lnTo>
                      <a:pt x="67896" y="31888"/>
                    </a:lnTo>
                    <a:cubicBezTo>
                      <a:pt x="66640" y="33331"/>
                      <a:pt x="65364" y="34733"/>
                      <a:pt x="64067" y="36156"/>
                    </a:cubicBezTo>
                    <a:cubicBezTo>
                      <a:pt x="65615" y="34210"/>
                      <a:pt x="67080" y="32181"/>
                      <a:pt x="68335" y="30067"/>
                    </a:cubicBezTo>
                    <a:cubicBezTo>
                      <a:pt x="68440" y="29879"/>
                      <a:pt x="68586" y="29670"/>
                      <a:pt x="68691" y="29481"/>
                    </a:cubicBezTo>
                    <a:cubicBezTo>
                      <a:pt x="68754" y="29356"/>
                      <a:pt x="68816" y="29251"/>
                      <a:pt x="68900" y="29126"/>
                    </a:cubicBezTo>
                    <a:cubicBezTo>
                      <a:pt x="69047" y="28854"/>
                      <a:pt x="69172" y="28603"/>
                      <a:pt x="69319" y="28331"/>
                    </a:cubicBezTo>
                    <a:lnTo>
                      <a:pt x="69465" y="28017"/>
                    </a:lnTo>
                    <a:lnTo>
                      <a:pt x="69779" y="27389"/>
                    </a:lnTo>
                    <a:cubicBezTo>
                      <a:pt x="69821" y="27285"/>
                      <a:pt x="69883" y="27201"/>
                      <a:pt x="69904" y="27096"/>
                    </a:cubicBezTo>
                    <a:cubicBezTo>
                      <a:pt x="70051" y="26824"/>
                      <a:pt x="70176" y="26552"/>
                      <a:pt x="70302" y="26259"/>
                    </a:cubicBezTo>
                    <a:cubicBezTo>
                      <a:pt x="70344" y="26155"/>
                      <a:pt x="70386" y="26092"/>
                      <a:pt x="70428" y="25987"/>
                    </a:cubicBezTo>
                    <a:cubicBezTo>
                      <a:pt x="70574" y="25715"/>
                      <a:pt x="70679" y="25422"/>
                      <a:pt x="70783" y="25171"/>
                    </a:cubicBezTo>
                    <a:cubicBezTo>
                      <a:pt x="70804" y="25108"/>
                      <a:pt x="70804" y="25088"/>
                      <a:pt x="70825" y="25046"/>
                    </a:cubicBezTo>
                    <a:cubicBezTo>
                      <a:pt x="70930" y="24753"/>
                      <a:pt x="71055" y="24460"/>
                      <a:pt x="71160" y="24167"/>
                    </a:cubicBezTo>
                    <a:cubicBezTo>
                      <a:pt x="71202" y="24104"/>
                      <a:pt x="71223" y="24041"/>
                      <a:pt x="71244" y="23958"/>
                    </a:cubicBezTo>
                    <a:cubicBezTo>
                      <a:pt x="71348" y="23644"/>
                      <a:pt x="71453" y="23330"/>
                      <a:pt x="71557" y="23058"/>
                    </a:cubicBezTo>
                    <a:cubicBezTo>
                      <a:pt x="71557" y="22995"/>
                      <a:pt x="71578" y="22974"/>
                      <a:pt x="71578" y="22911"/>
                    </a:cubicBezTo>
                    <a:cubicBezTo>
                      <a:pt x="71683" y="22598"/>
                      <a:pt x="71767" y="22326"/>
                      <a:pt x="71850" y="22012"/>
                    </a:cubicBezTo>
                    <a:cubicBezTo>
                      <a:pt x="71850" y="21970"/>
                      <a:pt x="71871" y="21949"/>
                      <a:pt x="71871" y="21928"/>
                    </a:cubicBezTo>
                    <a:cubicBezTo>
                      <a:pt x="71955" y="21593"/>
                      <a:pt x="72039" y="21279"/>
                      <a:pt x="72101" y="20924"/>
                    </a:cubicBezTo>
                    <a:cubicBezTo>
                      <a:pt x="72101" y="20903"/>
                      <a:pt x="72143" y="20882"/>
                      <a:pt x="72143" y="20819"/>
                    </a:cubicBezTo>
                    <a:cubicBezTo>
                      <a:pt x="72206" y="20505"/>
                      <a:pt x="72269" y="20170"/>
                      <a:pt x="72311" y="19857"/>
                    </a:cubicBezTo>
                    <a:close/>
                    <a:moveTo>
                      <a:pt x="64761" y="0"/>
                    </a:moveTo>
                    <a:cubicBezTo>
                      <a:pt x="64113" y="0"/>
                      <a:pt x="63614" y="912"/>
                      <a:pt x="64213" y="1423"/>
                    </a:cubicBezTo>
                    <a:cubicBezTo>
                      <a:pt x="65238" y="2281"/>
                      <a:pt x="66180" y="3243"/>
                      <a:pt x="67059" y="4269"/>
                    </a:cubicBezTo>
                    <a:lnTo>
                      <a:pt x="67080" y="4269"/>
                    </a:lnTo>
                    <a:lnTo>
                      <a:pt x="67122" y="4289"/>
                    </a:lnTo>
                    <a:cubicBezTo>
                      <a:pt x="67122" y="4331"/>
                      <a:pt x="67143" y="4331"/>
                      <a:pt x="67143" y="4331"/>
                    </a:cubicBezTo>
                    <a:lnTo>
                      <a:pt x="67143" y="4352"/>
                    </a:lnTo>
                    <a:lnTo>
                      <a:pt x="67163" y="4373"/>
                    </a:lnTo>
                    <a:cubicBezTo>
                      <a:pt x="69904" y="7574"/>
                      <a:pt x="72143" y="11299"/>
                      <a:pt x="74382" y="14940"/>
                    </a:cubicBezTo>
                    <a:cubicBezTo>
                      <a:pt x="75031" y="16007"/>
                      <a:pt x="75700" y="17053"/>
                      <a:pt x="76349" y="18078"/>
                    </a:cubicBezTo>
                    <a:cubicBezTo>
                      <a:pt x="76433" y="18183"/>
                      <a:pt x="76474" y="18287"/>
                      <a:pt x="76558" y="18392"/>
                    </a:cubicBezTo>
                    <a:cubicBezTo>
                      <a:pt x="76746" y="18664"/>
                      <a:pt x="76893" y="18915"/>
                      <a:pt x="77081" y="19187"/>
                    </a:cubicBezTo>
                    <a:cubicBezTo>
                      <a:pt x="77102" y="19229"/>
                      <a:pt x="77165" y="19292"/>
                      <a:pt x="77186" y="19334"/>
                    </a:cubicBezTo>
                    <a:cubicBezTo>
                      <a:pt x="77374" y="19606"/>
                      <a:pt x="77542" y="19878"/>
                      <a:pt x="77730" y="20150"/>
                    </a:cubicBezTo>
                    <a:cubicBezTo>
                      <a:pt x="77709" y="20150"/>
                      <a:pt x="77688" y="20170"/>
                      <a:pt x="77625" y="20191"/>
                    </a:cubicBezTo>
                    <a:cubicBezTo>
                      <a:pt x="75575" y="19815"/>
                      <a:pt x="73524" y="19501"/>
                      <a:pt x="71453" y="19229"/>
                    </a:cubicBezTo>
                    <a:cubicBezTo>
                      <a:pt x="72039" y="13956"/>
                      <a:pt x="68963" y="9248"/>
                      <a:pt x="64862" y="5796"/>
                    </a:cubicBezTo>
                    <a:lnTo>
                      <a:pt x="64841" y="5754"/>
                    </a:lnTo>
                    <a:lnTo>
                      <a:pt x="64820" y="5754"/>
                    </a:lnTo>
                    <a:cubicBezTo>
                      <a:pt x="62016" y="3411"/>
                      <a:pt x="58710" y="1611"/>
                      <a:pt x="55739" y="565"/>
                    </a:cubicBezTo>
                    <a:cubicBezTo>
                      <a:pt x="55650" y="534"/>
                      <a:pt x="55563" y="520"/>
                      <a:pt x="55478" y="520"/>
                    </a:cubicBezTo>
                    <a:cubicBezTo>
                      <a:pt x="54985" y="520"/>
                      <a:pt x="54588" y="997"/>
                      <a:pt x="54588" y="1444"/>
                    </a:cubicBezTo>
                    <a:cubicBezTo>
                      <a:pt x="54588" y="1674"/>
                      <a:pt x="54693" y="1946"/>
                      <a:pt x="54986" y="2072"/>
                    </a:cubicBezTo>
                    <a:cubicBezTo>
                      <a:pt x="55509" y="2364"/>
                      <a:pt x="55990" y="2678"/>
                      <a:pt x="56492" y="2992"/>
                    </a:cubicBezTo>
                    <a:cubicBezTo>
                      <a:pt x="56513" y="2992"/>
                      <a:pt x="56513" y="3013"/>
                      <a:pt x="56555" y="3034"/>
                    </a:cubicBezTo>
                    <a:cubicBezTo>
                      <a:pt x="57811" y="4038"/>
                      <a:pt x="59087" y="4980"/>
                      <a:pt x="60342" y="5942"/>
                    </a:cubicBezTo>
                    <a:lnTo>
                      <a:pt x="60363" y="5942"/>
                    </a:lnTo>
                    <a:cubicBezTo>
                      <a:pt x="61849" y="7261"/>
                      <a:pt x="63272" y="8683"/>
                      <a:pt x="64611" y="10211"/>
                    </a:cubicBezTo>
                    <a:cubicBezTo>
                      <a:pt x="66619" y="12450"/>
                      <a:pt x="68021" y="15128"/>
                      <a:pt x="69758" y="17576"/>
                    </a:cubicBezTo>
                    <a:cubicBezTo>
                      <a:pt x="69779" y="17618"/>
                      <a:pt x="69800" y="17639"/>
                      <a:pt x="69800" y="17681"/>
                    </a:cubicBezTo>
                    <a:cubicBezTo>
                      <a:pt x="69883" y="17827"/>
                      <a:pt x="69988" y="17932"/>
                      <a:pt x="70072" y="18057"/>
                    </a:cubicBezTo>
                    <a:cubicBezTo>
                      <a:pt x="70114" y="18141"/>
                      <a:pt x="70176" y="18183"/>
                      <a:pt x="70218" y="18266"/>
                    </a:cubicBezTo>
                    <a:cubicBezTo>
                      <a:pt x="70302" y="18371"/>
                      <a:pt x="70344" y="18455"/>
                      <a:pt x="70428" y="18559"/>
                    </a:cubicBezTo>
                    <a:cubicBezTo>
                      <a:pt x="70511" y="18664"/>
                      <a:pt x="70595" y="18769"/>
                      <a:pt x="70700" y="18873"/>
                    </a:cubicBezTo>
                    <a:cubicBezTo>
                      <a:pt x="70741" y="18915"/>
                      <a:pt x="70804" y="18999"/>
                      <a:pt x="70846" y="19041"/>
                    </a:cubicBezTo>
                    <a:cubicBezTo>
                      <a:pt x="70909" y="19103"/>
                      <a:pt x="70930" y="19145"/>
                      <a:pt x="70992" y="19208"/>
                    </a:cubicBezTo>
                    <a:cubicBezTo>
                      <a:pt x="69570" y="19020"/>
                      <a:pt x="68147" y="18894"/>
                      <a:pt x="66745" y="18769"/>
                    </a:cubicBezTo>
                    <a:lnTo>
                      <a:pt x="66766" y="18769"/>
                    </a:lnTo>
                    <a:cubicBezTo>
                      <a:pt x="66763" y="18768"/>
                      <a:pt x="66761" y="18768"/>
                      <a:pt x="66758" y="18768"/>
                    </a:cubicBezTo>
                    <a:lnTo>
                      <a:pt x="66758" y="18768"/>
                    </a:lnTo>
                    <a:cubicBezTo>
                      <a:pt x="66814" y="18763"/>
                      <a:pt x="66854" y="18725"/>
                      <a:pt x="66912" y="18706"/>
                    </a:cubicBezTo>
                    <a:lnTo>
                      <a:pt x="66933" y="18685"/>
                    </a:lnTo>
                    <a:cubicBezTo>
                      <a:pt x="66975" y="18601"/>
                      <a:pt x="67017" y="18497"/>
                      <a:pt x="66954" y="18413"/>
                    </a:cubicBezTo>
                    <a:cubicBezTo>
                      <a:pt x="63837" y="14228"/>
                      <a:pt x="59673" y="10608"/>
                      <a:pt x="55216" y="7512"/>
                    </a:cubicBezTo>
                    <a:cubicBezTo>
                      <a:pt x="55174" y="7491"/>
                      <a:pt x="55153" y="7491"/>
                      <a:pt x="55132" y="7470"/>
                    </a:cubicBezTo>
                    <a:cubicBezTo>
                      <a:pt x="54233" y="6842"/>
                      <a:pt x="53333" y="6256"/>
                      <a:pt x="52412" y="5691"/>
                    </a:cubicBezTo>
                    <a:cubicBezTo>
                      <a:pt x="52391" y="5691"/>
                      <a:pt x="52391" y="5649"/>
                      <a:pt x="52350" y="5629"/>
                    </a:cubicBezTo>
                    <a:cubicBezTo>
                      <a:pt x="51701" y="5210"/>
                      <a:pt x="51052" y="4813"/>
                      <a:pt x="50404" y="4436"/>
                    </a:cubicBezTo>
                    <a:cubicBezTo>
                      <a:pt x="49211" y="3745"/>
                      <a:pt x="48039" y="3076"/>
                      <a:pt x="46888" y="2469"/>
                    </a:cubicBezTo>
                    <a:cubicBezTo>
                      <a:pt x="46771" y="2407"/>
                      <a:pt x="46661" y="2379"/>
                      <a:pt x="46560" y="2379"/>
                    </a:cubicBezTo>
                    <a:cubicBezTo>
                      <a:pt x="46119" y="2379"/>
                      <a:pt x="45860" y="2901"/>
                      <a:pt x="46031" y="3327"/>
                    </a:cubicBezTo>
                    <a:lnTo>
                      <a:pt x="46051" y="3348"/>
                    </a:lnTo>
                    <a:cubicBezTo>
                      <a:pt x="46072" y="3432"/>
                      <a:pt x="46114" y="3515"/>
                      <a:pt x="46177" y="3599"/>
                    </a:cubicBezTo>
                    <a:cubicBezTo>
                      <a:pt x="50445" y="8118"/>
                      <a:pt x="55551" y="12722"/>
                      <a:pt x="61137" y="16007"/>
                    </a:cubicBezTo>
                    <a:cubicBezTo>
                      <a:pt x="61179" y="16049"/>
                      <a:pt x="61200" y="16049"/>
                      <a:pt x="61221" y="16069"/>
                    </a:cubicBezTo>
                    <a:cubicBezTo>
                      <a:pt x="61514" y="16258"/>
                      <a:pt x="61807" y="16404"/>
                      <a:pt x="62121" y="16572"/>
                    </a:cubicBezTo>
                    <a:cubicBezTo>
                      <a:pt x="62184" y="16613"/>
                      <a:pt x="62267" y="16634"/>
                      <a:pt x="62351" y="16697"/>
                    </a:cubicBezTo>
                    <a:cubicBezTo>
                      <a:pt x="62644" y="16844"/>
                      <a:pt x="62916" y="17011"/>
                      <a:pt x="63230" y="17157"/>
                    </a:cubicBezTo>
                    <a:cubicBezTo>
                      <a:pt x="63376" y="17220"/>
                      <a:pt x="63481" y="17304"/>
                      <a:pt x="63606" y="17346"/>
                    </a:cubicBezTo>
                    <a:cubicBezTo>
                      <a:pt x="63816" y="17450"/>
                      <a:pt x="64004" y="17555"/>
                      <a:pt x="64213" y="17639"/>
                    </a:cubicBezTo>
                    <a:cubicBezTo>
                      <a:pt x="64360" y="17722"/>
                      <a:pt x="64548" y="17785"/>
                      <a:pt x="64715" y="17869"/>
                    </a:cubicBezTo>
                    <a:cubicBezTo>
                      <a:pt x="64946" y="17973"/>
                      <a:pt x="65155" y="18078"/>
                      <a:pt x="65385" y="18183"/>
                    </a:cubicBezTo>
                    <a:cubicBezTo>
                      <a:pt x="65531" y="18266"/>
                      <a:pt x="65699" y="18308"/>
                      <a:pt x="65866" y="18392"/>
                    </a:cubicBezTo>
                    <a:lnTo>
                      <a:pt x="66410" y="18622"/>
                    </a:lnTo>
                    <a:cubicBezTo>
                      <a:pt x="66512" y="18683"/>
                      <a:pt x="66615" y="18705"/>
                      <a:pt x="66717" y="18764"/>
                    </a:cubicBezTo>
                    <a:lnTo>
                      <a:pt x="66717" y="18764"/>
                    </a:lnTo>
                    <a:cubicBezTo>
                      <a:pt x="63282" y="18461"/>
                      <a:pt x="59832" y="18310"/>
                      <a:pt x="56381" y="18310"/>
                    </a:cubicBezTo>
                    <a:cubicBezTo>
                      <a:pt x="45847" y="18310"/>
                      <a:pt x="35302" y="19722"/>
                      <a:pt x="25149" y="22556"/>
                    </a:cubicBezTo>
                    <a:cubicBezTo>
                      <a:pt x="25756" y="22221"/>
                      <a:pt x="26341" y="21865"/>
                      <a:pt x="26906" y="21510"/>
                    </a:cubicBezTo>
                    <a:cubicBezTo>
                      <a:pt x="26927" y="21489"/>
                      <a:pt x="26969" y="21447"/>
                      <a:pt x="26969" y="21426"/>
                    </a:cubicBezTo>
                    <a:lnTo>
                      <a:pt x="26969" y="21321"/>
                    </a:lnTo>
                    <a:cubicBezTo>
                      <a:pt x="26969" y="21300"/>
                      <a:pt x="26969" y="21300"/>
                      <a:pt x="26927" y="21279"/>
                    </a:cubicBezTo>
                    <a:cubicBezTo>
                      <a:pt x="27409" y="21196"/>
                      <a:pt x="27848" y="21112"/>
                      <a:pt x="28287" y="21007"/>
                    </a:cubicBezTo>
                    <a:cubicBezTo>
                      <a:pt x="28664" y="20924"/>
                      <a:pt x="28999" y="20861"/>
                      <a:pt x="29375" y="20756"/>
                    </a:cubicBezTo>
                    <a:cubicBezTo>
                      <a:pt x="29396" y="20756"/>
                      <a:pt x="29396" y="20714"/>
                      <a:pt x="29417" y="20714"/>
                    </a:cubicBezTo>
                    <a:cubicBezTo>
                      <a:pt x="29543" y="20673"/>
                      <a:pt x="29543" y="20547"/>
                      <a:pt x="29501" y="20442"/>
                    </a:cubicBezTo>
                    <a:cubicBezTo>
                      <a:pt x="29480" y="20380"/>
                      <a:pt x="29417" y="20338"/>
                      <a:pt x="29375" y="20296"/>
                    </a:cubicBezTo>
                    <a:cubicBezTo>
                      <a:pt x="27701" y="19710"/>
                      <a:pt x="25881" y="19354"/>
                      <a:pt x="23998" y="19208"/>
                    </a:cubicBezTo>
                    <a:lnTo>
                      <a:pt x="23935" y="19208"/>
                    </a:lnTo>
                    <a:cubicBezTo>
                      <a:pt x="23580" y="19187"/>
                      <a:pt x="23224" y="19145"/>
                      <a:pt x="22889" y="19124"/>
                    </a:cubicBezTo>
                    <a:lnTo>
                      <a:pt x="22722" y="19124"/>
                    </a:lnTo>
                    <a:cubicBezTo>
                      <a:pt x="22408" y="19124"/>
                      <a:pt x="22073" y="19103"/>
                      <a:pt x="21759" y="19103"/>
                    </a:cubicBezTo>
                    <a:lnTo>
                      <a:pt x="20295" y="19103"/>
                    </a:lnTo>
                    <a:cubicBezTo>
                      <a:pt x="20002" y="19103"/>
                      <a:pt x="19751" y="19124"/>
                      <a:pt x="19458" y="19124"/>
                    </a:cubicBezTo>
                    <a:cubicBezTo>
                      <a:pt x="19332" y="19124"/>
                      <a:pt x="19186" y="19145"/>
                      <a:pt x="19060" y="19145"/>
                    </a:cubicBezTo>
                    <a:cubicBezTo>
                      <a:pt x="18830" y="19187"/>
                      <a:pt x="18558" y="19187"/>
                      <a:pt x="18328" y="19208"/>
                    </a:cubicBezTo>
                    <a:cubicBezTo>
                      <a:pt x="18181" y="19229"/>
                      <a:pt x="18014" y="19229"/>
                      <a:pt x="17867" y="19250"/>
                    </a:cubicBezTo>
                    <a:cubicBezTo>
                      <a:pt x="17658" y="19292"/>
                      <a:pt x="17407" y="19313"/>
                      <a:pt x="17198" y="19334"/>
                    </a:cubicBezTo>
                    <a:cubicBezTo>
                      <a:pt x="17030" y="19354"/>
                      <a:pt x="16842" y="19396"/>
                      <a:pt x="16654" y="19396"/>
                    </a:cubicBezTo>
                    <a:cubicBezTo>
                      <a:pt x="16466" y="19417"/>
                      <a:pt x="16256" y="19438"/>
                      <a:pt x="16089" y="19459"/>
                    </a:cubicBezTo>
                    <a:cubicBezTo>
                      <a:pt x="15880" y="19501"/>
                      <a:pt x="15670" y="19522"/>
                      <a:pt x="15482" y="19543"/>
                    </a:cubicBezTo>
                    <a:cubicBezTo>
                      <a:pt x="15294" y="19564"/>
                      <a:pt x="15147" y="19606"/>
                      <a:pt x="14959" y="19626"/>
                    </a:cubicBezTo>
                    <a:cubicBezTo>
                      <a:pt x="14750" y="19647"/>
                      <a:pt x="14520" y="19710"/>
                      <a:pt x="14310" y="19731"/>
                    </a:cubicBezTo>
                    <a:cubicBezTo>
                      <a:pt x="14143" y="19752"/>
                      <a:pt x="13955" y="19773"/>
                      <a:pt x="13808" y="19836"/>
                    </a:cubicBezTo>
                    <a:cubicBezTo>
                      <a:pt x="13599" y="19878"/>
                      <a:pt x="13390" y="19919"/>
                      <a:pt x="13181" y="19961"/>
                    </a:cubicBezTo>
                    <a:cubicBezTo>
                      <a:pt x="12971" y="20024"/>
                      <a:pt x="12741" y="20045"/>
                      <a:pt x="12532" y="20087"/>
                    </a:cubicBezTo>
                    <a:cubicBezTo>
                      <a:pt x="12364" y="20129"/>
                      <a:pt x="12218" y="20170"/>
                      <a:pt x="12051" y="20191"/>
                    </a:cubicBezTo>
                    <a:cubicBezTo>
                      <a:pt x="12030" y="20191"/>
                      <a:pt x="12009" y="20191"/>
                      <a:pt x="11967" y="20233"/>
                    </a:cubicBezTo>
                    <a:cubicBezTo>
                      <a:pt x="11611" y="20296"/>
                      <a:pt x="11276" y="20380"/>
                      <a:pt x="10900" y="20484"/>
                    </a:cubicBezTo>
                    <a:cubicBezTo>
                      <a:pt x="10889" y="20474"/>
                      <a:pt x="10863" y="20469"/>
                      <a:pt x="10829" y="20469"/>
                    </a:cubicBezTo>
                    <a:cubicBezTo>
                      <a:pt x="10795" y="20469"/>
                      <a:pt x="10753" y="20474"/>
                      <a:pt x="10712" y="20484"/>
                    </a:cubicBezTo>
                    <a:cubicBezTo>
                      <a:pt x="10544" y="20568"/>
                      <a:pt x="10293" y="20610"/>
                      <a:pt x="10126" y="20694"/>
                    </a:cubicBezTo>
                    <a:cubicBezTo>
                      <a:pt x="7092" y="21489"/>
                      <a:pt x="4204" y="22493"/>
                      <a:pt x="1756" y="23581"/>
                    </a:cubicBezTo>
                    <a:cubicBezTo>
                      <a:pt x="1401" y="23719"/>
                      <a:pt x="1381" y="24341"/>
                      <a:pt x="1801" y="24341"/>
                    </a:cubicBezTo>
                    <a:cubicBezTo>
                      <a:pt x="1826" y="24341"/>
                      <a:pt x="1853" y="24339"/>
                      <a:pt x="1882" y="24334"/>
                    </a:cubicBezTo>
                    <a:cubicBezTo>
                      <a:pt x="2279" y="24272"/>
                      <a:pt x="2656" y="24209"/>
                      <a:pt x="3053" y="24146"/>
                    </a:cubicBezTo>
                    <a:lnTo>
                      <a:pt x="3074" y="24146"/>
                    </a:lnTo>
                    <a:cubicBezTo>
                      <a:pt x="7510" y="23476"/>
                      <a:pt x="11925" y="22786"/>
                      <a:pt x="16340" y="22221"/>
                    </a:cubicBezTo>
                    <a:cubicBezTo>
                      <a:pt x="16926" y="22137"/>
                      <a:pt x="17470" y="22075"/>
                      <a:pt x="18077" y="22033"/>
                    </a:cubicBezTo>
                    <a:lnTo>
                      <a:pt x="18244" y="22033"/>
                    </a:lnTo>
                    <a:cubicBezTo>
                      <a:pt x="19960" y="21907"/>
                      <a:pt x="21696" y="21823"/>
                      <a:pt x="23412" y="21698"/>
                    </a:cubicBezTo>
                    <a:lnTo>
                      <a:pt x="23433" y="21698"/>
                    </a:lnTo>
                    <a:cubicBezTo>
                      <a:pt x="22994" y="21761"/>
                      <a:pt x="22575" y="21844"/>
                      <a:pt x="22115" y="21928"/>
                    </a:cubicBezTo>
                    <a:cubicBezTo>
                      <a:pt x="21906" y="21949"/>
                      <a:pt x="21696" y="22012"/>
                      <a:pt x="21487" y="22054"/>
                    </a:cubicBezTo>
                    <a:cubicBezTo>
                      <a:pt x="21278" y="22116"/>
                      <a:pt x="21069" y="22137"/>
                      <a:pt x="20859" y="22179"/>
                    </a:cubicBezTo>
                    <a:cubicBezTo>
                      <a:pt x="20587" y="22242"/>
                      <a:pt x="20295" y="22284"/>
                      <a:pt x="20002" y="22367"/>
                    </a:cubicBezTo>
                    <a:cubicBezTo>
                      <a:pt x="19897" y="22388"/>
                      <a:pt x="19792" y="22430"/>
                      <a:pt x="19667" y="22451"/>
                    </a:cubicBezTo>
                    <a:cubicBezTo>
                      <a:pt x="13160" y="23811"/>
                      <a:pt x="6631" y="25883"/>
                      <a:pt x="501" y="27829"/>
                    </a:cubicBezTo>
                    <a:cubicBezTo>
                      <a:pt x="292" y="27912"/>
                      <a:pt x="145" y="28080"/>
                      <a:pt x="103" y="28226"/>
                    </a:cubicBezTo>
                    <a:cubicBezTo>
                      <a:pt x="1" y="28615"/>
                      <a:pt x="199" y="29064"/>
                      <a:pt x="677" y="29064"/>
                    </a:cubicBezTo>
                    <a:cubicBezTo>
                      <a:pt x="688" y="29064"/>
                      <a:pt x="699" y="29063"/>
                      <a:pt x="710" y="29063"/>
                    </a:cubicBezTo>
                    <a:cubicBezTo>
                      <a:pt x="1714" y="29021"/>
                      <a:pt x="2761" y="28937"/>
                      <a:pt x="3807" y="28833"/>
                    </a:cubicBezTo>
                    <a:cubicBezTo>
                      <a:pt x="6631" y="28561"/>
                      <a:pt x="9498" y="28101"/>
                      <a:pt x="12281" y="27452"/>
                    </a:cubicBezTo>
                    <a:lnTo>
                      <a:pt x="12323" y="27452"/>
                    </a:lnTo>
                    <a:cubicBezTo>
                      <a:pt x="12657" y="27368"/>
                      <a:pt x="13013" y="27285"/>
                      <a:pt x="13369" y="27180"/>
                    </a:cubicBezTo>
                    <a:cubicBezTo>
                      <a:pt x="13411" y="27159"/>
                      <a:pt x="13473" y="27159"/>
                      <a:pt x="13536" y="27138"/>
                    </a:cubicBezTo>
                    <a:cubicBezTo>
                      <a:pt x="14206" y="26971"/>
                      <a:pt x="14854" y="26782"/>
                      <a:pt x="15482" y="26615"/>
                    </a:cubicBezTo>
                    <a:cubicBezTo>
                      <a:pt x="15524" y="26573"/>
                      <a:pt x="15587" y="26573"/>
                      <a:pt x="15629" y="26552"/>
                    </a:cubicBezTo>
                    <a:cubicBezTo>
                      <a:pt x="15880" y="26468"/>
                      <a:pt x="16089" y="26427"/>
                      <a:pt x="16319" y="26343"/>
                    </a:cubicBezTo>
                    <a:cubicBezTo>
                      <a:pt x="16549" y="26259"/>
                      <a:pt x="16758" y="26217"/>
                      <a:pt x="16989" y="26134"/>
                    </a:cubicBezTo>
                    <a:cubicBezTo>
                      <a:pt x="17177" y="26092"/>
                      <a:pt x="17365" y="26008"/>
                      <a:pt x="17554" y="25945"/>
                    </a:cubicBezTo>
                    <a:cubicBezTo>
                      <a:pt x="17888" y="25841"/>
                      <a:pt x="18223" y="25715"/>
                      <a:pt x="18558" y="25590"/>
                    </a:cubicBezTo>
                    <a:lnTo>
                      <a:pt x="18809" y="25506"/>
                    </a:lnTo>
                    <a:cubicBezTo>
                      <a:pt x="19248" y="25360"/>
                      <a:pt x="19688" y="25171"/>
                      <a:pt x="20127" y="24983"/>
                    </a:cubicBezTo>
                    <a:lnTo>
                      <a:pt x="20295" y="24899"/>
                    </a:lnTo>
                    <a:cubicBezTo>
                      <a:pt x="20713" y="24753"/>
                      <a:pt x="21111" y="24564"/>
                      <a:pt x="21529" y="24376"/>
                    </a:cubicBezTo>
                    <a:cubicBezTo>
                      <a:pt x="21550" y="24355"/>
                      <a:pt x="21592" y="24355"/>
                      <a:pt x="21634" y="24334"/>
                    </a:cubicBezTo>
                    <a:cubicBezTo>
                      <a:pt x="22094" y="24125"/>
                      <a:pt x="22596" y="23895"/>
                      <a:pt x="23036" y="23686"/>
                    </a:cubicBezTo>
                    <a:cubicBezTo>
                      <a:pt x="24458" y="23267"/>
                      <a:pt x="25860" y="22891"/>
                      <a:pt x="27283" y="22535"/>
                    </a:cubicBezTo>
                    <a:lnTo>
                      <a:pt x="27283" y="22535"/>
                    </a:lnTo>
                    <a:cubicBezTo>
                      <a:pt x="25839" y="23414"/>
                      <a:pt x="24458" y="24460"/>
                      <a:pt x="23119" y="25527"/>
                    </a:cubicBezTo>
                    <a:cubicBezTo>
                      <a:pt x="22115" y="26343"/>
                      <a:pt x="21131" y="27180"/>
                      <a:pt x="20127" y="28017"/>
                    </a:cubicBezTo>
                    <a:cubicBezTo>
                      <a:pt x="18558" y="29356"/>
                      <a:pt x="16968" y="30653"/>
                      <a:pt x="15294" y="31804"/>
                    </a:cubicBezTo>
                    <a:cubicBezTo>
                      <a:pt x="15001" y="31992"/>
                      <a:pt x="14750" y="32181"/>
                      <a:pt x="14457" y="32369"/>
                    </a:cubicBezTo>
                    <a:cubicBezTo>
                      <a:pt x="14373" y="32411"/>
                      <a:pt x="14310" y="32474"/>
                      <a:pt x="14206" y="32536"/>
                    </a:cubicBezTo>
                    <a:cubicBezTo>
                      <a:pt x="13934" y="32704"/>
                      <a:pt x="13683" y="32892"/>
                      <a:pt x="13411" y="33038"/>
                    </a:cubicBezTo>
                    <a:cubicBezTo>
                      <a:pt x="13285" y="33122"/>
                      <a:pt x="13118" y="33227"/>
                      <a:pt x="12992" y="33311"/>
                    </a:cubicBezTo>
                    <a:cubicBezTo>
                      <a:pt x="12364" y="33687"/>
                      <a:pt x="11737" y="34085"/>
                      <a:pt x="11109" y="34461"/>
                    </a:cubicBezTo>
                    <a:lnTo>
                      <a:pt x="11130" y="34461"/>
                    </a:lnTo>
                    <a:cubicBezTo>
                      <a:pt x="8787" y="35884"/>
                      <a:pt x="6380" y="37244"/>
                      <a:pt x="4058" y="38667"/>
                    </a:cubicBezTo>
                    <a:cubicBezTo>
                      <a:pt x="4016" y="38667"/>
                      <a:pt x="3995" y="38667"/>
                      <a:pt x="3995" y="38688"/>
                    </a:cubicBezTo>
                    <a:cubicBezTo>
                      <a:pt x="3346" y="39064"/>
                      <a:pt x="2719" y="39441"/>
                      <a:pt x="2091" y="39860"/>
                    </a:cubicBezTo>
                    <a:cubicBezTo>
                      <a:pt x="1453" y="40285"/>
                      <a:pt x="1834" y="41175"/>
                      <a:pt x="2490" y="41175"/>
                    </a:cubicBezTo>
                    <a:cubicBezTo>
                      <a:pt x="2543" y="41175"/>
                      <a:pt x="2599" y="41170"/>
                      <a:pt x="2656" y="41157"/>
                    </a:cubicBezTo>
                    <a:cubicBezTo>
                      <a:pt x="2949" y="41094"/>
                      <a:pt x="3263" y="41010"/>
                      <a:pt x="3556" y="40906"/>
                    </a:cubicBezTo>
                    <a:cubicBezTo>
                      <a:pt x="10168" y="39190"/>
                      <a:pt x="17826" y="34838"/>
                      <a:pt x="22994" y="29272"/>
                    </a:cubicBezTo>
                    <a:lnTo>
                      <a:pt x="23015" y="29251"/>
                    </a:lnTo>
                    <a:cubicBezTo>
                      <a:pt x="23224" y="29021"/>
                      <a:pt x="23454" y="28770"/>
                      <a:pt x="23663" y="28540"/>
                    </a:cubicBezTo>
                    <a:cubicBezTo>
                      <a:pt x="23768" y="28435"/>
                      <a:pt x="23852" y="28331"/>
                      <a:pt x="23956" y="28205"/>
                    </a:cubicBezTo>
                    <a:cubicBezTo>
                      <a:pt x="24040" y="28121"/>
                      <a:pt x="24103" y="28017"/>
                      <a:pt x="24165" y="27933"/>
                    </a:cubicBezTo>
                    <a:cubicBezTo>
                      <a:pt x="24312" y="27724"/>
                      <a:pt x="24479" y="27557"/>
                      <a:pt x="24626" y="27347"/>
                    </a:cubicBezTo>
                    <a:cubicBezTo>
                      <a:pt x="24688" y="27285"/>
                      <a:pt x="24709" y="27243"/>
                      <a:pt x="24772" y="27180"/>
                    </a:cubicBezTo>
                    <a:cubicBezTo>
                      <a:pt x="25128" y="26720"/>
                      <a:pt x="25463" y="26238"/>
                      <a:pt x="25777" y="25778"/>
                    </a:cubicBezTo>
                    <a:cubicBezTo>
                      <a:pt x="25777" y="25778"/>
                      <a:pt x="25777" y="25736"/>
                      <a:pt x="25818" y="25736"/>
                    </a:cubicBezTo>
                    <a:cubicBezTo>
                      <a:pt x="26488" y="24732"/>
                      <a:pt x="27095" y="23644"/>
                      <a:pt x="27555" y="22577"/>
                    </a:cubicBezTo>
                    <a:cubicBezTo>
                      <a:pt x="27597" y="22535"/>
                      <a:pt x="27555" y="22472"/>
                      <a:pt x="27534" y="22451"/>
                    </a:cubicBezTo>
                    <a:cubicBezTo>
                      <a:pt x="29020" y="22075"/>
                      <a:pt x="30526" y="21740"/>
                      <a:pt x="32012" y="21426"/>
                    </a:cubicBezTo>
                    <a:lnTo>
                      <a:pt x="32012" y="21426"/>
                    </a:lnTo>
                    <a:cubicBezTo>
                      <a:pt x="28329" y="25171"/>
                      <a:pt x="25463" y="29649"/>
                      <a:pt x="22052" y="33583"/>
                    </a:cubicBezTo>
                    <a:cubicBezTo>
                      <a:pt x="21947" y="33729"/>
                      <a:pt x="21843" y="33834"/>
                      <a:pt x="21738" y="33959"/>
                    </a:cubicBezTo>
                    <a:cubicBezTo>
                      <a:pt x="21027" y="34775"/>
                      <a:pt x="20315" y="35549"/>
                      <a:pt x="19604" y="36365"/>
                    </a:cubicBezTo>
                    <a:cubicBezTo>
                      <a:pt x="17365" y="38876"/>
                      <a:pt x="15085" y="41366"/>
                      <a:pt x="12804" y="43835"/>
                    </a:cubicBezTo>
                    <a:lnTo>
                      <a:pt x="12783" y="43835"/>
                    </a:lnTo>
                    <a:cubicBezTo>
                      <a:pt x="12323" y="44358"/>
                      <a:pt x="11841" y="44860"/>
                      <a:pt x="11381" y="45383"/>
                    </a:cubicBezTo>
                    <a:cubicBezTo>
                      <a:pt x="11130" y="45655"/>
                      <a:pt x="11297" y="46074"/>
                      <a:pt x="11590" y="46179"/>
                    </a:cubicBezTo>
                    <a:cubicBezTo>
                      <a:pt x="11631" y="46195"/>
                      <a:pt x="11678" y="46205"/>
                      <a:pt x="11727" y="46205"/>
                    </a:cubicBezTo>
                    <a:cubicBezTo>
                      <a:pt x="11805" y="46205"/>
                      <a:pt x="11890" y="46180"/>
                      <a:pt x="11967" y="46116"/>
                    </a:cubicBezTo>
                    <a:cubicBezTo>
                      <a:pt x="20211" y="40173"/>
                      <a:pt x="28873" y="31218"/>
                      <a:pt x="32137" y="21384"/>
                    </a:cubicBezTo>
                    <a:cubicBezTo>
                      <a:pt x="37138" y="20338"/>
                      <a:pt x="42243" y="19626"/>
                      <a:pt x="47391" y="19229"/>
                    </a:cubicBezTo>
                    <a:lnTo>
                      <a:pt x="47391" y="19229"/>
                    </a:lnTo>
                    <a:cubicBezTo>
                      <a:pt x="47370" y="19250"/>
                      <a:pt x="47328" y="19250"/>
                      <a:pt x="47307" y="19292"/>
                    </a:cubicBezTo>
                    <a:cubicBezTo>
                      <a:pt x="46951" y="19543"/>
                      <a:pt x="46596" y="19815"/>
                      <a:pt x="46240" y="20066"/>
                    </a:cubicBezTo>
                    <a:cubicBezTo>
                      <a:pt x="46156" y="20129"/>
                      <a:pt x="46156" y="20254"/>
                      <a:pt x="46261" y="20275"/>
                    </a:cubicBezTo>
                    <a:cubicBezTo>
                      <a:pt x="46344" y="20296"/>
                      <a:pt x="43185" y="26217"/>
                      <a:pt x="41260" y="29691"/>
                    </a:cubicBezTo>
                    <a:cubicBezTo>
                      <a:pt x="40590" y="30946"/>
                      <a:pt x="40067" y="31888"/>
                      <a:pt x="39900" y="32097"/>
                    </a:cubicBezTo>
                    <a:cubicBezTo>
                      <a:pt x="39170" y="33200"/>
                      <a:pt x="38427" y="34291"/>
                      <a:pt x="37682" y="35388"/>
                    </a:cubicBezTo>
                    <a:lnTo>
                      <a:pt x="37682" y="35388"/>
                    </a:lnTo>
                    <a:cubicBezTo>
                      <a:pt x="38801" y="33696"/>
                      <a:pt x="39806" y="31949"/>
                      <a:pt x="40632" y="30172"/>
                    </a:cubicBezTo>
                    <a:cubicBezTo>
                      <a:pt x="40779" y="29900"/>
                      <a:pt x="40883" y="29649"/>
                      <a:pt x="41009" y="29377"/>
                    </a:cubicBezTo>
                    <a:cubicBezTo>
                      <a:pt x="41030" y="29356"/>
                      <a:pt x="41030" y="29293"/>
                      <a:pt x="41051" y="29272"/>
                    </a:cubicBezTo>
                    <a:cubicBezTo>
                      <a:pt x="41155" y="29042"/>
                      <a:pt x="41260" y="28770"/>
                      <a:pt x="41365" y="28540"/>
                    </a:cubicBezTo>
                    <a:cubicBezTo>
                      <a:pt x="41406" y="28498"/>
                      <a:pt x="41427" y="28435"/>
                      <a:pt x="41427" y="28393"/>
                    </a:cubicBezTo>
                    <a:cubicBezTo>
                      <a:pt x="41532" y="28142"/>
                      <a:pt x="41616" y="27912"/>
                      <a:pt x="41720" y="27661"/>
                    </a:cubicBezTo>
                    <a:lnTo>
                      <a:pt x="41720" y="27619"/>
                    </a:lnTo>
                    <a:cubicBezTo>
                      <a:pt x="41867" y="27201"/>
                      <a:pt x="41992" y="26824"/>
                      <a:pt x="42139" y="26406"/>
                    </a:cubicBezTo>
                    <a:cubicBezTo>
                      <a:pt x="42181" y="26238"/>
                      <a:pt x="42243" y="26050"/>
                      <a:pt x="42285" y="25904"/>
                    </a:cubicBezTo>
                    <a:cubicBezTo>
                      <a:pt x="42306" y="25778"/>
                      <a:pt x="42369" y="25632"/>
                      <a:pt x="42390" y="25506"/>
                    </a:cubicBezTo>
                    <a:cubicBezTo>
                      <a:pt x="42453" y="25318"/>
                      <a:pt x="42494" y="25108"/>
                      <a:pt x="42557" y="24941"/>
                    </a:cubicBezTo>
                    <a:cubicBezTo>
                      <a:pt x="42578" y="24795"/>
                      <a:pt x="42599" y="24690"/>
                      <a:pt x="42620" y="24564"/>
                    </a:cubicBezTo>
                    <a:cubicBezTo>
                      <a:pt x="42683" y="24355"/>
                      <a:pt x="42725" y="24146"/>
                      <a:pt x="42766" y="23958"/>
                    </a:cubicBezTo>
                    <a:cubicBezTo>
                      <a:pt x="42787" y="23853"/>
                      <a:pt x="42808" y="23748"/>
                      <a:pt x="42808" y="23644"/>
                    </a:cubicBezTo>
                    <a:cubicBezTo>
                      <a:pt x="42871" y="23435"/>
                      <a:pt x="42892" y="23204"/>
                      <a:pt x="42913" y="22995"/>
                    </a:cubicBezTo>
                    <a:cubicBezTo>
                      <a:pt x="42934" y="22891"/>
                      <a:pt x="42934" y="22807"/>
                      <a:pt x="42976" y="22702"/>
                    </a:cubicBezTo>
                    <a:cubicBezTo>
                      <a:pt x="42997" y="22451"/>
                      <a:pt x="43038" y="22179"/>
                      <a:pt x="43080" y="21949"/>
                    </a:cubicBezTo>
                    <a:cubicBezTo>
                      <a:pt x="43080" y="21907"/>
                      <a:pt x="43101" y="21844"/>
                      <a:pt x="43101" y="21761"/>
                    </a:cubicBezTo>
                    <a:cubicBezTo>
                      <a:pt x="43122" y="21447"/>
                      <a:pt x="43143" y="21112"/>
                      <a:pt x="43185" y="20798"/>
                    </a:cubicBezTo>
                    <a:cubicBezTo>
                      <a:pt x="43185" y="20652"/>
                      <a:pt x="43080" y="20547"/>
                      <a:pt x="42934" y="20484"/>
                    </a:cubicBezTo>
                    <a:cubicBezTo>
                      <a:pt x="42894" y="20471"/>
                      <a:pt x="42852" y="20464"/>
                      <a:pt x="42810" y="20464"/>
                    </a:cubicBezTo>
                    <a:cubicBezTo>
                      <a:pt x="42720" y="20464"/>
                      <a:pt x="42629" y="20497"/>
                      <a:pt x="42557" y="20568"/>
                    </a:cubicBezTo>
                    <a:cubicBezTo>
                      <a:pt x="42474" y="20673"/>
                      <a:pt x="42390" y="20756"/>
                      <a:pt x="42306" y="20861"/>
                    </a:cubicBezTo>
                    <a:cubicBezTo>
                      <a:pt x="42097" y="21091"/>
                      <a:pt x="41930" y="21300"/>
                      <a:pt x="41720" y="21531"/>
                    </a:cubicBezTo>
                    <a:cubicBezTo>
                      <a:pt x="41658" y="21593"/>
                      <a:pt x="41720" y="21656"/>
                      <a:pt x="41783" y="21656"/>
                    </a:cubicBezTo>
                    <a:cubicBezTo>
                      <a:pt x="41344" y="21865"/>
                      <a:pt x="40883" y="22242"/>
                      <a:pt x="40423" y="22744"/>
                    </a:cubicBezTo>
                    <a:cubicBezTo>
                      <a:pt x="38205" y="25192"/>
                      <a:pt x="36134" y="30632"/>
                      <a:pt x="34836" y="32787"/>
                    </a:cubicBezTo>
                    <a:cubicBezTo>
                      <a:pt x="33581" y="34817"/>
                      <a:pt x="32305" y="36826"/>
                      <a:pt x="31007" y="38813"/>
                    </a:cubicBezTo>
                    <a:cubicBezTo>
                      <a:pt x="31070" y="38772"/>
                      <a:pt x="31091" y="38709"/>
                      <a:pt x="31154" y="38667"/>
                    </a:cubicBezTo>
                    <a:lnTo>
                      <a:pt x="31154" y="38667"/>
                    </a:lnTo>
                    <a:cubicBezTo>
                      <a:pt x="30422" y="39818"/>
                      <a:pt x="29647" y="40969"/>
                      <a:pt x="28894" y="42119"/>
                    </a:cubicBezTo>
                    <a:lnTo>
                      <a:pt x="28873" y="42119"/>
                    </a:lnTo>
                    <a:cubicBezTo>
                      <a:pt x="28162" y="43186"/>
                      <a:pt x="27450" y="44254"/>
                      <a:pt x="26718" y="45342"/>
                    </a:cubicBezTo>
                    <a:lnTo>
                      <a:pt x="26697" y="45342"/>
                    </a:lnTo>
                    <a:cubicBezTo>
                      <a:pt x="26509" y="45614"/>
                      <a:pt x="26341" y="45886"/>
                      <a:pt x="26153" y="46137"/>
                    </a:cubicBezTo>
                    <a:cubicBezTo>
                      <a:pt x="26153" y="46179"/>
                      <a:pt x="26132" y="46179"/>
                      <a:pt x="26132" y="46199"/>
                    </a:cubicBezTo>
                    <a:lnTo>
                      <a:pt x="26090" y="46199"/>
                    </a:lnTo>
                    <a:cubicBezTo>
                      <a:pt x="25944" y="46492"/>
                      <a:pt x="26028" y="46764"/>
                      <a:pt x="26195" y="46953"/>
                    </a:cubicBezTo>
                    <a:cubicBezTo>
                      <a:pt x="26237" y="46953"/>
                      <a:pt x="26237" y="46974"/>
                      <a:pt x="26258" y="47015"/>
                    </a:cubicBezTo>
                    <a:cubicBezTo>
                      <a:pt x="26362" y="47120"/>
                      <a:pt x="26488" y="47162"/>
                      <a:pt x="26655" y="47183"/>
                    </a:cubicBezTo>
                    <a:cubicBezTo>
                      <a:pt x="26736" y="47203"/>
                      <a:pt x="26820" y="47215"/>
                      <a:pt x="26902" y="47215"/>
                    </a:cubicBezTo>
                    <a:cubicBezTo>
                      <a:pt x="27075" y="47215"/>
                      <a:pt x="27246" y="47164"/>
                      <a:pt x="27388" y="47036"/>
                    </a:cubicBezTo>
                    <a:cubicBezTo>
                      <a:pt x="30422" y="44358"/>
                      <a:pt x="33665" y="40969"/>
                      <a:pt x="36427" y="37181"/>
                    </a:cubicBezTo>
                    <a:lnTo>
                      <a:pt x="36427" y="37181"/>
                    </a:lnTo>
                    <a:cubicBezTo>
                      <a:pt x="35046" y="39127"/>
                      <a:pt x="33602" y="41073"/>
                      <a:pt x="32137" y="42998"/>
                    </a:cubicBezTo>
                    <a:lnTo>
                      <a:pt x="32137" y="43040"/>
                    </a:lnTo>
                    <a:cubicBezTo>
                      <a:pt x="31635" y="43689"/>
                      <a:pt x="31154" y="44316"/>
                      <a:pt x="30652" y="44965"/>
                    </a:cubicBezTo>
                    <a:cubicBezTo>
                      <a:pt x="30463" y="45195"/>
                      <a:pt x="30484" y="45509"/>
                      <a:pt x="30631" y="45760"/>
                    </a:cubicBezTo>
                    <a:cubicBezTo>
                      <a:pt x="30673" y="45823"/>
                      <a:pt x="30735" y="45886"/>
                      <a:pt x="30798" y="45927"/>
                    </a:cubicBezTo>
                    <a:cubicBezTo>
                      <a:pt x="30895" y="46003"/>
                      <a:pt x="31004" y="46045"/>
                      <a:pt x="31121" y="46045"/>
                    </a:cubicBezTo>
                    <a:cubicBezTo>
                      <a:pt x="31230" y="46045"/>
                      <a:pt x="31346" y="46008"/>
                      <a:pt x="31468" y="45927"/>
                    </a:cubicBezTo>
                    <a:cubicBezTo>
                      <a:pt x="32535" y="45153"/>
                      <a:pt x="33581" y="44337"/>
                      <a:pt x="34606" y="43458"/>
                    </a:cubicBezTo>
                    <a:lnTo>
                      <a:pt x="34606" y="43417"/>
                    </a:lnTo>
                    <a:cubicBezTo>
                      <a:pt x="34920" y="43166"/>
                      <a:pt x="35234" y="42873"/>
                      <a:pt x="35506" y="42622"/>
                    </a:cubicBezTo>
                    <a:cubicBezTo>
                      <a:pt x="35506" y="42622"/>
                      <a:pt x="35506" y="42580"/>
                      <a:pt x="35548" y="42580"/>
                    </a:cubicBezTo>
                    <a:cubicBezTo>
                      <a:pt x="36908" y="41324"/>
                      <a:pt x="38184" y="40006"/>
                      <a:pt x="39377" y="38604"/>
                    </a:cubicBezTo>
                    <a:cubicBezTo>
                      <a:pt x="41762" y="35779"/>
                      <a:pt x="43813" y="32683"/>
                      <a:pt x="45382" y="29356"/>
                    </a:cubicBezTo>
                    <a:cubicBezTo>
                      <a:pt x="45424" y="29251"/>
                      <a:pt x="45487" y="29147"/>
                      <a:pt x="45507" y="29063"/>
                    </a:cubicBezTo>
                    <a:cubicBezTo>
                      <a:pt x="45612" y="28833"/>
                      <a:pt x="45717" y="28624"/>
                      <a:pt x="45821" y="28393"/>
                    </a:cubicBezTo>
                    <a:cubicBezTo>
                      <a:pt x="45863" y="28247"/>
                      <a:pt x="45926" y="28121"/>
                      <a:pt x="46010" y="27975"/>
                    </a:cubicBezTo>
                    <a:cubicBezTo>
                      <a:pt x="46072" y="27766"/>
                      <a:pt x="46177" y="27557"/>
                      <a:pt x="46261" y="27305"/>
                    </a:cubicBezTo>
                    <a:cubicBezTo>
                      <a:pt x="46324" y="27159"/>
                      <a:pt x="46386" y="26992"/>
                      <a:pt x="46449" y="26845"/>
                    </a:cubicBezTo>
                    <a:lnTo>
                      <a:pt x="46679" y="26217"/>
                    </a:lnTo>
                    <a:lnTo>
                      <a:pt x="46993" y="25360"/>
                    </a:lnTo>
                    <a:lnTo>
                      <a:pt x="47223" y="24648"/>
                    </a:lnTo>
                    <a:cubicBezTo>
                      <a:pt x="47286" y="24460"/>
                      <a:pt x="47328" y="24272"/>
                      <a:pt x="47412" y="24104"/>
                    </a:cubicBezTo>
                    <a:cubicBezTo>
                      <a:pt x="47474" y="23895"/>
                      <a:pt x="47516" y="23707"/>
                      <a:pt x="47579" y="23497"/>
                    </a:cubicBezTo>
                    <a:lnTo>
                      <a:pt x="47725" y="22953"/>
                    </a:lnTo>
                    <a:cubicBezTo>
                      <a:pt x="47788" y="22744"/>
                      <a:pt x="47830" y="22556"/>
                      <a:pt x="47893" y="22347"/>
                    </a:cubicBezTo>
                    <a:cubicBezTo>
                      <a:pt x="47935" y="22158"/>
                      <a:pt x="47956" y="21970"/>
                      <a:pt x="48018" y="21823"/>
                    </a:cubicBezTo>
                    <a:cubicBezTo>
                      <a:pt x="48060" y="21614"/>
                      <a:pt x="48123" y="21405"/>
                      <a:pt x="48144" y="21196"/>
                    </a:cubicBezTo>
                    <a:cubicBezTo>
                      <a:pt x="48165" y="21028"/>
                      <a:pt x="48207" y="20861"/>
                      <a:pt x="48248" y="20694"/>
                    </a:cubicBezTo>
                    <a:cubicBezTo>
                      <a:pt x="48269" y="20484"/>
                      <a:pt x="48332" y="20296"/>
                      <a:pt x="48353" y="20087"/>
                    </a:cubicBezTo>
                    <a:cubicBezTo>
                      <a:pt x="48416" y="19752"/>
                      <a:pt x="48207" y="19417"/>
                      <a:pt x="47893" y="19292"/>
                    </a:cubicBezTo>
                    <a:cubicBezTo>
                      <a:pt x="50720" y="19079"/>
                      <a:pt x="53566" y="18973"/>
                      <a:pt x="56425" y="18973"/>
                    </a:cubicBezTo>
                    <a:cubicBezTo>
                      <a:pt x="59744" y="18973"/>
                      <a:pt x="63082" y="19115"/>
                      <a:pt x="66431" y="19396"/>
                    </a:cubicBezTo>
                    <a:cubicBezTo>
                      <a:pt x="66159" y="19647"/>
                      <a:pt x="65908" y="19940"/>
                      <a:pt x="65678" y="20233"/>
                    </a:cubicBezTo>
                    <a:cubicBezTo>
                      <a:pt x="65615" y="20275"/>
                      <a:pt x="65594" y="20338"/>
                      <a:pt x="65531" y="20380"/>
                    </a:cubicBezTo>
                    <a:cubicBezTo>
                      <a:pt x="65406" y="20547"/>
                      <a:pt x="65301" y="20694"/>
                      <a:pt x="65176" y="20861"/>
                    </a:cubicBezTo>
                    <a:cubicBezTo>
                      <a:pt x="65113" y="20924"/>
                      <a:pt x="65071" y="20986"/>
                      <a:pt x="65008" y="21070"/>
                    </a:cubicBezTo>
                    <a:cubicBezTo>
                      <a:pt x="64904" y="21217"/>
                      <a:pt x="64778" y="21384"/>
                      <a:pt x="64674" y="21531"/>
                    </a:cubicBezTo>
                    <a:lnTo>
                      <a:pt x="64527" y="21761"/>
                    </a:lnTo>
                    <a:lnTo>
                      <a:pt x="64213" y="22242"/>
                    </a:lnTo>
                    <a:cubicBezTo>
                      <a:pt x="64150" y="22326"/>
                      <a:pt x="64109" y="22388"/>
                      <a:pt x="64046" y="22493"/>
                    </a:cubicBezTo>
                    <a:cubicBezTo>
                      <a:pt x="63941" y="22660"/>
                      <a:pt x="63837" y="22807"/>
                      <a:pt x="63753" y="22995"/>
                    </a:cubicBezTo>
                    <a:cubicBezTo>
                      <a:pt x="63711" y="23079"/>
                      <a:pt x="63648" y="23183"/>
                      <a:pt x="63606" y="23267"/>
                    </a:cubicBezTo>
                    <a:cubicBezTo>
                      <a:pt x="63502" y="23414"/>
                      <a:pt x="63418" y="23581"/>
                      <a:pt x="63313" y="23748"/>
                    </a:cubicBezTo>
                    <a:cubicBezTo>
                      <a:pt x="63272" y="23853"/>
                      <a:pt x="63209" y="23937"/>
                      <a:pt x="63167" y="24041"/>
                    </a:cubicBezTo>
                    <a:cubicBezTo>
                      <a:pt x="63021" y="24272"/>
                      <a:pt x="62895" y="24523"/>
                      <a:pt x="62790" y="24753"/>
                    </a:cubicBezTo>
                    <a:cubicBezTo>
                      <a:pt x="62686" y="24941"/>
                      <a:pt x="62602" y="25108"/>
                      <a:pt x="62497" y="25297"/>
                    </a:cubicBezTo>
                    <a:cubicBezTo>
                      <a:pt x="62456" y="25380"/>
                      <a:pt x="62435" y="25485"/>
                      <a:pt x="62372" y="25569"/>
                    </a:cubicBezTo>
                    <a:cubicBezTo>
                      <a:pt x="62267" y="25778"/>
                      <a:pt x="62184" y="25945"/>
                      <a:pt x="62079" y="26155"/>
                    </a:cubicBezTo>
                    <a:lnTo>
                      <a:pt x="62016" y="26322"/>
                    </a:lnTo>
                    <a:cubicBezTo>
                      <a:pt x="61430" y="27494"/>
                      <a:pt x="60886" y="28665"/>
                      <a:pt x="60342" y="29795"/>
                    </a:cubicBezTo>
                    <a:cubicBezTo>
                      <a:pt x="60342" y="29816"/>
                      <a:pt x="60300" y="29858"/>
                      <a:pt x="60300" y="29858"/>
                    </a:cubicBezTo>
                    <a:cubicBezTo>
                      <a:pt x="60196" y="30088"/>
                      <a:pt x="60070" y="30298"/>
                      <a:pt x="59966" y="30528"/>
                    </a:cubicBezTo>
                    <a:cubicBezTo>
                      <a:pt x="59715" y="31051"/>
                      <a:pt x="59443" y="31553"/>
                      <a:pt x="59150" y="32013"/>
                    </a:cubicBezTo>
                    <a:cubicBezTo>
                      <a:pt x="57371" y="35110"/>
                      <a:pt x="55446" y="38123"/>
                      <a:pt x="53458" y="41094"/>
                    </a:cubicBezTo>
                    <a:cubicBezTo>
                      <a:pt x="53458" y="41115"/>
                      <a:pt x="53438" y="41115"/>
                      <a:pt x="53396" y="41157"/>
                    </a:cubicBezTo>
                    <a:lnTo>
                      <a:pt x="50257" y="45865"/>
                    </a:lnTo>
                    <a:cubicBezTo>
                      <a:pt x="50071" y="46144"/>
                      <a:pt x="50357" y="46412"/>
                      <a:pt x="50645" y="46412"/>
                    </a:cubicBezTo>
                    <a:cubicBezTo>
                      <a:pt x="50745" y="46412"/>
                      <a:pt x="50846" y="46380"/>
                      <a:pt x="50927" y="46304"/>
                    </a:cubicBezTo>
                    <a:cubicBezTo>
                      <a:pt x="53479" y="43898"/>
                      <a:pt x="55781" y="41261"/>
                      <a:pt x="57852" y="38437"/>
                    </a:cubicBezTo>
                    <a:lnTo>
                      <a:pt x="57852" y="38395"/>
                    </a:lnTo>
                    <a:cubicBezTo>
                      <a:pt x="59087" y="36721"/>
                      <a:pt x="60259" y="34984"/>
                      <a:pt x="61326" y="33143"/>
                    </a:cubicBezTo>
                    <a:cubicBezTo>
                      <a:pt x="62916" y="30444"/>
                      <a:pt x="64966" y="27243"/>
                      <a:pt x="66034" y="23937"/>
                    </a:cubicBezTo>
                    <a:lnTo>
                      <a:pt x="66034" y="23916"/>
                    </a:lnTo>
                    <a:cubicBezTo>
                      <a:pt x="66117" y="23707"/>
                      <a:pt x="66159" y="23497"/>
                      <a:pt x="66222" y="23288"/>
                    </a:cubicBezTo>
                    <a:cubicBezTo>
                      <a:pt x="66222" y="23225"/>
                      <a:pt x="66243" y="23204"/>
                      <a:pt x="66243" y="23163"/>
                    </a:cubicBezTo>
                    <a:cubicBezTo>
                      <a:pt x="66306" y="22995"/>
                      <a:pt x="66326" y="22849"/>
                      <a:pt x="66368" y="22702"/>
                    </a:cubicBezTo>
                    <a:cubicBezTo>
                      <a:pt x="66410" y="22639"/>
                      <a:pt x="66410" y="22577"/>
                      <a:pt x="66431" y="22493"/>
                    </a:cubicBezTo>
                    <a:cubicBezTo>
                      <a:pt x="66452" y="22347"/>
                      <a:pt x="66515" y="22179"/>
                      <a:pt x="66536" y="22054"/>
                    </a:cubicBezTo>
                    <a:cubicBezTo>
                      <a:pt x="66557" y="21928"/>
                      <a:pt x="66578" y="21823"/>
                      <a:pt x="66619" y="21698"/>
                    </a:cubicBezTo>
                    <a:cubicBezTo>
                      <a:pt x="66640" y="21614"/>
                      <a:pt x="66640" y="21531"/>
                      <a:pt x="66661" y="21447"/>
                    </a:cubicBezTo>
                    <a:cubicBezTo>
                      <a:pt x="66682" y="21321"/>
                      <a:pt x="66682" y="21217"/>
                      <a:pt x="66724" y="21091"/>
                    </a:cubicBezTo>
                    <a:lnTo>
                      <a:pt x="66724" y="20986"/>
                    </a:lnTo>
                    <a:cubicBezTo>
                      <a:pt x="66745" y="20714"/>
                      <a:pt x="66766" y="20442"/>
                      <a:pt x="66787" y="20170"/>
                    </a:cubicBezTo>
                    <a:cubicBezTo>
                      <a:pt x="66787" y="19940"/>
                      <a:pt x="66829" y="19668"/>
                      <a:pt x="66787" y="19438"/>
                    </a:cubicBezTo>
                    <a:lnTo>
                      <a:pt x="66787" y="19438"/>
                    </a:lnTo>
                    <a:cubicBezTo>
                      <a:pt x="68565" y="19606"/>
                      <a:pt x="70344" y="19773"/>
                      <a:pt x="72122" y="20024"/>
                    </a:cubicBezTo>
                    <a:cubicBezTo>
                      <a:pt x="72018" y="20129"/>
                      <a:pt x="71955" y="20233"/>
                      <a:pt x="71850" y="20338"/>
                    </a:cubicBezTo>
                    <a:cubicBezTo>
                      <a:pt x="71788" y="20380"/>
                      <a:pt x="71767" y="20442"/>
                      <a:pt x="71704" y="20484"/>
                    </a:cubicBezTo>
                    <a:lnTo>
                      <a:pt x="71390" y="20882"/>
                    </a:lnTo>
                    <a:cubicBezTo>
                      <a:pt x="71348" y="20924"/>
                      <a:pt x="71285" y="21007"/>
                      <a:pt x="71244" y="21070"/>
                    </a:cubicBezTo>
                    <a:cubicBezTo>
                      <a:pt x="71139" y="21196"/>
                      <a:pt x="71034" y="21342"/>
                      <a:pt x="70909" y="21489"/>
                    </a:cubicBezTo>
                    <a:cubicBezTo>
                      <a:pt x="70867" y="21531"/>
                      <a:pt x="70825" y="21593"/>
                      <a:pt x="70804" y="21635"/>
                    </a:cubicBezTo>
                    <a:cubicBezTo>
                      <a:pt x="70658" y="21803"/>
                      <a:pt x="70553" y="21949"/>
                      <a:pt x="70428" y="22116"/>
                    </a:cubicBezTo>
                    <a:cubicBezTo>
                      <a:pt x="70407" y="22137"/>
                      <a:pt x="70407" y="22158"/>
                      <a:pt x="70386" y="22179"/>
                    </a:cubicBezTo>
                    <a:cubicBezTo>
                      <a:pt x="69821" y="22953"/>
                      <a:pt x="69298" y="23748"/>
                      <a:pt x="68775" y="24564"/>
                    </a:cubicBezTo>
                    <a:cubicBezTo>
                      <a:pt x="68356" y="25171"/>
                      <a:pt x="68000" y="25799"/>
                      <a:pt x="67666" y="26448"/>
                    </a:cubicBezTo>
                    <a:cubicBezTo>
                      <a:pt x="66850" y="27829"/>
                      <a:pt x="66034" y="29230"/>
                      <a:pt x="65176" y="30528"/>
                    </a:cubicBezTo>
                    <a:cubicBezTo>
                      <a:pt x="62393" y="34796"/>
                      <a:pt x="59443" y="38918"/>
                      <a:pt x="56492" y="43061"/>
                    </a:cubicBezTo>
                    <a:cubicBezTo>
                      <a:pt x="56492" y="43061"/>
                      <a:pt x="56492" y="43082"/>
                      <a:pt x="56471" y="43082"/>
                    </a:cubicBezTo>
                    <a:lnTo>
                      <a:pt x="56074" y="43626"/>
                    </a:lnTo>
                    <a:cubicBezTo>
                      <a:pt x="55822" y="43988"/>
                      <a:pt x="56079" y="44373"/>
                      <a:pt x="56400" y="44373"/>
                    </a:cubicBezTo>
                    <a:cubicBezTo>
                      <a:pt x="56506" y="44373"/>
                      <a:pt x="56619" y="44331"/>
                      <a:pt x="56723" y="44233"/>
                    </a:cubicBezTo>
                    <a:cubicBezTo>
                      <a:pt x="58668" y="42412"/>
                      <a:pt x="60719" y="40257"/>
                      <a:pt x="62707" y="37956"/>
                    </a:cubicBezTo>
                    <a:cubicBezTo>
                      <a:pt x="62707" y="37935"/>
                      <a:pt x="62749" y="37935"/>
                      <a:pt x="62749" y="37935"/>
                    </a:cubicBezTo>
                    <a:cubicBezTo>
                      <a:pt x="62790" y="37872"/>
                      <a:pt x="62853" y="37830"/>
                      <a:pt x="62895" y="37746"/>
                    </a:cubicBezTo>
                    <a:cubicBezTo>
                      <a:pt x="62895" y="37949"/>
                      <a:pt x="63058" y="38129"/>
                      <a:pt x="63236" y="38129"/>
                    </a:cubicBezTo>
                    <a:cubicBezTo>
                      <a:pt x="63297" y="38129"/>
                      <a:pt x="63360" y="38108"/>
                      <a:pt x="63418" y="38060"/>
                    </a:cubicBezTo>
                    <a:lnTo>
                      <a:pt x="63816" y="37746"/>
                    </a:lnTo>
                    <a:lnTo>
                      <a:pt x="63816" y="37725"/>
                    </a:lnTo>
                    <a:cubicBezTo>
                      <a:pt x="64318" y="37328"/>
                      <a:pt x="64799" y="36909"/>
                      <a:pt x="65301" y="36491"/>
                    </a:cubicBezTo>
                    <a:cubicBezTo>
                      <a:pt x="65406" y="36386"/>
                      <a:pt x="65531" y="36282"/>
                      <a:pt x="65636" y="36198"/>
                    </a:cubicBezTo>
                    <a:lnTo>
                      <a:pt x="65636" y="36198"/>
                    </a:lnTo>
                    <a:cubicBezTo>
                      <a:pt x="65636" y="36240"/>
                      <a:pt x="65615" y="36240"/>
                      <a:pt x="65615" y="36261"/>
                    </a:cubicBezTo>
                    <a:cubicBezTo>
                      <a:pt x="66452" y="35528"/>
                      <a:pt x="67289" y="34733"/>
                      <a:pt x="68084" y="33959"/>
                    </a:cubicBezTo>
                    <a:lnTo>
                      <a:pt x="68126" y="33896"/>
                    </a:lnTo>
                    <a:lnTo>
                      <a:pt x="68879" y="33143"/>
                    </a:lnTo>
                    <a:cubicBezTo>
                      <a:pt x="68942" y="33101"/>
                      <a:pt x="68984" y="33038"/>
                      <a:pt x="69047" y="32955"/>
                    </a:cubicBezTo>
                    <a:cubicBezTo>
                      <a:pt x="69256" y="32725"/>
                      <a:pt x="69465" y="32515"/>
                      <a:pt x="69674" y="32285"/>
                    </a:cubicBezTo>
                    <a:cubicBezTo>
                      <a:pt x="69758" y="32202"/>
                      <a:pt x="69821" y="32097"/>
                      <a:pt x="69925" y="32013"/>
                    </a:cubicBezTo>
                    <a:cubicBezTo>
                      <a:pt x="70114" y="31804"/>
                      <a:pt x="70302" y="31637"/>
                      <a:pt x="70448" y="31427"/>
                    </a:cubicBezTo>
                    <a:cubicBezTo>
                      <a:pt x="70553" y="31281"/>
                      <a:pt x="70658" y="31176"/>
                      <a:pt x="70762" y="31051"/>
                    </a:cubicBezTo>
                    <a:cubicBezTo>
                      <a:pt x="70930" y="30862"/>
                      <a:pt x="71055" y="30716"/>
                      <a:pt x="71223" y="30528"/>
                    </a:cubicBezTo>
                    <a:cubicBezTo>
                      <a:pt x="71348" y="30381"/>
                      <a:pt x="71474" y="30235"/>
                      <a:pt x="71578" y="30088"/>
                    </a:cubicBezTo>
                    <a:cubicBezTo>
                      <a:pt x="71704" y="29921"/>
                      <a:pt x="71850" y="29774"/>
                      <a:pt x="71955" y="29607"/>
                    </a:cubicBezTo>
                    <a:cubicBezTo>
                      <a:pt x="72080" y="29440"/>
                      <a:pt x="72227" y="29272"/>
                      <a:pt x="72373" y="29084"/>
                    </a:cubicBezTo>
                    <a:cubicBezTo>
                      <a:pt x="72478" y="28958"/>
                      <a:pt x="72583" y="28812"/>
                      <a:pt x="72687" y="28665"/>
                    </a:cubicBezTo>
                    <a:cubicBezTo>
                      <a:pt x="72834" y="28498"/>
                      <a:pt x="73001" y="28289"/>
                      <a:pt x="73127" y="28101"/>
                    </a:cubicBezTo>
                    <a:cubicBezTo>
                      <a:pt x="73231" y="27975"/>
                      <a:pt x="73315" y="27829"/>
                      <a:pt x="73420" y="27724"/>
                    </a:cubicBezTo>
                    <a:lnTo>
                      <a:pt x="73880" y="27096"/>
                    </a:lnTo>
                    <a:cubicBezTo>
                      <a:pt x="73964" y="26992"/>
                      <a:pt x="74047" y="26866"/>
                      <a:pt x="74110" y="26761"/>
                    </a:cubicBezTo>
                    <a:cubicBezTo>
                      <a:pt x="74277" y="26531"/>
                      <a:pt x="74424" y="26301"/>
                      <a:pt x="74591" y="26092"/>
                    </a:cubicBezTo>
                    <a:cubicBezTo>
                      <a:pt x="74675" y="25987"/>
                      <a:pt x="74717" y="25883"/>
                      <a:pt x="74801" y="25778"/>
                    </a:cubicBezTo>
                    <a:cubicBezTo>
                      <a:pt x="74947" y="25527"/>
                      <a:pt x="75135" y="25276"/>
                      <a:pt x="75303" y="25046"/>
                    </a:cubicBezTo>
                    <a:cubicBezTo>
                      <a:pt x="75345" y="24962"/>
                      <a:pt x="75407" y="24857"/>
                      <a:pt x="75470" y="24774"/>
                    </a:cubicBezTo>
                    <a:cubicBezTo>
                      <a:pt x="75637" y="24523"/>
                      <a:pt x="75826" y="24251"/>
                      <a:pt x="75972" y="23999"/>
                    </a:cubicBezTo>
                    <a:cubicBezTo>
                      <a:pt x="76035" y="23916"/>
                      <a:pt x="76056" y="23853"/>
                      <a:pt x="76098" y="23790"/>
                    </a:cubicBezTo>
                    <a:cubicBezTo>
                      <a:pt x="76286" y="23497"/>
                      <a:pt x="76454" y="23204"/>
                      <a:pt x="76621" y="22911"/>
                    </a:cubicBezTo>
                    <a:cubicBezTo>
                      <a:pt x="76621" y="22891"/>
                      <a:pt x="76663" y="22891"/>
                      <a:pt x="76663" y="22870"/>
                    </a:cubicBezTo>
                    <a:cubicBezTo>
                      <a:pt x="77018" y="22263"/>
                      <a:pt x="77353" y="21635"/>
                      <a:pt x="77667" y="21028"/>
                    </a:cubicBezTo>
                    <a:cubicBezTo>
                      <a:pt x="78483" y="21196"/>
                      <a:pt x="79299" y="21321"/>
                      <a:pt x="80115" y="21510"/>
                    </a:cubicBezTo>
                    <a:cubicBezTo>
                      <a:pt x="80031" y="21593"/>
                      <a:pt x="79927" y="21656"/>
                      <a:pt x="79843" y="21740"/>
                    </a:cubicBezTo>
                    <a:cubicBezTo>
                      <a:pt x="79801" y="21803"/>
                      <a:pt x="79739" y="21844"/>
                      <a:pt x="79655" y="21907"/>
                    </a:cubicBezTo>
                    <a:cubicBezTo>
                      <a:pt x="79550" y="22012"/>
                      <a:pt x="79446" y="22075"/>
                      <a:pt x="79383" y="22179"/>
                    </a:cubicBezTo>
                    <a:cubicBezTo>
                      <a:pt x="79299" y="22263"/>
                      <a:pt x="79215" y="22347"/>
                      <a:pt x="79174" y="22430"/>
                    </a:cubicBezTo>
                    <a:cubicBezTo>
                      <a:pt x="79090" y="22493"/>
                      <a:pt x="79006" y="22598"/>
                      <a:pt x="78922" y="22681"/>
                    </a:cubicBezTo>
                    <a:cubicBezTo>
                      <a:pt x="78818" y="22786"/>
                      <a:pt x="78755" y="22891"/>
                      <a:pt x="78650" y="22995"/>
                    </a:cubicBezTo>
                    <a:cubicBezTo>
                      <a:pt x="78588" y="23058"/>
                      <a:pt x="78546" y="23121"/>
                      <a:pt x="78483" y="23183"/>
                    </a:cubicBezTo>
                    <a:cubicBezTo>
                      <a:pt x="78337" y="23372"/>
                      <a:pt x="78169" y="23539"/>
                      <a:pt x="78044" y="23727"/>
                    </a:cubicBezTo>
                    <a:lnTo>
                      <a:pt x="77981" y="23790"/>
                    </a:lnTo>
                    <a:cubicBezTo>
                      <a:pt x="77855" y="23958"/>
                      <a:pt x="77709" y="24146"/>
                      <a:pt x="77562" y="24334"/>
                    </a:cubicBezTo>
                    <a:cubicBezTo>
                      <a:pt x="77542" y="24355"/>
                      <a:pt x="77521" y="24418"/>
                      <a:pt x="77500" y="24439"/>
                    </a:cubicBezTo>
                    <a:cubicBezTo>
                      <a:pt x="77353" y="24627"/>
                      <a:pt x="77228" y="24774"/>
                      <a:pt x="77102" y="24962"/>
                    </a:cubicBezTo>
                    <a:cubicBezTo>
                      <a:pt x="77081" y="24983"/>
                      <a:pt x="77081" y="25004"/>
                      <a:pt x="77039" y="25046"/>
                    </a:cubicBezTo>
                    <a:cubicBezTo>
                      <a:pt x="76140" y="26343"/>
                      <a:pt x="75261" y="27766"/>
                      <a:pt x="74403" y="29084"/>
                    </a:cubicBezTo>
                    <a:cubicBezTo>
                      <a:pt x="74005" y="29712"/>
                      <a:pt x="73587" y="30318"/>
                      <a:pt x="73210" y="30904"/>
                    </a:cubicBezTo>
                    <a:cubicBezTo>
                      <a:pt x="70532" y="34629"/>
                      <a:pt x="67687" y="38228"/>
                      <a:pt x="64841" y="41805"/>
                    </a:cubicBezTo>
                    <a:cubicBezTo>
                      <a:pt x="64841" y="41826"/>
                      <a:pt x="64799" y="41826"/>
                      <a:pt x="64778" y="41847"/>
                    </a:cubicBezTo>
                    <a:cubicBezTo>
                      <a:pt x="64653" y="42015"/>
                      <a:pt x="64548" y="42161"/>
                      <a:pt x="64422" y="42329"/>
                    </a:cubicBezTo>
                    <a:cubicBezTo>
                      <a:pt x="64052" y="42766"/>
                      <a:pt x="64426" y="43500"/>
                      <a:pt x="64913" y="43500"/>
                    </a:cubicBezTo>
                    <a:cubicBezTo>
                      <a:pt x="65031" y="43500"/>
                      <a:pt x="65157" y="43457"/>
                      <a:pt x="65280" y="43354"/>
                    </a:cubicBezTo>
                    <a:cubicBezTo>
                      <a:pt x="66368" y="42433"/>
                      <a:pt x="67582" y="41408"/>
                      <a:pt x="68816" y="40257"/>
                    </a:cubicBezTo>
                    <a:cubicBezTo>
                      <a:pt x="68816" y="40257"/>
                      <a:pt x="68816" y="40236"/>
                      <a:pt x="68837" y="40236"/>
                    </a:cubicBezTo>
                    <a:lnTo>
                      <a:pt x="68921" y="40153"/>
                    </a:lnTo>
                    <a:lnTo>
                      <a:pt x="68942" y="40153"/>
                    </a:lnTo>
                    <a:cubicBezTo>
                      <a:pt x="73838" y="35612"/>
                      <a:pt x="79132" y="29440"/>
                      <a:pt x="80575" y="23393"/>
                    </a:cubicBezTo>
                    <a:cubicBezTo>
                      <a:pt x="80596" y="23309"/>
                      <a:pt x="80638" y="23204"/>
                      <a:pt x="80638" y="23121"/>
                    </a:cubicBezTo>
                    <a:cubicBezTo>
                      <a:pt x="80659" y="23058"/>
                      <a:pt x="80659" y="22995"/>
                      <a:pt x="80680" y="22911"/>
                    </a:cubicBezTo>
                    <a:cubicBezTo>
                      <a:pt x="80764" y="22472"/>
                      <a:pt x="80847" y="22054"/>
                      <a:pt x="80889" y="21614"/>
                    </a:cubicBezTo>
                    <a:cubicBezTo>
                      <a:pt x="81894" y="21823"/>
                      <a:pt x="82877" y="22033"/>
                      <a:pt x="83881" y="22263"/>
                    </a:cubicBezTo>
                    <a:cubicBezTo>
                      <a:pt x="83777" y="22451"/>
                      <a:pt x="83693" y="22660"/>
                      <a:pt x="83588" y="22849"/>
                    </a:cubicBezTo>
                    <a:cubicBezTo>
                      <a:pt x="83526" y="22974"/>
                      <a:pt x="83484" y="23079"/>
                      <a:pt x="83400" y="23204"/>
                    </a:cubicBezTo>
                    <a:cubicBezTo>
                      <a:pt x="83275" y="23497"/>
                      <a:pt x="83107" y="23811"/>
                      <a:pt x="82982" y="24125"/>
                    </a:cubicBezTo>
                    <a:cubicBezTo>
                      <a:pt x="82961" y="24167"/>
                      <a:pt x="82940" y="24230"/>
                      <a:pt x="82940" y="24251"/>
                    </a:cubicBezTo>
                    <a:cubicBezTo>
                      <a:pt x="81831" y="26678"/>
                      <a:pt x="80889" y="29168"/>
                      <a:pt x="79529" y="31490"/>
                    </a:cubicBezTo>
                    <a:cubicBezTo>
                      <a:pt x="77521" y="34922"/>
                      <a:pt x="75010" y="37872"/>
                      <a:pt x="72290" y="40759"/>
                    </a:cubicBezTo>
                    <a:lnTo>
                      <a:pt x="72290" y="40780"/>
                    </a:lnTo>
                    <a:lnTo>
                      <a:pt x="72269" y="40801"/>
                    </a:lnTo>
                    <a:cubicBezTo>
                      <a:pt x="72050" y="41105"/>
                      <a:pt x="72320" y="41558"/>
                      <a:pt x="72630" y="41558"/>
                    </a:cubicBezTo>
                    <a:cubicBezTo>
                      <a:pt x="72705" y="41558"/>
                      <a:pt x="72782" y="41532"/>
                      <a:pt x="72855" y="41471"/>
                    </a:cubicBezTo>
                    <a:cubicBezTo>
                      <a:pt x="74257" y="40383"/>
                      <a:pt x="75637" y="39169"/>
                      <a:pt x="76914" y="37746"/>
                    </a:cubicBezTo>
                    <a:cubicBezTo>
                      <a:pt x="76914" y="37746"/>
                      <a:pt x="76914" y="37725"/>
                      <a:pt x="76935" y="37725"/>
                    </a:cubicBezTo>
                    <a:cubicBezTo>
                      <a:pt x="80785" y="33583"/>
                      <a:pt x="83840" y="28205"/>
                      <a:pt x="84216" y="22807"/>
                    </a:cubicBezTo>
                    <a:lnTo>
                      <a:pt x="84216" y="22744"/>
                    </a:lnTo>
                    <a:cubicBezTo>
                      <a:pt x="84216" y="22598"/>
                      <a:pt x="84237" y="22493"/>
                      <a:pt x="84237" y="22367"/>
                    </a:cubicBezTo>
                    <a:cubicBezTo>
                      <a:pt x="85785" y="22744"/>
                      <a:pt x="87355" y="23163"/>
                      <a:pt x="88903" y="23581"/>
                    </a:cubicBezTo>
                    <a:cubicBezTo>
                      <a:pt x="88254" y="24230"/>
                      <a:pt x="87689" y="24941"/>
                      <a:pt x="87166" y="25673"/>
                    </a:cubicBezTo>
                    <a:lnTo>
                      <a:pt x="87145" y="25694"/>
                    </a:lnTo>
                    <a:cubicBezTo>
                      <a:pt x="87062" y="25820"/>
                      <a:pt x="86957" y="25924"/>
                      <a:pt x="86894" y="26050"/>
                    </a:cubicBezTo>
                    <a:cubicBezTo>
                      <a:pt x="86853" y="26113"/>
                      <a:pt x="86832" y="26155"/>
                      <a:pt x="86790" y="26196"/>
                    </a:cubicBezTo>
                    <a:cubicBezTo>
                      <a:pt x="86727" y="26301"/>
                      <a:pt x="86643" y="26364"/>
                      <a:pt x="86601" y="26468"/>
                    </a:cubicBezTo>
                    <a:cubicBezTo>
                      <a:pt x="86539" y="26552"/>
                      <a:pt x="86518" y="26615"/>
                      <a:pt x="86476" y="26678"/>
                    </a:cubicBezTo>
                    <a:cubicBezTo>
                      <a:pt x="86434" y="26740"/>
                      <a:pt x="86413" y="26761"/>
                      <a:pt x="86392" y="26824"/>
                    </a:cubicBezTo>
                    <a:cubicBezTo>
                      <a:pt x="85555" y="28101"/>
                      <a:pt x="84802" y="29398"/>
                      <a:pt x="83944" y="30716"/>
                    </a:cubicBezTo>
                    <a:cubicBezTo>
                      <a:pt x="83254" y="31804"/>
                      <a:pt x="82521" y="32913"/>
                      <a:pt x="81747" y="33980"/>
                    </a:cubicBezTo>
                    <a:cubicBezTo>
                      <a:pt x="81287" y="34671"/>
                      <a:pt x="80806" y="35340"/>
                      <a:pt x="80345" y="35989"/>
                    </a:cubicBezTo>
                    <a:cubicBezTo>
                      <a:pt x="79529" y="37098"/>
                      <a:pt x="78713" y="38186"/>
                      <a:pt x="77876" y="39295"/>
                    </a:cubicBezTo>
                    <a:cubicBezTo>
                      <a:pt x="77834" y="39378"/>
                      <a:pt x="77772" y="39420"/>
                      <a:pt x="77730" y="39504"/>
                    </a:cubicBezTo>
                    <a:cubicBezTo>
                      <a:pt x="77426" y="39909"/>
                      <a:pt x="77735" y="40546"/>
                      <a:pt x="78163" y="40546"/>
                    </a:cubicBezTo>
                    <a:cubicBezTo>
                      <a:pt x="78265" y="40546"/>
                      <a:pt x="78374" y="40509"/>
                      <a:pt x="78483" y="40425"/>
                    </a:cubicBezTo>
                    <a:cubicBezTo>
                      <a:pt x="79885" y="39399"/>
                      <a:pt x="81308" y="38165"/>
                      <a:pt x="82647" y="36826"/>
                    </a:cubicBezTo>
                    <a:cubicBezTo>
                      <a:pt x="86225" y="33206"/>
                      <a:pt x="89175" y="28603"/>
                      <a:pt x="89154" y="23644"/>
                    </a:cubicBezTo>
                    <a:lnTo>
                      <a:pt x="89154" y="23623"/>
                    </a:lnTo>
                    <a:cubicBezTo>
                      <a:pt x="93632" y="24899"/>
                      <a:pt x="98068" y="26448"/>
                      <a:pt x="102420" y="28310"/>
                    </a:cubicBezTo>
                    <a:cubicBezTo>
                      <a:pt x="102545" y="28101"/>
                      <a:pt x="102629" y="27870"/>
                      <a:pt x="102503" y="27808"/>
                    </a:cubicBezTo>
                    <a:cubicBezTo>
                      <a:pt x="97837" y="25778"/>
                      <a:pt x="93025" y="24041"/>
                      <a:pt x="88171" y="22660"/>
                    </a:cubicBezTo>
                    <a:cubicBezTo>
                      <a:pt x="88254" y="22639"/>
                      <a:pt x="88317" y="22598"/>
                      <a:pt x="88380" y="22535"/>
                    </a:cubicBezTo>
                    <a:cubicBezTo>
                      <a:pt x="88401" y="22493"/>
                      <a:pt x="88401" y="22472"/>
                      <a:pt x="88401" y="22451"/>
                    </a:cubicBezTo>
                    <a:cubicBezTo>
                      <a:pt x="88464" y="22137"/>
                      <a:pt x="88485" y="21823"/>
                      <a:pt x="88526" y="21489"/>
                    </a:cubicBezTo>
                    <a:lnTo>
                      <a:pt x="88526" y="21426"/>
                    </a:lnTo>
                    <a:cubicBezTo>
                      <a:pt x="88568" y="21133"/>
                      <a:pt x="88589" y="20819"/>
                      <a:pt x="88589" y="20547"/>
                    </a:cubicBezTo>
                    <a:lnTo>
                      <a:pt x="88589" y="20359"/>
                    </a:lnTo>
                    <a:lnTo>
                      <a:pt x="88589" y="19626"/>
                    </a:lnTo>
                    <a:lnTo>
                      <a:pt x="88589" y="19187"/>
                    </a:lnTo>
                    <a:cubicBezTo>
                      <a:pt x="88589" y="19041"/>
                      <a:pt x="88589" y="18936"/>
                      <a:pt x="88568" y="18810"/>
                    </a:cubicBezTo>
                    <a:cubicBezTo>
                      <a:pt x="88359" y="14730"/>
                      <a:pt x="86790" y="10755"/>
                      <a:pt x="84174" y="7595"/>
                    </a:cubicBezTo>
                    <a:cubicBezTo>
                      <a:pt x="83881" y="7219"/>
                      <a:pt x="83588" y="6884"/>
                      <a:pt x="83254" y="6570"/>
                    </a:cubicBezTo>
                    <a:lnTo>
                      <a:pt x="83065" y="6382"/>
                    </a:lnTo>
                    <a:cubicBezTo>
                      <a:pt x="83024" y="6340"/>
                      <a:pt x="82940" y="6277"/>
                      <a:pt x="82856" y="6256"/>
                    </a:cubicBezTo>
                    <a:cubicBezTo>
                      <a:pt x="82782" y="6226"/>
                      <a:pt x="82702" y="6211"/>
                      <a:pt x="82621" y="6211"/>
                    </a:cubicBezTo>
                    <a:cubicBezTo>
                      <a:pt x="82315" y="6211"/>
                      <a:pt x="81993" y="6414"/>
                      <a:pt x="81894" y="6696"/>
                    </a:cubicBezTo>
                    <a:cubicBezTo>
                      <a:pt x="81873" y="6696"/>
                      <a:pt x="81894" y="6696"/>
                      <a:pt x="81894" y="6738"/>
                    </a:cubicBezTo>
                    <a:cubicBezTo>
                      <a:pt x="81831" y="6842"/>
                      <a:pt x="81831" y="6989"/>
                      <a:pt x="81873" y="7114"/>
                    </a:cubicBezTo>
                    <a:cubicBezTo>
                      <a:pt x="82124" y="7909"/>
                      <a:pt x="82396" y="8725"/>
                      <a:pt x="82668" y="9499"/>
                    </a:cubicBezTo>
                    <a:lnTo>
                      <a:pt x="82668" y="9520"/>
                    </a:lnTo>
                    <a:cubicBezTo>
                      <a:pt x="84195" y="13914"/>
                      <a:pt x="85911" y="18350"/>
                      <a:pt x="87857" y="22535"/>
                    </a:cubicBezTo>
                    <a:cubicBezTo>
                      <a:pt x="87857" y="22550"/>
                      <a:pt x="87867" y="22564"/>
                      <a:pt x="87881" y="22572"/>
                    </a:cubicBezTo>
                    <a:lnTo>
                      <a:pt x="87881" y="22572"/>
                    </a:lnTo>
                    <a:cubicBezTo>
                      <a:pt x="86673" y="22239"/>
                      <a:pt x="85445" y="21926"/>
                      <a:pt x="84216" y="21614"/>
                    </a:cubicBezTo>
                    <a:cubicBezTo>
                      <a:pt x="84205" y="21580"/>
                      <a:pt x="84180" y="21564"/>
                      <a:pt x="84154" y="21564"/>
                    </a:cubicBezTo>
                    <a:cubicBezTo>
                      <a:pt x="84132" y="21564"/>
                      <a:pt x="84109" y="21574"/>
                      <a:pt x="84091" y="21593"/>
                    </a:cubicBezTo>
                    <a:cubicBezTo>
                      <a:pt x="83693" y="21489"/>
                      <a:pt x="83337" y="21405"/>
                      <a:pt x="82940" y="21300"/>
                    </a:cubicBezTo>
                    <a:cubicBezTo>
                      <a:pt x="82961" y="21279"/>
                      <a:pt x="82982" y="21238"/>
                      <a:pt x="82982" y="21196"/>
                    </a:cubicBezTo>
                    <a:cubicBezTo>
                      <a:pt x="83086" y="20568"/>
                      <a:pt x="83149" y="19961"/>
                      <a:pt x="83170" y="19334"/>
                    </a:cubicBezTo>
                    <a:lnTo>
                      <a:pt x="83170" y="19208"/>
                    </a:lnTo>
                    <a:lnTo>
                      <a:pt x="83170" y="18727"/>
                    </a:lnTo>
                    <a:lnTo>
                      <a:pt x="83170" y="18497"/>
                    </a:lnTo>
                    <a:lnTo>
                      <a:pt x="83170" y="18141"/>
                    </a:lnTo>
                    <a:cubicBezTo>
                      <a:pt x="83170" y="17994"/>
                      <a:pt x="83170" y="17890"/>
                      <a:pt x="83149" y="17764"/>
                    </a:cubicBezTo>
                    <a:cubicBezTo>
                      <a:pt x="83149" y="17681"/>
                      <a:pt x="83149" y="17576"/>
                      <a:pt x="83128" y="17513"/>
                    </a:cubicBezTo>
                    <a:cubicBezTo>
                      <a:pt x="83128" y="17346"/>
                      <a:pt x="83086" y="17157"/>
                      <a:pt x="83065" y="17011"/>
                    </a:cubicBezTo>
                    <a:lnTo>
                      <a:pt x="83065" y="16885"/>
                    </a:lnTo>
                    <a:cubicBezTo>
                      <a:pt x="82438" y="11550"/>
                      <a:pt x="79215" y="6758"/>
                      <a:pt x="74549" y="4059"/>
                    </a:cubicBezTo>
                    <a:cubicBezTo>
                      <a:pt x="74131" y="3829"/>
                      <a:pt x="73713" y="3620"/>
                      <a:pt x="73252" y="3411"/>
                    </a:cubicBezTo>
                    <a:cubicBezTo>
                      <a:pt x="73148" y="3348"/>
                      <a:pt x="73085" y="3306"/>
                      <a:pt x="72980" y="3285"/>
                    </a:cubicBezTo>
                    <a:cubicBezTo>
                      <a:pt x="72311" y="2992"/>
                      <a:pt x="71641" y="2720"/>
                      <a:pt x="70930" y="2511"/>
                    </a:cubicBezTo>
                    <a:cubicBezTo>
                      <a:pt x="70873" y="2496"/>
                      <a:pt x="70818" y="2489"/>
                      <a:pt x="70763" y="2489"/>
                    </a:cubicBezTo>
                    <a:cubicBezTo>
                      <a:pt x="70292" y="2489"/>
                      <a:pt x="69915" y="3021"/>
                      <a:pt x="70009" y="3453"/>
                    </a:cubicBezTo>
                    <a:cubicBezTo>
                      <a:pt x="68482" y="2239"/>
                      <a:pt x="66829" y="1130"/>
                      <a:pt x="65134" y="105"/>
                    </a:cubicBezTo>
                    <a:cubicBezTo>
                      <a:pt x="65008" y="32"/>
                      <a:pt x="64882" y="0"/>
                      <a:pt x="647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19388400" y="28623625"/>
                <a:ext cx="714775" cy="158125"/>
              </a:xfrm>
              <a:custGeom>
                <a:avLst/>
                <a:gdLst/>
                <a:ahLst/>
                <a:cxnLst/>
                <a:rect l="l" t="t" r="r" b="b"/>
                <a:pathLst>
                  <a:path w="28591" h="6325" extrusionOk="0">
                    <a:moveTo>
                      <a:pt x="9416" y="0"/>
                    </a:moveTo>
                    <a:cubicBezTo>
                      <a:pt x="6592" y="0"/>
                      <a:pt x="3725" y="272"/>
                      <a:pt x="942" y="711"/>
                    </a:cubicBezTo>
                    <a:cubicBezTo>
                      <a:pt x="1" y="837"/>
                      <a:pt x="1" y="2176"/>
                      <a:pt x="1026" y="2218"/>
                    </a:cubicBezTo>
                    <a:cubicBezTo>
                      <a:pt x="1193" y="2218"/>
                      <a:pt x="1361" y="2260"/>
                      <a:pt x="1549" y="2281"/>
                    </a:cubicBezTo>
                    <a:lnTo>
                      <a:pt x="1675" y="2281"/>
                    </a:lnTo>
                    <a:cubicBezTo>
                      <a:pt x="5336" y="2490"/>
                      <a:pt x="8998" y="3055"/>
                      <a:pt x="12618" y="3683"/>
                    </a:cubicBezTo>
                    <a:lnTo>
                      <a:pt x="12513" y="3683"/>
                    </a:lnTo>
                    <a:cubicBezTo>
                      <a:pt x="16070" y="4310"/>
                      <a:pt x="19606" y="5022"/>
                      <a:pt x="23163" y="5587"/>
                    </a:cubicBezTo>
                    <a:lnTo>
                      <a:pt x="23644" y="5670"/>
                    </a:lnTo>
                    <a:cubicBezTo>
                      <a:pt x="24000" y="5733"/>
                      <a:pt x="24335" y="5775"/>
                      <a:pt x="24711" y="5838"/>
                    </a:cubicBezTo>
                    <a:cubicBezTo>
                      <a:pt x="25130" y="5880"/>
                      <a:pt x="25548" y="5963"/>
                      <a:pt x="25967" y="6026"/>
                    </a:cubicBezTo>
                    <a:cubicBezTo>
                      <a:pt x="26113" y="6047"/>
                      <a:pt x="26302" y="6068"/>
                      <a:pt x="26469" y="6089"/>
                    </a:cubicBezTo>
                    <a:lnTo>
                      <a:pt x="28352" y="6319"/>
                    </a:lnTo>
                    <a:cubicBezTo>
                      <a:pt x="28364" y="6323"/>
                      <a:pt x="28377" y="6325"/>
                      <a:pt x="28389" y="6325"/>
                    </a:cubicBezTo>
                    <a:cubicBezTo>
                      <a:pt x="28500" y="6325"/>
                      <a:pt x="28591" y="6162"/>
                      <a:pt x="28478" y="6068"/>
                    </a:cubicBezTo>
                    <a:cubicBezTo>
                      <a:pt x="23142" y="1716"/>
                      <a:pt x="16760" y="105"/>
                      <a:pt x="10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69" name="Google Shape;69;p3"/>
            <p:cNvGrpSpPr/>
            <p:nvPr/>
          </p:nvGrpSpPr>
          <p:grpSpPr>
            <a:xfrm rot="900096" flipH="1">
              <a:off x="-851016" y="567367"/>
              <a:ext cx="2024065" cy="1024172"/>
              <a:chOff x="19279125" y="28273675"/>
              <a:chExt cx="2565725" cy="1298250"/>
            </a:xfrm>
          </p:grpSpPr>
          <p:sp>
            <p:nvSpPr>
              <p:cNvPr id="70" name="Google Shape;70;p3"/>
              <p:cNvSpPr/>
              <p:nvPr/>
            </p:nvSpPr>
            <p:spPr>
              <a:xfrm>
                <a:off x="19715375" y="28798125"/>
                <a:ext cx="506850" cy="665075"/>
              </a:xfrm>
              <a:custGeom>
                <a:avLst/>
                <a:gdLst/>
                <a:ahLst/>
                <a:cxnLst/>
                <a:rect l="l" t="t" r="r" b="b"/>
                <a:pathLst>
                  <a:path w="20274" h="26603" extrusionOk="0">
                    <a:moveTo>
                      <a:pt x="20102" y="0"/>
                    </a:moveTo>
                    <a:cubicBezTo>
                      <a:pt x="20089" y="0"/>
                      <a:pt x="20076" y="3"/>
                      <a:pt x="20065" y="8"/>
                    </a:cubicBezTo>
                    <a:cubicBezTo>
                      <a:pt x="20002" y="8"/>
                      <a:pt x="19981" y="29"/>
                      <a:pt x="19918" y="50"/>
                    </a:cubicBezTo>
                    <a:cubicBezTo>
                      <a:pt x="18014" y="1975"/>
                      <a:pt x="16194" y="4026"/>
                      <a:pt x="14415" y="6181"/>
                    </a:cubicBezTo>
                    <a:cubicBezTo>
                      <a:pt x="14060" y="6537"/>
                      <a:pt x="13746" y="6934"/>
                      <a:pt x="13474" y="7332"/>
                    </a:cubicBezTo>
                    <a:cubicBezTo>
                      <a:pt x="13264" y="7583"/>
                      <a:pt x="13055" y="7876"/>
                      <a:pt x="12846" y="8148"/>
                    </a:cubicBezTo>
                    <a:lnTo>
                      <a:pt x="12804" y="8169"/>
                    </a:lnTo>
                    <a:cubicBezTo>
                      <a:pt x="9561" y="12270"/>
                      <a:pt x="6506" y="16643"/>
                      <a:pt x="3577" y="20911"/>
                    </a:cubicBezTo>
                    <a:cubicBezTo>
                      <a:pt x="3577" y="20911"/>
                      <a:pt x="3577" y="20932"/>
                      <a:pt x="3556" y="20932"/>
                    </a:cubicBezTo>
                    <a:cubicBezTo>
                      <a:pt x="3556" y="20953"/>
                      <a:pt x="3535" y="20953"/>
                      <a:pt x="3535" y="20974"/>
                    </a:cubicBezTo>
                    <a:cubicBezTo>
                      <a:pt x="2447" y="22522"/>
                      <a:pt x="1401" y="24050"/>
                      <a:pt x="355" y="25535"/>
                    </a:cubicBezTo>
                    <a:cubicBezTo>
                      <a:pt x="0" y="26042"/>
                      <a:pt x="531" y="26603"/>
                      <a:pt x="1046" y="26603"/>
                    </a:cubicBezTo>
                    <a:cubicBezTo>
                      <a:pt x="1169" y="26603"/>
                      <a:pt x="1292" y="26571"/>
                      <a:pt x="1401" y="26498"/>
                    </a:cubicBezTo>
                    <a:cubicBezTo>
                      <a:pt x="1987" y="26142"/>
                      <a:pt x="2593" y="25745"/>
                      <a:pt x="3137" y="25347"/>
                    </a:cubicBezTo>
                    <a:cubicBezTo>
                      <a:pt x="3158" y="25347"/>
                      <a:pt x="3158" y="25326"/>
                      <a:pt x="3158" y="25326"/>
                    </a:cubicBezTo>
                    <a:cubicBezTo>
                      <a:pt x="11423" y="19593"/>
                      <a:pt x="18746" y="10177"/>
                      <a:pt x="20274" y="239"/>
                    </a:cubicBezTo>
                    <a:cubicBezTo>
                      <a:pt x="20274" y="155"/>
                      <a:pt x="20232" y="113"/>
                      <a:pt x="20211" y="50"/>
                    </a:cubicBezTo>
                    <a:cubicBezTo>
                      <a:pt x="20180" y="20"/>
                      <a:pt x="20139" y="0"/>
                      <a:pt x="201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" name="Google Shape;71;p3"/>
              <p:cNvSpPr/>
              <p:nvPr/>
            </p:nvSpPr>
            <p:spPr>
              <a:xfrm>
                <a:off x="20308800" y="28749150"/>
                <a:ext cx="511325" cy="822775"/>
              </a:xfrm>
              <a:custGeom>
                <a:avLst/>
                <a:gdLst/>
                <a:ahLst/>
                <a:cxnLst/>
                <a:rect l="l" t="t" r="r" b="b"/>
                <a:pathLst>
                  <a:path w="20453" h="32911" extrusionOk="0">
                    <a:moveTo>
                      <a:pt x="20227" y="1"/>
                    </a:moveTo>
                    <a:cubicBezTo>
                      <a:pt x="20190" y="1"/>
                      <a:pt x="20153" y="8"/>
                      <a:pt x="20118" y="22"/>
                    </a:cubicBezTo>
                    <a:cubicBezTo>
                      <a:pt x="20097" y="22"/>
                      <a:pt x="20097" y="63"/>
                      <a:pt x="20076" y="84"/>
                    </a:cubicBezTo>
                    <a:cubicBezTo>
                      <a:pt x="19804" y="335"/>
                      <a:pt x="19574" y="607"/>
                      <a:pt x="19302" y="900"/>
                    </a:cubicBezTo>
                    <a:cubicBezTo>
                      <a:pt x="19302" y="900"/>
                      <a:pt x="19302" y="921"/>
                      <a:pt x="19281" y="921"/>
                    </a:cubicBezTo>
                    <a:cubicBezTo>
                      <a:pt x="19051" y="1172"/>
                      <a:pt x="18841" y="1444"/>
                      <a:pt x="18632" y="1695"/>
                    </a:cubicBezTo>
                    <a:cubicBezTo>
                      <a:pt x="18569" y="1758"/>
                      <a:pt x="18528" y="1842"/>
                      <a:pt x="18465" y="1884"/>
                    </a:cubicBezTo>
                    <a:cubicBezTo>
                      <a:pt x="18318" y="2093"/>
                      <a:pt x="18130" y="2302"/>
                      <a:pt x="17984" y="2512"/>
                    </a:cubicBezTo>
                    <a:cubicBezTo>
                      <a:pt x="17921" y="2595"/>
                      <a:pt x="17837" y="2679"/>
                      <a:pt x="17795" y="2784"/>
                    </a:cubicBezTo>
                    <a:cubicBezTo>
                      <a:pt x="17628" y="2993"/>
                      <a:pt x="17502" y="3160"/>
                      <a:pt x="17356" y="3369"/>
                    </a:cubicBezTo>
                    <a:cubicBezTo>
                      <a:pt x="17293" y="3453"/>
                      <a:pt x="17209" y="3558"/>
                      <a:pt x="17168" y="3641"/>
                    </a:cubicBezTo>
                    <a:cubicBezTo>
                      <a:pt x="17000" y="3851"/>
                      <a:pt x="16875" y="4060"/>
                      <a:pt x="16749" y="4269"/>
                    </a:cubicBezTo>
                    <a:cubicBezTo>
                      <a:pt x="16686" y="4353"/>
                      <a:pt x="16644" y="4436"/>
                      <a:pt x="16561" y="4520"/>
                    </a:cubicBezTo>
                    <a:lnTo>
                      <a:pt x="16100" y="5232"/>
                    </a:lnTo>
                    <a:cubicBezTo>
                      <a:pt x="16059" y="5273"/>
                      <a:pt x="16017" y="5336"/>
                      <a:pt x="15996" y="5420"/>
                    </a:cubicBezTo>
                    <a:cubicBezTo>
                      <a:pt x="15598" y="6006"/>
                      <a:pt x="15222" y="6633"/>
                      <a:pt x="14866" y="7282"/>
                    </a:cubicBezTo>
                    <a:cubicBezTo>
                      <a:pt x="14803" y="7345"/>
                      <a:pt x="14782" y="7429"/>
                      <a:pt x="14740" y="7512"/>
                    </a:cubicBezTo>
                    <a:cubicBezTo>
                      <a:pt x="14594" y="7742"/>
                      <a:pt x="14468" y="7973"/>
                      <a:pt x="14322" y="8203"/>
                    </a:cubicBezTo>
                    <a:cubicBezTo>
                      <a:pt x="14259" y="8286"/>
                      <a:pt x="14217" y="8391"/>
                      <a:pt x="14155" y="8475"/>
                    </a:cubicBezTo>
                    <a:lnTo>
                      <a:pt x="13757" y="9186"/>
                    </a:lnTo>
                    <a:cubicBezTo>
                      <a:pt x="13715" y="9249"/>
                      <a:pt x="13652" y="9333"/>
                      <a:pt x="13631" y="9416"/>
                    </a:cubicBezTo>
                    <a:cubicBezTo>
                      <a:pt x="13485" y="9709"/>
                      <a:pt x="13318" y="9960"/>
                      <a:pt x="13171" y="10253"/>
                    </a:cubicBezTo>
                    <a:cubicBezTo>
                      <a:pt x="12962" y="10609"/>
                      <a:pt x="12753" y="10986"/>
                      <a:pt x="12564" y="11341"/>
                    </a:cubicBezTo>
                    <a:cubicBezTo>
                      <a:pt x="12502" y="11488"/>
                      <a:pt x="12439" y="11592"/>
                      <a:pt x="12376" y="11718"/>
                    </a:cubicBezTo>
                    <a:lnTo>
                      <a:pt x="12062" y="12262"/>
                    </a:lnTo>
                    <a:cubicBezTo>
                      <a:pt x="11539" y="13224"/>
                      <a:pt x="10995" y="14166"/>
                      <a:pt x="10409" y="15108"/>
                    </a:cubicBezTo>
                    <a:cubicBezTo>
                      <a:pt x="8568" y="18183"/>
                      <a:pt x="6622" y="21217"/>
                      <a:pt x="4718" y="24251"/>
                    </a:cubicBezTo>
                    <a:lnTo>
                      <a:pt x="4718" y="24272"/>
                    </a:lnTo>
                    <a:lnTo>
                      <a:pt x="4718" y="24293"/>
                    </a:lnTo>
                    <a:lnTo>
                      <a:pt x="4718" y="24314"/>
                    </a:lnTo>
                    <a:lnTo>
                      <a:pt x="4718" y="24356"/>
                    </a:lnTo>
                    <a:lnTo>
                      <a:pt x="4718" y="24377"/>
                    </a:lnTo>
                    <a:cubicBezTo>
                      <a:pt x="3693" y="26030"/>
                      <a:pt x="2668" y="27641"/>
                      <a:pt x="1684" y="29315"/>
                    </a:cubicBezTo>
                    <a:lnTo>
                      <a:pt x="1684" y="29336"/>
                    </a:lnTo>
                    <a:lnTo>
                      <a:pt x="1684" y="29377"/>
                    </a:lnTo>
                    <a:lnTo>
                      <a:pt x="1684" y="29398"/>
                    </a:lnTo>
                    <a:lnTo>
                      <a:pt x="1684" y="29419"/>
                    </a:lnTo>
                    <a:lnTo>
                      <a:pt x="1684" y="29461"/>
                    </a:lnTo>
                    <a:cubicBezTo>
                      <a:pt x="1621" y="29503"/>
                      <a:pt x="1600" y="29587"/>
                      <a:pt x="1559" y="29670"/>
                    </a:cubicBezTo>
                    <a:lnTo>
                      <a:pt x="1559" y="29691"/>
                    </a:lnTo>
                    <a:cubicBezTo>
                      <a:pt x="1140" y="30361"/>
                      <a:pt x="743" y="31072"/>
                      <a:pt x="345" y="31763"/>
                    </a:cubicBezTo>
                    <a:cubicBezTo>
                      <a:pt x="1" y="32365"/>
                      <a:pt x="520" y="32911"/>
                      <a:pt x="1088" y="32911"/>
                    </a:cubicBezTo>
                    <a:cubicBezTo>
                      <a:pt x="1210" y="32911"/>
                      <a:pt x="1335" y="32886"/>
                      <a:pt x="1454" y="32830"/>
                    </a:cubicBezTo>
                    <a:cubicBezTo>
                      <a:pt x="1517" y="32809"/>
                      <a:pt x="1600" y="32746"/>
                      <a:pt x="1684" y="32662"/>
                    </a:cubicBezTo>
                    <a:cubicBezTo>
                      <a:pt x="6476" y="28038"/>
                      <a:pt x="10388" y="22556"/>
                      <a:pt x="13757" y="16844"/>
                    </a:cubicBezTo>
                    <a:cubicBezTo>
                      <a:pt x="16247" y="12408"/>
                      <a:pt x="19051" y="7721"/>
                      <a:pt x="20097" y="2700"/>
                    </a:cubicBezTo>
                    <a:cubicBezTo>
                      <a:pt x="20097" y="2658"/>
                      <a:pt x="20118" y="2616"/>
                      <a:pt x="20118" y="2595"/>
                    </a:cubicBezTo>
                    <a:cubicBezTo>
                      <a:pt x="20160" y="2365"/>
                      <a:pt x="20222" y="2093"/>
                      <a:pt x="20243" y="1863"/>
                    </a:cubicBezTo>
                    <a:cubicBezTo>
                      <a:pt x="20243" y="1800"/>
                      <a:pt x="20264" y="1779"/>
                      <a:pt x="20264" y="1737"/>
                    </a:cubicBezTo>
                    <a:lnTo>
                      <a:pt x="20348" y="1172"/>
                    </a:lnTo>
                    <a:cubicBezTo>
                      <a:pt x="20390" y="1068"/>
                      <a:pt x="20390" y="1005"/>
                      <a:pt x="20390" y="879"/>
                    </a:cubicBezTo>
                    <a:cubicBezTo>
                      <a:pt x="20411" y="733"/>
                      <a:pt x="20411" y="607"/>
                      <a:pt x="20432" y="440"/>
                    </a:cubicBezTo>
                    <a:cubicBezTo>
                      <a:pt x="20432" y="356"/>
                      <a:pt x="20453" y="294"/>
                      <a:pt x="20453" y="210"/>
                    </a:cubicBezTo>
                    <a:lnTo>
                      <a:pt x="20453" y="126"/>
                    </a:lnTo>
                    <a:cubicBezTo>
                      <a:pt x="20453" y="105"/>
                      <a:pt x="20432" y="105"/>
                      <a:pt x="20432" y="84"/>
                    </a:cubicBezTo>
                    <a:cubicBezTo>
                      <a:pt x="20376" y="29"/>
                      <a:pt x="20301" y="1"/>
                      <a:pt x="20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20182700" y="28375125"/>
                <a:ext cx="603425" cy="350075"/>
              </a:xfrm>
              <a:custGeom>
                <a:avLst/>
                <a:gdLst/>
                <a:ahLst/>
                <a:cxnLst/>
                <a:rect l="l" t="t" r="r" b="b"/>
                <a:pathLst>
                  <a:path w="24137" h="14003" extrusionOk="0">
                    <a:moveTo>
                      <a:pt x="808" y="1"/>
                    </a:moveTo>
                    <a:cubicBezTo>
                      <a:pt x="364" y="1"/>
                      <a:pt x="1" y="496"/>
                      <a:pt x="137" y="922"/>
                    </a:cubicBezTo>
                    <a:cubicBezTo>
                      <a:pt x="179" y="1027"/>
                      <a:pt x="263" y="1131"/>
                      <a:pt x="367" y="1215"/>
                    </a:cubicBezTo>
                    <a:cubicBezTo>
                      <a:pt x="6623" y="6404"/>
                      <a:pt x="13131" y="11070"/>
                      <a:pt x="20935" y="13288"/>
                    </a:cubicBezTo>
                    <a:cubicBezTo>
                      <a:pt x="20977" y="13309"/>
                      <a:pt x="21040" y="13309"/>
                      <a:pt x="21103" y="13351"/>
                    </a:cubicBezTo>
                    <a:cubicBezTo>
                      <a:pt x="21500" y="13434"/>
                      <a:pt x="21919" y="13560"/>
                      <a:pt x="22316" y="13643"/>
                    </a:cubicBezTo>
                    <a:cubicBezTo>
                      <a:pt x="22421" y="13685"/>
                      <a:pt x="22484" y="13706"/>
                      <a:pt x="22588" y="13727"/>
                    </a:cubicBezTo>
                    <a:cubicBezTo>
                      <a:pt x="22965" y="13811"/>
                      <a:pt x="23362" y="13895"/>
                      <a:pt x="23718" y="13957"/>
                    </a:cubicBezTo>
                    <a:cubicBezTo>
                      <a:pt x="23781" y="13957"/>
                      <a:pt x="23802" y="13999"/>
                      <a:pt x="23823" y="13999"/>
                    </a:cubicBezTo>
                    <a:cubicBezTo>
                      <a:pt x="23838" y="14001"/>
                      <a:pt x="23852" y="14002"/>
                      <a:pt x="23867" y="14002"/>
                    </a:cubicBezTo>
                    <a:cubicBezTo>
                      <a:pt x="23990" y="14002"/>
                      <a:pt x="24078" y="13923"/>
                      <a:pt x="24116" y="13811"/>
                    </a:cubicBezTo>
                    <a:cubicBezTo>
                      <a:pt x="24137" y="13769"/>
                      <a:pt x="24137" y="13727"/>
                      <a:pt x="24116" y="13685"/>
                    </a:cubicBezTo>
                    <a:cubicBezTo>
                      <a:pt x="24116" y="13643"/>
                      <a:pt x="24095" y="13602"/>
                      <a:pt x="24032" y="13581"/>
                    </a:cubicBezTo>
                    <a:cubicBezTo>
                      <a:pt x="23676" y="13309"/>
                      <a:pt x="23341" y="13037"/>
                      <a:pt x="22965" y="12765"/>
                    </a:cubicBezTo>
                    <a:cubicBezTo>
                      <a:pt x="22923" y="12744"/>
                      <a:pt x="22860" y="12681"/>
                      <a:pt x="22818" y="12660"/>
                    </a:cubicBezTo>
                    <a:cubicBezTo>
                      <a:pt x="22525" y="12451"/>
                      <a:pt x="22212" y="12221"/>
                      <a:pt x="21919" y="12011"/>
                    </a:cubicBezTo>
                    <a:lnTo>
                      <a:pt x="21688" y="11844"/>
                    </a:lnTo>
                    <a:cubicBezTo>
                      <a:pt x="21333" y="11614"/>
                      <a:pt x="21019" y="11384"/>
                      <a:pt x="20684" y="11175"/>
                    </a:cubicBezTo>
                    <a:lnTo>
                      <a:pt x="20663" y="11133"/>
                    </a:lnTo>
                    <a:cubicBezTo>
                      <a:pt x="16876" y="8580"/>
                      <a:pt x="12859" y="6404"/>
                      <a:pt x="8841" y="4228"/>
                    </a:cubicBezTo>
                    <a:cubicBezTo>
                      <a:pt x="8841" y="4228"/>
                      <a:pt x="8820" y="4228"/>
                      <a:pt x="8820" y="4207"/>
                    </a:cubicBezTo>
                    <a:lnTo>
                      <a:pt x="8800" y="4207"/>
                    </a:lnTo>
                    <a:cubicBezTo>
                      <a:pt x="6226" y="2847"/>
                      <a:pt x="3673" y="1508"/>
                      <a:pt x="1121" y="85"/>
                    </a:cubicBezTo>
                    <a:cubicBezTo>
                      <a:pt x="1016" y="27"/>
                      <a:pt x="910" y="1"/>
                      <a:pt x="8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19914100" y="28430850"/>
                <a:ext cx="673250" cy="292175"/>
              </a:xfrm>
              <a:custGeom>
                <a:avLst/>
                <a:gdLst/>
                <a:ahLst/>
                <a:cxnLst/>
                <a:rect l="l" t="t" r="r" b="b"/>
                <a:pathLst>
                  <a:path w="26930" h="11687" extrusionOk="0">
                    <a:moveTo>
                      <a:pt x="1364" y="1"/>
                    </a:moveTo>
                    <a:cubicBezTo>
                      <a:pt x="1157" y="1"/>
                      <a:pt x="953" y="11"/>
                      <a:pt x="754" y="32"/>
                    </a:cubicBezTo>
                    <a:cubicBezTo>
                      <a:pt x="210" y="53"/>
                      <a:pt x="1" y="492"/>
                      <a:pt x="106" y="911"/>
                    </a:cubicBezTo>
                    <a:cubicBezTo>
                      <a:pt x="210" y="1141"/>
                      <a:pt x="357" y="1392"/>
                      <a:pt x="650" y="1476"/>
                    </a:cubicBezTo>
                    <a:cubicBezTo>
                      <a:pt x="3683" y="2522"/>
                      <a:pt x="6696" y="3610"/>
                      <a:pt x="9647" y="4782"/>
                    </a:cubicBezTo>
                    <a:lnTo>
                      <a:pt x="9626" y="4782"/>
                    </a:lnTo>
                    <a:cubicBezTo>
                      <a:pt x="11802" y="5640"/>
                      <a:pt x="13936" y="6581"/>
                      <a:pt x="16091" y="7606"/>
                    </a:cubicBezTo>
                    <a:cubicBezTo>
                      <a:pt x="16970" y="8025"/>
                      <a:pt x="17807" y="8464"/>
                      <a:pt x="18644" y="8925"/>
                    </a:cubicBezTo>
                    <a:cubicBezTo>
                      <a:pt x="21238" y="10222"/>
                      <a:pt x="23770" y="11394"/>
                      <a:pt x="26783" y="11686"/>
                    </a:cubicBezTo>
                    <a:cubicBezTo>
                      <a:pt x="26825" y="11686"/>
                      <a:pt x="26867" y="11686"/>
                      <a:pt x="26888" y="11666"/>
                    </a:cubicBezTo>
                    <a:cubicBezTo>
                      <a:pt x="26909" y="11645"/>
                      <a:pt x="26930" y="11582"/>
                      <a:pt x="26930" y="11498"/>
                    </a:cubicBezTo>
                    <a:cubicBezTo>
                      <a:pt x="26930" y="11414"/>
                      <a:pt x="26888" y="11373"/>
                      <a:pt x="26804" y="11352"/>
                    </a:cubicBezTo>
                    <a:lnTo>
                      <a:pt x="26783" y="11352"/>
                    </a:lnTo>
                    <a:cubicBezTo>
                      <a:pt x="26553" y="11268"/>
                      <a:pt x="26344" y="11184"/>
                      <a:pt x="26093" y="11080"/>
                    </a:cubicBezTo>
                    <a:cubicBezTo>
                      <a:pt x="26051" y="11059"/>
                      <a:pt x="25988" y="11038"/>
                      <a:pt x="25946" y="11038"/>
                    </a:cubicBezTo>
                    <a:cubicBezTo>
                      <a:pt x="25737" y="10954"/>
                      <a:pt x="25528" y="10850"/>
                      <a:pt x="25318" y="10745"/>
                    </a:cubicBezTo>
                    <a:cubicBezTo>
                      <a:pt x="25256" y="10724"/>
                      <a:pt x="25214" y="10682"/>
                      <a:pt x="25130" y="10661"/>
                    </a:cubicBezTo>
                    <a:cubicBezTo>
                      <a:pt x="24921" y="10557"/>
                      <a:pt x="24733" y="10452"/>
                      <a:pt x="24523" y="10347"/>
                    </a:cubicBezTo>
                    <a:lnTo>
                      <a:pt x="24377" y="10264"/>
                    </a:lnTo>
                    <a:cubicBezTo>
                      <a:pt x="24189" y="10159"/>
                      <a:pt x="24042" y="10054"/>
                      <a:pt x="23854" y="9950"/>
                    </a:cubicBezTo>
                    <a:cubicBezTo>
                      <a:pt x="23791" y="9929"/>
                      <a:pt x="23749" y="9908"/>
                      <a:pt x="23686" y="9845"/>
                    </a:cubicBezTo>
                    <a:cubicBezTo>
                      <a:pt x="23519" y="9762"/>
                      <a:pt x="23331" y="9615"/>
                      <a:pt x="23142" y="9510"/>
                    </a:cubicBezTo>
                    <a:cubicBezTo>
                      <a:pt x="23059" y="9469"/>
                      <a:pt x="23017" y="9427"/>
                      <a:pt x="22933" y="9385"/>
                    </a:cubicBezTo>
                    <a:cubicBezTo>
                      <a:pt x="22745" y="9280"/>
                      <a:pt x="22598" y="9155"/>
                      <a:pt x="22410" y="9029"/>
                    </a:cubicBezTo>
                    <a:cubicBezTo>
                      <a:pt x="22326" y="8966"/>
                      <a:pt x="22264" y="8925"/>
                      <a:pt x="22180" y="8841"/>
                    </a:cubicBezTo>
                    <a:cubicBezTo>
                      <a:pt x="22054" y="8757"/>
                      <a:pt x="21950" y="8673"/>
                      <a:pt x="21845" y="8569"/>
                    </a:cubicBezTo>
                    <a:cubicBezTo>
                      <a:pt x="21678" y="8443"/>
                      <a:pt x="21531" y="8339"/>
                      <a:pt x="21364" y="8213"/>
                    </a:cubicBezTo>
                    <a:cubicBezTo>
                      <a:pt x="21343" y="8192"/>
                      <a:pt x="21280" y="8150"/>
                      <a:pt x="21259" y="8129"/>
                    </a:cubicBezTo>
                    <a:cubicBezTo>
                      <a:pt x="18769" y="6246"/>
                      <a:pt x="16363" y="4112"/>
                      <a:pt x="13559" y="2773"/>
                    </a:cubicBezTo>
                    <a:cubicBezTo>
                      <a:pt x="10023" y="1078"/>
                      <a:pt x="6006" y="137"/>
                      <a:pt x="2051" y="32"/>
                    </a:cubicBezTo>
                    <a:lnTo>
                      <a:pt x="1989" y="32"/>
                    </a:lnTo>
                    <a:cubicBezTo>
                      <a:pt x="1779" y="11"/>
                      <a:pt x="1570" y="1"/>
                      <a:pt x="13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19600250" y="28499650"/>
                <a:ext cx="774200" cy="245875"/>
              </a:xfrm>
              <a:custGeom>
                <a:avLst/>
                <a:gdLst/>
                <a:ahLst/>
                <a:cxnLst/>
                <a:rect l="l" t="t" r="r" b="b"/>
                <a:pathLst>
                  <a:path w="30968" h="9835" extrusionOk="0">
                    <a:moveTo>
                      <a:pt x="6613" y="0"/>
                    </a:moveTo>
                    <a:cubicBezTo>
                      <a:pt x="4520" y="0"/>
                      <a:pt x="2532" y="63"/>
                      <a:pt x="733" y="251"/>
                    </a:cubicBezTo>
                    <a:cubicBezTo>
                      <a:pt x="252" y="272"/>
                      <a:pt x="1" y="753"/>
                      <a:pt x="105" y="1151"/>
                    </a:cubicBezTo>
                    <a:cubicBezTo>
                      <a:pt x="105" y="1318"/>
                      <a:pt x="252" y="1507"/>
                      <a:pt x="545" y="1590"/>
                    </a:cubicBezTo>
                    <a:cubicBezTo>
                      <a:pt x="5859" y="2678"/>
                      <a:pt x="11007" y="4080"/>
                      <a:pt x="16154" y="5712"/>
                    </a:cubicBezTo>
                    <a:cubicBezTo>
                      <a:pt x="16509" y="5817"/>
                      <a:pt x="16844" y="5963"/>
                      <a:pt x="17179" y="6068"/>
                    </a:cubicBezTo>
                    <a:lnTo>
                      <a:pt x="17158" y="6068"/>
                    </a:lnTo>
                    <a:cubicBezTo>
                      <a:pt x="18518" y="6528"/>
                      <a:pt x="19878" y="7051"/>
                      <a:pt x="21259" y="7574"/>
                    </a:cubicBezTo>
                    <a:cubicBezTo>
                      <a:pt x="21343" y="7595"/>
                      <a:pt x="21385" y="7637"/>
                      <a:pt x="21468" y="7658"/>
                    </a:cubicBezTo>
                    <a:cubicBezTo>
                      <a:pt x="21489" y="7658"/>
                      <a:pt x="21531" y="7679"/>
                      <a:pt x="21573" y="7679"/>
                    </a:cubicBezTo>
                    <a:cubicBezTo>
                      <a:pt x="24000" y="8579"/>
                      <a:pt x="26490" y="9416"/>
                      <a:pt x="29022" y="9730"/>
                    </a:cubicBezTo>
                    <a:lnTo>
                      <a:pt x="29064" y="9730"/>
                    </a:lnTo>
                    <a:cubicBezTo>
                      <a:pt x="29182" y="9747"/>
                      <a:pt x="29355" y="9777"/>
                      <a:pt x="29528" y="9777"/>
                    </a:cubicBezTo>
                    <a:cubicBezTo>
                      <a:pt x="29569" y="9777"/>
                      <a:pt x="29610" y="9775"/>
                      <a:pt x="29649" y="9771"/>
                    </a:cubicBezTo>
                    <a:cubicBezTo>
                      <a:pt x="29838" y="9792"/>
                      <a:pt x="30026" y="9792"/>
                      <a:pt x="30173" y="9834"/>
                    </a:cubicBezTo>
                    <a:lnTo>
                      <a:pt x="30319" y="9834"/>
                    </a:lnTo>
                    <a:cubicBezTo>
                      <a:pt x="30361" y="9834"/>
                      <a:pt x="30424" y="9834"/>
                      <a:pt x="30466" y="9792"/>
                    </a:cubicBezTo>
                    <a:cubicBezTo>
                      <a:pt x="30758" y="9730"/>
                      <a:pt x="30968" y="9374"/>
                      <a:pt x="30905" y="9060"/>
                    </a:cubicBezTo>
                    <a:cubicBezTo>
                      <a:pt x="30884" y="8997"/>
                      <a:pt x="30884" y="8914"/>
                      <a:pt x="30821" y="8851"/>
                    </a:cubicBezTo>
                    <a:cubicBezTo>
                      <a:pt x="30779" y="8788"/>
                      <a:pt x="30717" y="8725"/>
                      <a:pt x="30675" y="8642"/>
                    </a:cubicBezTo>
                    <a:cubicBezTo>
                      <a:pt x="30445" y="8328"/>
                      <a:pt x="30173" y="8056"/>
                      <a:pt x="29942" y="7763"/>
                    </a:cubicBezTo>
                    <a:cubicBezTo>
                      <a:pt x="29733" y="7428"/>
                      <a:pt x="29440" y="7135"/>
                      <a:pt x="29105" y="6905"/>
                    </a:cubicBezTo>
                    <a:cubicBezTo>
                      <a:pt x="23686" y="1716"/>
                      <a:pt x="14501" y="42"/>
                      <a:pt x="66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20149825" y="28752300"/>
                <a:ext cx="462625" cy="768775"/>
              </a:xfrm>
              <a:custGeom>
                <a:avLst/>
                <a:gdLst/>
                <a:ahLst/>
                <a:cxnLst/>
                <a:rect l="l" t="t" r="r" b="b"/>
                <a:pathLst>
                  <a:path w="18505" h="30751" extrusionOk="0">
                    <a:moveTo>
                      <a:pt x="13598" y="8453"/>
                    </a:moveTo>
                    <a:cubicBezTo>
                      <a:pt x="13593" y="8459"/>
                      <a:pt x="13588" y="8464"/>
                      <a:pt x="13588" y="8474"/>
                    </a:cubicBezTo>
                    <a:lnTo>
                      <a:pt x="13588" y="8474"/>
                    </a:lnTo>
                    <a:cubicBezTo>
                      <a:pt x="13591" y="8467"/>
                      <a:pt x="13595" y="8460"/>
                      <a:pt x="13598" y="8453"/>
                    </a:cubicBezTo>
                    <a:close/>
                    <a:moveTo>
                      <a:pt x="18233" y="0"/>
                    </a:moveTo>
                    <a:cubicBezTo>
                      <a:pt x="18170" y="0"/>
                      <a:pt x="18066" y="42"/>
                      <a:pt x="18003" y="84"/>
                    </a:cubicBezTo>
                    <a:cubicBezTo>
                      <a:pt x="17773" y="293"/>
                      <a:pt x="17563" y="481"/>
                      <a:pt x="17333" y="691"/>
                    </a:cubicBezTo>
                    <a:cubicBezTo>
                      <a:pt x="17255" y="769"/>
                      <a:pt x="17323" y="902"/>
                      <a:pt x="17418" y="902"/>
                    </a:cubicBezTo>
                    <a:cubicBezTo>
                      <a:pt x="17424" y="902"/>
                      <a:pt x="17431" y="901"/>
                      <a:pt x="17438" y="900"/>
                    </a:cubicBezTo>
                    <a:lnTo>
                      <a:pt x="17438" y="900"/>
                    </a:lnTo>
                    <a:cubicBezTo>
                      <a:pt x="17375" y="921"/>
                      <a:pt x="17354" y="942"/>
                      <a:pt x="17291" y="984"/>
                    </a:cubicBezTo>
                    <a:cubicBezTo>
                      <a:pt x="17291" y="984"/>
                      <a:pt x="17270" y="984"/>
                      <a:pt x="17270" y="1005"/>
                    </a:cubicBezTo>
                    <a:cubicBezTo>
                      <a:pt x="17229" y="1025"/>
                      <a:pt x="17187" y="1046"/>
                      <a:pt x="17145" y="1109"/>
                    </a:cubicBezTo>
                    <a:lnTo>
                      <a:pt x="17124" y="1130"/>
                    </a:lnTo>
                    <a:lnTo>
                      <a:pt x="16977" y="1256"/>
                    </a:lnTo>
                    <a:cubicBezTo>
                      <a:pt x="16957" y="1297"/>
                      <a:pt x="16936" y="1318"/>
                      <a:pt x="16915" y="1360"/>
                    </a:cubicBezTo>
                    <a:lnTo>
                      <a:pt x="16852" y="1423"/>
                    </a:lnTo>
                    <a:cubicBezTo>
                      <a:pt x="16203" y="2302"/>
                      <a:pt x="15471" y="4143"/>
                      <a:pt x="14927" y="5524"/>
                    </a:cubicBezTo>
                    <a:cubicBezTo>
                      <a:pt x="14760" y="5922"/>
                      <a:pt x="14613" y="6340"/>
                      <a:pt x="14446" y="6738"/>
                    </a:cubicBezTo>
                    <a:cubicBezTo>
                      <a:pt x="14446" y="6759"/>
                      <a:pt x="14425" y="6779"/>
                      <a:pt x="14425" y="6800"/>
                    </a:cubicBezTo>
                    <a:cubicBezTo>
                      <a:pt x="14425" y="6842"/>
                      <a:pt x="14404" y="6842"/>
                      <a:pt x="14404" y="6863"/>
                    </a:cubicBezTo>
                    <a:cubicBezTo>
                      <a:pt x="14341" y="6968"/>
                      <a:pt x="14320" y="7051"/>
                      <a:pt x="14299" y="7093"/>
                    </a:cubicBezTo>
                    <a:cubicBezTo>
                      <a:pt x="14236" y="7219"/>
                      <a:pt x="14153" y="7365"/>
                      <a:pt x="14111" y="7470"/>
                    </a:cubicBezTo>
                    <a:cubicBezTo>
                      <a:pt x="13930" y="7793"/>
                      <a:pt x="13787" y="8115"/>
                      <a:pt x="13608" y="8438"/>
                    </a:cubicBezTo>
                    <a:lnTo>
                      <a:pt x="13608" y="8438"/>
                    </a:lnTo>
                    <a:cubicBezTo>
                      <a:pt x="13609" y="8436"/>
                      <a:pt x="13609" y="8434"/>
                      <a:pt x="13609" y="8432"/>
                    </a:cubicBezTo>
                    <a:lnTo>
                      <a:pt x="13609" y="8432"/>
                    </a:lnTo>
                    <a:cubicBezTo>
                      <a:pt x="13605" y="8439"/>
                      <a:pt x="13602" y="8446"/>
                      <a:pt x="13598" y="8453"/>
                    </a:cubicBezTo>
                    <a:lnTo>
                      <a:pt x="13598" y="8453"/>
                    </a:lnTo>
                    <a:cubicBezTo>
                      <a:pt x="13599" y="8452"/>
                      <a:pt x="13600" y="8451"/>
                      <a:pt x="13601" y="8450"/>
                    </a:cubicBezTo>
                    <a:lnTo>
                      <a:pt x="13601" y="8450"/>
                    </a:lnTo>
                    <a:cubicBezTo>
                      <a:pt x="13597" y="8458"/>
                      <a:pt x="13592" y="8466"/>
                      <a:pt x="13588" y="8474"/>
                    </a:cubicBezTo>
                    <a:cubicBezTo>
                      <a:pt x="13588" y="8474"/>
                      <a:pt x="13588" y="8474"/>
                      <a:pt x="13588" y="8474"/>
                    </a:cubicBezTo>
                    <a:lnTo>
                      <a:pt x="13588" y="8474"/>
                    </a:lnTo>
                    <a:cubicBezTo>
                      <a:pt x="12527" y="10595"/>
                      <a:pt x="11404" y="12735"/>
                      <a:pt x="10261" y="14814"/>
                    </a:cubicBezTo>
                    <a:cubicBezTo>
                      <a:pt x="8294" y="18308"/>
                      <a:pt x="6181" y="21635"/>
                      <a:pt x="3900" y="24878"/>
                    </a:cubicBezTo>
                    <a:cubicBezTo>
                      <a:pt x="2729" y="26552"/>
                      <a:pt x="1536" y="28226"/>
                      <a:pt x="301" y="29879"/>
                    </a:cubicBezTo>
                    <a:cubicBezTo>
                      <a:pt x="1" y="30291"/>
                      <a:pt x="299" y="30750"/>
                      <a:pt x="688" y="30750"/>
                    </a:cubicBezTo>
                    <a:cubicBezTo>
                      <a:pt x="813" y="30750"/>
                      <a:pt x="948" y="30703"/>
                      <a:pt x="1076" y="30591"/>
                    </a:cubicBezTo>
                    <a:cubicBezTo>
                      <a:pt x="2540" y="29251"/>
                      <a:pt x="4047" y="27787"/>
                      <a:pt x="5532" y="26155"/>
                    </a:cubicBezTo>
                    <a:lnTo>
                      <a:pt x="5532" y="26134"/>
                    </a:lnTo>
                    <a:lnTo>
                      <a:pt x="5616" y="26050"/>
                    </a:lnTo>
                    <a:cubicBezTo>
                      <a:pt x="11726" y="19355"/>
                      <a:pt x="17375" y="10546"/>
                      <a:pt x="18379" y="1988"/>
                    </a:cubicBezTo>
                    <a:lnTo>
                      <a:pt x="18379" y="1883"/>
                    </a:lnTo>
                    <a:cubicBezTo>
                      <a:pt x="18421" y="1360"/>
                      <a:pt x="18484" y="816"/>
                      <a:pt x="18505" y="293"/>
                    </a:cubicBezTo>
                    <a:lnTo>
                      <a:pt x="18505" y="189"/>
                    </a:lnTo>
                    <a:cubicBezTo>
                      <a:pt x="18484" y="84"/>
                      <a:pt x="18379" y="0"/>
                      <a:pt x="18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19279125" y="28273675"/>
                <a:ext cx="2565725" cy="1180375"/>
              </a:xfrm>
              <a:custGeom>
                <a:avLst/>
                <a:gdLst/>
                <a:ahLst/>
                <a:cxnLst/>
                <a:rect l="l" t="t" r="r" b="b"/>
                <a:pathLst>
                  <a:path w="102629" h="47215" extrusionOk="0">
                    <a:moveTo>
                      <a:pt x="72729" y="5754"/>
                    </a:moveTo>
                    <a:lnTo>
                      <a:pt x="72729" y="5754"/>
                    </a:lnTo>
                    <a:cubicBezTo>
                      <a:pt x="73231" y="6277"/>
                      <a:pt x="73733" y="6800"/>
                      <a:pt x="74194" y="7365"/>
                    </a:cubicBezTo>
                    <a:cubicBezTo>
                      <a:pt x="74232" y="7403"/>
                      <a:pt x="74269" y="7419"/>
                      <a:pt x="74305" y="7419"/>
                    </a:cubicBezTo>
                    <a:cubicBezTo>
                      <a:pt x="74369" y="7419"/>
                      <a:pt x="74426" y="7369"/>
                      <a:pt x="74466" y="7302"/>
                    </a:cubicBezTo>
                    <a:cubicBezTo>
                      <a:pt x="76328" y="9144"/>
                      <a:pt x="77918" y="11173"/>
                      <a:pt x="79257" y="13391"/>
                    </a:cubicBezTo>
                    <a:lnTo>
                      <a:pt x="79257" y="13433"/>
                    </a:lnTo>
                    <a:cubicBezTo>
                      <a:pt x="80659" y="15777"/>
                      <a:pt x="81789" y="18371"/>
                      <a:pt x="82626" y="21196"/>
                    </a:cubicBezTo>
                    <a:cubicBezTo>
                      <a:pt x="82103" y="21070"/>
                      <a:pt x="81559" y="20966"/>
                      <a:pt x="81036" y="20819"/>
                    </a:cubicBezTo>
                    <a:lnTo>
                      <a:pt x="81036" y="20777"/>
                    </a:lnTo>
                    <a:cubicBezTo>
                      <a:pt x="80994" y="20756"/>
                      <a:pt x="80931" y="20694"/>
                      <a:pt x="80868" y="20694"/>
                    </a:cubicBezTo>
                    <a:cubicBezTo>
                      <a:pt x="80847" y="20694"/>
                      <a:pt x="80847" y="20694"/>
                      <a:pt x="80827" y="20714"/>
                    </a:cubicBezTo>
                    <a:cubicBezTo>
                      <a:pt x="80785" y="20756"/>
                      <a:pt x="80743" y="20777"/>
                      <a:pt x="80722" y="20798"/>
                    </a:cubicBezTo>
                    <a:cubicBezTo>
                      <a:pt x="79885" y="20610"/>
                      <a:pt x="79006" y="20463"/>
                      <a:pt x="78169" y="20275"/>
                    </a:cubicBezTo>
                    <a:lnTo>
                      <a:pt x="78169" y="20254"/>
                    </a:lnTo>
                    <a:cubicBezTo>
                      <a:pt x="78169" y="20254"/>
                      <a:pt x="78169" y="20233"/>
                      <a:pt x="78211" y="20233"/>
                    </a:cubicBezTo>
                    <a:cubicBezTo>
                      <a:pt x="78839" y="14416"/>
                      <a:pt x="76579" y="9834"/>
                      <a:pt x="73043" y="6152"/>
                    </a:cubicBezTo>
                    <a:lnTo>
                      <a:pt x="72729" y="5754"/>
                    </a:lnTo>
                    <a:close/>
                    <a:moveTo>
                      <a:pt x="72311" y="19857"/>
                    </a:moveTo>
                    <a:cubicBezTo>
                      <a:pt x="73985" y="20066"/>
                      <a:pt x="75637" y="20338"/>
                      <a:pt x="77311" y="20610"/>
                    </a:cubicBezTo>
                    <a:cubicBezTo>
                      <a:pt x="76935" y="21091"/>
                      <a:pt x="76579" y="21531"/>
                      <a:pt x="76223" y="22012"/>
                    </a:cubicBezTo>
                    <a:cubicBezTo>
                      <a:pt x="74884" y="23644"/>
                      <a:pt x="73524" y="25297"/>
                      <a:pt x="72164" y="26929"/>
                    </a:cubicBezTo>
                    <a:lnTo>
                      <a:pt x="72164" y="26950"/>
                    </a:lnTo>
                    <a:cubicBezTo>
                      <a:pt x="71516" y="27703"/>
                      <a:pt x="70867" y="28456"/>
                      <a:pt x="70218" y="29230"/>
                    </a:cubicBezTo>
                    <a:cubicBezTo>
                      <a:pt x="69465" y="30109"/>
                      <a:pt x="68712" y="30967"/>
                      <a:pt x="67917" y="31867"/>
                    </a:cubicBezTo>
                    <a:lnTo>
                      <a:pt x="67896" y="31888"/>
                    </a:lnTo>
                    <a:cubicBezTo>
                      <a:pt x="66640" y="33331"/>
                      <a:pt x="65364" y="34733"/>
                      <a:pt x="64067" y="36156"/>
                    </a:cubicBezTo>
                    <a:cubicBezTo>
                      <a:pt x="65615" y="34210"/>
                      <a:pt x="67080" y="32181"/>
                      <a:pt x="68335" y="30067"/>
                    </a:cubicBezTo>
                    <a:cubicBezTo>
                      <a:pt x="68440" y="29879"/>
                      <a:pt x="68586" y="29670"/>
                      <a:pt x="68691" y="29481"/>
                    </a:cubicBezTo>
                    <a:cubicBezTo>
                      <a:pt x="68754" y="29356"/>
                      <a:pt x="68816" y="29251"/>
                      <a:pt x="68900" y="29126"/>
                    </a:cubicBezTo>
                    <a:cubicBezTo>
                      <a:pt x="69047" y="28854"/>
                      <a:pt x="69172" y="28603"/>
                      <a:pt x="69319" y="28331"/>
                    </a:cubicBezTo>
                    <a:lnTo>
                      <a:pt x="69465" y="28017"/>
                    </a:lnTo>
                    <a:lnTo>
                      <a:pt x="69779" y="27389"/>
                    </a:lnTo>
                    <a:cubicBezTo>
                      <a:pt x="69821" y="27285"/>
                      <a:pt x="69883" y="27201"/>
                      <a:pt x="69904" y="27096"/>
                    </a:cubicBezTo>
                    <a:cubicBezTo>
                      <a:pt x="70051" y="26824"/>
                      <a:pt x="70176" y="26552"/>
                      <a:pt x="70302" y="26259"/>
                    </a:cubicBezTo>
                    <a:cubicBezTo>
                      <a:pt x="70344" y="26155"/>
                      <a:pt x="70386" y="26092"/>
                      <a:pt x="70428" y="25987"/>
                    </a:cubicBezTo>
                    <a:cubicBezTo>
                      <a:pt x="70574" y="25715"/>
                      <a:pt x="70679" y="25422"/>
                      <a:pt x="70783" y="25171"/>
                    </a:cubicBezTo>
                    <a:cubicBezTo>
                      <a:pt x="70804" y="25108"/>
                      <a:pt x="70804" y="25088"/>
                      <a:pt x="70825" y="25046"/>
                    </a:cubicBezTo>
                    <a:cubicBezTo>
                      <a:pt x="70930" y="24753"/>
                      <a:pt x="71055" y="24460"/>
                      <a:pt x="71160" y="24167"/>
                    </a:cubicBezTo>
                    <a:cubicBezTo>
                      <a:pt x="71202" y="24104"/>
                      <a:pt x="71223" y="24041"/>
                      <a:pt x="71244" y="23958"/>
                    </a:cubicBezTo>
                    <a:cubicBezTo>
                      <a:pt x="71348" y="23644"/>
                      <a:pt x="71453" y="23330"/>
                      <a:pt x="71557" y="23058"/>
                    </a:cubicBezTo>
                    <a:cubicBezTo>
                      <a:pt x="71557" y="22995"/>
                      <a:pt x="71578" y="22974"/>
                      <a:pt x="71578" y="22911"/>
                    </a:cubicBezTo>
                    <a:cubicBezTo>
                      <a:pt x="71683" y="22598"/>
                      <a:pt x="71767" y="22326"/>
                      <a:pt x="71850" y="22012"/>
                    </a:cubicBezTo>
                    <a:cubicBezTo>
                      <a:pt x="71850" y="21970"/>
                      <a:pt x="71871" y="21949"/>
                      <a:pt x="71871" y="21928"/>
                    </a:cubicBezTo>
                    <a:cubicBezTo>
                      <a:pt x="71955" y="21593"/>
                      <a:pt x="72039" y="21279"/>
                      <a:pt x="72101" y="20924"/>
                    </a:cubicBezTo>
                    <a:cubicBezTo>
                      <a:pt x="72101" y="20903"/>
                      <a:pt x="72143" y="20882"/>
                      <a:pt x="72143" y="20819"/>
                    </a:cubicBezTo>
                    <a:cubicBezTo>
                      <a:pt x="72206" y="20505"/>
                      <a:pt x="72269" y="20170"/>
                      <a:pt x="72311" y="19857"/>
                    </a:cubicBezTo>
                    <a:close/>
                    <a:moveTo>
                      <a:pt x="64761" y="0"/>
                    </a:moveTo>
                    <a:cubicBezTo>
                      <a:pt x="64113" y="0"/>
                      <a:pt x="63614" y="912"/>
                      <a:pt x="64213" y="1423"/>
                    </a:cubicBezTo>
                    <a:cubicBezTo>
                      <a:pt x="65238" y="2281"/>
                      <a:pt x="66180" y="3243"/>
                      <a:pt x="67059" y="4269"/>
                    </a:cubicBezTo>
                    <a:lnTo>
                      <a:pt x="67080" y="4269"/>
                    </a:lnTo>
                    <a:lnTo>
                      <a:pt x="67122" y="4289"/>
                    </a:lnTo>
                    <a:cubicBezTo>
                      <a:pt x="67122" y="4331"/>
                      <a:pt x="67143" y="4331"/>
                      <a:pt x="67143" y="4331"/>
                    </a:cubicBezTo>
                    <a:lnTo>
                      <a:pt x="67143" y="4352"/>
                    </a:lnTo>
                    <a:lnTo>
                      <a:pt x="67163" y="4373"/>
                    </a:lnTo>
                    <a:cubicBezTo>
                      <a:pt x="69904" y="7574"/>
                      <a:pt x="72143" y="11299"/>
                      <a:pt x="74382" y="14940"/>
                    </a:cubicBezTo>
                    <a:cubicBezTo>
                      <a:pt x="75031" y="16007"/>
                      <a:pt x="75700" y="17053"/>
                      <a:pt x="76349" y="18078"/>
                    </a:cubicBezTo>
                    <a:cubicBezTo>
                      <a:pt x="76433" y="18183"/>
                      <a:pt x="76474" y="18287"/>
                      <a:pt x="76558" y="18392"/>
                    </a:cubicBezTo>
                    <a:cubicBezTo>
                      <a:pt x="76746" y="18664"/>
                      <a:pt x="76893" y="18915"/>
                      <a:pt x="77081" y="19187"/>
                    </a:cubicBezTo>
                    <a:cubicBezTo>
                      <a:pt x="77102" y="19229"/>
                      <a:pt x="77165" y="19292"/>
                      <a:pt x="77186" y="19334"/>
                    </a:cubicBezTo>
                    <a:cubicBezTo>
                      <a:pt x="77374" y="19606"/>
                      <a:pt x="77542" y="19878"/>
                      <a:pt x="77730" y="20150"/>
                    </a:cubicBezTo>
                    <a:cubicBezTo>
                      <a:pt x="77709" y="20150"/>
                      <a:pt x="77688" y="20170"/>
                      <a:pt x="77625" y="20191"/>
                    </a:cubicBezTo>
                    <a:cubicBezTo>
                      <a:pt x="75575" y="19815"/>
                      <a:pt x="73524" y="19501"/>
                      <a:pt x="71453" y="19229"/>
                    </a:cubicBezTo>
                    <a:cubicBezTo>
                      <a:pt x="72039" y="13956"/>
                      <a:pt x="68963" y="9248"/>
                      <a:pt x="64862" y="5796"/>
                    </a:cubicBezTo>
                    <a:lnTo>
                      <a:pt x="64841" y="5754"/>
                    </a:lnTo>
                    <a:lnTo>
                      <a:pt x="64820" y="5754"/>
                    </a:lnTo>
                    <a:cubicBezTo>
                      <a:pt x="62016" y="3411"/>
                      <a:pt x="58710" y="1611"/>
                      <a:pt x="55739" y="565"/>
                    </a:cubicBezTo>
                    <a:cubicBezTo>
                      <a:pt x="55650" y="534"/>
                      <a:pt x="55563" y="520"/>
                      <a:pt x="55478" y="520"/>
                    </a:cubicBezTo>
                    <a:cubicBezTo>
                      <a:pt x="54985" y="520"/>
                      <a:pt x="54588" y="997"/>
                      <a:pt x="54588" y="1444"/>
                    </a:cubicBezTo>
                    <a:cubicBezTo>
                      <a:pt x="54588" y="1674"/>
                      <a:pt x="54693" y="1946"/>
                      <a:pt x="54986" y="2072"/>
                    </a:cubicBezTo>
                    <a:cubicBezTo>
                      <a:pt x="55509" y="2364"/>
                      <a:pt x="55990" y="2678"/>
                      <a:pt x="56492" y="2992"/>
                    </a:cubicBezTo>
                    <a:cubicBezTo>
                      <a:pt x="56513" y="2992"/>
                      <a:pt x="56513" y="3013"/>
                      <a:pt x="56555" y="3034"/>
                    </a:cubicBezTo>
                    <a:cubicBezTo>
                      <a:pt x="57811" y="4038"/>
                      <a:pt x="59087" y="4980"/>
                      <a:pt x="60342" y="5942"/>
                    </a:cubicBezTo>
                    <a:lnTo>
                      <a:pt x="60363" y="5942"/>
                    </a:lnTo>
                    <a:cubicBezTo>
                      <a:pt x="61849" y="7261"/>
                      <a:pt x="63272" y="8683"/>
                      <a:pt x="64611" y="10211"/>
                    </a:cubicBezTo>
                    <a:cubicBezTo>
                      <a:pt x="66619" y="12450"/>
                      <a:pt x="68021" y="15128"/>
                      <a:pt x="69758" y="17576"/>
                    </a:cubicBezTo>
                    <a:cubicBezTo>
                      <a:pt x="69779" y="17618"/>
                      <a:pt x="69800" y="17639"/>
                      <a:pt x="69800" y="17681"/>
                    </a:cubicBezTo>
                    <a:cubicBezTo>
                      <a:pt x="69883" y="17827"/>
                      <a:pt x="69988" y="17932"/>
                      <a:pt x="70072" y="18057"/>
                    </a:cubicBezTo>
                    <a:cubicBezTo>
                      <a:pt x="70114" y="18141"/>
                      <a:pt x="70176" y="18183"/>
                      <a:pt x="70218" y="18266"/>
                    </a:cubicBezTo>
                    <a:cubicBezTo>
                      <a:pt x="70302" y="18371"/>
                      <a:pt x="70344" y="18455"/>
                      <a:pt x="70428" y="18559"/>
                    </a:cubicBezTo>
                    <a:cubicBezTo>
                      <a:pt x="70511" y="18664"/>
                      <a:pt x="70595" y="18769"/>
                      <a:pt x="70700" y="18873"/>
                    </a:cubicBezTo>
                    <a:cubicBezTo>
                      <a:pt x="70741" y="18915"/>
                      <a:pt x="70804" y="18999"/>
                      <a:pt x="70846" y="19041"/>
                    </a:cubicBezTo>
                    <a:cubicBezTo>
                      <a:pt x="70909" y="19103"/>
                      <a:pt x="70930" y="19145"/>
                      <a:pt x="70992" y="19208"/>
                    </a:cubicBezTo>
                    <a:cubicBezTo>
                      <a:pt x="69570" y="19020"/>
                      <a:pt x="68147" y="18894"/>
                      <a:pt x="66745" y="18769"/>
                    </a:cubicBezTo>
                    <a:lnTo>
                      <a:pt x="66766" y="18769"/>
                    </a:lnTo>
                    <a:cubicBezTo>
                      <a:pt x="66763" y="18768"/>
                      <a:pt x="66761" y="18768"/>
                      <a:pt x="66758" y="18768"/>
                    </a:cubicBezTo>
                    <a:lnTo>
                      <a:pt x="66758" y="18768"/>
                    </a:lnTo>
                    <a:cubicBezTo>
                      <a:pt x="66814" y="18763"/>
                      <a:pt x="66854" y="18725"/>
                      <a:pt x="66912" y="18706"/>
                    </a:cubicBezTo>
                    <a:lnTo>
                      <a:pt x="66933" y="18685"/>
                    </a:lnTo>
                    <a:cubicBezTo>
                      <a:pt x="66975" y="18601"/>
                      <a:pt x="67017" y="18497"/>
                      <a:pt x="66954" y="18413"/>
                    </a:cubicBezTo>
                    <a:cubicBezTo>
                      <a:pt x="63837" y="14228"/>
                      <a:pt x="59673" y="10608"/>
                      <a:pt x="55216" y="7512"/>
                    </a:cubicBezTo>
                    <a:cubicBezTo>
                      <a:pt x="55174" y="7491"/>
                      <a:pt x="55153" y="7491"/>
                      <a:pt x="55132" y="7470"/>
                    </a:cubicBezTo>
                    <a:cubicBezTo>
                      <a:pt x="54233" y="6842"/>
                      <a:pt x="53333" y="6256"/>
                      <a:pt x="52412" y="5691"/>
                    </a:cubicBezTo>
                    <a:cubicBezTo>
                      <a:pt x="52391" y="5691"/>
                      <a:pt x="52391" y="5649"/>
                      <a:pt x="52350" y="5629"/>
                    </a:cubicBezTo>
                    <a:cubicBezTo>
                      <a:pt x="51701" y="5210"/>
                      <a:pt x="51052" y="4813"/>
                      <a:pt x="50404" y="4436"/>
                    </a:cubicBezTo>
                    <a:cubicBezTo>
                      <a:pt x="49211" y="3745"/>
                      <a:pt x="48039" y="3076"/>
                      <a:pt x="46888" y="2469"/>
                    </a:cubicBezTo>
                    <a:cubicBezTo>
                      <a:pt x="46771" y="2407"/>
                      <a:pt x="46661" y="2379"/>
                      <a:pt x="46560" y="2379"/>
                    </a:cubicBezTo>
                    <a:cubicBezTo>
                      <a:pt x="46119" y="2379"/>
                      <a:pt x="45860" y="2901"/>
                      <a:pt x="46031" y="3327"/>
                    </a:cubicBezTo>
                    <a:lnTo>
                      <a:pt x="46051" y="3348"/>
                    </a:lnTo>
                    <a:cubicBezTo>
                      <a:pt x="46072" y="3432"/>
                      <a:pt x="46114" y="3515"/>
                      <a:pt x="46177" y="3599"/>
                    </a:cubicBezTo>
                    <a:cubicBezTo>
                      <a:pt x="50445" y="8118"/>
                      <a:pt x="55551" y="12722"/>
                      <a:pt x="61137" y="16007"/>
                    </a:cubicBezTo>
                    <a:cubicBezTo>
                      <a:pt x="61179" y="16049"/>
                      <a:pt x="61200" y="16049"/>
                      <a:pt x="61221" y="16069"/>
                    </a:cubicBezTo>
                    <a:cubicBezTo>
                      <a:pt x="61514" y="16258"/>
                      <a:pt x="61807" y="16404"/>
                      <a:pt x="62121" y="16572"/>
                    </a:cubicBezTo>
                    <a:cubicBezTo>
                      <a:pt x="62184" y="16613"/>
                      <a:pt x="62267" y="16634"/>
                      <a:pt x="62351" y="16697"/>
                    </a:cubicBezTo>
                    <a:cubicBezTo>
                      <a:pt x="62644" y="16844"/>
                      <a:pt x="62916" y="17011"/>
                      <a:pt x="63230" y="17157"/>
                    </a:cubicBezTo>
                    <a:cubicBezTo>
                      <a:pt x="63376" y="17220"/>
                      <a:pt x="63481" y="17304"/>
                      <a:pt x="63606" y="17346"/>
                    </a:cubicBezTo>
                    <a:cubicBezTo>
                      <a:pt x="63816" y="17450"/>
                      <a:pt x="64004" y="17555"/>
                      <a:pt x="64213" y="17639"/>
                    </a:cubicBezTo>
                    <a:cubicBezTo>
                      <a:pt x="64360" y="17722"/>
                      <a:pt x="64548" y="17785"/>
                      <a:pt x="64715" y="17869"/>
                    </a:cubicBezTo>
                    <a:cubicBezTo>
                      <a:pt x="64946" y="17973"/>
                      <a:pt x="65155" y="18078"/>
                      <a:pt x="65385" y="18183"/>
                    </a:cubicBezTo>
                    <a:cubicBezTo>
                      <a:pt x="65531" y="18266"/>
                      <a:pt x="65699" y="18308"/>
                      <a:pt x="65866" y="18392"/>
                    </a:cubicBezTo>
                    <a:lnTo>
                      <a:pt x="66410" y="18622"/>
                    </a:lnTo>
                    <a:cubicBezTo>
                      <a:pt x="66512" y="18683"/>
                      <a:pt x="66615" y="18705"/>
                      <a:pt x="66717" y="18764"/>
                    </a:cubicBezTo>
                    <a:lnTo>
                      <a:pt x="66717" y="18764"/>
                    </a:lnTo>
                    <a:cubicBezTo>
                      <a:pt x="63282" y="18461"/>
                      <a:pt x="59832" y="18310"/>
                      <a:pt x="56381" y="18310"/>
                    </a:cubicBezTo>
                    <a:cubicBezTo>
                      <a:pt x="45847" y="18310"/>
                      <a:pt x="35302" y="19722"/>
                      <a:pt x="25149" y="22556"/>
                    </a:cubicBezTo>
                    <a:cubicBezTo>
                      <a:pt x="25756" y="22221"/>
                      <a:pt x="26341" y="21865"/>
                      <a:pt x="26906" y="21510"/>
                    </a:cubicBezTo>
                    <a:cubicBezTo>
                      <a:pt x="26927" y="21489"/>
                      <a:pt x="26969" y="21447"/>
                      <a:pt x="26969" y="21426"/>
                    </a:cubicBezTo>
                    <a:lnTo>
                      <a:pt x="26969" y="21321"/>
                    </a:lnTo>
                    <a:cubicBezTo>
                      <a:pt x="26969" y="21300"/>
                      <a:pt x="26969" y="21300"/>
                      <a:pt x="26927" y="21279"/>
                    </a:cubicBezTo>
                    <a:cubicBezTo>
                      <a:pt x="27409" y="21196"/>
                      <a:pt x="27848" y="21112"/>
                      <a:pt x="28287" y="21007"/>
                    </a:cubicBezTo>
                    <a:cubicBezTo>
                      <a:pt x="28664" y="20924"/>
                      <a:pt x="28999" y="20861"/>
                      <a:pt x="29375" y="20756"/>
                    </a:cubicBezTo>
                    <a:cubicBezTo>
                      <a:pt x="29396" y="20756"/>
                      <a:pt x="29396" y="20714"/>
                      <a:pt x="29417" y="20714"/>
                    </a:cubicBezTo>
                    <a:cubicBezTo>
                      <a:pt x="29543" y="20673"/>
                      <a:pt x="29543" y="20547"/>
                      <a:pt x="29501" y="20442"/>
                    </a:cubicBezTo>
                    <a:cubicBezTo>
                      <a:pt x="29480" y="20380"/>
                      <a:pt x="29417" y="20338"/>
                      <a:pt x="29375" y="20296"/>
                    </a:cubicBezTo>
                    <a:cubicBezTo>
                      <a:pt x="27701" y="19710"/>
                      <a:pt x="25881" y="19354"/>
                      <a:pt x="23998" y="19208"/>
                    </a:cubicBezTo>
                    <a:lnTo>
                      <a:pt x="23935" y="19208"/>
                    </a:lnTo>
                    <a:cubicBezTo>
                      <a:pt x="23580" y="19187"/>
                      <a:pt x="23224" y="19145"/>
                      <a:pt x="22889" y="19124"/>
                    </a:cubicBezTo>
                    <a:lnTo>
                      <a:pt x="22722" y="19124"/>
                    </a:lnTo>
                    <a:cubicBezTo>
                      <a:pt x="22408" y="19124"/>
                      <a:pt x="22073" y="19103"/>
                      <a:pt x="21759" y="19103"/>
                    </a:cubicBezTo>
                    <a:lnTo>
                      <a:pt x="20295" y="19103"/>
                    </a:lnTo>
                    <a:cubicBezTo>
                      <a:pt x="20002" y="19103"/>
                      <a:pt x="19751" y="19124"/>
                      <a:pt x="19458" y="19124"/>
                    </a:cubicBezTo>
                    <a:cubicBezTo>
                      <a:pt x="19332" y="19124"/>
                      <a:pt x="19186" y="19145"/>
                      <a:pt x="19060" y="19145"/>
                    </a:cubicBezTo>
                    <a:cubicBezTo>
                      <a:pt x="18830" y="19187"/>
                      <a:pt x="18558" y="19187"/>
                      <a:pt x="18328" y="19208"/>
                    </a:cubicBezTo>
                    <a:cubicBezTo>
                      <a:pt x="18181" y="19229"/>
                      <a:pt x="18014" y="19229"/>
                      <a:pt x="17867" y="19250"/>
                    </a:cubicBezTo>
                    <a:cubicBezTo>
                      <a:pt x="17658" y="19292"/>
                      <a:pt x="17407" y="19313"/>
                      <a:pt x="17198" y="19334"/>
                    </a:cubicBezTo>
                    <a:cubicBezTo>
                      <a:pt x="17030" y="19354"/>
                      <a:pt x="16842" y="19396"/>
                      <a:pt x="16654" y="19396"/>
                    </a:cubicBezTo>
                    <a:cubicBezTo>
                      <a:pt x="16466" y="19417"/>
                      <a:pt x="16256" y="19438"/>
                      <a:pt x="16089" y="19459"/>
                    </a:cubicBezTo>
                    <a:cubicBezTo>
                      <a:pt x="15880" y="19501"/>
                      <a:pt x="15670" y="19522"/>
                      <a:pt x="15482" y="19543"/>
                    </a:cubicBezTo>
                    <a:cubicBezTo>
                      <a:pt x="15294" y="19564"/>
                      <a:pt x="15147" y="19606"/>
                      <a:pt x="14959" y="19626"/>
                    </a:cubicBezTo>
                    <a:cubicBezTo>
                      <a:pt x="14750" y="19647"/>
                      <a:pt x="14520" y="19710"/>
                      <a:pt x="14310" y="19731"/>
                    </a:cubicBezTo>
                    <a:cubicBezTo>
                      <a:pt x="14143" y="19752"/>
                      <a:pt x="13955" y="19773"/>
                      <a:pt x="13808" y="19836"/>
                    </a:cubicBezTo>
                    <a:cubicBezTo>
                      <a:pt x="13599" y="19878"/>
                      <a:pt x="13390" y="19919"/>
                      <a:pt x="13181" y="19961"/>
                    </a:cubicBezTo>
                    <a:cubicBezTo>
                      <a:pt x="12971" y="20024"/>
                      <a:pt x="12741" y="20045"/>
                      <a:pt x="12532" y="20087"/>
                    </a:cubicBezTo>
                    <a:cubicBezTo>
                      <a:pt x="12364" y="20129"/>
                      <a:pt x="12218" y="20170"/>
                      <a:pt x="12051" y="20191"/>
                    </a:cubicBezTo>
                    <a:cubicBezTo>
                      <a:pt x="12030" y="20191"/>
                      <a:pt x="12009" y="20191"/>
                      <a:pt x="11967" y="20233"/>
                    </a:cubicBezTo>
                    <a:cubicBezTo>
                      <a:pt x="11611" y="20296"/>
                      <a:pt x="11276" y="20380"/>
                      <a:pt x="10900" y="20484"/>
                    </a:cubicBezTo>
                    <a:cubicBezTo>
                      <a:pt x="10889" y="20474"/>
                      <a:pt x="10863" y="20469"/>
                      <a:pt x="10829" y="20469"/>
                    </a:cubicBezTo>
                    <a:cubicBezTo>
                      <a:pt x="10795" y="20469"/>
                      <a:pt x="10753" y="20474"/>
                      <a:pt x="10712" y="20484"/>
                    </a:cubicBezTo>
                    <a:cubicBezTo>
                      <a:pt x="10544" y="20568"/>
                      <a:pt x="10293" y="20610"/>
                      <a:pt x="10126" y="20694"/>
                    </a:cubicBezTo>
                    <a:cubicBezTo>
                      <a:pt x="7092" y="21489"/>
                      <a:pt x="4204" y="22493"/>
                      <a:pt x="1756" y="23581"/>
                    </a:cubicBezTo>
                    <a:cubicBezTo>
                      <a:pt x="1401" y="23719"/>
                      <a:pt x="1381" y="24341"/>
                      <a:pt x="1801" y="24341"/>
                    </a:cubicBezTo>
                    <a:cubicBezTo>
                      <a:pt x="1826" y="24341"/>
                      <a:pt x="1853" y="24339"/>
                      <a:pt x="1882" y="24334"/>
                    </a:cubicBezTo>
                    <a:cubicBezTo>
                      <a:pt x="2279" y="24272"/>
                      <a:pt x="2656" y="24209"/>
                      <a:pt x="3053" y="24146"/>
                    </a:cubicBezTo>
                    <a:lnTo>
                      <a:pt x="3074" y="24146"/>
                    </a:lnTo>
                    <a:cubicBezTo>
                      <a:pt x="7510" y="23476"/>
                      <a:pt x="11925" y="22786"/>
                      <a:pt x="16340" y="22221"/>
                    </a:cubicBezTo>
                    <a:cubicBezTo>
                      <a:pt x="16926" y="22137"/>
                      <a:pt x="17470" y="22075"/>
                      <a:pt x="18077" y="22033"/>
                    </a:cubicBezTo>
                    <a:lnTo>
                      <a:pt x="18244" y="22033"/>
                    </a:lnTo>
                    <a:cubicBezTo>
                      <a:pt x="19960" y="21907"/>
                      <a:pt x="21696" y="21823"/>
                      <a:pt x="23412" y="21698"/>
                    </a:cubicBezTo>
                    <a:lnTo>
                      <a:pt x="23433" y="21698"/>
                    </a:lnTo>
                    <a:cubicBezTo>
                      <a:pt x="22994" y="21761"/>
                      <a:pt x="22575" y="21844"/>
                      <a:pt x="22115" y="21928"/>
                    </a:cubicBezTo>
                    <a:cubicBezTo>
                      <a:pt x="21906" y="21949"/>
                      <a:pt x="21696" y="22012"/>
                      <a:pt x="21487" y="22054"/>
                    </a:cubicBezTo>
                    <a:cubicBezTo>
                      <a:pt x="21278" y="22116"/>
                      <a:pt x="21069" y="22137"/>
                      <a:pt x="20859" y="22179"/>
                    </a:cubicBezTo>
                    <a:cubicBezTo>
                      <a:pt x="20587" y="22242"/>
                      <a:pt x="20295" y="22284"/>
                      <a:pt x="20002" y="22367"/>
                    </a:cubicBezTo>
                    <a:cubicBezTo>
                      <a:pt x="19897" y="22388"/>
                      <a:pt x="19792" y="22430"/>
                      <a:pt x="19667" y="22451"/>
                    </a:cubicBezTo>
                    <a:cubicBezTo>
                      <a:pt x="13160" y="23811"/>
                      <a:pt x="6631" y="25883"/>
                      <a:pt x="501" y="27829"/>
                    </a:cubicBezTo>
                    <a:cubicBezTo>
                      <a:pt x="292" y="27912"/>
                      <a:pt x="145" y="28080"/>
                      <a:pt x="103" y="28226"/>
                    </a:cubicBezTo>
                    <a:cubicBezTo>
                      <a:pt x="1" y="28615"/>
                      <a:pt x="199" y="29064"/>
                      <a:pt x="677" y="29064"/>
                    </a:cubicBezTo>
                    <a:cubicBezTo>
                      <a:pt x="688" y="29064"/>
                      <a:pt x="699" y="29063"/>
                      <a:pt x="710" y="29063"/>
                    </a:cubicBezTo>
                    <a:cubicBezTo>
                      <a:pt x="1714" y="29021"/>
                      <a:pt x="2761" y="28937"/>
                      <a:pt x="3807" y="28833"/>
                    </a:cubicBezTo>
                    <a:cubicBezTo>
                      <a:pt x="6631" y="28561"/>
                      <a:pt x="9498" y="28101"/>
                      <a:pt x="12281" y="27452"/>
                    </a:cubicBezTo>
                    <a:lnTo>
                      <a:pt x="12323" y="27452"/>
                    </a:lnTo>
                    <a:cubicBezTo>
                      <a:pt x="12657" y="27368"/>
                      <a:pt x="13013" y="27285"/>
                      <a:pt x="13369" y="27180"/>
                    </a:cubicBezTo>
                    <a:cubicBezTo>
                      <a:pt x="13411" y="27159"/>
                      <a:pt x="13473" y="27159"/>
                      <a:pt x="13536" y="27138"/>
                    </a:cubicBezTo>
                    <a:cubicBezTo>
                      <a:pt x="14206" y="26971"/>
                      <a:pt x="14854" y="26782"/>
                      <a:pt x="15482" y="26615"/>
                    </a:cubicBezTo>
                    <a:cubicBezTo>
                      <a:pt x="15524" y="26573"/>
                      <a:pt x="15587" y="26573"/>
                      <a:pt x="15629" y="26552"/>
                    </a:cubicBezTo>
                    <a:cubicBezTo>
                      <a:pt x="15880" y="26468"/>
                      <a:pt x="16089" y="26427"/>
                      <a:pt x="16319" y="26343"/>
                    </a:cubicBezTo>
                    <a:cubicBezTo>
                      <a:pt x="16549" y="26259"/>
                      <a:pt x="16758" y="26217"/>
                      <a:pt x="16989" y="26134"/>
                    </a:cubicBezTo>
                    <a:cubicBezTo>
                      <a:pt x="17177" y="26092"/>
                      <a:pt x="17365" y="26008"/>
                      <a:pt x="17554" y="25945"/>
                    </a:cubicBezTo>
                    <a:cubicBezTo>
                      <a:pt x="17888" y="25841"/>
                      <a:pt x="18223" y="25715"/>
                      <a:pt x="18558" y="25590"/>
                    </a:cubicBezTo>
                    <a:lnTo>
                      <a:pt x="18809" y="25506"/>
                    </a:lnTo>
                    <a:cubicBezTo>
                      <a:pt x="19248" y="25360"/>
                      <a:pt x="19688" y="25171"/>
                      <a:pt x="20127" y="24983"/>
                    </a:cubicBezTo>
                    <a:lnTo>
                      <a:pt x="20295" y="24899"/>
                    </a:lnTo>
                    <a:cubicBezTo>
                      <a:pt x="20713" y="24753"/>
                      <a:pt x="21111" y="24564"/>
                      <a:pt x="21529" y="24376"/>
                    </a:cubicBezTo>
                    <a:cubicBezTo>
                      <a:pt x="21550" y="24355"/>
                      <a:pt x="21592" y="24355"/>
                      <a:pt x="21634" y="24334"/>
                    </a:cubicBezTo>
                    <a:cubicBezTo>
                      <a:pt x="22094" y="24125"/>
                      <a:pt x="22596" y="23895"/>
                      <a:pt x="23036" y="23686"/>
                    </a:cubicBezTo>
                    <a:cubicBezTo>
                      <a:pt x="24458" y="23267"/>
                      <a:pt x="25860" y="22891"/>
                      <a:pt x="27283" y="22535"/>
                    </a:cubicBezTo>
                    <a:lnTo>
                      <a:pt x="27283" y="22535"/>
                    </a:lnTo>
                    <a:cubicBezTo>
                      <a:pt x="25839" y="23414"/>
                      <a:pt x="24458" y="24460"/>
                      <a:pt x="23119" y="25527"/>
                    </a:cubicBezTo>
                    <a:cubicBezTo>
                      <a:pt x="22115" y="26343"/>
                      <a:pt x="21131" y="27180"/>
                      <a:pt x="20127" y="28017"/>
                    </a:cubicBezTo>
                    <a:cubicBezTo>
                      <a:pt x="18558" y="29356"/>
                      <a:pt x="16968" y="30653"/>
                      <a:pt x="15294" y="31804"/>
                    </a:cubicBezTo>
                    <a:cubicBezTo>
                      <a:pt x="15001" y="31992"/>
                      <a:pt x="14750" y="32181"/>
                      <a:pt x="14457" y="32369"/>
                    </a:cubicBezTo>
                    <a:cubicBezTo>
                      <a:pt x="14373" y="32411"/>
                      <a:pt x="14310" y="32474"/>
                      <a:pt x="14206" y="32536"/>
                    </a:cubicBezTo>
                    <a:cubicBezTo>
                      <a:pt x="13934" y="32704"/>
                      <a:pt x="13683" y="32892"/>
                      <a:pt x="13411" y="33038"/>
                    </a:cubicBezTo>
                    <a:cubicBezTo>
                      <a:pt x="13285" y="33122"/>
                      <a:pt x="13118" y="33227"/>
                      <a:pt x="12992" y="33311"/>
                    </a:cubicBezTo>
                    <a:cubicBezTo>
                      <a:pt x="12364" y="33687"/>
                      <a:pt x="11737" y="34085"/>
                      <a:pt x="11109" y="34461"/>
                    </a:cubicBezTo>
                    <a:lnTo>
                      <a:pt x="11130" y="34461"/>
                    </a:lnTo>
                    <a:cubicBezTo>
                      <a:pt x="8787" y="35884"/>
                      <a:pt x="6380" y="37244"/>
                      <a:pt x="4058" y="38667"/>
                    </a:cubicBezTo>
                    <a:cubicBezTo>
                      <a:pt x="4016" y="38667"/>
                      <a:pt x="3995" y="38667"/>
                      <a:pt x="3995" y="38688"/>
                    </a:cubicBezTo>
                    <a:cubicBezTo>
                      <a:pt x="3346" y="39064"/>
                      <a:pt x="2719" y="39441"/>
                      <a:pt x="2091" y="39860"/>
                    </a:cubicBezTo>
                    <a:cubicBezTo>
                      <a:pt x="1453" y="40285"/>
                      <a:pt x="1834" y="41175"/>
                      <a:pt x="2490" y="41175"/>
                    </a:cubicBezTo>
                    <a:cubicBezTo>
                      <a:pt x="2543" y="41175"/>
                      <a:pt x="2599" y="41170"/>
                      <a:pt x="2656" y="41157"/>
                    </a:cubicBezTo>
                    <a:cubicBezTo>
                      <a:pt x="2949" y="41094"/>
                      <a:pt x="3263" y="41010"/>
                      <a:pt x="3556" y="40906"/>
                    </a:cubicBezTo>
                    <a:cubicBezTo>
                      <a:pt x="10168" y="39190"/>
                      <a:pt x="17826" y="34838"/>
                      <a:pt x="22994" y="29272"/>
                    </a:cubicBezTo>
                    <a:lnTo>
                      <a:pt x="23015" y="29251"/>
                    </a:lnTo>
                    <a:cubicBezTo>
                      <a:pt x="23224" y="29021"/>
                      <a:pt x="23454" y="28770"/>
                      <a:pt x="23663" y="28540"/>
                    </a:cubicBezTo>
                    <a:cubicBezTo>
                      <a:pt x="23768" y="28435"/>
                      <a:pt x="23852" y="28331"/>
                      <a:pt x="23956" y="28205"/>
                    </a:cubicBezTo>
                    <a:cubicBezTo>
                      <a:pt x="24040" y="28121"/>
                      <a:pt x="24103" y="28017"/>
                      <a:pt x="24165" y="27933"/>
                    </a:cubicBezTo>
                    <a:cubicBezTo>
                      <a:pt x="24312" y="27724"/>
                      <a:pt x="24479" y="27557"/>
                      <a:pt x="24626" y="27347"/>
                    </a:cubicBezTo>
                    <a:cubicBezTo>
                      <a:pt x="24688" y="27285"/>
                      <a:pt x="24709" y="27243"/>
                      <a:pt x="24772" y="27180"/>
                    </a:cubicBezTo>
                    <a:cubicBezTo>
                      <a:pt x="25128" y="26720"/>
                      <a:pt x="25463" y="26238"/>
                      <a:pt x="25777" y="25778"/>
                    </a:cubicBezTo>
                    <a:cubicBezTo>
                      <a:pt x="25777" y="25778"/>
                      <a:pt x="25777" y="25736"/>
                      <a:pt x="25818" y="25736"/>
                    </a:cubicBezTo>
                    <a:cubicBezTo>
                      <a:pt x="26488" y="24732"/>
                      <a:pt x="27095" y="23644"/>
                      <a:pt x="27555" y="22577"/>
                    </a:cubicBezTo>
                    <a:cubicBezTo>
                      <a:pt x="27597" y="22535"/>
                      <a:pt x="27555" y="22472"/>
                      <a:pt x="27534" y="22451"/>
                    </a:cubicBezTo>
                    <a:cubicBezTo>
                      <a:pt x="29020" y="22075"/>
                      <a:pt x="30526" y="21740"/>
                      <a:pt x="32012" y="21426"/>
                    </a:cubicBezTo>
                    <a:lnTo>
                      <a:pt x="32012" y="21426"/>
                    </a:lnTo>
                    <a:cubicBezTo>
                      <a:pt x="28329" y="25171"/>
                      <a:pt x="25463" y="29649"/>
                      <a:pt x="22052" y="33583"/>
                    </a:cubicBezTo>
                    <a:cubicBezTo>
                      <a:pt x="21947" y="33729"/>
                      <a:pt x="21843" y="33834"/>
                      <a:pt x="21738" y="33959"/>
                    </a:cubicBezTo>
                    <a:cubicBezTo>
                      <a:pt x="21027" y="34775"/>
                      <a:pt x="20315" y="35549"/>
                      <a:pt x="19604" y="36365"/>
                    </a:cubicBezTo>
                    <a:cubicBezTo>
                      <a:pt x="17365" y="38876"/>
                      <a:pt x="15085" y="41366"/>
                      <a:pt x="12804" y="43835"/>
                    </a:cubicBezTo>
                    <a:lnTo>
                      <a:pt x="12783" y="43835"/>
                    </a:lnTo>
                    <a:cubicBezTo>
                      <a:pt x="12323" y="44358"/>
                      <a:pt x="11841" y="44860"/>
                      <a:pt x="11381" y="45383"/>
                    </a:cubicBezTo>
                    <a:cubicBezTo>
                      <a:pt x="11130" y="45655"/>
                      <a:pt x="11297" y="46074"/>
                      <a:pt x="11590" y="46179"/>
                    </a:cubicBezTo>
                    <a:cubicBezTo>
                      <a:pt x="11631" y="46195"/>
                      <a:pt x="11678" y="46205"/>
                      <a:pt x="11727" y="46205"/>
                    </a:cubicBezTo>
                    <a:cubicBezTo>
                      <a:pt x="11805" y="46205"/>
                      <a:pt x="11890" y="46180"/>
                      <a:pt x="11967" y="46116"/>
                    </a:cubicBezTo>
                    <a:cubicBezTo>
                      <a:pt x="20211" y="40173"/>
                      <a:pt x="28873" y="31218"/>
                      <a:pt x="32137" y="21384"/>
                    </a:cubicBezTo>
                    <a:cubicBezTo>
                      <a:pt x="37138" y="20338"/>
                      <a:pt x="42243" y="19626"/>
                      <a:pt x="47391" y="19229"/>
                    </a:cubicBezTo>
                    <a:lnTo>
                      <a:pt x="47391" y="19229"/>
                    </a:lnTo>
                    <a:cubicBezTo>
                      <a:pt x="47370" y="19250"/>
                      <a:pt x="47328" y="19250"/>
                      <a:pt x="47307" y="19292"/>
                    </a:cubicBezTo>
                    <a:cubicBezTo>
                      <a:pt x="46951" y="19543"/>
                      <a:pt x="46596" y="19815"/>
                      <a:pt x="46240" y="20066"/>
                    </a:cubicBezTo>
                    <a:cubicBezTo>
                      <a:pt x="46156" y="20129"/>
                      <a:pt x="46156" y="20254"/>
                      <a:pt x="46261" y="20275"/>
                    </a:cubicBezTo>
                    <a:cubicBezTo>
                      <a:pt x="46344" y="20296"/>
                      <a:pt x="43185" y="26217"/>
                      <a:pt x="41260" y="29691"/>
                    </a:cubicBezTo>
                    <a:cubicBezTo>
                      <a:pt x="40590" y="30946"/>
                      <a:pt x="40067" y="31888"/>
                      <a:pt x="39900" y="32097"/>
                    </a:cubicBezTo>
                    <a:cubicBezTo>
                      <a:pt x="39170" y="33200"/>
                      <a:pt x="38427" y="34291"/>
                      <a:pt x="37682" y="35388"/>
                    </a:cubicBezTo>
                    <a:lnTo>
                      <a:pt x="37682" y="35388"/>
                    </a:lnTo>
                    <a:cubicBezTo>
                      <a:pt x="38801" y="33696"/>
                      <a:pt x="39806" y="31949"/>
                      <a:pt x="40632" y="30172"/>
                    </a:cubicBezTo>
                    <a:cubicBezTo>
                      <a:pt x="40779" y="29900"/>
                      <a:pt x="40883" y="29649"/>
                      <a:pt x="41009" y="29377"/>
                    </a:cubicBezTo>
                    <a:cubicBezTo>
                      <a:pt x="41030" y="29356"/>
                      <a:pt x="41030" y="29293"/>
                      <a:pt x="41051" y="29272"/>
                    </a:cubicBezTo>
                    <a:cubicBezTo>
                      <a:pt x="41155" y="29042"/>
                      <a:pt x="41260" y="28770"/>
                      <a:pt x="41365" y="28540"/>
                    </a:cubicBezTo>
                    <a:cubicBezTo>
                      <a:pt x="41406" y="28498"/>
                      <a:pt x="41427" y="28435"/>
                      <a:pt x="41427" y="28393"/>
                    </a:cubicBezTo>
                    <a:cubicBezTo>
                      <a:pt x="41532" y="28142"/>
                      <a:pt x="41616" y="27912"/>
                      <a:pt x="41720" y="27661"/>
                    </a:cubicBezTo>
                    <a:lnTo>
                      <a:pt x="41720" y="27619"/>
                    </a:lnTo>
                    <a:cubicBezTo>
                      <a:pt x="41867" y="27201"/>
                      <a:pt x="41992" y="26824"/>
                      <a:pt x="42139" y="26406"/>
                    </a:cubicBezTo>
                    <a:cubicBezTo>
                      <a:pt x="42181" y="26238"/>
                      <a:pt x="42243" y="26050"/>
                      <a:pt x="42285" y="25904"/>
                    </a:cubicBezTo>
                    <a:cubicBezTo>
                      <a:pt x="42306" y="25778"/>
                      <a:pt x="42369" y="25632"/>
                      <a:pt x="42390" y="25506"/>
                    </a:cubicBezTo>
                    <a:cubicBezTo>
                      <a:pt x="42453" y="25318"/>
                      <a:pt x="42494" y="25108"/>
                      <a:pt x="42557" y="24941"/>
                    </a:cubicBezTo>
                    <a:cubicBezTo>
                      <a:pt x="42578" y="24795"/>
                      <a:pt x="42599" y="24690"/>
                      <a:pt x="42620" y="24564"/>
                    </a:cubicBezTo>
                    <a:cubicBezTo>
                      <a:pt x="42683" y="24355"/>
                      <a:pt x="42725" y="24146"/>
                      <a:pt x="42766" y="23958"/>
                    </a:cubicBezTo>
                    <a:cubicBezTo>
                      <a:pt x="42787" y="23853"/>
                      <a:pt x="42808" y="23748"/>
                      <a:pt x="42808" y="23644"/>
                    </a:cubicBezTo>
                    <a:cubicBezTo>
                      <a:pt x="42871" y="23435"/>
                      <a:pt x="42892" y="23204"/>
                      <a:pt x="42913" y="22995"/>
                    </a:cubicBezTo>
                    <a:cubicBezTo>
                      <a:pt x="42934" y="22891"/>
                      <a:pt x="42934" y="22807"/>
                      <a:pt x="42976" y="22702"/>
                    </a:cubicBezTo>
                    <a:cubicBezTo>
                      <a:pt x="42997" y="22451"/>
                      <a:pt x="43038" y="22179"/>
                      <a:pt x="43080" y="21949"/>
                    </a:cubicBezTo>
                    <a:cubicBezTo>
                      <a:pt x="43080" y="21907"/>
                      <a:pt x="43101" y="21844"/>
                      <a:pt x="43101" y="21761"/>
                    </a:cubicBezTo>
                    <a:cubicBezTo>
                      <a:pt x="43122" y="21447"/>
                      <a:pt x="43143" y="21112"/>
                      <a:pt x="43185" y="20798"/>
                    </a:cubicBezTo>
                    <a:cubicBezTo>
                      <a:pt x="43185" y="20652"/>
                      <a:pt x="43080" y="20547"/>
                      <a:pt x="42934" y="20484"/>
                    </a:cubicBezTo>
                    <a:cubicBezTo>
                      <a:pt x="42894" y="20471"/>
                      <a:pt x="42852" y="20464"/>
                      <a:pt x="42810" y="20464"/>
                    </a:cubicBezTo>
                    <a:cubicBezTo>
                      <a:pt x="42720" y="20464"/>
                      <a:pt x="42629" y="20497"/>
                      <a:pt x="42557" y="20568"/>
                    </a:cubicBezTo>
                    <a:cubicBezTo>
                      <a:pt x="42474" y="20673"/>
                      <a:pt x="42390" y="20756"/>
                      <a:pt x="42306" y="20861"/>
                    </a:cubicBezTo>
                    <a:cubicBezTo>
                      <a:pt x="42097" y="21091"/>
                      <a:pt x="41930" y="21300"/>
                      <a:pt x="41720" y="21531"/>
                    </a:cubicBezTo>
                    <a:cubicBezTo>
                      <a:pt x="41658" y="21593"/>
                      <a:pt x="41720" y="21656"/>
                      <a:pt x="41783" y="21656"/>
                    </a:cubicBezTo>
                    <a:cubicBezTo>
                      <a:pt x="41344" y="21865"/>
                      <a:pt x="40883" y="22242"/>
                      <a:pt x="40423" y="22744"/>
                    </a:cubicBezTo>
                    <a:cubicBezTo>
                      <a:pt x="38205" y="25192"/>
                      <a:pt x="36134" y="30632"/>
                      <a:pt x="34836" y="32787"/>
                    </a:cubicBezTo>
                    <a:cubicBezTo>
                      <a:pt x="33581" y="34817"/>
                      <a:pt x="32305" y="36826"/>
                      <a:pt x="31007" y="38813"/>
                    </a:cubicBezTo>
                    <a:cubicBezTo>
                      <a:pt x="31070" y="38772"/>
                      <a:pt x="31091" y="38709"/>
                      <a:pt x="31154" y="38667"/>
                    </a:cubicBezTo>
                    <a:lnTo>
                      <a:pt x="31154" y="38667"/>
                    </a:lnTo>
                    <a:cubicBezTo>
                      <a:pt x="30422" y="39818"/>
                      <a:pt x="29647" y="40969"/>
                      <a:pt x="28894" y="42119"/>
                    </a:cubicBezTo>
                    <a:lnTo>
                      <a:pt x="28873" y="42119"/>
                    </a:lnTo>
                    <a:cubicBezTo>
                      <a:pt x="28162" y="43186"/>
                      <a:pt x="27450" y="44254"/>
                      <a:pt x="26718" y="45342"/>
                    </a:cubicBezTo>
                    <a:lnTo>
                      <a:pt x="26697" y="45342"/>
                    </a:lnTo>
                    <a:cubicBezTo>
                      <a:pt x="26509" y="45614"/>
                      <a:pt x="26341" y="45886"/>
                      <a:pt x="26153" y="46137"/>
                    </a:cubicBezTo>
                    <a:cubicBezTo>
                      <a:pt x="26153" y="46179"/>
                      <a:pt x="26132" y="46179"/>
                      <a:pt x="26132" y="46199"/>
                    </a:cubicBezTo>
                    <a:lnTo>
                      <a:pt x="26090" y="46199"/>
                    </a:lnTo>
                    <a:cubicBezTo>
                      <a:pt x="25944" y="46492"/>
                      <a:pt x="26028" y="46764"/>
                      <a:pt x="26195" y="46953"/>
                    </a:cubicBezTo>
                    <a:cubicBezTo>
                      <a:pt x="26237" y="46953"/>
                      <a:pt x="26237" y="46974"/>
                      <a:pt x="26258" y="47015"/>
                    </a:cubicBezTo>
                    <a:cubicBezTo>
                      <a:pt x="26362" y="47120"/>
                      <a:pt x="26488" y="47162"/>
                      <a:pt x="26655" y="47183"/>
                    </a:cubicBezTo>
                    <a:cubicBezTo>
                      <a:pt x="26736" y="47203"/>
                      <a:pt x="26820" y="47215"/>
                      <a:pt x="26902" y="47215"/>
                    </a:cubicBezTo>
                    <a:cubicBezTo>
                      <a:pt x="27075" y="47215"/>
                      <a:pt x="27246" y="47164"/>
                      <a:pt x="27388" y="47036"/>
                    </a:cubicBezTo>
                    <a:cubicBezTo>
                      <a:pt x="30422" y="44358"/>
                      <a:pt x="33665" y="40969"/>
                      <a:pt x="36427" y="37181"/>
                    </a:cubicBezTo>
                    <a:lnTo>
                      <a:pt x="36427" y="37181"/>
                    </a:lnTo>
                    <a:cubicBezTo>
                      <a:pt x="35046" y="39127"/>
                      <a:pt x="33602" y="41073"/>
                      <a:pt x="32137" y="42998"/>
                    </a:cubicBezTo>
                    <a:lnTo>
                      <a:pt x="32137" y="43040"/>
                    </a:lnTo>
                    <a:cubicBezTo>
                      <a:pt x="31635" y="43689"/>
                      <a:pt x="31154" y="44316"/>
                      <a:pt x="30652" y="44965"/>
                    </a:cubicBezTo>
                    <a:cubicBezTo>
                      <a:pt x="30463" y="45195"/>
                      <a:pt x="30484" y="45509"/>
                      <a:pt x="30631" y="45760"/>
                    </a:cubicBezTo>
                    <a:cubicBezTo>
                      <a:pt x="30673" y="45823"/>
                      <a:pt x="30735" y="45886"/>
                      <a:pt x="30798" y="45927"/>
                    </a:cubicBezTo>
                    <a:cubicBezTo>
                      <a:pt x="30895" y="46003"/>
                      <a:pt x="31004" y="46045"/>
                      <a:pt x="31121" y="46045"/>
                    </a:cubicBezTo>
                    <a:cubicBezTo>
                      <a:pt x="31230" y="46045"/>
                      <a:pt x="31346" y="46008"/>
                      <a:pt x="31468" y="45927"/>
                    </a:cubicBezTo>
                    <a:cubicBezTo>
                      <a:pt x="32535" y="45153"/>
                      <a:pt x="33581" y="44337"/>
                      <a:pt x="34606" y="43458"/>
                    </a:cubicBezTo>
                    <a:lnTo>
                      <a:pt x="34606" y="43417"/>
                    </a:lnTo>
                    <a:cubicBezTo>
                      <a:pt x="34920" y="43166"/>
                      <a:pt x="35234" y="42873"/>
                      <a:pt x="35506" y="42622"/>
                    </a:cubicBezTo>
                    <a:cubicBezTo>
                      <a:pt x="35506" y="42622"/>
                      <a:pt x="35506" y="42580"/>
                      <a:pt x="35548" y="42580"/>
                    </a:cubicBezTo>
                    <a:cubicBezTo>
                      <a:pt x="36908" y="41324"/>
                      <a:pt x="38184" y="40006"/>
                      <a:pt x="39377" y="38604"/>
                    </a:cubicBezTo>
                    <a:cubicBezTo>
                      <a:pt x="41762" y="35779"/>
                      <a:pt x="43813" y="32683"/>
                      <a:pt x="45382" y="29356"/>
                    </a:cubicBezTo>
                    <a:cubicBezTo>
                      <a:pt x="45424" y="29251"/>
                      <a:pt x="45487" y="29147"/>
                      <a:pt x="45507" y="29063"/>
                    </a:cubicBezTo>
                    <a:cubicBezTo>
                      <a:pt x="45612" y="28833"/>
                      <a:pt x="45717" y="28624"/>
                      <a:pt x="45821" y="28393"/>
                    </a:cubicBezTo>
                    <a:cubicBezTo>
                      <a:pt x="45863" y="28247"/>
                      <a:pt x="45926" y="28121"/>
                      <a:pt x="46010" y="27975"/>
                    </a:cubicBezTo>
                    <a:cubicBezTo>
                      <a:pt x="46072" y="27766"/>
                      <a:pt x="46177" y="27557"/>
                      <a:pt x="46261" y="27305"/>
                    </a:cubicBezTo>
                    <a:cubicBezTo>
                      <a:pt x="46324" y="27159"/>
                      <a:pt x="46386" y="26992"/>
                      <a:pt x="46449" y="26845"/>
                    </a:cubicBezTo>
                    <a:lnTo>
                      <a:pt x="46679" y="26217"/>
                    </a:lnTo>
                    <a:lnTo>
                      <a:pt x="46993" y="25360"/>
                    </a:lnTo>
                    <a:lnTo>
                      <a:pt x="47223" y="24648"/>
                    </a:lnTo>
                    <a:cubicBezTo>
                      <a:pt x="47286" y="24460"/>
                      <a:pt x="47328" y="24272"/>
                      <a:pt x="47412" y="24104"/>
                    </a:cubicBezTo>
                    <a:cubicBezTo>
                      <a:pt x="47474" y="23895"/>
                      <a:pt x="47516" y="23707"/>
                      <a:pt x="47579" y="23497"/>
                    </a:cubicBezTo>
                    <a:lnTo>
                      <a:pt x="47725" y="22953"/>
                    </a:lnTo>
                    <a:cubicBezTo>
                      <a:pt x="47788" y="22744"/>
                      <a:pt x="47830" y="22556"/>
                      <a:pt x="47893" y="22347"/>
                    </a:cubicBezTo>
                    <a:cubicBezTo>
                      <a:pt x="47935" y="22158"/>
                      <a:pt x="47956" y="21970"/>
                      <a:pt x="48018" y="21823"/>
                    </a:cubicBezTo>
                    <a:cubicBezTo>
                      <a:pt x="48060" y="21614"/>
                      <a:pt x="48123" y="21405"/>
                      <a:pt x="48144" y="21196"/>
                    </a:cubicBezTo>
                    <a:cubicBezTo>
                      <a:pt x="48165" y="21028"/>
                      <a:pt x="48207" y="20861"/>
                      <a:pt x="48248" y="20694"/>
                    </a:cubicBezTo>
                    <a:cubicBezTo>
                      <a:pt x="48269" y="20484"/>
                      <a:pt x="48332" y="20296"/>
                      <a:pt x="48353" y="20087"/>
                    </a:cubicBezTo>
                    <a:cubicBezTo>
                      <a:pt x="48416" y="19752"/>
                      <a:pt x="48207" y="19417"/>
                      <a:pt x="47893" y="19292"/>
                    </a:cubicBezTo>
                    <a:cubicBezTo>
                      <a:pt x="50720" y="19079"/>
                      <a:pt x="53566" y="18973"/>
                      <a:pt x="56425" y="18973"/>
                    </a:cubicBezTo>
                    <a:cubicBezTo>
                      <a:pt x="59744" y="18973"/>
                      <a:pt x="63082" y="19115"/>
                      <a:pt x="66431" y="19396"/>
                    </a:cubicBezTo>
                    <a:cubicBezTo>
                      <a:pt x="66159" y="19647"/>
                      <a:pt x="65908" y="19940"/>
                      <a:pt x="65678" y="20233"/>
                    </a:cubicBezTo>
                    <a:cubicBezTo>
                      <a:pt x="65615" y="20275"/>
                      <a:pt x="65594" y="20338"/>
                      <a:pt x="65531" y="20380"/>
                    </a:cubicBezTo>
                    <a:cubicBezTo>
                      <a:pt x="65406" y="20547"/>
                      <a:pt x="65301" y="20694"/>
                      <a:pt x="65176" y="20861"/>
                    </a:cubicBezTo>
                    <a:cubicBezTo>
                      <a:pt x="65113" y="20924"/>
                      <a:pt x="65071" y="20986"/>
                      <a:pt x="65008" y="21070"/>
                    </a:cubicBezTo>
                    <a:cubicBezTo>
                      <a:pt x="64904" y="21217"/>
                      <a:pt x="64778" y="21384"/>
                      <a:pt x="64674" y="21531"/>
                    </a:cubicBezTo>
                    <a:lnTo>
                      <a:pt x="64527" y="21761"/>
                    </a:lnTo>
                    <a:lnTo>
                      <a:pt x="64213" y="22242"/>
                    </a:lnTo>
                    <a:cubicBezTo>
                      <a:pt x="64150" y="22326"/>
                      <a:pt x="64109" y="22388"/>
                      <a:pt x="64046" y="22493"/>
                    </a:cubicBezTo>
                    <a:cubicBezTo>
                      <a:pt x="63941" y="22660"/>
                      <a:pt x="63837" y="22807"/>
                      <a:pt x="63753" y="22995"/>
                    </a:cubicBezTo>
                    <a:cubicBezTo>
                      <a:pt x="63711" y="23079"/>
                      <a:pt x="63648" y="23183"/>
                      <a:pt x="63606" y="23267"/>
                    </a:cubicBezTo>
                    <a:cubicBezTo>
                      <a:pt x="63502" y="23414"/>
                      <a:pt x="63418" y="23581"/>
                      <a:pt x="63313" y="23748"/>
                    </a:cubicBezTo>
                    <a:cubicBezTo>
                      <a:pt x="63272" y="23853"/>
                      <a:pt x="63209" y="23937"/>
                      <a:pt x="63167" y="24041"/>
                    </a:cubicBezTo>
                    <a:cubicBezTo>
                      <a:pt x="63021" y="24272"/>
                      <a:pt x="62895" y="24523"/>
                      <a:pt x="62790" y="24753"/>
                    </a:cubicBezTo>
                    <a:cubicBezTo>
                      <a:pt x="62686" y="24941"/>
                      <a:pt x="62602" y="25108"/>
                      <a:pt x="62497" y="25297"/>
                    </a:cubicBezTo>
                    <a:cubicBezTo>
                      <a:pt x="62456" y="25380"/>
                      <a:pt x="62435" y="25485"/>
                      <a:pt x="62372" y="25569"/>
                    </a:cubicBezTo>
                    <a:cubicBezTo>
                      <a:pt x="62267" y="25778"/>
                      <a:pt x="62184" y="25945"/>
                      <a:pt x="62079" y="26155"/>
                    </a:cubicBezTo>
                    <a:lnTo>
                      <a:pt x="62016" y="26322"/>
                    </a:lnTo>
                    <a:cubicBezTo>
                      <a:pt x="61430" y="27494"/>
                      <a:pt x="60886" y="28665"/>
                      <a:pt x="60342" y="29795"/>
                    </a:cubicBezTo>
                    <a:cubicBezTo>
                      <a:pt x="60342" y="29816"/>
                      <a:pt x="60300" y="29858"/>
                      <a:pt x="60300" y="29858"/>
                    </a:cubicBezTo>
                    <a:cubicBezTo>
                      <a:pt x="60196" y="30088"/>
                      <a:pt x="60070" y="30298"/>
                      <a:pt x="59966" y="30528"/>
                    </a:cubicBezTo>
                    <a:cubicBezTo>
                      <a:pt x="59715" y="31051"/>
                      <a:pt x="59443" y="31553"/>
                      <a:pt x="59150" y="32013"/>
                    </a:cubicBezTo>
                    <a:cubicBezTo>
                      <a:pt x="57371" y="35110"/>
                      <a:pt x="55446" y="38123"/>
                      <a:pt x="53458" y="41094"/>
                    </a:cubicBezTo>
                    <a:cubicBezTo>
                      <a:pt x="53458" y="41115"/>
                      <a:pt x="53438" y="41115"/>
                      <a:pt x="53396" y="41157"/>
                    </a:cubicBezTo>
                    <a:lnTo>
                      <a:pt x="50257" y="45865"/>
                    </a:lnTo>
                    <a:cubicBezTo>
                      <a:pt x="50071" y="46144"/>
                      <a:pt x="50357" y="46412"/>
                      <a:pt x="50645" y="46412"/>
                    </a:cubicBezTo>
                    <a:cubicBezTo>
                      <a:pt x="50745" y="46412"/>
                      <a:pt x="50846" y="46380"/>
                      <a:pt x="50927" y="46304"/>
                    </a:cubicBezTo>
                    <a:cubicBezTo>
                      <a:pt x="53479" y="43898"/>
                      <a:pt x="55781" y="41261"/>
                      <a:pt x="57852" y="38437"/>
                    </a:cubicBezTo>
                    <a:lnTo>
                      <a:pt x="57852" y="38395"/>
                    </a:lnTo>
                    <a:cubicBezTo>
                      <a:pt x="59087" y="36721"/>
                      <a:pt x="60259" y="34984"/>
                      <a:pt x="61326" y="33143"/>
                    </a:cubicBezTo>
                    <a:cubicBezTo>
                      <a:pt x="62916" y="30444"/>
                      <a:pt x="64966" y="27243"/>
                      <a:pt x="66034" y="23937"/>
                    </a:cubicBezTo>
                    <a:lnTo>
                      <a:pt x="66034" y="23916"/>
                    </a:lnTo>
                    <a:cubicBezTo>
                      <a:pt x="66117" y="23707"/>
                      <a:pt x="66159" y="23497"/>
                      <a:pt x="66222" y="23288"/>
                    </a:cubicBezTo>
                    <a:cubicBezTo>
                      <a:pt x="66222" y="23225"/>
                      <a:pt x="66243" y="23204"/>
                      <a:pt x="66243" y="23163"/>
                    </a:cubicBezTo>
                    <a:cubicBezTo>
                      <a:pt x="66306" y="22995"/>
                      <a:pt x="66326" y="22849"/>
                      <a:pt x="66368" y="22702"/>
                    </a:cubicBezTo>
                    <a:cubicBezTo>
                      <a:pt x="66410" y="22639"/>
                      <a:pt x="66410" y="22577"/>
                      <a:pt x="66431" y="22493"/>
                    </a:cubicBezTo>
                    <a:cubicBezTo>
                      <a:pt x="66452" y="22347"/>
                      <a:pt x="66515" y="22179"/>
                      <a:pt x="66536" y="22054"/>
                    </a:cubicBezTo>
                    <a:cubicBezTo>
                      <a:pt x="66557" y="21928"/>
                      <a:pt x="66578" y="21823"/>
                      <a:pt x="66619" y="21698"/>
                    </a:cubicBezTo>
                    <a:cubicBezTo>
                      <a:pt x="66640" y="21614"/>
                      <a:pt x="66640" y="21531"/>
                      <a:pt x="66661" y="21447"/>
                    </a:cubicBezTo>
                    <a:cubicBezTo>
                      <a:pt x="66682" y="21321"/>
                      <a:pt x="66682" y="21217"/>
                      <a:pt x="66724" y="21091"/>
                    </a:cubicBezTo>
                    <a:lnTo>
                      <a:pt x="66724" y="20986"/>
                    </a:lnTo>
                    <a:cubicBezTo>
                      <a:pt x="66745" y="20714"/>
                      <a:pt x="66766" y="20442"/>
                      <a:pt x="66787" y="20170"/>
                    </a:cubicBezTo>
                    <a:cubicBezTo>
                      <a:pt x="66787" y="19940"/>
                      <a:pt x="66829" y="19668"/>
                      <a:pt x="66787" y="19438"/>
                    </a:cubicBezTo>
                    <a:lnTo>
                      <a:pt x="66787" y="19438"/>
                    </a:lnTo>
                    <a:cubicBezTo>
                      <a:pt x="68565" y="19606"/>
                      <a:pt x="70344" y="19773"/>
                      <a:pt x="72122" y="20024"/>
                    </a:cubicBezTo>
                    <a:cubicBezTo>
                      <a:pt x="72018" y="20129"/>
                      <a:pt x="71955" y="20233"/>
                      <a:pt x="71850" y="20338"/>
                    </a:cubicBezTo>
                    <a:cubicBezTo>
                      <a:pt x="71788" y="20380"/>
                      <a:pt x="71767" y="20442"/>
                      <a:pt x="71704" y="20484"/>
                    </a:cubicBezTo>
                    <a:lnTo>
                      <a:pt x="71390" y="20882"/>
                    </a:lnTo>
                    <a:cubicBezTo>
                      <a:pt x="71348" y="20924"/>
                      <a:pt x="71285" y="21007"/>
                      <a:pt x="71244" y="21070"/>
                    </a:cubicBezTo>
                    <a:cubicBezTo>
                      <a:pt x="71139" y="21196"/>
                      <a:pt x="71034" y="21342"/>
                      <a:pt x="70909" y="21489"/>
                    </a:cubicBezTo>
                    <a:cubicBezTo>
                      <a:pt x="70867" y="21531"/>
                      <a:pt x="70825" y="21593"/>
                      <a:pt x="70804" y="21635"/>
                    </a:cubicBezTo>
                    <a:cubicBezTo>
                      <a:pt x="70658" y="21803"/>
                      <a:pt x="70553" y="21949"/>
                      <a:pt x="70428" y="22116"/>
                    </a:cubicBezTo>
                    <a:cubicBezTo>
                      <a:pt x="70407" y="22137"/>
                      <a:pt x="70407" y="22158"/>
                      <a:pt x="70386" y="22179"/>
                    </a:cubicBezTo>
                    <a:cubicBezTo>
                      <a:pt x="69821" y="22953"/>
                      <a:pt x="69298" y="23748"/>
                      <a:pt x="68775" y="24564"/>
                    </a:cubicBezTo>
                    <a:cubicBezTo>
                      <a:pt x="68356" y="25171"/>
                      <a:pt x="68000" y="25799"/>
                      <a:pt x="67666" y="26448"/>
                    </a:cubicBezTo>
                    <a:cubicBezTo>
                      <a:pt x="66850" y="27829"/>
                      <a:pt x="66034" y="29230"/>
                      <a:pt x="65176" y="30528"/>
                    </a:cubicBezTo>
                    <a:cubicBezTo>
                      <a:pt x="62393" y="34796"/>
                      <a:pt x="59443" y="38918"/>
                      <a:pt x="56492" y="43061"/>
                    </a:cubicBezTo>
                    <a:cubicBezTo>
                      <a:pt x="56492" y="43061"/>
                      <a:pt x="56492" y="43082"/>
                      <a:pt x="56471" y="43082"/>
                    </a:cubicBezTo>
                    <a:lnTo>
                      <a:pt x="56074" y="43626"/>
                    </a:lnTo>
                    <a:cubicBezTo>
                      <a:pt x="55822" y="43988"/>
                      <a:pt x="56079" y="44373"/>
                      <a:pt x="56400" y="44373"/>
                    </a:cubicBezTo>
                    <a:cubicBezTo>
                      <a:pt x="56506" y="44373"/>
                      <a:pt x="56619" y="44331"/>
                      <a:pt x="56723" y="44233"/>
                    </a:cubicBezTo>
                    <a:cubicBezTo>
                      <a:pt x="58668" y="42412"/>
                      <a:pt x="60719" y="40257"/>
                      <a:pt x="62707" y="37956"/>
                    </a:cubicBezTo>
                    <a:cubicBezTo>
                      <a:pt x="62707" y="37935"/>
                      <a:pt x="62749" y="37935"/>
                      <a:pt x="62749" y="37935"/>
                    </a:cubicBezTo>
                    <a:cubicBezTo>
                      <a:pt x="62790" y="37872"/>
                      <a:pt x="62853" y="37830"/>
                      <a:pt x="62895" y="37746"/>
                    </a:cubicBezTo>
                    <a:cubicBezTo>
                      <a:pt x="62895" y="37949"/>
                      <a:pt x="63058" y="38129"/>
                      <a:pt x="63236" y="38129"/>
                    </a:cubicBezTo>
                    <a:cubicBezTo>
                      <a:pt x="63297" y="38129"/>
                      <a:pt x="63360" y="38108"/>
                      <a:pt x="63418" y="38060"/>
                    </a:cubicBezTo>
                    <a:lnTo>
                      <a:pt x="63816" y="37746"/>
                    </a:lnTo>
                    <a:lnTo>
                      <a:pt x="63816" y="37725"/>
                    </a:lnTo>
                    <a:cubicBezTo>
                      <a:pt x="64318" y="37328"/>
                      <a:pt x="64799" y="36909"/>
                      <a:pt x="65301" y="36491"/>
                    </a:cubicBezTo>
                    <a:cubicBezTo>
                      <a:pt x="65406" y="36386"/>
                      <a:pt x="65531" y="36282"/>
                      <a:pt x="65636" y="36198"/>
                    </a:cubicBezTo>
                    <a:lnTo>
                      <a:pt x="65636" y="36198"/>
                    </a:lnTo>
                    <a:cubicBezTo>
                      <a:pt x="65636" y="36240"/>
                      <a:pt x="65615" y="36240"/>
                      <a:pt x="65615" y="36261"/>
                    </a:cubicBezTo>
                    <a:cubicBezTo>
                      <a:pt x="66452" y="35528"/>
                      <a:pt x="67289" y="34733"/>
                      <a:pt x="68084" y="33959"/>
                    </a:cubicBezTo>
                    <a:lnTo>
                      <a:pt x="68126" y="33896"/>
                    </a:lnTo>
                    <a:lnTo>
                      <a:pt x="68879" y="33143"/>
                    </a:lnTo>
                    <a:cubicBezTo>
                      <a:pt x="68942" y="33101"/>
                      <a:pt x="68984" y="33038"/>
                      <a:pt x="69047" y="32955"/>
                    </a:cubicBezTo>
                    <a:cubicBezTo>
                      <a:pt x="69256" y="32725"/>
                      <a:pt x="69465" y="32515"/>
                      <a:pt x="69674" y="32285"/>
                    </a:cubicBezTo>
                    <a:cubicBezTo>
                      <a:pt x="69758" y="32202"/>
                      <a:pt x="69821" y="32097"/>
                      <a:pt x="69925" y="32013"/>
                    </a:cubicBezTo>
                    <a:cubicBezTo>
                      <a:pt x="70114" y="31804"/>
                      <a:pt x="70302" y="31637"/>
                      <a:pt x="70448" y="31427"/>
                    </a:cubicBezTo>
                    <a:cubicBezTo>
                      <a:pt x="70553" y="31281"/>
                      <a:pt x="70658" y="31176"/>
                      <a:pt x="70762" y="31051"/>
                    </a:cubicBezTo>
                    <a:cubicBezTo>
                      <a:pt x="70930" y="30862"/>
                      <a:pt x="71055" y="30716"/>
                      <a:pt x="71223" y="30528"/>
                    </a:cubicBezTo>
                    <a:cubicBezTo>
                      <a:pt x="71348" y="30381"/>
                      <a:pt x="71474" y="30235"/>
                      <a:pt x="71578" y="30088"/>
                    </a:cubicBezTo>
                    <a:cubicBezTo>
                      <a:pt x="71704" y="29921"/>
                      <a:pt x="71850" y="29774"/>
                      <a:pt x="71955" y="29607"/>
                    </a:cubicBezTo>
                    <a:cubicBezTo>
                      <a:pt x="72080" y="29440"/>
                      <a:pt x="72227" y="29272"/>
                      <a:pt x="72373" y="29084"/>
                    </a:cubicBezTo>
                    <a:cubicBezTo>
                      <a:pt x="72478" y="28958"/>
                      <a:pt x="72583" y="28812"/>
                      <a:pt x="72687" y="28665"/>
                    </a:cubicBezTo>
                    <a:cubicBezTo>
                      <a:pt x="72834" y="28498"/>
                      <a:pt x="73001" y="28289"/>
                      <a:pt x="73127" y="28101"/>
                    </a:cubicBezTo>
                    <a:cubicBezTo>
                      <a:pt x="73231" y="27975"/>
                      <a:pt x="73315" y="27829"/>
                      <a:pt x="73420" y="27724"/>
                    </a:cubicBezTo>
                    <a:lnTo>
                      <a:pt x="73880" y="27096"/>
                    </a:lnTo>
                    <a:cubicBezTo>
                      <a:pt x="73964" y="26992"/>
                      <a:pt x="74047" y="26866"/>
                      <a:pt x="74110" y="26761"/>
                    </a:cubicBezTo>
                    <a:cubicBezTo>
                      <a:pt x="74277" y="26531"/>
                      <a:pt x="74424" y="26301"/>
                      <a:pt x="74591" y="26092"/>
                    </a:cubicBezTo>
                    <a:cubicBezTo>
                      <a:pt x="74675" y="25987"/>
                      <a:pt x="74717" y="25883"/>
                      <a:pt x="74801" y="25778"/>
                    </a:cubicBezTo>
                    <a:cubicBezTo>
                      <a:pt x="74947" y="25527"/>
                      <a:pt x="75135" y="25276"/>
                      <a:pt x="75303" y="25046"/>
                    </a:cubicBezTo>
                    <a:cubicBezTo>
                      <a:pt x="75345" y="24962"/>
                      <a:pt x="75407" y="24857"/>
                      <a:pt x="75470" y="24774"/>
                    </a:cubicBezTo>
                    <a:cubicBezTo>
                      <a:pt x="75637" y="24523"/>
                      <a:pt x="75826" y="24251"/>
                      <a:pt x="75972" y="23999"/>
                    </a:cubicBezTo>
                    <a:cubicBezTo>
                      <a:pt x="76035" y="23916"/>
                      <a:pt x="76056" y="23853"/>
                      <a:pt x="76098" y="23790"/>
                    </a:cubicBezTo>
                    <a:cubicBezTo>
                      <a:pt x="76286" y="23497"/>
                      <a:pt x="76454" y="23204"/>
                      <a:pt x="76621" y="22911"/>
                    </a:cubicBezTo>
                    <a:cubicBezTo>
                      <a:pt x="76621" y="22891"/>
                      <a:pt x="76663" y="22891"/>
                      <a:pt x="76663" y="22870"/>
                    </a:cubicBezTo>
                    <a:cubicBezTo>
                      <a:pt x="77018" y="22263"/>
                      <a:pt x="77353" y="21635"/>
                      <a:pt x="77667" y="21028"/>
                    </a:cubicBezTo>
                    <a:cubicBezTo>
                      <a:pt x="78483" y="21196"/>
                      <a:pt x="79299" y="21321"/>
                      <a:pt x="80115" y="21510"/>
                    </a:cubicBezTo>
                    <a:cubicBezTo>
                      <a:pt x="80031" y="21593"/>
                      <a:pt x="79927" y="21656"/>
                      <a:pt x="79843" y="21740"/>
                    </a:cubicBezTo>
                    <a:cubicBezTo>
                      <a:pt x="79801" y="21803"/>
                      <a:pt x="79739" y="21844"/>
                      <a:pt x="79655" y="21907"/>
                    </a:cubicBezTo>
                    <a:cubicBezTo>
                      <a:pt x="79550" y="22012"/>
                      <a:pt x="79446" y="22075"/>
                      <a:pt x="79383" y="22179"/>
                    </a:cubicBezTo>
                    <a:cubicBezTo>
                      <a:pt x="79299" y="22263"/>
                      <a:pt x="79215" y="22347"/>
                      <a:pt x="79174" y="22430"/>
                    </a:cubicBezTo>
                    <a:cubicBezTo>
                      <a:pt x="79090" y="22493"/>
                      <a:pt x="79006" y="22598"/>
                      <a:pt x="78922" y="22681"/>
                    </a:cubicBezTo>
                    <a:cubicBezTo>
                      <a:pt x="78818" y="22786"/>
                      <a:pt x="78755" y="22891"/>
                      <a:pt x="78650" y="22995"/>
                    </a:cubicBezTo>
                    <a:cubicBezTo>
                      <a:pt x="78588" y="23058"/>
                      <a:pt x="78546" y="23121"/>
                      <a:pt x="78483" y="23183"/>
                    </a:cubicBezTo>
                    <a:cubicBezTo>
                      <a:pt x="78337" y="23372"/>
                      <a:pt x="78169" y="23539"/>
                      <a:pt x="78044" y="23727"/>
                    </a:cubicBezTo>
                    <a:lnTo>
                      <a:pt x="77981" y="23790"/>
                    </a:lnTo>
                    <a:cubicBezTo>
                      <a:pt x="77855" y="23958"/>
                      <a:pt x="77709" y="24146"/>
                      <a:pt x="77562" y="24334"/>
                    </a:cubicBezTo>
                    <a:cubicBezTo>
                      <a:pt x="77542" y="24355"/>
                      <a:pt x="77521" y="24418"/>
                      <a:pt x="77500" y="24439"/>
                    </a:cubicBezTo>
                    <a:cubicBezTo>
                      <a:pt x="77353" y="24627"/>
                      <a:pt x="77228" y="24774"/>
                      <a:pt x="77102" y="24962"/>
                    </a:cubicBezTo>
                    <a:cubicBezTo>
                      <a:pt x="77081" y="24983"/>
                      <a:pt x="77081" y="25004"/>
                      <a:pt x="77039" y="25046"/>
                    </a:cubicBezTo>
                    <a:cubicBezTo>
                      <a:pt x="76140" y="26343"/>
                      <a:pt x="75261" y="27766"/>
                      <a:pt x="74403" y="29084"/>
                    </a:cubicBezTo>
                    <a:cubicBezTo>
                      <a:pt x="74005" y="29712"/>
                      <a:pt x="73587" y="30318"/>
                      <a:pt x="73210" y="30904"/>
                    </a:cubicBezTo>
                    <a:cubicBezTo>
                      <a:pt x="70532" y="34629"/>
                      <a:pt x="67687" y="38228"/>
                      <a:pt x="64841" y="41805"/>
                    </a:cubicBezTo>
                    <a:cubicBezTo>
                      <a:pt x="64841" y="41826"/>
                      <a:pt x="64799" y="41826"/>
                      <a:pt x="64778" y="41847"/>
                    </a:cubicBezTo>
                    <a:cubicBezTo>
                      <a:pt x="64653" y="42015"/>
                      <a:pt x="64548" y="42161"/>
                      <a:pt x="64422" y="42329"/>
                    </a:cubicBezTo>
                    <a:cubicBezTo>
                      <a:pt x="64052" y="42766"/>
                      <a:pt x="64426" y="43500"/>
                      <a:pt x="64913" y="43500"/>
                    </a:cubicBezTo>
                    <a:cubicBezTo>
                      <a:pt x="65031" y="43500"/>
                      <a:pt x="65157" y="43457"/>
                      <a:pt x="65280" y="43354"/>
                    </a:cubicBezTo>
                    <a:cubicBezTo>
                      <a:pt x="66368" y="42433"/>
                      <a:pt x="67582" y="41408"/>
                      <a:pt x="68816" y="40257"/>
                    </a:cubicBezTo>
                    <a:cubicBezTo>
                      <a:pt x="68816" y="40257"/>
                      <a:pt x="68816" y="40236"/>
                      <a:pt x="68837" y="40236"/>
                    </a:cubicBezTo>
                    <a:lnTo>
                      <a:pt x="68921" y="40153"/>
                    </a:lnTo>
                    <a:lnTo>
                      <a:pt x="68942" y="40153"/>
                    </a:lnTo>
                    <a:cubicBezTo>
                      <a:pt x="73838" y="35612"/>
                      <a:pt x="79132" y="29440"/>
                      <a:pt x="80575" y="23393"/>
                    </a:cubicBezTo>
                    <a:cubicBezTo>
                      <a:pt x="80596" y="23309"/>
                      <a:pt x="80638" y="23204"/>
                      <a:pt x="80638" y="23121"/>
                    </a:cubicBezTo>
                    <a:cubicBezTo>
                      <a:pt x="80659" y="23058"/>
                      <a:pt x="80659" y="22995"/>
                      <a:pt x="80680" y="22911"/>
                    </a:cubicBezTo>
                    <a:cubicBezTo>
                      <a:pt x="80764" y="22472"/>
                      <a:pt x="80847" y="22054"/>
                      <a:pt x="80889" y="21614"/>
                    </a:cubicBezTo>
                    <a:cubicBezTo>
                      <a:pt x="81894" y="21823"/>
                      <a:pt x="82877" y="22033"/>
                      <a:pt x="83881" y="22263"/>
                    </a:cubicBezTo>
                    <a:cubicBezTo>
                      <a:pt x="83777" y="22451"/>
                      <a:pt x="83693" y="22660"/>
                      <a:pt x="83588" y="22849"/>
                    </a:cubicBezTo>
                    <a:cubicBezTo>
                      <a:pt x="83526" y="22974"/>
                      <a:pt x="83484" y="23079"/>
                      <a:pt x="83400" y="23204"/>
                    </a:cubicBezTo>
                    <a:cubicBezTo>
                      <a:pt x="83275" y="23497"/>
                      <a:pt x="83107" y="23811"/>
                      <a:pt x="82982" y="24125"/>
                    </a:cubicBezTo>
                    <a:cubicBezTo>
                      <a:pt x="82961" y="24167"/>
                      <a:pt x="82940" y="24230"/>
                      <a:pt x="82940" y="24251"/>
                    </a:cubicBezTo>
                    <a:cubicBezTo>
                      <a:pt x="81831" y="26678"/>
                      <a:pt x="80889" y="29168"/>
                      <a:pt x="79529" y="31490"/>
                    </a:cubicBezTo>
                    <a:cubicBezTo>
                      <a:pt x="77521" y="34922"/>
                      <a:pt x="75010" y="37872"/>
                      <a:pt x="72290" y="40759"/>
                    </a:cubicBezTo>
                    <a:lnTo>
                      <a:pt x="72290" y="40780"/>
                    </a:lnTo>
                    <a:lnTo>
                      <a:pt x="72269" y="40801"/>
                    </a:lnTo>
                    <a:cubicBezTo>
                      <a:pt x="72050" y="41105"/>
                      <a:pt x="72320" y="41558"/>
                      <a:pt x="72630" y="41558"/>
                    </a:cubicBezTo>
                    <a:cubicBezTo>
                      <a:pt x="72705" y="41558"/>
                      <a:pt x="72782" y="41532"/>
                      <a:pt x="72855" y="41471"/>
                    </a:cubicBezTo>
                    <a:cubicBezTo>
                      <a:pt x="74257" y="40383"/>
                      <a:pt x="75637" y="39169"/>
                      <a:pt x="76914" y="37746"/>
                    </a:cubicBezTo>
                    <a:cubicBezTo>
                      <a:pt x="76914" y="37746"/>
                      <a:pt x="76914" y="37725"/>
                      <a:pt x="76935" y="37725"/>
                    </a:cubicBezTo>
                    <a:cubicBezTo>
                      <a:pt x="80785" y="33583"/>
                      <a:pt x="83840" y="28205"/>
                      <a:pt x="84216" y="22807"/>
                    </a:cubicBezTo>
                    <a:lnTo>
                      <a:pt x="84216" y="22744"/>
                    </a:lnTo>
                    <a:cubicBezTo>
                      <a:pt x="84216" y="22598"/>
                      <a:pt x="84237" y="22493"/>
                      <a:pt x="84237" y="22367"/>
                    </a:cubicBezTo>
                    <a:cubicBezTo>
                      <a:pt x="85785" y="22744"/>
                      <a:pt x="87355" y="23163"/>
                      <a:pt x="88903" y="23581"/>
                    </a:cubicBezTo>
                    <a:cubicBezTo>
                      <a:pt x="88254" y="24230"/>
                      <a:pt x="87689" y="24941"/>
                      <a:pt x="87166" y="25673"/>
                    </a:cubicBezTo>
                    <a:lnTo>
                      <a:pt x="87145" y="25694"/>
                    </a:lnTo>
                    <a:cubicBezTo>
                      <a:pt x="87062" y="25820"/>
                      <a:pt x="86957" y="25924"/>
                      <a:pt x="86894" y="26050"/>
                    </a:cubicBezTo>
                    <a:cubicBezTo>
                      <a:pt x="86853" y="26113"/>
                      <a:pt x="86832" y="26155"/>
                      <a:pt x="86790" y="26196"/>
                    </a:cubicBezTo>
                    <a:cubicBezTo>
                      <a:pt x="86727" y="26301"/>
                      <a:pt x="86643" y="26364"/>
                      <a:pt x="86601" y="26468"/>
                    </a:cubicBezTo>
                    <a:cubicBezTo>
                      <a:pt x="86539" y="26552"/>
                      <a:pt x="86518" y="26615"/>
                      <a:pt x="86476" y="26678"/>
                    </a:cubicBezTo>
                    <a:cubicBezTo>
                      <a:pt x="86434" y="26740"/>
                      <a:pt x="86413" y="26761"/>
                      <a:pt x="86392" y="26824"/>
                    </a:cubicBezTo>
                    <a:cubicBezTo>
                      <a:pt x="85555" y="28101"/>
                      <a:pt x="84802" y="29398"/>
                      <a:pt x="83944" y="30716"/>
                    </a:cubicBezTo>
                    <a:cubicBezTo>
                      <a:pt x="83254" y="31804"/>
                      <a:pt x="82521" y="32913"/>
                      <a:pt x="81747" y="33980"/>
                    </a:cubicBezTo>
                    <a:cubicBezTo>
                      <a:pt x="81287" y="34671"/>
                      <a:pt x="80806" y="35340"/>
                      <a:pt x="80345" y="35989"/>
                    </a:cubicBezTo>
                    <a:cubicBezTo>
                      <a:pt x="79529" y="37098"/>
                      <a:pt x="78713" y="38186"/>
                      <a:pt x="77876" y="39295"/>
                    </a:cubicBezTo>
                    <a:cubicBezTo>
                      <a:pt x="77834" y="39378"/>
                      <a:pt x="77772" y="39420"/>
                      <a:pt x="77730" y="39504"/>
                    </a:cubicBezTo>
                    <a:cubicBezTo>
                      <a:pt x="77426" y="39909"/>
                      <a:pt x="77735" y="40546"/>
                      <a:pt x="78163" y="40546"/>
                    </a:cubicBezTo>
                    <a:cubicBezTo>
                      <a:pt x="78265" y="40546"/>
                      <a:pt x="78374" y="40509"/>
                      <a:pt x="78483" y="40425"/>
                    </a:cubicBezTo>
                    <a:cubicBezTo>
                      <a:pt x="79885" y="39399"/>
                      <a:pt x="81308" y="38165"/>
                      <a:pt x="82647" y="36826"/>
                    </a:cubicBezTo>
                    <a:cubicBezTo>
                      <a:pt x="86225" y="33206"/>
                      <a:pt x="89175" y="28603"/>
                      <a:pt x="89154" y="23644"/>
                    </a:cubicBezTo>
                    <a:lnTo>
                      <a:pt x="89154" y="23623"/>
                    </a:lnTo>
                    <a:cubicBezTo>
                      <a:pt x="93632" y="24899"/>
                      <a:pt x="98068" y="26448"/>
                      <a:pt x="102420" y="28310"/>
                    </a:cubicBezTo>
                    <a:cubicBezTo>
                      <a:pt x="102545" y="28101"/>
                      <a:pt x="102629" y="27870"/>
                      <a:pt x="102503" y="27808"/>
                    </a:cubicBezTo>
                    <a:cubicBezTo>
                      <a:pt x="97837" y="25778"/>
                      <a:pt x="93025" y="24041"/>
                      <a:pt x="88171" y="22660"/>
                    </a:cubicBezTo>
                    <a:cubicBezTo>
                      <a:pt x="88254" y="22639"/>
                      <a:pt x="88317" y="22598"/>
                      <a:pt x="88380" y="22535"/>
                    </a:cubicBezTo>
                    <a:cubicBezTo>
                      <a:pt x="88401" y="22493"/>
                      <a:pt x="88401" y="22472"/>
                      <a:pt x="88401" y="22451"/>
                    </a:cubicBezTo>
                    <a:cubicBezTo>
                      <a:pt x="88464" y="22137"/>
                      <a:pt x="88485" y="21823"/>
                      <a:pt x="88526" y="21489"/>
                    </a:cubicBezTo>
                    <a:lnTo>
                      <a:pt x="88526" y="21426"/>
                    </a:lnTo>
                    <a:cubicBezTo>
                      <a:pt x="88568" y="21133"/>
                      <a:pt x="88589" y="20819"/>
                      <a:pt x="88589" y="20547"/>
                    </a:cubicBezTo>
                    <a:lnTo>
                      <a:pt x="88589" y="20359"/>
                    </a:lnTo>
                    <a:lnTo>
                      <a:pt x="88589" y="19626"/>
                    </a:lnTo>
                    <a:lnTo>
                      <a:pt x="88589" y="19187"/>
                    </a:lnTo>
                    <a:cubicBezTo>
                      <a:pt x="88589" y="19041"/>
                      <a:pt x="88589" y="18936"/>
                      <a:pt x="88568" y="18810"/>
                    </a:cubicBezTo>
                    <a:cubicBezTo>
                      <a:pt x="88359" y="14730"/>
                      <a:pt x="86790" y="10755"/>
                      <a:pt x="84174" y="7595"/>
                    </a:cubicBezTo>
                    <a:cubicBezTo>
                      <a:pt x="83881" y="7219"/>
                      <a:pt x="83588" y="6884"/>
                      <a:pt x="83254" y="6570"/>
                    </a:cubicBezTo>
                    <a:lnTo>
                      <a:pt x="83065" y="6382"/>
                    </a:lnTo>
                    <a:cubicBezTo>
                      <a:pt x="83024" y="6340"/>
                      <a:pt x="82940" y="6277"/>
                      <a:pt x="82856" y="6256"/>
                    </a:cubicBezTo>
                    <a:cubicBezTo>
                      <a:pt x="82782" y="6226"/>
                      <a:pt x="82702" y="6211"/>
                      <a:pt x="82621" y="6211"/>
                    </a:cubicBezTo>
                    <a:cubicBezTo>
                      <a:pt x="82315" y="6211"/>
                      <a:pt x="81993" y="6414"/>
                      <a:pt x="81894" y="6696"/>
                    </a:cubicBezTo>
                    <a:cubicBezTo>
                      <a:pt x="81873" y="6696"/>
                      <a:pt x="81894" y="6696"/>
                      <a:pt x="81894" y="6738"/>
                    </a:cubicBezTo>
                    <a:cubicBezTo>
                      <a:pt x="81831" y="6842"/>
                      <a:pt x="81831" y="6989"/>
                      <a:pt x="81873" y="7114"/>
                    </a:cubicBezTo>
                    <a:cubicBezTo>
                      <a:pt x="82124" y="7909"/>
                      <a:pt x="82396" y="8725"/>
                      <a:pt x="82668" y="9499"/>
                    </a:cubicBezTo>
                    <a:lnTo>
                      <a:pt x="82668" y="9520"/>
                    </a:lnTo>
                    <a:cubicBezTo>
                      <a:pt x="84195" y="13914"/>
                      <a:pt x="85911" y="18350"/>
                      <a:pt x="87857" y="22535"/>
                    </a:cubicBezTo>
                    <a:cubicBezTo>
                      <a:pt x="87857" y="22550"/>
                      <a:pt x="87867" y="22564"/>
                      <a:pt x="87881" y="22572"/>
                    </a:cubicBezTo>
                    <a:lnTo>
                      <a:pt x="87881" y="22572"/>
                    </a:lnTo>
                    <a:cubicBezTo>
                      <a:pt x="86673" y="22239"/>
                      <a:pt x="85445" y="21926"/>
                      <a:pt x="84216" y="21614"/>
                    </a:cubicBezTo>
                    <a:cubicBezTo>
                      <a:pt x="84205" y="21580"/>
                      <a:pt x="84180" y="21564"/>
                      <a:pt x="84154" y="21564"/>
                    </a:cubicBezTo>
                    <a:cubicBezTo>
                      <a:pt x="84132" y="21564"/>
                      <a:pt x="84109" y="21574"/>
                      <a:pt x="84091" y="21593"/>
                    </a:cubicBezTo>
                    <a:cubicBezTo>
                      <a:pt x="83693" y="21489"/>
                      <a:pt x="83337" y="21405"/>
                      <a:pt x="82940" y="21300"/>
                    </a:cubicBezTo>
                    <a:cubicBezTo>
                      <a:pt x="82961" y="21279"/>
                      <a:pt x="82982" y="21238"/>
                      <a:pt x="82982" y="21196"/>
                    </a:cubicBezTo>
                    <a:cubicBezTo>
                      <a:pt x="83086" y="20568"/>
                      <a:pt x="83149" y="19961"/>
                      <a:pt x="83170" y="19334"/>
                    </a:cubicBezTo>
                    <a:lnTo>
                      <a:pt x="83170" y="19208"/>
                    </a:lnTo>
                    <a:lnTo>
                      <a:pt x="83170" y="18727"/>
                    </a:lnTo>
                    <a:lnTo>
                      <a:pt x="83170" y="18497"/>
                    </a:lnTo>
                    <a:lnTo>
                      <a:pt x="83170" y="18141"/>
                    </a:lnTo>
                    <a:cubicBezTo>
                      <a:pt x="83170" y="17994"/>
                      <a:pt x="83170" y="17890"/>
                      <a:pt x="83149" y="17764"/>
                    </a:cubicBezTo>
                    <a:cubicBezTo>
                      <a:pt x="83149" y="17681"/>
                      <a:pt x="83149" y="17576"/>
                      <a:pt x="83128" y="17513"/>
                    </a:cubicBezTo>
                    <a:cubicBezTo>
                      <a:pt x="83128" y="17346"/>
                      <a:pt x="83086" y="17157"/>
                      <a:pt x="83065" y="17011"/>
                    </a:cubicBezTo>
                    <a:lnTo>
                      <a:pt x="83065" y="16885"/>
                    </a:lnTo>
                    <a:cubicBezTo>
                      <a:pt x="82438" y="11550"/>
                      <a:pt x="79215" y="6758"/>
                      <a:pt x="74549" y="4059"/>
                    </a:cubicBezTo>
                    <a:cubicBezTo>
                      <a:pt x="74131" y="3829"/>
                      <a:pt x="73713" y="3620"/>
                      <a:pt x="73252" y="3411"/>
                    </a:cubicBezTo>
                    <a:cubicBezTo>
                      <a:pt x="73148" y="3348"/>
                      <a:pt x="73085" y="3306"/>
                      <a:pt x="72980" y="3285"/>
                    </a:cubicBezTo>
                    <a:cubicBezTo>
                      <a:pt x="72311" y="2992"/>
                      <a:pt x="71641" y="2720"/>
                      <a:pt x="70930" y="2511"/>
                    </a:cubicBezTo>
                    <a:cubicBezTo>
                      <a:pt x="70873" y="2496"/>
                      <a:pt x="70818" y="2489"/>
                      <a:pt x="70763" y="2489"/>
                    </a:cubicBezTo>
                    <a:cubicBezTo>
                      <a:pt x="70292" y="2489"/>
                      <a:pt x="69915" y="3021"/>
                      <a:pt x="70009" y="3453"/>
                    </a:cubicBezTo>
                    <a:cubicBezTo>
                      <a:pt x="68482" y="2239"/>
                      <a:pt x="66829" y="1130"/>
                      <a:pt x="65134" y="105"/>
                    </a:cubicBezTo>
                    <a:cubicBezTo>
                      <a:pt x="65008" y="32"/>
                      <a:pt x="64882" y="0"/>
                      <a:pt x="647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19388400" y="28623625"/>
                <a:ext cx="714775" cy="158125"/>
              </a:xfrm>
              <a:custGeom>
                <a:avLst/>
                <a:gdLst/>
                <a:ahLst/>
                <a:cxnLst/>
                <a:rect l="l" t="t" r="r" b="b"/>
                <a:pathLst>
                  <a:path w="28591" h="6325" extrusionOk="0">
                    <a:moveTo>
                      <a:pt x="9416" y="0"/>
                    </a:moveTo>
                    <a:cubicBezTo>
                      <a:pt x="6592" y="0"/>
                      <a:pt x="3725" y="272"/>
                      <a:pt x="942" y="711"/>
                    </a:cubicBezTo>
                    <a:cubicBezTo>
                      <a:pt x="1" y="837"/>
                      <a:pt x="1" y="2176"/>
                      <a:pt x="1026" y="2218"/>
                    </a:cubicBezTo>
                    <a:cubicBezTo>
                      <a:pt x="1193" y="2218"/>
                      <a:pt x="1361" y="2260"/>
                      <a:pt x="1549" y="2281"/>
                    </a:cubicBezTo>
                    <a:lnTo>
                      <a:pt x="1675" y="2281"/>
                    </a:lnTo>
                    <a:cubicBezTo>
                      <a:pt x="5336" y="2490"/>
                      <a:pt x="8998" y="3055"/>
                      <a:pt x="12618" y="3683"/>
                    </a:cubicBezTo>
                    <a:lnTo>
                      <a:pt x="12513" y="3683"/>
                    </a:lnTo>
                    <a:cubicBezTo>
                      <a:pt x="16070" y="4310"/>
                      <a:pt x="19606" y="5022"/>
                      <a:pt x="23163" y="5587"/>
                    </a:cubicBezTo>
                    <a:lnTo>
                      <a:pt x="23644" y="5670"/>
                    </a:lnTo>
                    <a:cubicBezTo>
                      <a:pt x="24000" y="5733"/>
                      <a:pt x="24335" y="5775"/>
                      <a:pt x="24711" y="5838"/>
                    </a:cubicBezTo>
                    <a:cubicBezTo>
                      <a:pt x="25130" y="5880"/>
                      <a:pt x="25548" y="5963"/>
                      <a:pt x="25967" y="6026"/>
                    </a:cubicBezTo>
                    <a:cubicBezTo>
                      <a:pt x="26113" y="6047"/>
                      <a:pt x="26302" y="6068"/>
                      <a:pt x="26469" y="6089"/>
                    </a:cubicBezTo>
                    <a:lnTo>
                      <a:pt x="28352" y="6319"/>
                    </a:lnTo>
                    <a:cubicBezTo>
                      <a:pt x="28364" y="6323"/>
                      <a:pt x="28377" y="6325"/>
                      <a:pt x="28389" y="6325"/>
                    </a:cubicBezTo>
                    <a:cubicBezTo>
                      <a:pt x="28500" y="6325"/>
                      <a:pt x="28591" y="6162"/>
                      <a:pt x="28478" y="6068"/>
                    </a:cubicBezTo>
                    <a:cubicBezTo>
                      <a:pt x="23142" y="1716"/>
                      <a:pt x="16760" y="105"/>
                      <a:pt x="10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78" name="Google Shape;78;p3"/>
            <p:cNvGrpSpPr/>
            <p:nvPr/>
          </p:nvGrpSpPr>
          <p:grpSpPr>
            <a:xfrm rot="-900096">
              <a:off x="7422472" y="-350658"/>
              <a:ext cx="2024065" cy="1024172"/>
              <a:chOff x="19279125" y="28273675"/>
              <a:chExt cx="2565725" cy="1298250"/>
            </a:xfrm>
          </p:grpSpPr>
          <p:sp>
            <p:nvSpPr>
              <p:cNvPr id="79" name="Google Shape;79;p3"/>
              <p:cNvSpPr/>
              <p:nvPr/>
            </p:nvSpPr>
            <p:spPr>
              <a:xfrm>
                <a:off x="19715375" y="28798125"/>
                <a:ext cx="506850" cy="665075"/>
              </a:xfrm>
              <a:custGeom>
                <a:avLst/>
                <a:gdLst/>
                <a:ahLst/>
                <a:cxnLst/>
                <a:rect l="l" t="t" r="r" b="b"/>
                <a:pathLst>
                  <a:path w="20274" h="26603" extrusionOk="0">
                    <a:moveTo>
                      <a:pt x="20102" y="0"/>
                    </a:moveTo>
                    <a:cubicBezTo>
                      <a:pt x="20089" y="0"/>
                      <a:pt x="20076" y="3"/>
                      <a:pt x="20065" y="8"/>
                    </a:cubicBezTo>
                    <a:cubicBezTo>
                      <a:pt x="20002" y="8"/>
                      <a:pt x="19981" y="29"/>
                      <a:pt x="19918" y="50"/>
                    </a:cubicBezTo>
                    <a:cubicBezTo>
                      <a:pt x="18014" y="1975"/>
                      <a:pt x="16194" y="4026"/>
                      <a:pt x="14415" y="6181"/>
                    </a:cubicBezTo>
                    <a:cubicBezTo>
                      <a:pt x="14060" y="6537"/>
                      <a:pt x="13746" y="6934"/>
                      <a:pt x="13474" y="7332"/>
                    </a:cubicBezTo>
                    <a:cubicBezTo>
                      <a:pt x="13264" y="7583"/>
                      <a:pt x="13055" y="7876"/>
                      <a:pt x="12846" y="8148"/>
                    </a:cubicBezTo>
                    <a:lnTo>
                      <a:pt x="12804" y="8169"/>
                    </a:lnTo>
                    <a:cubicBezTo>
                      <a:pt x="9561" y="12270"/>
                      <a:pt x="6506" y="16643"/>
                      <a:pt x="3577" y="20911"/>
                    </a:cubicBezTo>
                    <a:cubicBezTo>
                      <a:pt x="3577" y="20911"/>
                      <a:pt x="3577" y="20932"/>
                      <a:pt x="3556" y="20932"/>
                    </a:cubicBezTo>
                    <a:cubicBezTo>
                      <a:pt x="3556" y="20953"/>
                      <a:pt x="3535" y="20953"/>
                      <a:pt x="3535" y="20974"/>
                    </a:cubicBezTo>
                    <a:cubicBezTo>
                      <a:pt x="2447" y="22522"/>
                      <a:pt x="1401" y="24050"/>
                      <a:pt x="355" y="25535"/>
                    </a:cubicBezTo>
                    <a:cubicBezTo>
                      <a:pt x="0" y="26042"/>
                      <a:pt x="531" y="26603"/>
                      <a:pt x="1046" y="26603"/>
                    </a:cubicBezTo>
                    <a:cubicBezTo>
                      <a:pt x="1169" y="26603"/>
                      <a:pt x="1292" y="26571"/>
                      <a:pt x="1401" y="26498"/>
                    </a:cubicBezTo>
                    <a:cubicBezTo>
                      <a:pt x="1987" y="26142"/>
                      <a:pt x="2593" y="25745"/>
                      <a:pt x="3137" y="25347"/>
                    </a:cubicBezTo>
                    <a:cubicBezTo>
                      <a:pt x="3158" y="25347"/>
                      <a:pt x="3158" y="25326"/>
                      <a:pt x="3158" y="25326"/>
                    </a:cubicBezTo>
                    <a:cubicBezTo>
                      <a:pt x="11423" y="19593"/>
                      <a:pt x="18746" y="10177"/>
                      <a:pt x="20274" y="239"/>
                    </a:cubicBezTo>
                    <a:cubicBezTo>
                      <a:pt x="20274" y="155"/>
                      <a:pt x="20232" y="113"/>
                      <a:pt x="20211" y="50"/>
                    </a:cubicBezTo>
                    <a:cubicBezTo>
                      <a:pt x="20180" y="20"/>
                      <a:pt x="20139" y="0"/>
                      <a:pt x="201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20308800" y="28749150"/>
                <a:ext cx="511325" cy="822775"/>
              </a:xfrm>
              <a:custGeom>
                <a:avLst/>
                <a:gdLst/>
                <a:ahLst/>
                <a:cxnLst/>
                <a:rect l="l" t="t" r="r" b="b"/>
                <a:pathLst>
                  <a:path w="20453" h="32911" extrusionOk="0">
                    <a:moveTo>
                      <a:pt x="20227" y="1"/>
                    </a:moveTo>
                    <a:cubicBezTo>
                      <a:pt x="20190" y="1"/>
                      <a:pt x="20153" y="8"/>
                      <a:pt x="20118" y="22"/>
                    </a:cubicBezTo>
                    <a:cubicBezTo>
                      <a:pt x="20097" y="22"/>
                      <a:pt x="20097" y="63"/>
                      <a:pt x="20076" y="84"/>
                    </a:cubicBezTo>
                    <a:cubicBezTo>
                      <a:pt x="19804" y="335"/>
                      <a:pt x="19574" y="607"/>
                      <a:pt x="19302" y="900"/>
                    </a:cubicBezTo>
                    <a:cubicBezTo>
                      <a:pt x="19302" y="900"/>
                      <a:pt x="19302" y="921"/>
                      <a:pt x="19281" y="921"/>
                    </a:cubicBezTo>
                    <a:cubicBezTo>
                      <a:pt x="19051" y="1172"/>
                      <a:pt x="18841" y="1444"/>
                      <a:pt x="18632" y="1695"/>
                    </a:cubicBezTo>
                    <a:cubicBezTo>
                      <a:pt x="18569" y="1758"/>
                      <a:pt x="18528" y="1842"/>
                      <a:pt x="18465" y="1884"/>
                    </a:cubicBezTo>
                    <a:cubicBezTo>
                      <a:pt x="18318" y="2093"/>
                      <a:pt x="18130" y="2302"/>
                      <a:pt x="17984" y="2512"/>
                    </a:cubicBezTo>
                    <a:cubicBezTo>
                      <a:pt x="17921" y="2595"/>
                      <a:pt x="17837" y="2679"/>
                      <a:pt x="17795" y="2784"/>
                    </a:cubicBezTo>
                    <a:cubicBezTo>
                      <a:pt x="17628" y="2993"/>
                      <a:pt x="17502" y="3160"/>
                      <a:pt x="17356" y="3369"/>
                    </a:cubicBezTo>
                    <a:cubicBezTo>
                      <a:pt x="17293" y="3453"/>
                      <a:pt x="17209" y="3558"/>
                      <a:pt x="17168" y="3641"/>
                    </a:cubicBezTo>
                    <a:cubicBezTo>
                      <a:pt x="17000" y="3851"/>
                      <a:pt x="16875" y="4060"/>
                      <a:pt x="16749" y="4269"/>
                    </a:cubicBezTo>
                    <a:cubicBezTo>
                      <a:pt x="16686" y="4353"/>
                      <a:pt x="16644" y="4436"/>
                      <a:pt x="16561" y="4520"/>
                    </a:cubicBezTo>
                    <a:lnTo>
                      <a:pt x="16100" y="5232"/>
                    </a:lnTo>
                    <a:cubicBezTo>
                      <a:pt x="16059" y="5273"/>
                      <a:pt x="16017" y="5336"/>
                      <a:pt x="15996" y="5420"/>
                    </a:cubicBezTo>
                    <a:cubicBezTo>
                      <a:pt x="15598" y="6006"/>
                      <a:pt x="15222" y="6633"/>
                      <a:pt x="14866" y="7282"/>
                    </a:cubicBezTo>
                    <a:cubicBezTo>
                      <a:pt x="14803" y="7345"/>
                      <a:pt x="14782" y="7429"/>
                      <a:pt x="14740" y="7512"/>
                    </a:cubicBezTo>
                    <a:cubicBezTo>
                      <a:pt x="14594" y="7742"/>
                      <a:pt x="14468" y="7973"/>
                      <a:pt x="14322" y="8203"/>
                    </a:cubicBezTo>
                    <a:cubicBezTo>
                      <a:pt x="14259" y="8286"/>
                      <a:pt x="14217" y="8391"/>
                      <a:pt x="14155" y="8475"/>
                    </a:cubicBezTo>
                    <a:lnTo>
                      <a:pt x="13757" y="9186"/>
                    </a:lnTo>
                    <a:cubicBezTo>
                      <a:pt x="13715" y="9249"/>
                      <a:pt x="13652" y="9333"/>
                      <a:pt x="13631" y="9416"/>
                    </a:cubicBezTo>
                    <a:cubicBezTo>
                      <a:pt x="13485" y="9709"/>
                      <a:pt x="13318" y="9960"/>
                      <a:pt x="13171" y="10253"/>
                    </a:cubicBezTo>
                    <a:cubicBezTo>
                      <a:pt x="12962" y="10609"/>
                      <a:pt x="12753" y="10986"/>
                      <a:pt x="12564" y="11341"/>
                    </a:cubicBezTo>
                    <a:cubicBezTo>
                      <a:pt x="12502" y="11488"/>
                      <a:pt x="12439" y="11592"/>
                      <a:pt x="12376" y="11718"/>
                    </a:cubicBezTo>
                    <a:lnTo>
                      <a:pt x="12062" y="12262"/>
                    </a:lnTo>
                    <a:cubicBezTo>
                      <a:pt x="11539" y="13224"/>
                      <a:pt x="10995" y="14166"/>
                      <a:pt x="10409" y="15108"/>
                    </a:cubicBezTo>
                    <a:cubicBezTo>
                      <a:pt x="8568" y="18183"/>
                      <a:pt x="6622" y="21217"/>
                      <a:pt x="4718" y="24251"/>
                    </a:cubicBezTo>
                    <a:lnTo>
                      <a:pt x="4718" y="24272"/>
                    </a:lnTo>
                    <a:lnTo>
                      <a:pt x="4718" y="24293"/>
                    </a:lnTo>
                    <a:lnTo>
                      <a:pt x="4718" y="24314"/>
                    </a:lnTo>
                    <a:lnTo>
                      <a:pt x="4718" y="24356"/>
                    </a:lnTo>
                    <a:lnTo>
                      <a:pt x="4718" y="24377"/>
                    </a:lnTo>
                    <a:cubicBezTo>
                      <a:pt x="3693" y="26030"/>
                      <a:pt x="2668" y="27641"/>
                      <a:pt x="1684" y="29315"/>
                    </a:cubicBezTo>
                    <a:lnTo>
                      <a:pt x="1684" y="29336"/>
                    </a:lnTo>
                    <a:lnTo>
                      <a:pt x="1684" y="29377"/>
                    </a:lnTo>
                    <a:lnTo>
                      <a:pt x="1684" y="29398"/>
                    </a:lnTo>
                    <a:lnTo>
                      <a:pt x="1684" y="29419"/>
                    </a:lnTo>
                    <a:lnTo>
                      <a:pt x="1684" y="29461"/>
                    </a:lnTo>
                    <a:cubicBezTo>
                      <a:pt x="1621" y="29503"/>
                      <a:pt x="1600" y="29587"/>
                      <a:pt x="1559" y="29670"/>
                    </a:cubicBezTo>
                    <a:lnTo>
                      <a:pt x="1559" y="29691"/>
                    </a:lnTo>
                    <a:cubicBezTo>
                      <a:pt x="1140" y="30361"/>
                      <a:pt x="743" y="31072"/>
                      <a:pt x="345" y="31763"/>
                    </a:cubicBezTo>
                    <a:cubicBezTo>
                      <a:pt x="1" y="32365"/>
                      <a:pt x="520" y="32911"/>
                      <a:pt x="1088" y="32911"/>
                    </a:cubicBezTo>
                    <a:cubicBezTo>
                      <a:pt x="1210" y="32911"/>
                      <a:pt x="1335" y="32886"/>
                      <a:pt x="1454" y="32830"/>
                    </a:cubicBezTo>
                    <a:cubicBezTo>
                      <a:pt x="1517" y="32809"/>
                      <a:pt x="1600" y="32746"/>
                      <a:pt x="1684" y="32662"/>
                    </a:cubicBezTo>
                    <a:cubicBezTo>
                      <a:pt x="6476" y="28038"/>
                      <a:pt x="10388" y="22556"/>
                      <a:pt x="13757" y="16844"/>
                    </a:cubicBezTo>
                    <a:cubicBezTo>
                      <a:pt x="16247" y="12408"/>
                      <a:pt x="19051" y="7721"/>
                      <a:pt x="20097" y="2700"/>
                    </a:cubicBezTo>
                    <a:cubicBezTo>
                      <a:pt x="20097" y="2658"/>
                      <a:pt x="20118" y="2616"/>
                      <a:pt x="20118" y="2595"/>
                    </a:cubicBezTo>
                    <a:cubicBezTo>
                      <a:pt x="20160" y="2365"/>
                      <a:pt x="20222" y="2093"/>
                      <a:pt x="20243" y="1863"/>
                    </a:cubicBezTo>
                    <a:cubicBezTo>
                      <a:pt x="20243" y="1800"/>
                      <a:pt x="20264" y="1779"/>
                      <a:pt x="20264" y="1737"/>
                    </a:cubicBezTo>
                    <a:lnTo>
                      <a:pt x="20348" y="1172"/>
                    </a:lnTo>
                    <a:cubicBezTo>
                      <a:pt x="20390" y="1068"/>
                      <a:pt x="20390" y="1005"/>
                      <a:pt x="20390" y="879"/>
                    </a:cubicBezTo>
                    <a:cubicBezTo>
                      <a:pt x="20411" y="733"/>
                      <a:pt x="20411" y="607"/>
                      <a:pt x="20432" y="440"/>
                    </a:cubicBezTo>
                    <a:cubicBezTo>
                      <a:pt x="20432" y="356"/>
                      <a:pt x="20453" y="294"/>
                      <a:pt x="20453" y="210"/>
                    </a:cubicBezTo>
                    <a:lnTo>
                      <a:pt x="20453" y="126"/>
                    </a:lnTo>
                    <a:cubicBezTo>
                      <a:pt x="20453" y="105"/>
                      <a:pt x="20432" y="105"/>
                      <a:pt x="20432" y="84"/>
                    </a:cubicBezTo>
                    <a:cubicBezTo>
                      <a:pt x="20376" y="29"/>
                      <a:pt x="20301" y="1"/>
                      <a:pt x="20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20182700" y="28375125"/>
                <a:ext cx="603425" cy="350075"/>
              </a:xfrm>
              <a:custGeom>
                <a:avLst/>
                <a:gdLst/>
                <a:ahLst/>
                <a:cxnLst/>
                <a:rect l="l" t="t" r="r" b="b"/>
                <a:pathLst>
                  <a:path w="24137" h="14003" extrusionOk="0">
                    <a:moveTo>
                      <a:pt x="808" y="1"/>
                    </a:moveTo>
                    <a:cubicBezTo>
                      <a:pt x="364" y="1"/>
                      <a:pt x="1" y="496"/>
                      <a:pt x="137" y="922"/>
                    </a:cubicBezTo>
                    <a:cubicBezTo>
                      <a:pt x="179" y="1027"/>
                      <a:pt x="263" y="1131"/>
                      <a:pt x="367" y="1215"/>
                    </a:cubicBezTo>
                    <a:cubicBezTo>
                      <a:pt x="6623" y="6404"/>
                      <a:pt x="13131" y="11070"/>
                      <a:pt x="20935" y="13288"/>
                    </a:cubicBezTo>
                    <a:cubicBezTo>
                      <a:pt x="20977" y="13309"/>
                      <a:pt x="21040" y="13309"/>
                      <a:pt x="21103" y="13351"/>
                    </a:cubicBezTo>
                    <a:cubicBezTo>
                      <a:pt x="21500" y="13434"/>
                      <a:pt x="21919" y="13560"/>
                      <a:pt x="22316" y="13643"/>
                    </a:cubicBezTo>
                    <a:cubicBezTo>
                      <a:pt x="22421" y="13685"/>
                      <a:pt x="22484" y="13706"/>
                      <a:pt x="22588" y="13727"/>
                    </a:cubicBezTo>
                    <a:cubicBezTo>
                      <a:pt x="22965" y="13811"/>
                      <a:pt x="23362" y="13895"/>
                      <a:pt x="23718" y="13957"/>
                    </a:cubicBezTo>
                    <a:cubicBezTo>
                      <a:pt x="23781" y="13957"/>
                      <a:pt x="23802" y="13999"/>
                      <a:pt x="23823" y="13999"/>
                    </a:cubicBezTo>
                    <a:cubicBezTo>
                      <a:pt x="23838" y="14001"/>
                      <a:pt x="23852" y="14002"/>
                      <a:pt x="23867" y="14002"/>
                    </a:cubicBezTo>
                    <a:cubicBezTo>
                      <a:pt x="23990" y="14002"/>
                      <a:pt x="24078" y="13923"/>
                      <a:pt x="24116" y="13811"/>
                    </a:cubicBezTo>
                    <a:cubicBezTo>
                      <a:pt x="24137" y="13769"/>
                      <a:pt x="24137" y="13727"/>
                      <a:pt x="24116" y="13685"/>
                    </a:cubicBezTo>
                    <a:cubicBezTo>
                      <a:pt x="24116" y="13643"/>
                      <a:pt x="24095" y="13602"/>
                      <a:pt x="24032" y="13581"/>
                    </a:cubicBezTo>
                    <a:cubicBezTo>
                      <a:pt x="23676" y="13309"/>
                      <a:pt x="23341" y="13037"/>
                      <a:pt x="22965" y="12765"/>
                    </a:cubicBezTo>
                    <a:cubicBezTo>
                      <a:pt x="22923" y="12744"/>
                      <a:pt x="22860" y="12681"/>
                      <a:pt x="22818" y="12660"/>
                    </a:cubicBezTo>
                    <a:cubicBezTo>
                      <a:pt x="22525" y="12451"/>
                      <a:pt x="22212" y="12221"/>
                      <a:pt x="21919" y="12011"/>
                    </a:cubicBezTo>
                    <a:lnTo>
                      <a:pt x="21688" y="11844"/>
                    </a:lnTo>
                    <a:cubicBezTo>
                      <a:pt x="21333" y="11614"/>
                      <a:pt x="21019" y="11384"/>
                      <a:pt x="20684" y="11175"/>
                    </a:cubicBezTo>
                    <a:lnTo>
                      <a:pt x="20663" y="11133"/>
                    </a:lnTo>
                    <a:cubicBezTo>
                      <a:pt x="16876" y="8580"/>
                      <a:pt x="12859" y="6404"/>
                      <a:pt x="8841" y="4228"/>
                    </a:cubicBezTo>
                    <a:cubicBezTo>
                      <a:pt x="8841" y="4228"/>
                      <a:pt x="8820" y="4228"/>
                      <a:pt x="8820" y="4207"/>
                    </a:cubicBezTo>
                    <a:lnTo>
                      <a:pt x="8800" y="4207"/>
                    </a:lnTo>
                    <a:cubicBezTo>
                      <a:pt x="6226" y="2847"/>
                      <a:pt x="3673" y="1508"/>
                      <a:pt x="1121" y="85"/>
                    </a:cubicBezTo>
                    <a:cubicBezTo>
                      <a:pt x="1016" y="27"/>
                      <a:pt x="910" y="1"/>
                      <a:pt x="8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" name="Google Shape;82;p3"/>
              <p:cNvSpPr/>
              <p:nvPr/>
            </p:nvSpPr>
            <p:spPr>
              <a:xfrm>
                <a:off x="19914100" y="28430850"/>
                <a:ext cx="673250" cy="292175"/>
              </a:xfrm>
              <a:custGeom>
                <a:avLst/>
                <a:gdLst/>
                <a:ahLst/>
                <a:cxnLst/>
                <a:rect l="l" t="t" r="r" b="b"/>
                <a:pathLst>
                  <a:path w="26930" h="11687" extrusionOk="0">
                    <a:moveTo>
                      <a:pt x="1364" y="1"/>
                    </a:moveTo>
                    <a:cubicBezTo>
                      <a:pt x="1157" y="1"/>
                      <a:pt x="953" y="11"/>
                      <a:pt x="754" y="32"/>
                    </a:cubicBezTo>
                    <a:cubicBezTo>
                      <a:pt x="210" y="53"/>
                      <a:pt x="1" y="492"/>
                      <a:pt x="106" y="911"/>
                    </a:cubicBezTo>
                    <a:cubicBezTo>
                      <a:pt x="210" y="1141"/>
                      <a:pt x="357" y="1392"/>
                      <a:pt x="650" y="1476"/>
                    </a:cubicBezTo>
                    <a:cubicBezTo>
                      <a:pt x="3683" y="2522"/>
                      <a:pt x="6696" y="3610"/>
                      <a:pt x="9647" y="4782"/>
                    </a:cubicBezTo>
                    <a:lnTo>
                      <a:pt x="9626" y="4782"/>
                    </a:lnTo>
                    <a:cubicBezTo>
                      <a:pt x="11802" y="5640"/>
                      <a:pt x="13936" y="6581"/>
                      <a:pt x="16091" y="7606"/>
                    </a:cubicBezTo>
                    <a:cubicBezTo>
                      <a:pt x="16970" y="8025"/>
                      <a:pt x="17807" y="8464"/>
                      <a:pt x="18644" y="8925"/>
                    </a:cubicBezTo>
                    <a:cubicBezTo>
                      <a:pt x="21238" y="10222"/>
                      <a:pt x="23770" y="11394"/>
                      <a:pt x="26783" y="11686"/>
                    </a:cubicBezTo>
                    <a:cubicBezTo>
                      <a:pt x="26825" y="11686"/>
                      <a:pt x="26867" y="11686"/>
                      <a:pt x="26888" y="11666"/>
                    </a:cubicBezTo>
                    <a:cubicBezTo>
                      <a:pt x="26909" y="11645"/>
                      <a:pt x="26930" y="11582"/>
                      <a:pt x="26930" y="11498"/>
                    </a:cubicBezTo>
                    <a:cubicBezTo>
                      <a:pt x="26930" y="11414"/>
                      <a:pt x="26888" y="11373"/>
                      <a:pt x="26804" y="11352"/>
                    </a:cubicBezTo>
                    <a:lnTo>
                      <a:pt x="26783" y="11352"/>
                    </a:lnTo>
                    <a:cubicBezTo>
                      <a:pt x="26553" y="11268"/>
                      <a:pt x="26344" y="11184"/>
                      <a:pt x="26093" y="11080"/>
                    </a:cubicBezTo>
                    <a:cubicBezTo>
                      <a:pt x="26051" y="11059"/>
                      <a:pt x="25988" y="11038"/>
                      <a:pt x="25946" y="11038"/>
                    </a:cubicBezTo>
                    <a:cubicBezTo>
                      <a:pt x="25737" y="10954"/>
                      <a:pt x="25528" y="10850"/>
                      <a:pt x="25318" y="10745"/>
                    </a:cubicBezTo>
                    <a:cubicBezTo>
                      <a:pt x="25256" y="10724"/>
                      <a:pt x="25214" y="10682"/>
                      <a:pt x="25130" y="10661"/>
                    </a:cubicBezTo>
                    <a:cubicBezTo>
                      <a:pt x="24921" y="10557"/>
                      <a:pt x="24733" y="10452"/>
                      <a:pt x="24523" y="10347"/>
                    </a:cubicBezTo>
                    <a:lnTo>
                      <a:pt x="24377" y="10264"/>
                    </a:lnTo>
                    <a:cubicBezTo>
                      <a:pt x="24189" y="10159"/>
                      <a:pt x="24042" y="10054"/>
                      <a:pt x="23854" y="9950"/>
                    </a:cubicBezTo>
                    <a:cubicBezTo>
                      <a:pt x="23791" y="9929"/>
                      <a:pt x="23749" y="9908"/>
                      <a:pt x="23686" y="9845"/>
                    </a:cubicBezTo>
                    <a:cubicBezTo>
                      <a:pt x="23519" y="9762"/>
                      <a:pt x="23331" y="9615"/>
                      <a:pt x="23142" y="9510"/>
                    </a:cubicBezTo>
                    <a:cubicBezTo>
                      <a:pt x="23059" y="9469"/>
                      <a:pt x="23017" y="9427"/>
                      <a:pt x="22933" y="9385"/>
                    </a:cubicBezTo>
                    <a:cubicBezTo>
                      <a:pt x="22745" y="9280"/>
                      <a:pt x="22598" y="9155"/>
                      <a:pt x="22410" y="9029"/>
                    </a:cubicBezTo>
                    <a:cubicBezTo>
                      <a:pt x="22326" y="8966"/>
                      <a:pt x="22264" y="8925"/>
                      <a:pt x="22180" y="8841"/>
                    </a:cubicBezTo>
                    <a:cubicBezTo>
                      <a:pt x="22054" y="8757"/>
                      <a:pt x="21950" y="8673"/>
                      <a:pt x="21845" y="8569"/>
                    </a:cubicBezTo>
                    <a:cubicBezTo>
                      <a:pt x="21678" y="8443"/>
                      <a:pt x="21531" y="8339"/>
                      <a:pt x="21364" y="8213"/>
                    </a:cubicBezTo>
                    <a:cubicBezTo>
                      <a:pt x="21343" y="8192"/>
                      <a:pt x="21280" y="8150"/>
                      <a:pt x="21259" y="8129"/>
                    </a:cubicBezTo>
                    <a:cubicBezTo>
                      <a:pt x="18769" y="6246"/>
                      <a:pt x="16363" y="4112"/>
                      <a:pt x="13559" y="2773"/>
                    </a:cubicBezTo>
                    <a:cubicBezTo>
                      <a:pt x="10023" y="1078"/>
                      <a:pt x="6006" y="137"/>
                      <a:pt x="2051" y="32"/>
                    </a:cubicBezTo>
                    <a:lnTo>
                      <a:pt x="1989" y="32"/>
                    </a:lnTo>
                    <a:cubicBezTo>
                      <a:pt x="1779" y="11"/>
                      <a:pt x="1570" y="1"/>
                      <a:pt x="13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" name="Google Shape;83;p3"/>
              <p:cNvSpPr/>
              <p:nvPr/>
            </p:nvSpPr>
            <p:spPr>
              <a:xfrm>
                <a:off x="19600250" y="28499650"/>
                <a:ext cx="774200" cy="245875"/>
              </a:xfrm>
              <a:custGeom>
                <a:avLst/>
                <a:gdLst/>
                <a:ahLst/>
                <a:cxnLst/>
                <a:rect l="l" t="t" r="r" b="b"/>
                <a:pathLst>
                  <a:path w="30968" h="9835" extrusionOk="0">
                    <a:moveTo>
                      <a:pt x="6613" y="0"/>
                    </a:moveTo>
                    <a:cubicBezTo>
                      <a:pt x="4520" y="0"/>
                      <a:pt x="2532" y="63"/>
                      <a:pt x="733" y="251"/>
                    </a:cubicBezTo>
                    <a:cubicBezTo>
                      <a:pt x="252" y="272"/>
                      <a:pt x="1" y="753"/>
                      <a:pt x="105" y="1151"/>
                    </a:cubicBezTo>
                    <a:cubicBezTo>
                      <a:pt x="105" y="1318"/>
                      <a:pt x="252" y="1507"/>
                      <a:pt x="545" y="1590"/>
                    </a:cubicBezTo>
                    <a:cubicBezTo>
                      <a:pt x="5859" y="2678"/>
                      <a:pt x="11007" y="4080"/>
                      <a:pt x="16154" y="5712"/>
                    </a:cubicBezTo>
                    <a:cubicBezTo>
                      <a:pt x="16509" y="5817"/>
                      <a:pt x="16844" y="5963"/>
                      <a:pt x="17179" y="6068"/>
                    </a:cubicBezTo>
                    <a:lnTo>
                      <a:pt x="17158" y="6068"/>
                    </a:lnTo>
                    <a:cubicBezTo>
                      <a:pt x="18518" y="6528"/>
                      <a:pt x="19878" y="7051"/>
                      <a:pt x="21259" y="7574"/>
                    </a:cubicBezTo>
                    <a:cubicBezTo>
                      <a:pt x="21343" y="7595"/>
                      <a:pt x="21385" y="7637"/>
                      <a:pt x="21468" y="7658"/>
                    </a:cubicBezTo>
                    <a:cubicBezTo>
                      <a:pt x="21489" y="7658"/>
                      <a:pt x="21531" y="7679"/>
                      <a:pt x="21573" y="7679"/>
                    </a:cubicBezTo>
                    <a:cubicBezTo>
                      <a:pt x="24000" y="8579"/>
                      <a:pt x="26490" y="9416"/>
                      <a:pt x="29022" y="9730"/>
                    </a:cubicBezTo>
                    <a:lnTo>
                      <a:pt x="29064" y="9730"/>
                    </a:lnTo>
                    <a:cubicBezTo>
                      <a:pt x="29182" y="9747"/>
                      <a:pt x="29355" y="9777"/>
                      <a:pt x="29528" y="9777"/>
                    </a:cubicBezTo>
                    <a:cubicBezTo>
                      <a:pt x="29569" y="9777"/>
                      <a:pt x="29610" y="9775"/>
                      <a:pt x="29649" y="9771"/>
                    </a:cubicBezTo>
                    <a:cubicBezTo>
                      <a:pt x="29838" y="9792"/>
                      <a:pt x="30026" y="9792"/>
                      <a:pt x="30173" y="9834"/>
                    </a:cubicBezTo>
                    <a:lnTo>
                      <a:pt x="30319" y="9834"/>
                    </a:lnTo>
                    <a:cubicBezTo>
                      <a:pt x="30361" y="9834"/>
                      <a:pt x="30424" y="9834"/>
                      <a:pt x="30466" y="9792"/>
                    </a:cubicBezTo>
                    <a:cubicBezTo>
                      <a:pt x="30758" y="9730"/>
                      <a:pt x="30968" y="9374"/>
                      <a:pt x="30905" y="9060"/>
                    </a:cubicBezTo>
                    <a:cubicBezTo>
                      <a:pt x="30884" y="8997"/>
                      <a:pt x="30884" y="8914"/>
                      <a:pt x="30821" y="8851"/>
                    </a:cubicBezTo>
                    <a:cubicBezTo>
                      <a:pt x="30779" y="8788"/>
                      <a:pt x="30717" y="8725"/>
                      <a:pt x="30675" y="8642"/>
                    </a:cubicBezTo>
                    <a:cubicBezTo>
                      <a:pt x="30445" y="8328"/>
                      <a:pt x="30173" y="8056"/>
                      <a:pt x="29942" y="7763"/>
                    </a:cubicBezTo>
                    <a:cubicBezTo>
                      <a:pt x="29733" y="7428"/>
                      <a:pt x="29440" y="7135"/>
                      <a:pt x="29105" y="6905"/>
                    </a:cubicBezTo>
                    <a:cubicBezTo>
                      <a:pt x="23686" y="1716"/>
                      <a:pt x="14501" y="42"/>
                      <a:pt x="66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20149825" y="28752300"/>
                <a:ext cx="462625" cy="768775"/>
              </a:xfrm>
              <a:custGeom>
                <a:avLst/>
                <a:gdLst/>
                <a:ahLst/>
                <a:cxnLst/>
                <a:rect l="l" t="t" r="r" b="b"/>
                <a:pathLst>
                  <a:path w="18505" h="30751" extrusionOk="0">
                    <a:moveTo>
                      <a:pt x="13598" y="8453"/>
                    </a:moveTo>
                    <a:cubicBezTo>
                      <a:pt x="13593" y="8459"/>
                      <a:pt x="13588" y="8464"/>
                      <a:pt x="13588" y="8474"/>
                    </a:cubicBezTo>
                    <a:lnTo>
                      <a:pt x="13588" y="8474"/>
                    </a:lnTo>
                    <a:cubicBezTo>
                      <a:pt x="13591" y="8467"/>
                      <a:pt x="13595" y="8460"/>
                      <a:pt x="13598" y="8453"/>
                    </a:cubicBezTo>
                    <a:close/>
                    <a:moveTo>
                      <a:pt x="18233" y="0"/>
                    </a:moveTo>
                    <a:cubicBezTo>
                      <a:pt x="18170" y="0"/>
                      <a:pt x="18066" y="42"/>
                      <a:pt x="18003" y="84"/>
                    </a:cubicBezTo>
                    <a:cubicBezTo>
                      <a:pt x="17773" y="293"/>
                      <a:pt x="17563" y="481"/>
                      <a:pt x="17333" y="691"/>
                    </a:cubicBezTo>
                    <a:cubicBezTo>
                      <a:pt x="17255" y="769"/>
                      <a:pt x="17323" y="902"/>
                      <a:pt x="17418" y="902"/>
                    </a:cubicBezTo>
                    <a:cubicBezTo>
                      <a:pt x="17424" y="902"/>
                      <a:pt x="17431" y="901"/>
                      <a:pt x="17438" y="900"/>
                    </a:cubicBezTo>
                    <a:lnTo>
                      <a:pt x="17438" y="900"/>
                    </a:lnTo>
                    <a:cubicBezTo>
                      <a:pt x="17375" y="921"/>
                      <a:pt x="17354" y="942"/>
                      <a:pt x="17291" y="984"/>
                    </a:cubicBezTo>
                    <a:cubicBezTo>
                      <a:pt x="17291" y="984"/>
                      <a:pt x="17270" y="984"/>
                      <a:pt x="17270" y="1005"/>
                    </a:cubicBezTo>
                    <a:cubicBezTo>
                      <a:pt x="17229" y="1025"/>
                      <a:pt x="17187" y="1046"/>
                      <a:pt x="17145" y="1109"/>
                    </a:cubicBezTo>
                    <a:lnTo>
                      <a:pt x="17124" y="1130"/>
                    </a:lnTo>
                    <a:lnTo>
                      <a:pt x="16977" y="1256"/>
                    </a:lnTo>
                    <a:cubicBezTo>
                      <a:pt x="16957" y="1297"/>
                      <a:pt x="16936" y="1318"/>
                      <a:pt x="16915" y="1360"/>
                    </a:cubicBezTo>
                    <a:lnTo>
                      <a:pt x="16852" y="1423"/>
                    </a:lnTo>
                    <a:cubicBezTo>
                      <a:pt x="16203" y="2302"/>
                      <a:pt x="15471" y="4143"/>
                      <a:pt x="14927" y="5524"/>
                    </a:cubicBezTo>
                    <a:cubicBezTo>
                      <a:pt x="14760" y="5922"/>
                      <a:pt x="14613" y="6340"/>
                      <a:pt x="14446" y="6738"/>
                    </a:cubicBezTo>
                    <a:cubicBezTo>
                      <a:pt x="14446" y="6759"/>
                      <a:pt x="14425" y="6779"/>
                      <a:pt x="14425" y="6800"/>
                    </a:cubicBezTo>
                    <a:cubicBezTo>
                      <a:pt x="14425" y="6842"/>
                      <a:pt x="14404" y="6842"/>
                      <a:pt x="14404" y="6863"/>
                    </a:cubicBezTo>
                    <a:cubicBezTo>
                      <a:pt x="14341" y="6968"/>
                      <a:pt x="14320" y="7051"/>
                      <a:pt x="14299" y="7093"/>
                    </a:cubicBezTo>
                    <a:cubicBezTo>
                      <a:pt x="14236" y="7219"/>
                      <a:pt x="14153" y="7365"/>
                      <a:pt x="14111" y="7470"/>
                    </a:cubicBezTo>
                    <a:cubicBezTo>
                      <a:pt x="13930" y="7793"/>
                      <a:pt x="13787" y="8115"/>
                      <a:pt x="13608" y="8438"/>
                    </a:cubicBezTo>
                    <a:lnTo>
                      <a:pt x="13608" y="8438"/>
                    </a:lnTo>
                    <a:cubicBezTo>
                      <a:pt x="13609" y="8436"/>
                      <a:pt x="13609" y="8434"/>
                      <a:pt x="13609" y="8432"/>
                    </a:cubicBezTo>
                    <a:lnTo>
                      <a:pt x="13609" y="8432"/>
                    </a:lnTo>
                    <a:cubicBezTo>
                      <a:pt x="13605" y="8439"/>
                      <a:pt x="13602" y="8446"/>
                      <a:pt x="13598" y="8453"/>
                    </a:cubicBezTo>
                    <a:lnTo>
                      <a:pt x="13598" y="8453"/>
                    </a:lnTo>
                    <a:cubicBezTo>
                      <a:pt x="13599" y="8452"/>
                      <a:pt x="13600" y="8451"/>
                      <a:pt x="13601" y="8450"/>
                    </a:cubicBezTo>
                    <a:lnTo>
                      <a:pt x="13601" y="8450"/>
                    </a:lnTo>
                    <a:cubicBezTo>
                      <a:pt x="13597" y="8458"/>
                      <a:pt x="13592" y="8466"/>
                      <a:pt x="13588" y="8474"/>
                    </a:cubicBezTo>
                    <a:cubicBezTo>
                      <a:pt x="13588" y="8474"/>
                      <a:pt x="13588" y="8474"/>
                      <a:pt x="13588" y="8474"/>
                    </a:cubicBezTo>
                    <a:lnTo>
                      <a:pt x="13588" y="8474"/>
                    </a:lnTo>
                    <a:cubicBezTo>
                      <a:pt x="12527" y="10595"/>
                      <a:pt x="11404" y="12735"/>
                      <a:pt x="10261" y="14814"/>
                    </a:cubicBezTo>
                    <a:cubicBezTo>
                      <a:pt x="8294" y="18308"/>
                      <a:pt x="6181" y="21635"/>
                      <a:pt x="3900" y="24878"/>
                    </a:cubicBezTo>
                    <a:cubicBezTo>
                      <a:pt x="2729" y="26552"/>
                      <a:pt x="1536" y="28226"/>
                      <a:pt x="301" y="29879"/>
                    </a:cubicBezTo>
                    <a:cubicBezTo>
                      <a:pt x="1" y="30291"/>
                      <a:pt x="299" y="30750"/>
                      <a:pt x="688" y="30750"/>
                    </a:cubicBezTo>
                    <a:cubicBezTo>
                      <a:pt x="813" y="30750"/>
                      <a:pt x="948" y="30703"/>
                      <a:pt x="1076" y="30591"/>
                    </a:cubicBezTo>
                    <a:cubicBezTo>
                      <a:pt x="2540" y="29251"/>
                      <a:pt x="4047" y="27787"/>
                      <a:pt x="5532" y="26155"/>
                    </a:cubicBezTo>
                    <a:lnTo>
                      <a:pt x="5532" y="26134"/>
                    </a:lnTo>
                    <a:lnTo>
                      <a:pt x="5616" y="26050"/>
                    </a:lnTo>
                    <a:cubicBezTo>
                      <a:pt x="11726" y="19355"/>
                      <a:pt x="17375" y="10546"/>
                      <a:pt x="18379" y="1988"/>
                    </a:cubicBezTo>
                    <a:lnTo>
                      <a:pt x="18379" y="1883"/>
                    </a:lnTo>
                    <a:cubicBezTo>
                      <a:pt x="18421" y="1360"/>
                      <a:pt x="18484" y="816"/>
                      <a:pt x="18505" y="293"/>
                    </a:cubicBezTo>
                    <a:lnTo>
                      <a:pt x="18505" y="189"/>
                    </a:lnTo>
                    <a:cubicBezTo>
                      <a:pt x="18484" y="84"/>
                      <a:pt x="18379" y="0"/>
                      <a:pt x="18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19279125" y="28273675"/>
                <a:ext cx="2565725" cy="1180375"/>
              </a:xfrm>
              <a:custGeom>
                <a:avLst/>
                <a:gdLst/>
                <a:ahLst/>
                <a:cxnLst/>
                <a:rect l="l" t="t" r="r" b="b"/>
                <a:pathLst>
                  <a:path w="102629" h="47215" extrusionOk="0">
                    <a:moveTo>
                      <a:pt x="72729" y="5754"/>
                    </a:moveTo>
                    <a:lnTo>
                      <a:pt x="72729" y="5754"/>
                    </a:lnTo>
                    <a:cubicBezTo>
                      <a:pt x="73231" y="6277"/>
                      <a:pt x="73733" y="6800"/>
                      <a:pt x="74194" y="7365"/>
                    </a:cubicBezTo>
                    <a:cubicBezTo>
                      <a:pt x="74232" y="7403"/>
                      <a:pt x="74269" y="7419"/>
                      <a:pt x="74305" y="7419"/>
                    </a:cubicBezTo>
                    <a:cubicBezTo>
                      <a:pt x="74369" y="7419"/>
                      <a:pt x="74426" y="7369"/>
                      <a:pt x="74466" y="7302"/>
                    </a:cubicBezTo>
                    <a:cubicBezTo>
                      <a:pt x="76328" y="9144"/>
                      <a:pt x="77918" y="11173"/>
                      <a:pt x="79257" y="13391"/>
                    </a:cubicBezTo>
                    <a:lnTo>
                      <a:pt x="79257" y="13433"/>
                    </a:lnTo>
                    <a:cubicBezTo>
                      <a:pt x="80659" y="15777"/>
                      <a:pt x="81789" y="18371"/>
                      <a:pt x="82626" y="21196"/>
                    </a:cubicBezTo>
                    <a:cubicBezTo>
                      <a:pt x="82103" y="21070"/>
                      <a:pt x="81559" y="20966"/>
                      <a:pt x="81036" y="20819"/>
                    </a:cubicBezTo>
                    <a:lnTo>
                      <a:pt x="81036" y="20777"/>
                    </a:lnTo>
                    <a:cubicBezTo>
                      <a:pt x="80994" y="20756"/>
                      <a:pt x="80931" y="20694"/>
                      <a:pt x="80868" y="20694"/>
                    </a:cubicBezTo>
                    <a:cubicBezTo>
                      <a:pt x="80847" y="20694"/>
                      <a:pt x="80847" y="20694"/>
                      <a:pt x="80827" y="20714"/>
                    </a:cubicBezTo>
                    <a:cubicBezTo>
                      <a:pt x="80785" y="20756"/>
                      <a:pt x="80743" y="20777"/>
                      <a:pt x="80722" y="20798"/>
                    </a:cubicBezTo>
                    <a:cubicBezTo>
                      <a:pt x="79885" y="20610"/>
                      <a:pt x="79006" y="20463"/>
                      <a:pt x="78169" y="20275"/>
                    </a:cubicBezTo>
                    <a:lnTo>
                      <a:pt x="78169" y="20254"/>
                    </a:lnTo>
                    <a:cubicBezTo>
                      <a:pt x="78169" y="20254"/>
                      <a:pt x="78169" y="20233"/>
                      <a:pt x="78211" y="20233"/>
                    </a:cubicBezTo>
                    <a:cubicBezTo>
                      <a:pt x="78839" y="14416"/>
                      <a:pt x="76579" y="9834"/>
                      <a:pt x="73043" y="6152"/>
                    </a:cubicBezTo>
                    <a:lnTo>
                      <a:pt x="72729" y="5754"/>
                    </a:lnTo>
                    <a:close/>
                    <a:moveTo>
                      <a:pt x="72311" y="19857"/>
                    </a:moveTo>
                    <a:cubicBezTo>
                      <a:pt x="73985" y="20066"/>
                      <a:pt x="75637" y="20338"/>
                      <a:pt x="77311" y="20610"/>
                    </a:cubicBezTo>
                    <a:cubicBezTo>
                      <a:pt x="76935" y="21091"/>
                      <a:pt x="76579" y="21531"/>
                      <a:pt x="76223" y="22012"/>
                    </a:cubicBezTo>
                    <a:cubicBezTo>
                      <a:pt x="74884" y="23644"/>
                      <a:pt x="73524" y="25297"/>
                      <a:pt x="72164" y="26929"/>
                    </a:cubicBezTo>
                    <a:lnTo>
                      <a:pt x="72164" y="26950"/>
                    </a:lnTo>
                    <a:cubicBezTo>
                      <a:pt x="71516" y="27703"/>
                      <a:pt x="70867" y="28456"/>
                      <a:pt x="70218" y="29230"/>
                    </a:cubicBezTo>
                    <a:cubicBezTo>
                      <a:pt x="69465" y="30109"/>
                      <a:pt x="68712" y="30967"/>
                      <a:pt x="67917" y="31867"/>
                    </a:cubicBezTo>
                    <a:lnTo>
                      <a:pt x="67896" y="31888"/>
                    </a:lnTo>
                    <a:cubicBezTo>
                      <a:pt x="66640" y="33331"/>
                      <a:pt x="65364" y="34733"/>
                      <a:pt x="64067" y="36156"/>
                    </a:cubicBezTo>
                    <a:cubicBezTo>
                      <a:pt x="65615" y="34210"/>
                      <a:pt x="67080" y="32181"/>
                      <a:pt x="68335" y="30067"/>
                    </a:cubicBezTo>
                    <a:cubicBezTo>
                      <a:pt x="68440" y="29879"/>
                      <a:pt x="68586" y="29670"/>
                      <a:pt x="68691" y="29481"/>
                    </a:cubicBezTo>
                    <a:cubicBezTo>
                      <a:pt x="68754" y="29356"/>
                      <a:pt x="68816" y="29251"/>
                      <a:pt x="68900" y="29126"/>
                    </a:cubicBezTo>
                    <a:cubicBezTo>
                      <a:pt x="69047" y="28854"/>
                      <a:pt x="69172" y="28603"/>
                      <a:pt x="69319" y="28331"/>
                    </a:cubicBezTo>
                    <a:lnTo>
                      <a:pt x="69465" y="28017"/>
                    </a:lnTo>
                    <a:lnTo>
                      <a:pt x="69779" y="27389"/>
                    </a:lnTo>
                    <a:cubicBezTo>
                      <a:pt x="69821" y="27285"/>
                      <a:pt x="69883" y="27201"/>
                      <a:pt x="69904" y="27096"/>
                    </a:cubicBezTo>
                    <a:cubicBezTo>
                      <a:pt x="70051" y="26824"/>
                      <a:pt x="70176" y="26552"/>
                      <a:pt x="70302" y="26259"/>
                    </a:cubicBezTo>
                    <a:cubicBezTo>
                      <a:pt x="70344" y="26155"/>
                      <a:pt x="70386" y="26092"/>
                      <a:pt x="70428" y="25987"/>
                    </a:cubicBezTo>
                    <a:cubicBezTo>
                      <a:pt x="70574" y="25715"/>
                      <a:pt x="70679" y="25422"/>
                      <a:pt x="70783" y="25171"/>
                    </a:cubicBezTo>
                    <a:cubicBezTo>
                      <a:pt x="70804" y="25108"/>
                      <a:pt x="70804" y="25088"/>
                      <a:pt x="70825" y="25046"/>
                    </a:cubicBezTo>
                    <a:cubicBezTo>
                      <a:pt x="70930" y="24753"/>
                      <a:pt x="71055" y="24460"/>
                      <a:pt x="71160" y="24167"/>
                    </a:cubicBezTo>
                    <a:cubicBezTo>
                      <a:pt x="71202" y="24104"/>
                      <a:pt x="71223" y="24041"/>
                      <a:pt x="71244" y="23958"/>
                    </a:cubicBezTo>
                    <a:cubicBezTo>
                      <a:pt x="71348" y="23644"/>
                      <a:pt x="71453" y="23330"/>
                      <a:pt x="71557" y="23058"/>
                    </a:cubicBezTo>
                    <a:cubicBezTo>
                      <a:pt x="71557" y="22995"/>
                      <a:pt x="71578" y="22974"/>
                      <a:pt x="71578" y="22911"/>
                    </a:cubicBezTo>
                    <a:cubicBezTo>
                      <a:pt x="71683" y="22598"/>
                      <a:pt x="71767" y="22326"/>
                      <a:pt x="71850" y="22012"/>
                    </a:cubicBezTo>
                    <a:cubicBezTo>
                      <a:pt x="71850" y="21970"/>
                      <a:pt x="71871" y="21949"/>
                      <a:pt x="71871" y="21928"/>
                    </a:cubicBezTo>
                    <a:cubicBezTo>
                      <a:pt x="71955" y="21593"/>
                      <a:pt x="72039" y="21279"/>
                      <a:pt x="72101" y="20924"/>
                    </a:cubicBezTo>
                    <a:cubicBezTo>
                      <a:pt x="72101" y="20903"/>
                      <a:pt x="72143" y="20882"/>
                      <a:pt x="72143" y="20819"/>
                    </a:cubicBezTo>
                    <a:cubicBezTo>
                      <a:pt x="72206" y="20505"/>
                      <a:pt x="72269" y="20170"/>
                      <a:pt x="72311" y="19857"/>
                    </a:cubicBezTo>
                    <a:close/>
                    <a:moveTo>
                      <a:pt x="64761" y="0"/>
                    </a:moveTo>
                    <a:cubicBezTo>
                      <a:pt x="64113" y="0"/>
                      <a:pt x="63614" y="912"/>
                      <a:pt x="64213" y="1423"/>
                    </a:cubicBezTo>
                    <a:cubicBezTo>
                      <a:pt x="65238" y="2281"/>
                      <a:pt x="66180" y="3243"/>
                      <a:pt x="67059" y="4269"/>
                    </a:cubicBezTo>
                    <a:lnTo>
                      <a:pt x="67080" y="4269"/>
                    </a:lnTo>
                    <a:lnTo>
                      <a:pt x="67122" y="4289"/>
                    </a:lnTo>
                    <a:cubicBezTo>
                      <a:pt x="67122" y="4331"/>
                      <a:pt x="67143" y="4331"/>
                      <a:pt x="67143" y="4331"/>
                    </a:cubicBezTo>
                    <a:lnTo>
                      <a:pt x="67143" y="4352"/>
                    </a:lnTo>
                    <a:lnTo>
                      <a:pt x="67163" y="4373"/>
                    </a:lnTo>
                    <a:cubicBezTo>
                      <a:pt x="69904" y="7574"/>
                      <a:pt x="72143" y="11299"/>
                      <a:pt x="74382" y="14940"/>
                    </a:cubicBezTo>
                    <a:cubicBezTo>
                      <a:pt x="75031" y="16007"/>
                      <a:pt x="75700" y="17053"/>
                      <a:pt x="76349" y="18078"/>
                    </a:cubicBezTo>
                    <a:cubicBezTo>
                      <a:pt x="76433" y="18183"/>
                      <a:pt x="76474" y="18287"/>
                      <a:pt x="76558" y="18392"/>
                    </a:cubicBezTo>
                    <a:cubicBezTo>
                      <a:pt x="76746" y="18664"/>
                      <a:pt x="76893" y="18915"/>
                      <a:pt x="77081" y="19187"/>
                    </a:cubicBezTo>
                    <a:cubicBezTo>
                      <a:pt x="77102" y="19229"/>
                      <a:pt x="77165" y="19292"/>
                      <a:pt x="77186" y="19334"/>
                    </a:cubicBezTo>
                    <a:cubicBezTo>
                      <a:pt x="77374" y="19606"/>
                      <a:pt x="77542" y="19878"/>
                      <a:pt x="77730" y="20150"/>
                    </a:cubicBezTo>
                    <a:cubicBezTo>
                      <a:pt x="77709" y="20150"/>
                      <a:pt x="77688" y="20170"/>
                      <a:pt x="77625" y="20191"/>
                    </a:cubicBezTo>
                    <a:cubicBezTo>
                      <a:pt x="75575" y="19815"/>
                      <a:pt x="73524" y="19501"/>
                      <a:pt x="71453" y="19229"/>
                    </a:cubicBezTo>
                    <a:cubicBezTo>
                      <a:pt x="72039" y="13956"/>
                      <a:pt x="68963" y="9248"/>
                      <a:pt x="64862" y="5796"/>
                    </a:cubicBezTo>
                    <a:lnTo>
                      <a:pt x="64841" y="5754"/>
                    </a:lnTo>
                    <a:lnTo>
                      <a:pt x="64820" y="5754"/>
                    </a:lnTo>
                    <a:cubicBezTo>
                      <a:pt x="62016" y="3411"/>
                      <a:pt x="58710" y="1611"/>
                      <a:pt x="55739" y="565"/>
                    </a:cubicBezTo>
                    <a:cubicBezTo>
                      <a:pt x="55650" y="534"/>
                      <a:pt x="55563" y="520"/>
                      <a:pt x="55478" y="520"/>
                    </a:cubicBezTo>
                    <a:cubicBezTo>
                      <a:pt x="54985" y="520"/>
                      <a:pt x="54588" y="997"/>
                      <a:pt x="54588" y="1444"/>
                    </a:cubicBezTo>
                    <a:cubicBezTo>
                      <a:pt x="54588" y="1674"/>
                      <a:pt x="54693" y="1946"/>
                      <a:pt x="54986" y="2072"/>
                    </a:cubicBezTo>
                    <a:cubicBezTo>
                      <a:pt x="55509" y="2364"/>
                      <a:pt x="55990" y="2678"/>
                      <a:pt x="56492" y="2992"/>
                    </a:cubicBezTo>
                    <a:cubicBezTo>
                      <a:pt x="56513" y="2992"/>
                      <a:pt x="56513" y="3013"/>
                      <a:pt x="56555" y="3034"/>
                    </a:cubicBezTo>
                    <a:cubicBezTo>
                      <a:pt x="57811" y="4038"/>
                      <a:pt x="59087" y="4980"/>
                      <a:pt x="60342" y="5942"/>
                    </a:cubicBezTo>
                    <a:lnTo>
                      <a:pt x="60363" y="5942"/>
                    </a:lnTo>
                    <a:cubicBezTo>
                      <a:pt x="61849" y="7261"/>
                      <a:pt x="63272" y="8683"/>
                      <a:pt x="64611" y="10211"/>
                    </a:cubicBezTo>
                    <a:cubicBezTo>
                      <a:pt x="66619" y="12450"/>
                      <a:pt x="68021" y="15128"/>
                      <a:pt x="69758" y="17576"/>
                    </a:cubicBezTo>
                    <a:cubicBezTo>
                      <a:pt x="69779" y="17618"/>
                      <a:pt x="69800" y="17639"/>
                      <a:pt x="69800" y="17681"/>
                    </a:cubicBezTo>
                    <a:cubicBezTo>
                      <a:pt x="69883" y="17827"/>
                      <a:pt x="69988" y="17932"/>
                      <a:pt x="70072" y="18057"/>
                    </a:cubicBezTo>
                    <a:cubicBezTo>
                      <a:pt x="70114" y="18141"/>
                      <a:pt x="70176" y="18183"/>
                      <a:pt x="70218" y="18266"/>
                    </a:cubicBezTo>
                    <a:cubicBezTo>
                      <a:pt x="70302" y="18371"/>
                      <a:pt x="70344" y="18455"/>
                      <a:pt x="70428" y="18559"/>
                    </a:cubicBezTo>
                    <a:cubicBezTo>
                      <a:pt x="70511" y="18664"/>
                      <a:pt x="70595" y="18769"/>
                      <a:pt x="70700" y="18873"/>
                    </a:cubicBezTo>
                    <a:cubicBezTo>
                      <a:pt x="70741" y="18915"/>
                      <a:pt x="70804" y="18999"/>
                      <a:pt x="70846" y="19041"/>
                    </a:cubicBezTo>
                    <a:cubicBezTo>
                      <a:pt x="70909" y="19103"/>
                      <a:pt x="70930" y="19145"/>
                      <a:pt x="70992" y="19208"/>
                    </a:cubicBezTo>
                    <a:cubicBezTo>
                      <a:pt x="69570" y="19020"/>
                      <a:pt x="68147" y="18894"/>
                      <a:pt x="66745" y="18769"/>
                    </a:cubicBezTo>
                    <a:lnTo>
                      <a:pt x="66766" y="18769"/>
                    </a:lnTo>
                    <a:cubicBezTo>
                      <a:pt x="66763" y="18768"/>
                      <a:pt x="66761" y="18768"/>
                      <a:pt x="66758" y="18768"/>
                    </a:cubicBezTo>
                    <a:lnTo>
                      <a:pt x="66758" y="18768"/>
                    </a:lnTo>
                    <a:cubicBezTo>
                      <a:pt x="66814" y="18763"/>
                      <a:pt x="66854" y="18725"/>
                      <a:pt x="66912" y="18706"/>
                    </a:cubicBezTo>
                    <a:lnTo>
                      <a:pt x="66933" y="18685"/>
                    </a:lnTo>
                    <a:cubicBezTo>
                      <a:pt x="66975" y="18601"/>
                      <a:pt x="67017" y="18497"/>
                      <a:pt x="66954" y="18413"/>
                    </a:cubicBezTo>
                    <a:cubicBezTo>
                      <a:pt x="63837" y="14228"/>
                      <a:pt x="59673" y="10608"/>
                      <a:pt x="55216" y="7512"/>
                    </a:cubicBezTo>
                    <a:cubicBezTo>
                      <a:pt x="55174" y="7491"/>
                      <a:pt x="55153" y="7491"/>
                      <a:pt x="55132" y="7470"/>
                    </a:cubicBezTo>
                    <a:cubicBezTo>
                      <a:pt x="54233" y="6842"/>
                      <a:pt x="53333" y="6256"/>
                      <a:pt x="52412" y="5691"/>
                    </a:cubicBezTo>
                    <a:cubicBezTo>
                      <a:pt x="52391" y="5691"/>
                      <a:pt x="52391" y="5649"/>
                      <a:pt x="52350" y="5629"/>
                    </a:cubicBezTo>
                    <a:cubicBezTo>
                      <a:pt x="51701" y="5210"/>
                      <a:pt x="51052" y="4813"/>
                      <a:pt x="50404" y="4436"/>
                    </a:cubicBezTo>
                    <a:cubicBezTo>
                      <a:pt x="49211" y="3745"/>
                      <a:pt x="48039" y="3076"/>
                      <a:pt x="46888" y="2469"/>
                    </a:cubicBezTo>
                    <a:cubicBezTo>
                      <a:pt x="46771" y="2407"/>
                      <a:pt x="46661" y="2379"/>
                      <a:pt x="46560" y="2379"/>
                    </a:cubicBezTo>
                    <a:cubicBezTo>
                      <a:pt x="46119" y="2379"/>
                      <a:pt x="45860" y="2901"/>
                      <a:pt x="46031" y="3327"/>
                    </a:cubicBezTo>
                    <a:lnTo>
                      <a:pt x="46051" y="3348"/>
                    </a:lnTo>
                    <a:cubicBezTo>
                      <a:pt x="46072" y="3432"/>
                      <a:pt x="46114" y="3515"/>
                      <a:pt x="46177" y="3599"/>
                    </a:cubicBezTo>
                    <a:cubicBezTo>
                      <a:pt x="50445" y="8118"/>
                      <a:pt x="55551" y="12722"/>
                      <a:pt x="61137" y="16007"/>
                    </a:cubicBezTo>
                    <a:cubicBezTo>
                      <a:pt x="61179" y="16049"/>
                      <a:pt x="61200" y="16049"/>
                      <a:pt x="61221" y="16069"/>
                    </a:cubicBezTo>
                    <a:cubicBezTo>
                      <a:pt x="61514" y="16258"/>
                      <a:pt x="61807" y="16404"/>
                      <a:pt x="62121" y="16572"/>
                    </a:cubicBezTo>
                    <a:cubicBezTo>
                      <a:pt x="62184" y="16613"/>
                      <a:pt x="62267" y="16634"/>
                      <a:pt x="62351" y="16697"/>
                    </a:cubicBezTo>
                    <a:cubicBezTo>
                      <a:pt x="62644" y="16844"/>
                      <a:pt x="62916" y="17011"/>
                      <a:pt x="63230" y="17157"/>
                    </a:cubicBezTo>
                    <a:cubicBezTo>
                      <a:pt x="63376" y="17220"/>
                      <a:pt x="63481" y="17304"/>
                      <a:pt x="63606" y="17346"/>
                    </a:cubicBezTo>
                    <a:cubicBezTo>
                      <a:pt x="63816" y="17450"/>
                      <a:pt x="64004" y="17555"/>
                      <a:pt x="64213" y="17639"/>
                    </a:cubicBezTo>
                    <a:cubicBezTo>
                      <a:pt x="64360" y="17722"/>
                      <a:pt x="64548" y="17785"/>
                      <a:pt x="64715" y="17869"/>
                    </a:cubicBezTo>
                    <a:cubicBezTo>
                      <a:pt x="64946" y="17973"/>
                      <a:pt x="65155" y="18078"/>
                      <a:pt x="65385" y="18183"/>
                    </a:cubicBezTo>
                    <a:cubicBezTo>
                      <a:pt x="65531" y="18266"/>
                      <a:pt x="65699" y="18308"/>
                      <a:pt x="65866" y="18392"/>
                    </a:cubicBezTo>
                    <a:lnTo>
                      <a:pt x="66410" y="18622"/>
                    </a:lnTo>
                    <a:cubicBezTo>
                      <a:pt x="66512" y="18683"/>
                      <a:pt x="66615" y="18705"/>
                      <a:pt x="66717" y="18764"/>
                    </a:cubicBezTo>
                    <a:lnTo>
                      <a:pt x="66717" y="18764"/>
                    </a:lnTo>
                    <a:cubicBezTo>
                      <a:pt x="63282" y="18461"/>
                      <a:pt x="59832" y="18310"/>
                      <a:pt x="56381" y="18310"/>
                    </a:cubicBezTo>
                    <a:cubicBezTo>
                      <a:pt x="45847" y="18310"/>
                      <a:pt x="35302" y="19722"/>
                      <a:pt x="25149" y="22556"/>
                    </a:cubicBezTo>
                    <a:cubicBezTo>
                      <a:pt x="25756" y="22221"/>
                      <a:pt x="26341" y="21865"/>
                      <a:pt x="26906" y="21510"/>
                    </a:cubicBezTo>
                    <a:cubicBezTo>
                      <a:pt x="26927" y="21489"/>
                      <a:pt x="26969" y="21447"/>
                      <a:pt x="26969" y="21426"/>
                    </a:cubicBezTo>
                    <a:lnTo>
                      <a:pt x="26969" y="21321"/>
                    </a:lnTo>
                    <a:cubicBezTo>
                      <a:pt x="26969" y="21300"/>
                      <a:pt x="26969" y="21300"/>
                      <a:pt x="26927" y="21279"/>
                    </a:cubicBezTo>
                    <a:cubicBezTo>
                      <a:pt x="27409" y="21196"/>
                      <a:pt x="27848" y="21112"/>
                      <a:pt x="28287" y="21007"/>
                    </a:cubicBezTo>
                    <a:cubicBezTo>
                      <a:pt x="28664" y="20924"/>
                      <a:pt x="28999" y="20861"/>
                      <a:pt x="29375" y="20756"/>
                    </a:cubicBezTo>
                    <a:cubicBezTo>
                      <a:pt x="29396" y="20756"/>
                      <a:pt x="29396" y="20714"/>
                      <a:pt x="29417" y="20714"/>
                    </a:cubicBezTo>
                    <a:cubicBezTo>
                      <a:pt x="29543" y="20673"/>
                      <a:pt x="29543" y="20547"/>
                      <a:pt x="29501" y="20442"/>
                    </a:cubicBezTo>
                    <a:cubicBezTo>
                      <a:pt x="29480" y="20380"/>
                      <a:pt x="29417" y="20338"/>
                      <a:pt x="29375" y="20296"/>
                    </a:cubicBezTo>
                    <a:cubicBezTo>
                      <a:pt x="27701" y="19710"/>
                      <a:pt x="25881" y="19354"/>
                      <a:pt x="23998" y="19208"/>
                    </a:cubicBezTo>
                    <a:lnTo>
                      <a:pt x="23935" y="19208"/>
                    </a:lnTo>
                    <a:cubicBezTo>
                      <a:pt x="23580" y="19187"/>
                      <a:pt x="23224" y="19145"/>
                      <a:pt x="22889" y="19124"/>
                    </a:cubicBezTo>
                    <a:lnTo>
                      <a:pt x="22722" y="19124"/>
                    </a:lnTo>
                    <a:cubicBezTo>
                      <a:pt x="22408" y="19124"/>
                      <a:pt x="22073" y="19103"/>
                      <a:pt x="21759" y="19103"/>
                    </a:cubicBezTo>
                    <a:lnTo>
                      <a:pt x="20295" y="19103"/>
                    </a:lnTo>
                    <a:cubicBezTo>
                      <a:pt x="20002" y="19103"/>
                      <a:pt x="19751" y="19124"/>
                      <a:pt x="19458" y="19124"/>
                    </a:cubicBezTo>
                    <a:cubicBezTo>
                      <a:pt x="19332" y="19124"/>
                      <a:pt x="19186" y="19145"/>
                      <a:pt x="19060" y="19145"/>
                    </a:cubicBezTo>
                    <a:cubicBezTo>
                      <a:pt x="18830" y="19187"/>
                      <a:pt x="18558" y="19187"/>
                      <a:pt x="18328" y="19208"/>
                    </a:cubicBezTo>
                    <a:cubicBezTo>
                      <a:pt x="18181" y="19229"/>
                      <a:pt x="18014" y="19229"/>
                      <a:pt x="17867" y="19250"/>
                    </a:cubicBezTo>
                    <a:cubicBezTo>
                      <a:pt x="17658" y="19292"/>
                      <a:pt x="17407" y="19313"/>
                      <a:pt x="17198" y="19334"/>
                    </a:cubicBezTo>
                    <a:cubicBezTo>
                      <a:pt x="17030" y="19354"/>
                      <a:pt x="16842" y="19396"/>
                      <a:pt x="16654" y="19396"/>
                    </a:cubicBezTo>
                    <a:cubicBezTo>
                      <a:pt x="16466" y="19417"/>
                      <a:pt x="16256" y="19438"/>
                      <a:pt x="16089" y="19459"/>
                    </a:cubicBezTo>
                    <a:cubicBezTo>
                      <a:pt x="15880" y="19501"/>
                      <a:pt x="15670" y="19522"/>
                      <a:pt x="15482" y="19543"/>
                    </a:cubicBezTo>
                    <a:cubicBezTo>
                      <a:pt x="15294" y="19564"/>
                      <a:pt x="15147" y="19606"/>
                      <a:pt x="14959" y="19626"/>
                    </a:cubicBezTo>
                    <a:cubicBezTo>
                      <a:pt x="14750" y="19647"/>
                      <a:pt x="14520" y="19710"/>
                      <a:pt x="14310" y="19731"/>
                    </a:cubicBezTo>
                    <a:cubicBezTo>
                      <a:pt x="14143" y="19752"/>
                      <a:pt x="13955" y="19773"/>
                      <a:pt x="13808" y="19836"/>
                    </a:cubicBezTo>
                    <a:cubicBezTo>
                      <a:pt x="13599" y="19878"/>
                      <a:pt x="13390" y="19919"/>
                      <a:pt x="13181" y="19961"/>
                    </a:cubicBezTo>
                    <a:cubicBezTo>
                      <a:pt x="12971" y="20024"/>
                      <a:pt x="12741" y="20045"/>
                      <a:pt x="12532" y="20087"/>
                    </a:cubicBezTo>
                    <a:cubicBezTo>
                      <a:pt x="12364" y="20129"/>
                      <a:pt x="12218" y="20170"/>
                      <a:pt x="12051" y="20191"/>
                    </a:cubicBezTo>
                    <a:cubicBezTo>
                      <a:pt x="12030" y="20191"/>
                      <a:pt x="12009" y="20191"/>
                      <a:pt x="11967" y="20233"/>
                    </a:cubicBezTo>
                    <a:cubicBezTo>
                      <a:pt x="11611" y="20296"/>
                      <a:pt x="11276" y="20380"/>
                      <a:pt x="10900" y="20484"/>
                    </a:cubicBezTo>
                    <a:cubicBezTo>
                      <a:pt x="10889" y="20474"/>
                      <a:pt x="10863" y="20469"/>
                      <a:pt x="10829" y="20469"/>
                    </a:cubicBezTo>
                    <a:cubicBezTo>
                      <a:pt x="10795" y="20469"/>
                      <a:pt x="10753" y="20474"/>
                      <a:pt x="10712" y="20484"/>
                    </a:cubicBezTo>
                    <a:cubicBezTo>
                      <a:pt x="10544" y="20568"/>
                      <a:pt x="10293" y="20610"/>
                      <a:pt x="10126" y="20694"/>
                    </a:cubicBezTo>
                    <a:cubicBezTo>
                      <a:pt x="7092" y="21489"/>
                      <a:pt x="4204" y="22493"/>
                      <a:pt x="1756" y="23581"/>
                    </a:cubicBezTo>
                    <a:cubicBezTo>
                      <a:pt x="1401" y="23719"/>
                      <a:pt x="1381" y="24341"/>
                      <a:pt x="1801" y="24341"/>
                    </a:cubicBezTo>
                    <a:cubicBezTo>
                      <a:pt x="1826" y="24341"/>
                      <a:pt x="1853" y="24339"/>
                      <a:pt x="1882" y="24334"/>
                    </a:cubicBezTo>
                    <a:cubicBezTo>
                      <a:pt x="2279" y="24272"/>
                      <a:pt x="2656" y="24209"/>
                      <a:pt x="3053" y="24146"/>
                    </a:cubicBezTo>
                    <a:lnTo>
                      <a:pt x="3074" y="24146"/>
                    </a:lnTo>
                    <a:cubicBezTo>
                      <a:pt x="7510" y="23476"/>
                      <a:pt x="11925" y="22786"/>
                      <a:pt x="16340" y="22221"/>
                    </a:cubicBezTo>
                    <a:cubicBezTo>
                      <a:pt x="16926" y="22137"/>
                      <a:pt x="17470" y="22075"/>
                      <a:pt x="18077" y="22033"/>
                    </a:cubicBezTo>
                    <a:lnTo>
                      <a:pt x="18244" y="22033"/>
                    </a:lnTo>
                    <a:cubicBezTo>
                      <a:pt x="19960" y="21907"/>
                      <a:pt x="21696" y="21823"/>
                      <a:pt x="23412" y="21698"/>
                    </a:cubicBezTo>
                    <a:lnTo>
                      <a:pt x="23433" y="21698"/>
                    </a:lnTo>
                    <a:cubicBezTo>
                      <a:pt x="22994" y="21761"/>
                      <a:pt x="22575" y="21844"/>
                      <a:pt x="22115" y="21928"/>
                    </a:cubicBezTo>
                    <a:cubicBezTo>
                      <a:pt x="21906" y="21949"/>
                      <a:pt x="21696" y="22012"/>
                      <a:pt x="21487" y="22054"/>
                    </a:cubicBezTo>
                    <a:cubicBezTo>
                      <a:pt x="21278" y="22116"/>
                      <a:pt x="21069" y="22137"/>
                      <a:pt x="20859" y="22179"/>
                    </a:cubicBezTo>
                    <a:cubicBezTo>
                      <a:pt x="20587" y="22242"/>
                      <a:pt x="20295" y="22284"/>
                      <a:pt x="20002" y="22367"/>
                    </a:cubicBezTo>
                    <a:cubicBezTo>
                      <a:pt x="19897" y="22388"/>
                      <a:pt x="19792" y="22430"/>
                      <a:pt x="19667" y="22451"/>
                    </a:cubicBezTo>
                    <a:cubicBezTo>
                      <a:pt x="13160" y="23811"/>
                      <a:pt x="6631" y="25883"/>
                      <a:pt x="501" y="27829"/>
                    </a:cubicBezTo>
                    <a:cubicBezTo>
                      <a:pt x="292" y="27912"/>
                      <a:pt x="145" y="28080"/>
                      <a:pt x="103" y="28226"/>
                    </a:cubicBezTo>
                    <a:cubicBezTo>
                      <a:pt x="1" y="28615"/>
                      <a:pt x="199" y="29064"/>
                      <a:pt x="677" y="29064"/>
                    </a:cubicBezTo>
                    <a:cubicBezTo>
                      <a:pt x="688" y="29064"/>
                      <a:pt x="699" y="29063"/>
                      <a:pt x="710" y="29063"/>
                    </a:cubicBezTo>
                    <a:cubicBezTo>
                      <a:pt x="1714" y="29021"/>
                      <a:pt x="2761" y="28937"/>
                      <a:pt x="3807" y="28833"/>
                    </a:cubicBezTo>
                    <a:cubicBezTo>
                      <a:pt x="6631" y="28561"/>
                      <a:pt x="9498" y="28101"/>
                      <a:pt x="12281" y="27452"/>
                    </a:cubicBezTo>
                    <a:lnTo>
                      <a:pt x="12323" y="27452"/>
                    </a:lnTo>
                    <a:cubicBezTo>
                      <a:pt x="12657" y="27368"/>
                      <a:pt x="13013" y="27285"/>
                      <a:pt x="13369" y="27180"/>
                    </a:cubicBezTo>
                    <a:cubicBezTo>
                      <a:pt x="13411" y="27159"/>
                      <a:pt x="13473" y="27159"/>
                      <a:pt x="13536" y="27138"/>
                    </a:cubicBezTo>
                    <a:cubicBezTo>
                      <a:pt x="14206" y="26971"/>
                      <a:pt x="14854" y="26782"/>
                      <a:pt x="15482" y="26615"/>
                    </a:cubicBezTo>
                    <a:cubicBezTo>
                      <a:pt x="15524" y="26573"/>
                      <a:pt x="15587" y="26573"/>
                      <a:pt x="15629" y="26552"/>
                    </a:cubicBezTo>
                    <a:cubicBezTo>
                      <a:pt x="15880" y="26468"/>
                      <a:pt x="16089" y="26427"/>
                      <a:pt x="16319" y="26343"/>
                    </a:cubicBezTo>
                    <a:cubicBezTo>
                      <a:pt x="16549" y="26259"/>
                      <a:pt x="16758" y="26217"/>
                      <a:pt x="16989" y="26134"/>
                    </a:cubicBezTo>
                    <a:cubicBezTo>
                      <a:pt x="17177" y="26092"/>
                      <a:pt x="17365" y="26008"/>
                      <a:pt x="17554" y="25945"/>
                    </a:cubicBezTo>
                    <a:cubicBezTo>
                      <a:pt x="17888" y="25841"/>
                      <a:pt x="18223" y="25715"/>
                      <a:pt x="18558" y="25590"/>
                    </a:cubicBezTo>
                    <a:lnTo>
                      <a:pt x="18809" y="25506"/>
                    </a:lnTo>
                    <a:cubicBezTo>
                      <a:pt x="19248" y="25360"/>
                      <a:pt x="19688" y="25171"/>
                      <a:pt x="20127" y="24983"/>
                    </a:cubicBezTo>
                    <a:lnTo>
                      <a:pt x="20295" y="24899"/>
                    </a:lnTo>
                    <a:cubicBezTo>
                      <a:pt x="20713" y="24753"/>
                      <a:pt x="21111" y="24564"/>
                      <a:pt x="21529" y="24376"/>
                    </a:cubicBezTo>
                    <a:cubicBezTo>
                      <a:pt x="21550" y="24355"/>
                      <a:pt x="21592" y="24355"/>
                      <a:pt x="21634" y="24334"/>
                    </a:cubicBezTo>
                    <a:cubicBezTo>
                      <a:pt x="22094" y="24125"/>
                      <a:pt x="22596" y="23895"/>
                      <a:pt x="23036" y="23686"/>
                    </a:cubicBezTo>
                    <a:cubicBezTo>
                      <a:pt x="24458" y="23267"/>
                      <a:pt x="25860" y="22891"/>
                      <a:pt x="27283" y="22535"/>
                    </a:cubicBezTo>
                    <a:lnTo>
                      <a:pt x="27283" y="22535"/>
                    </a:lnTo>
                    <a:cubicBezTo>
                      <a:pt x="25839" y="23414"/>
                      <a:pt x="24458" y="24460"/>
                      <a:pt x="23119" y="25527"/>
                    </a:cubicBezTo>
                    <a:cubicBezTo>
                      <a:pt x="22115" y="26343"/>
                      <a:pt x="21131" y="27180"/>
                      <a:pt x="20127" y="28017"/>
                    </a:cubicBezTo>
                    <a:cubicBezTo>
                      <a:pt x="18558" y="29356"/>
                      <a:pt x="16968" y="30653"/>
                      <a:pt x="15294" y="31804"/>
                    </a:cubicBezTo>
                    <a:cubicBezTo>
                      <a:pt x="15001" y="31992"/>
                      <a:pt x="14750" y="32181"/>
                      <a:pt x="14457" y="32369"/>
                    </a:cubicBezTo>
                    <a:cubicBezTo>
                      <a:pt x="14373" y="32411"/>
                      <a:pt x="14310" y="32474"/>
                      <a:pt x="14206" y="32536"/>
                    </a:cubicBezTo>
                    <a:cubicBezTo>
                      <a:pt x="13934" y="32704"/>
                      <a:pt x="13683" y="32892"/>
                      <a:pt x="13411" y="33038"/>
                    </a:cubicBezTo>
                    <a:cubicBezTo>
                      <a:pt x="13285" y="33122"/>
                      <a:pt x="13118" y="33227"/>
                      <a:pt x="12992" y="33311"/>
                    </a:cubicBezTo>
                    <a:cubicBezTo>
                      <a:pt x="12364" y="33687"/>
                      <a:pt x="11737" y="34085"/>
                      <a:pt x="11109" y="34461"/>
                    </a:cubicBezTo>
                    <a:lnTo>
                      <a:pt x="11130" y="34461"/>
                    </a:lnTo>
                    <a:cubicBezTo>
                      <a:pt x="8787" y="35884"/>
                      <a:pt x="6380" y="37244"/>
                      <a:pt x="4058" y="38667"/>
                    </a:cubicBezTo>
                    <a:cubicBezTo>
                      <a:pt x="4016" y="38667"/>
                      <a:pt x="3995" y="38667"/>
                      <a:pt x="3995" y="38688"/>
                    </a:cubicBezTo>
                    <a:cubicBezTo>
                      <a:pt x="3346" y="39064"/>
                      <a:pt x="2719" y="39441"/>
                      <a:pt x="2091" y="39860"/>
                    </a:cubicBezTo>
                    <a:cubicBezTo>
                      <a:pt x="1453" y="40285"/>
                      <a:pt x="1834" y="41175"/>
                      <a:pt x="2490" y="41175"/>
                    </a:cubicBezTo>
                    <a:cubicBezTo>
                      <a:pt x="2543" y="41175"/>
                      <a:pt x="2599" y="41170"/>
                      <a:pt x="2656" y="41157"/>
                    </a:cubicBezTo>
                    <a:cubicBezTo>
                      <a:pt x="2949" y="41094"/>
                      <a:pt x="3263" y="41010"/>
                      <a:pt x="3556" y="40906"/>
                    </a:cubicBezTo>
                    <a:cubicBezTo>
                      <a:pt x="10168" y="39190"/>
                      <a:pt x="17826" y="34838"/>
                      <a:pt x="22994" y="29272"/>
                    </a:cubicBezTo>
                    <a:lnTo>
                      <a:pt x="23015" y="29251"/>
                    </a:lnTo>
                    <a:cubicBezTo>
                      <a:pt x="23224" y="29021"/>
                      <a:pt x="23454" y="28770"/>
                      <a:pt x="23663" y="28540"/>
                    </a:cubicBezTo>
                    <a:cubicBezTo>
                      <a:pt x="23768" y="28435"/>
                      <a:pt x="23852" y="28331"/>
                      <a:pt x="23956" y="28205"/>
                    </a:cubicBezTo>
                    <a:cubicBezTo>
                      <a:pt x="24040" y="28121"/>
                      <a:pt x="24103" y="28017"/>
                      <a:pt x="24165" y="27933"/>
                    </a:cubicBezTo>
                    <a:cubicBezTo>
                      <a:pt x="24312" y="27724"/>
                      <a:pt x="24479" y="27557"/>
                      <a:pt x="24626" y="27347"/>
                    </a:cubicBezTo>
                    <a:cubicBezTo>
                      <a:pt x="24688" y="27285"/>
                      <a:pt x="24709" y="27243"/>
                      <a:pt x="24772" y="27180"/>
                    </a:cubicBezTo>
                    <a:cubicBezTo>
                      <a:pt x="25128" y="26720"/>
                      <a:pt x="25463" y="26238"/>
                      <a:pt x="25777" y="25778"/>
                    </a:cubicBezTo>
                    <a:cubicBezTo>
                      <a:pt x="25777" y="25778"/>
                      <a:pt x="25777" y="25736"/>
                      <a:pt x="25818" y="25736"/>
                    </a:cubicBezTo>
                    <a:cubicBezTo>
                      <a:pt x="26488" y="24732"/>
                      <a:pt x="27095" y="23644"/>
                      <a:pt x="27555" y="22577"/>
                    </a:cubicBezTo>
                    <a:cubicBezTo>
                      <a:pt x="27597" y="22535"/>
                      <a:pt x="27555" y="22472"/>
                      <a:pt x="27534" y="22451"/>
                    </a:cubicBezTo>
                    <a:cubicBezTo>
                      <a:pt x="29020" y="22075"/>
                      <a:pt x="30526" y="21740"/>
                      <a:pt x="32012" y="21426"/>
                    </a:cubicBezTo>
                    <a:lnTo>
                      <a:pt x="32012" y="21426"/>
                    </a:lnTo>
                    <a:cubicBezTo>
                      <a:pt x="28329" y="25171"/>
                      <a:pt x="25463" y="29649"/>
                      <a:pt x="22052" y="33583"/>
                    </a:cubicBezTo>
                    <a:cubicBezTo>
                      <a:pt x="21947" y="33729"/>
                      <a:pt x="21843" y="33834"/>
                      <a:pt x="21738" y="33959"/>
                    </a:cubicBezTo>
                    <a:cubicBezTo>
                      <a:pt x="21027" y="34775"/>
                      <a:pt x="20315" y="35549"/>
                      <a:pt x="19604" y="36365"/>
                    </a:cubicBezTo>
                    <a:cubicBezTo>
                      <a:pt x="17365" y="38876"/>
                      <a:pt x="15085" y="41366"/>
                      <a:pt x="12804" y="43835"/>
                    </a:cubicBezTo>
                    <a:lnTo>
                      <a:pt x="12783" y="43835"/>
                    </a:lnTo>
                    <a:cubicBezTo>
                      <a:pt x="12323" y="44358"/>
                      <a:pt x="11841" y="44860"/>
                      <a:pt x="11381" y="45383"/>
                    </a:cubicBezTo>
                    <a:cubicBezTo>
                      <a:pt x="11130" y="45655"/>
                      <a:pt x="11297" y="46074"/>
                      <a:pt x="11590" y="46179"/>
                    </a:cubicBezTo>
                    <a:cubicBezTo>
                      <a:pt x="11631" y="46195"/>
                      <a:pt x="11678" y="46205"/>
                      <a:pt x="11727" y="46205"/>
                    </a:cubicBezTo>
                    <a:cubicBezTo>
                      <a:pt x="11805" y="46205"/>
                      <a:pt x="11890" y="46180"/>
                      <a:pt x="11967" y="46116"/>
                    </a:cubicBezTo>
                    <a:cubicBezTo>
                      <a:pt x="20211" y="40173"/>
                      <a:pt x="28873" y="31218"/>
                      <a:pt x="32137" y="21384"/>
                    </a:cubicBezTo>
                    <a:cubicBezTo>
                      <a:pt x="37138" y="20338"/>
                      <a:pt x="42243" y="19626"/>
                      <a:pt x="47391" y="19229"/>
                    </a:cubicBezTo>
                    <a:lnTo>
                      <a:pt x="47391" y="19229"/>
                    </a:lnTo>
                    <a:cubicBezTo>
                      <a:pt x="47370" y="19250"/>
                      <a:pt x="47328" y="19250"/>
                      <a:pt x="47307" y="19292"/>
                    </a:cubicBezTo>
                    <a:cubicBezTo>
                      <a:pt x="46951" y="19543"/>
                      <a:pt x="46596" y="19815"/>
                      <a:pt x="46240" y="20066"/>
                    </a:cubicBezTo>
                    <a:cubicBezTo>
                      <a:pt x="46156" y="20129"/>
                      <a:pt x="46156" y="20254"/>
                      <a:pt x="46261" y="20275"/>
                    </a:cubicBezTo>
                    <a:cubicBezTo>
                      <a:pt x="46344" y="20296"/>
                      <a:pt x="43185" y="26217"/>
                      <a:pt x="41260" y="29691"/>
                    </a:cubicBezTo>
                    <a:cubicBezTo>
                      <a:pt x="40590" y="30946"/>
                      <a:pt x="40067" y="31888"/>
                      <a:pt x="39900" y="32097"/>
                    </a:cubicBezTo>
                    <a:cubicBezTo>
                      <a:pt x="39170" y="33200"/>
                      <a:pt x="38427" y="34291"/>
                      <a:pt x="37682" y="35388"/>
                    </a:cubicBezTo>
                    <a:lnTo>
                      <a:pt x="37682" y="35388"/>
                    </a:lnTo>
                    <a:cubicBezTo>
                      <a:pt x="38801" y="33696"/>
                      <a:pt x="39806" y="31949"/>
                      <a:pt x="40632" y="30172"/>
                    </a:cubicBezTo>
                    <a:cubicBezTo>
                      <a:pt x="40779" y="29900"/>
                      <a:pt x="40883" y="29649"/>
                      <a:pt x="41009" y="29377"/>
                    </a:cubicBezTo>
                    <a:cubicBezTo>
                      <a:pt x="41030" y="29356"/>
                      <a:pt x="41030" y="29293"/>
                      <a:pt x="41051" y="29272"/>
                    </a:cubicBezTo>
                    <a:cubicBezTo>
                      <a:pt x="41155" y="29042"/>
                      <a:pt x="41260" y="28770"/>
                      <a:pt x="41365" y="28540"/>
                    </a:cubicBezTo>
                    <a:cubicBezTo>
                      <a:pt x="41406" y="28498"/>
                      <a:pt x="41427" y="28435"/>
                      <a:pt x="41427" y="28393"/>
                    </a:cubicBezTo>
                    <a:cubicBezTo>
                      <a:pt x="41532" y="28142"/>
                      <a:pt x="41616" y="27912"/>
                      <a:pt x="41720" y="27661"/>
                    </a:cubicBezTo>
                    <a:lnTo>
                      <a:pt x="41720" y="27619"/>
                    </a:lnTo>
                    <a:cubicBezTo>
                      <a:pt x="41867" y="27201"/>
                      <a:pt x="41992" y="26824"/>
                      <a:pt x="42139" y="26406"/>
                    </a:cubicBezTo>
                    <a:cubicBezTo>
                      <a:pt x="42181" y="26238"/>
                      <a:pt x="42243" y="26050"/>
                      <a:pt x="42285" y="25904"/>
                    </a:cubicBezTo>
                    <a:cubicBezTo>
                      <a:pt x="42306" y="25778"/>
                      <a:pt x="42369" y="25632"/>
                      <a:pt x="42390" y="25506"/>
                    </a:cubicBezTo>
                    <a:cubicBezTo>
                      <a:pt x="42453" y="25318"/>
                      <a:pt x="42494" y="25108"/>
                      <a:pt x="42557" y="24941"/>
                    </a:cubicBezTo>
                    <a:cubicBezTo>
                      <a:pt x="42578" y="24795"/>
                      <a:pt x="42599" y="24690"/>
                      <a:pt x="42620" y="24564"/>
                    </a:cubicBezTo>
                    <a:cubicBezTo>
                      <a:pt x="42683" y="24355"/>
                      <a:pt x="42725" y="24146"/>
                      <a:pt x="42766" y="23958"/>
                    </a:cubicBezTo>
                    <a:cubicBezTo>
                      <a:pt x="42787" y="23853"/>
                      <a:pt x="42808" y="23748"/>
                      <a:pt x="42808" y="23644"/>
                    </a:cubicBezTo>
                    <a:cubicBezTo>
                      <a:pt x="42871" y="23435"/>
                      <a:pt x="42892" y="23204"/>
                      <a:pt x="42913" y="22995"/>
                    </a:cubicBezTo>
                    <a:cubicBezTo>
                      <a:pt x="42934" y="22891"/>
                      <a:pt x="42934" y="22807"/>
                      <a:pt x="42976" y="22702"/>
                    </a:cubicBezTo>
                    <a:cubicBezTo>
                      <a:pt x="42997" y="22451"/>
                      <a:pt x="43038" y="22179"/>
                      <a:pt x="43080" y="21949"/>
                    </a:cubicBezTo>
                    <a:cubicBezTo>
                      <a:pt x="43080" y="21907"/>
                      <a:pt x="43101" y="21844"/>
                      <a:pt x="43101" y="21761"/>
                    </a:cubicBezTo>
                    <a:cubicBezTo>
                      <a:pt x="43122" y="21447"/>
                      <a:pt x="43143" y="21112"/>
                      <a:pt x="43185" y="20798"/>
                    </a:cubicBezTo>
                    <a:cubicBezTo>
                      <a:pt x="43185" y="20652"/>
                      <a:pt x="43080" y="20547"/>
                      <a:pt x="42934" y="20484"/>
                    </a:cubicBezTo>
                    <a:cubicBezTo>
                      <a:pt x="42894" y="20471"/>
                      <a:pt x="42852" y="20464"/>
                      <a:pt x="42810" y="20464"/>
                    </a:cubicBezTo>
                    <a:cubicBezTo>
                      <a:pt x="42720" y="20464"/>
                      <a:pt x="42629" y="20497"/>
                      <a:pt x="42557" y="20568"/>
                    </a:cubicBezTo>
                    <a:cubicBezTo>
                      <a:pt x="42474" y="20673"/>
                      <a:pt x="42390" y="20756"/>
                      <a:pt x="42306" y="20861"/>
                    </a:cubicBezTo>
                    <a:cubicBezTo>
                      <a:pt x="42097" y="21091"/>
                      <a:pt x="41930" y="21300"/>
                      <a:pt x="41720" y="21531"/>
                    </a:cubicBezTo>
                    <a:cubicBezTo>
                      <a:pt x="41658" y="21593"/>
                      <a:pt x="41720" y="21656"/>
                      <a:pt x="41783" y="21656"/>
                    </a:cubicBezTo>
                    <a:cubicBezTo>
                      <a:pt x="41344" y="21865"/>
                      <a:pt x="40883" y="22242"/>
                      <a:pt x="40423" y="22744"/>
                    </a:cubicBezTo>
                    <a:cubicBezTo>
                      <a:pt x="38205" y="25192"/>
                      <a:pt x="36134" y="30632"/>
                      <a:pt x="34836" y="32787"/>
                    </a:cubicBezTo>
                    <a:cubicBezTo>
                      <a:pt x="33581" y="34817"/>
                      <a:pt x="32305" y="36826"/>
                      <a:pt x="31007" y="38813"/>
                    </a:cubicBezTo>
                    <a:cubicBezTo>
                      <a:pt x="31070" y="38772"/>
                      <a:pt x="31091" y="38709"/>
                      <a:pt x="31154" y="38667"/>
                    </a:cubicBezTo>
                    <a:lnTo>
                      <a:pt x="31154" y="38667"/>
                    </a:lnTo>
                    <a:cubicBezTo>
                      <a:pt x="30422" y="39818"/>
                      <a:pt x="29647" y="40969"/>
                      <a:pt x="28894" y="42119"/>
                    </a:cubicBezTo>
                    <a:lnTo>
                      <a:pt x="28873" y="42119"/>
                    </a:lnTo>
                    <a:cubicBezTo>
                      <a:pt x="28162" y="43186"/>
                      <a:pt x="27450" y="44254"/>
                      <a:pt x="26718" y="45342"/>
                    </a:cubicBezTo>
                    <a:lnTo>
                      <a:pt x="26697" y="45342"/>
                    </a:lnTo>
                    <a:cubicBezTo>
                      <a:pt x="26509" y="45614"/>
                      <a:pt x="26341" y="45886"/>
                      <a:pt x="26153" y="46137"/>
                    </a:cubicBezTo>
                    <a:cubicBezTo>
                      <a:pt x="26153" y="46179"/>
                      <a:pt x="26132" y="46179"/>
                      <a:pt x="26132" y="46199"/>
                    </a:cubicBezTo>
                    <a:lnTo>
                      <a:pt x="26090" y="46199"/>
                    </a:lnTo>
                    <a:cubicBezTo>
                      <a:pt x="25944" y="46492"/>
                      <a:pt x="26028" y="46764"/>
                      <a:pt x="26195" y="46953"/>
                    </a:cubicBezTo>
                    <a:cubicBezTo>
                      <a:pt x="26237" y="46953"/>
                      <a:pt x="26237" y="46974"/>
                      <a:pt x="26258" y="47015"/>
                    </a:cubicBezTo>
                    <a:cubicBezTo>
                      <a:pt x="26362" y="47120"/>
                      <a:pt x="26488" y="47162"/>
                      <a:pt x="26655" y="47183"/>
                    </a:cubicBezTo>
                    <a:cubicBezTo>
                      <a:pt x="26736" y="47203"/>
                      <a:pt x="26820" y="47215"/>
                      <a:pt x="26902" y="47215"/>
                    </a:cubicBezTo>
                    <a:cubicBezTo>
                      <a:pt x="27075" y="47215"/>
                      <a:pt x="27246" y="47164"/>
                      <a:pt x="27388" y="47036"/>
                    </a:cubicBezTo>
                    <a:cubicBezTo>
                      <a:pt x="30422" y="44358"/>
                      <a:pt x="33665" y="40969"/>
                      <a:pt x="36427" y="37181"/>
                    </a:cubicBezTo>
                    <a:lnTo>
                      <a:pt x="36427" y="37181"/>
                    </a:lnTo>
                    <a:cubicBezTo>
                      <a:pt x="35046" y="39127"/>
                      <a:pt x="33602" y="41073"/>
                      <a:pt x="32137" y="42998"/>
                    </a:cubicBezTo>
                    <a:lnTo>
                      <a:pt x="32137" y="43040"/>
                    </a:lnTo>
                    <a:cubicBezTo>
                      <a:pt x="31635" y="43689"/>
                      <a:pt x="31154" y="44316"/>
                      <a:pt x="30652" y="44965"/>
                    </a:cubicBezTo>
                    <a:cubicBezTo>
                      <a:pt x="30463" y="45195"/>
                      <a:pt x="30484" y="45509"/>
                      <a:pt x="30631" y="45760"/>
                    </a:cubicBezTo>
                    <a:cubicBezTo>
                      <a:pt x="30673" y="45823"/>
                      <a:pt x="30735" y="45886"/>
                      <a:pt x="30798" y="45927"/>
                    </a:cubicBezTo>
                    <a:cubicBezTo>
                      <a:pt x="30895" y="46003"/>
                      <a:pt x="31004" y="46045"/>
                      <a:pt x="31121" y="46045"/>
                    </a:cubicBezTo>
                    <a:cubicBezTo>
                      <a:pt x="31230" y="46045"/>
                      <a:pt x="31346" y="46008"/>
                      <a:pt x="31468" y="45927"/>
                    </a:cubicBezTo>
                    <a:cubicBezTo>
                      <a:pt x="32535" y="45153"/>
                      <a:pt x="33581" y="44337"/>
                      <a:pt x="34606" y="43458"/>
                    </a:cubicBezTo>
                    <a:lnTo>
                      <a:pt x="34606" y="43417"/>
                    </a:lnTo>
                    <a:cubicBezTo>
                      <a:pt x="34920" y="43166"/>
                      <a:pt x="35234" y="42873"/>
                      <a:pt x="35506" y="42622"/>
                    </a:cubicBezTo>
                    <a:cubicBezTo>
                      <a:pt x="35506" y="42622"/>
                      <a:pt x="35506" y="42580"/>
                      <a:pt x="35548" y="42580"/>
                    </a:cubicBezTo>
                    <a:cubicBezTo>
                      <a:pt x="36908" y="41324"/>
                      <a:pt x="38184" y="40006"/>
                      <a:pt x="39377" y="38604"/>
                    </a:cubicBezTo>
                    <a:cubicBezTo>
                      <a:pt x="41762" y="35779"/>
                      <a:pt x="43813" y="32683"/>
                      <a:pt x="45382" y="29356"/>
                    </a:cubicBezTo>
                    <a:cubicBezTo>
                      <a:pt x="45424" y="29251"/>
                      <a:pt x="45487" y="29147"/>
                      <a:pt x="45507" y="29063"/>
                    </a:cubicBezTo>
                    <a:cubicBezTo>
                      <a:pt x="45612" y="28833"/>
                      <a:pt x="45717" y="28624"/>
                      <a:pt x="45821" y="28393"/>
                    </a:cubicBezTo>
                    <a:cubicBezTo>
                      <a:pt x="45863" y="28247"/>
                      <a:pt x="45926" y="28121"/>
                      <a:pt x="46010" y="27975"/>
                    </a:cubicBezTo>
                    <a:cubicBezTo>
                      <a:pt x="46072" y="27766"/>
                      <a:pt x="46177" y="27557"/>
                      <a:pt x="46261" y="27305"/>
                    </a:cubicBezTo>
                    <a:cubicBezTo>
                      <a:pt x="46324" y="27159"/>
                      <a:pt x="46386" y="26992"/>
                      <a:pt x="46449" y="26845"/>
                    </a:cubicBezTo>
                    <a:lnTo>
                      <a:pt x="46679" y="26217"/>
                    </a:lnTo>
                    <a:lnTo>
                      <a:pt x="46993" y="25360"/>
                    </a:lnTo>
                    <a:lnTo>
                      <a:pt x="47223" y="24648"/>
                    </a:lnTo>
                    <a:cubicBezTo>
                      <a:pt x="47286" y="24460"/>
                      <a:pt x="47328" y="24272"/>
                      <a:pt x="47412" y="24104"/>
                    </a:cubicBezTo>
                    <a:cubicBezTo>
                      <a:pt x="47474" y="23895"/>
                      <a:pt x="47516" y="23707"/>
                      <a:pt x="47579" y="23497"/>
                    </a:cubicBezTo>
                    <a:lnTo>
                      <a:pt x="47725" y="22953"/>
                    </a:lnTo>
                    <a:cubicBezTo>
                      <a:pt x="47788" y="22744"/>
                      <a:pt x="47830" y="22556"/>
                      <a:pt x="47893" y="22347"/>
                    </a:cubicBezTo>
                    <a:cubicBezTo>
                      <a:pt x="47935" y="22158"/>
                      <a:pt x="47956" y="21970"/>
                      <a:pt x="48018" y="21823"/>
                    </a:cubicBezTo>
                    <a:cubicBezTo>
                      <a:pt x="48060" y="21614"/>
                      <a:pt x="48123" y="21405"/>
                      <a:pt x="48144" y="21196"/>
                    </a:cubicBezTo>
                    <a:cubicBezTo>
                      <a:pt x="48165" y="21028"/>
                      <a:pt x="48207" y="20861"/>
                      <a:pt x="48248" y="20694"/>
                    </a:cubicBezTo>
                    <a:cubicBezTo>
                      <a:pt x="48269" y="20484"/>
                      <a:pt x="48332" y="20296"/>
                      <a:pt x="48353" y="20087"/>
                    </a:cubicBezTo>
                    <a:cubicBezTo>
                      <a:pt x="48416" y="19752"/>
                      <a:pt x="48207" y="19417"/>
                      <a:pt x="47893" y="19292"/>
                    </a:cubicBezTo>
                    <a:cubicBezTo>
                      <a:pt x="50720" y="19079"/>
                      <a:pt x="53566" y="18973"/>
                      <a:pt x="56425" y="18973"/>
                    </a:cubicBezTo>
                    <a:cubicBezTo>
                      <a:pt x="59744" y="18973"/>
                      <a:pt x="63082" y="19115"/>
                      <a:pt x="66431" y="19396"/>
                    </a:cubicBezTo>
                    <a:cubicBezTo>
                      <a:pt x="66159" y="19647"/>
                      <a:pt x="65908" y="19940"/>
                      <a:pt x="65678" y="20233"/>
                    </a:cubicBezTo>
                    <a:cubicBezTo>
                      <a:pt x="65615" y="20275"/>
                      <a:pt x="65594" y="20338"/>
                      <a:pt x="65531" y="20380"/>
                    </a:cubicBezTo>
                    <a:cubicBezTo>
                      <a:pt x="65406" y="20547"/>
                      <a:pt x="65301" y="20694"/>
                      <a:pt x="65176" y="20861"/>
                    </a:cubicBezTo>
                    <a:cubicBezTo>
                      <a:pt x="65113" y="20924"/>
                      <a:pt x="65071" y="20986"/>
                      <a:pt x="65008" y="21070"/>
                    </a:cubicBezTo>
                    <a:cubicBezTo>
                      <a:pt x="64904" y="21217"/>
                      <a:pt x="64778" y="21384"/>
                      <a:pt x="64674" y="21531"/>
                    </a:cubicBezTo>
                    <a:lnTo>
                      <a:pt x="64527" y="21761"/>
                    </a:lnTo>
                    <a:lnTo>
                      <a:pt x="64213" y="22242"/>
                    </a:lnTo>
                    <a:cubicBezTo>
                      <a:pt x="64150" y="22326"/>
                      <a:pt x="64109" y="22388"/>
                      <a:pt x="64046" y="22493"/>
                    </a:cubicBezTo>
                    <a:cubicBezTo>
                      <a:pt x="63941" y="22660"/>
                      <a:pt x="63837" y="22807"/>
                      <a:pt x="63753" y="22995"/>
                    </a:cubicBezTo>
                    <a:cubicBezTo>
                      <a:pt x="63711" y="23079"/>
                      <a:pt x="63648" y="23183"/>
                      <a:pt x="63606" y="23267"/>
                    </a:cubicBezTo>
                    <a:cubicBezTo>
                      <a:pt x="63502" y="23414"/>
                      <a:pt x="63418" y="23581"/>
                      <a:pt x="63313" y="23748"/>
                    </a:cubicBezTo>
                    <a:cubicBezTo>
                      <a:pt x="63272" y="23853"/>
                      <a:pt x="63209" y="23937"/>
                      <a:pt x="63167" y="24041"/>
                    </a:cubicBezTo>
                    <a:cubicBezTo>
                      <a:pt x="63021" y="24272"/>
                      <a:pt x="62895" y="24523"/>
                      <a:pt x="62790" y="24753"/>
                    </a:cubicBezTo>
                    <a:cubicBezTo>
                      <a:pt x="62686" y="24941"/>
                      <a:pt x="62602" y="25108"/>
                      <a:pt x="62497" y="25297"/>
                    </a:cubicBezTo>
                    <a:cubicBezTo>
                      <a:pt x="62456" y="25380"/>
                      <a:pt x="62435" y="25485"/>
                      <a:pt x="62372" y="25569"/>
                    </a:cubicBezTo>
                    <a:cubicBezTo>
                      <a:pt x="62267" y="25778"/>
                      <a:pt x="62184" y="25945"/>
                      <a:pt x="62079" y="26155"/>
                    </a:cubicBezTo>
                    <a:lnTo>
                      <a:pt x="62016" y="26322"/>
                    </a:lnTo>
                    <a:cubicBezTo>
                      <a:pt x="61430" y="27494"/>
                      <a:pt x="60886" y="28665"/>
                      <a:pt x="60342" y="29795"/>
                    </a:cubicBezTo>
                    <a:cubicBezTo>
                      <a:pt x="60342" y="29816"/>
                      <a:pt x="60300" y="29858"/>
                      <a:pt x="60300" y="29858"/>
                    </a:cubicBezTo>
                    <a:cubicBezTo>
                      <a:pt x="60196" y="30088"/>
                      <a:pt x="60070" y="30298"/>
                      <a:pt x="59966" y="30528"/>
                    </a:cubicBezTo>
                    <a:cubicBezTo>
                      <a:pt x="59715" y="31051"/>
                      <a:pt x="59443" y="31553"/>
                      <a:pt x="59150" y="32013"/>
                    </a:cubicBezTo>
                    <a:cubicBezTo>
                      <a:pt x="57371" y="35110"/>
                      <a:pt x="55446" y="38123"/>
                      <a:pt x="53458" y="41094"/>
                    </a:cubicBezTo>
                    <a:cubicBezTo>
                      <a:pt x="53458" y="41115"/>
                      <a:pt x="53438" y="41115"/>
                      <a:pt x="53396" y="41157"/>
                    </a:cubicBezTo>
                    <a:lnTo>
                      <a:pt x="50257" y="45865"/>
                    </a:lnTo>
                    <a:cubicBezTo>
                      <a:pt x="50071" y="46144"/>
                      <a:pt x="50357" y="46412"/>
                      <a:pt x="50645" y="46412"/>
                    </a:cubicBezTo>
                    <a:cubicBezTo>
                      <a:pt x="50745" y="46412"/>
                      <a:pt x="50846" y="46380"/>
                      <a:pt x="50927" y="46304"/>
                    </a:cubicBezTo>
                    <a:cubicBezTo>
                      <a:pt x="53479" y="43898"/>
                      <a:pt x="55781" y="41261"/>
                      <a:pt x="57852" y="38437"/>
                    </a:cubicBezTo>
                    <a:lnTo>
                      <a:pt x="57852" y="38395"/>
                    </a:lnTo>
                    <a:cubicBezTo>
                      <a:pt x="59087" y="36721"/>
                      <a:pt x="60259" y="34984"/>
                      <a:pt x="61326" y="33143"/>
                    </a:cubicBezTo>
                    <a:cubicBezTo>
                      <a:pt x="62916" y="30444"/>
                      <a:pt x="64966" y="27243"/>
                      <a:pt x="66034" y="23937"/>
                    </a:cubicBezTo>
                    <a:lnTo>
                      <a:pt x="66034" y="23916"/>
                    </a:lnTo>
                    <a:cubicBezTo>
                      <a:pt x="66117" y="23707"/>
                      <a:pt x="66159" y="23497"/>
                      <a:pt x="66222" y="23288"/>
                    </a:cubicBezTo>
                    <a:cubicBezTo>
                      <a:pt x="66222" y="23225"/>
                      <a:pt x="66243" y="23204"/>
                      <a:pt x="66243" y="23163"/>
                    </a:cubicBezTo>
                    <a:cubicBezTo>
                      <a:pt x="66306" y="22995"/>
                      <a:pt x="66326" y="22849"/>
                      <a:pt x="66368" y="22702"/>
                    </a:cubicBezTo>
                    <a:cubicBezTo>
                      <a:pt x="66410" y="22639"/>
                      <a:pt x="66410" y="22577"/>
                      <a:pt x="66431" y="22493"/>
                    </a:cubicBezTo>
                    <a:cubicBezTo>
                      <a:pt x="66452" y="22347"/>
                      <a:pt x="66515" y="22179"/>
                      <a:pt x="66536" y="22054"/>
                    </a:cubicBezTo>
                    <a:cubicBezTo>
                      <a:pt x="66557" y="21928"/>
                      <a:pt x="66578" y="21823"/>
                      <a:pt x="66619" y="21698"/>
                    </a:cubicBezTo>
                    <a:cubicBezTo>
                      <a:pt x="66640" y="21614"/>
                      <a:pt x="66640" y="21531"/>
                      <a:pt x="66661" y="21447"/>
                    </a:cubicBezTo>
                    <a:cubicBezTo>
                      <a:pt x="66682" y="21321"/>
                      <a:pt x="66682" y="21217"/>
                      <a:pt x="66724" y="21091"/>
                    </a:cubicBezTo>
                    <a:lnTo>
                      <a:pt x="66724" y="20986"/>
                    </a:lnTo>
                    <a:cubicBezTo>
                      <a:pt x="66745" y="20714"/>
                      <a:pt x="66766" y="20442"/>
                      <a:pt x="66787" y="20170"/>
                    </a:cubicBezTo>
                    <a:cubicBezTo>
                      <a:pt x="66787" y="19940"/>
                      <a:pt x="66829" y="19668"/>
                      <a:pt x="66787" y="19438"/>
                    </a:cubicBezTo>
                    <a:lnTo>
                      <a:pt x="66787" y="19438"/>
                    </a:lnTo>
                    <a:cubicBezTo>
                      <a:pt x="68565" y="19606"/>
                      <a:pt x="70344" y="19773"/>
                      <a:pt x="72122" y="20024"/>
                    </a:cubicBezTo>
                    <a:cubicBezTo>
                      <a:pt x="72018" y="20129"/>
                      <a:pt x="71955" y="20233"/>
                      <a:pt x="71850" y="20338"/>
                    </a:cubicBezTo>
                    <a:cubicBezTo>
                      <a:pt x="71788" y="20380"/>
                      <a:pt x="71767" y="20442"/>
                      <a:pt x="71704" y="20484"/>
                    </a:cubicBezTo>
                    <a:lnTo>
                      <a:pt x="71390" y="20882"/>
                    </a:lnTo>
                    <a:cubicBezTo>
                      <a:pt x="71348" y="20924"/>
                      <a:pt x="71285" y="21007"/>
                      <a:pt x="71244" y="21070"/>
                    </a:cubicBezTo>
                    <a:cubicBezTo>
                      <a:pt x="71139" y="21196"/>
                      <a:pt x="71034" y="21342"/>
                      <a:pt x="70909" y="21489"/>
                    </a:cubicBezTo>
                    <a:cubicBezTo>
                      <a:pt x="70867" y="21531"/>
                      <a:pt x="70825" y="21593"/>
                      <a:pt x="70804" y="21635"/>
                    </a:cubicBezTo>
                    <a:cubicBezTo>
                      <a:pt x="70658" y="21803"/>
                      <a:pt x="70553" y="21949"/>
                      <a:pt x="70428" y="22116"/>
                    </a:cubicBezTo>
                    <a:cubicBezTo>
                      <a:pt x="70407" y="22137"/>
                      <a:pt x="70407" y="22158"/>
                      <a:pt x="70386" y="22179"/>
                    </a:cubicBezTo>
                    <a:cubicBezTo>
                      <a:pt x="69821" y="22953"/>
                      <a:pt x="69298" y="23748"/>
                      <a:pt x="68775" y="24564"/>
                    </a:cubicBezTo>
                    <a:cubicBezTo>
                      <a:pt x="68356" y="25171"/>
                      <a:pt x="68000" y="25799"/>
                      <a:pt x="67666" y="26448"/>
                    </a:cubicBezTo>
                    <a:cubicBezTo>
                      <a:pt x="66850" y="27829"/>
                      <a:pt x="66034" y="29230"/>
                      <a:pt x="65176" y="30528"/>
                    </a:cubicBezTo>
                    <a:cubicBezTo>
                      <a:pt x="62393" y="34796"/>
                      <a:pt x="59443" y="38918"/>
                      <a:pt x="56492" y="43061"/>
                    </a:cubicBezTo>
                    <a:cubicBezTo>
                      <a:pt x="56492" y="43061"/>
                      <a:pt x="56492" y="43082"/>
                      <a:pt x="56471" y="43082"/>
                    </a:cubicBezTo>
                    <a:lnTo>
                      <a:pt x="56074" y="43626"/>
                    </a:lnTo>
                    <a:cubicBezTo>
                      <a:pt x="55822" y="43988"/>
                      <a:pt x="56079" y="44373"/>
                      <a:pt x="56400" y="44373"/>
                    </a:cubicBezTo>
                    <a:cubicBezTo>
                      <a:pt x="56506" y="44373"/>
                      <a:pt x="56619" y="44331"/>
                      <a:pt x="56723" y="44233"/>
                    </a:cubicBezTo>
                    <a:cubicBezTo>
                      <a:pt x="58668" y="42412"/>
                      <a:pt x="60719" y="40257"/>
                      <a:pt x="62707" y="37956"/>
                    </a:cubicBezTo>
                    <a:cubicBezTo>
                      <a:pt x="62707" y="37935"/>
                      <a:pt x="62749" y="37935"/>
                      <a:pt x="62749" y="37935"/>
                    </a:cubicBezTo>
                    <a:cubicBezTo>
                      <a:pt x="62790" y="37872"/>
                      <a:pt x="62853" y="37830"/>
                      <a:pt x="62895" y="37746"/>
                    </a:cubicBezTo>
                    <a:cubicBezTo>
                      <a:pt x="62895" y="37949"/>
                      <a:pt x="63058" y="38129"/>
                      <a:pt x="63236" y="38129"/>
                    </a:cubicBezTo>
                    <a:cubicBezTo>
                      <a:pt x="63297" y="38129"/>
                      <a:pt x="63360" y="38108"/>
                      <a:pt x="63418" y="38060"/>
                    </a:cubicBezTo>
                    <a:lnTo>
                      <a:pt x="63816" y="37746"/>
                    </a:lnTo>
                    <a:lnTo>
                      <a:pt x="63816" y="37725"/>
                    </a:lnTo>
                    <a:cubicBezTo>
                      <a:pt x="64318" y="37328"/>
                      <a:pt x="64799" y="36909"/>
                      <a:pt x="65301" y="36491"/>
                    </a:cubicBezTo>
                    <a:cubicBezTo>
                      <a:pt x="65406" y="36386"/>
                      <a:pt x="65531" y="36282"/>
                      <a:pt x="65636" y="36198"/>
                    </a:cubicBezTo>
                    <a:lnTo>
                      <a:pt x="65636" y="36198"/>
                    </a:lnTo>
                    <a:cubicBezTo>
                      <a:pt x="65636" y="36240"/>
                      <a:pt x="65615" y="36240"/>
                      <a:pt x="65615" y="36261"/>
                    </a:cubicBezTo>
                    <a:cubicBezTo>
                      <a:pt x="66452" y="35528"/>
                      <a:pt x="67289" y="34733"/>
                      <a:pt x="68084" y="33959"/>
                    </a:cubicBezTo>
                    <a:lnTo>
                      <a:pt x="68126" y="33896"/>
                    </a:lnTo>
                    <a:lnTo>
                      <a:pt x="68879" y="33143"/>
                    </a:lnTo>
                    <a:cubicBezTo>
                      <a:pt x="68942" y="33101"/>
                      <a:pt x="68984" y="33038"/>
                      <a:pt x="69047" y="32955"/>
                    </a:cubicBezTo>
                    <a:cubicBezTo>
                      <a:pt x="69256" y="32725"/>
                      <a:pt x="69465" y="32515"/>
                      <a:pt x="69674" y="32285"/>
                    </a:cubicBezTo>
                    <a:cubicBezTo>
                      <a:pt x="69758" y="32202"/>
                      <a:pt x="69821" y="32097"/>
                      <a:pt x="69925" y="32013"/>
                    </a:cubicBezTo>
                    <a:cubicBezTo>
                      <a:pt x="70114" y="31804"/>
                      <a:pt x="70302" y="31637"/>
                      <a:pt x="70448" y="31427"/>
                    </a:cubicBezTo>
                    <a:cubicBezTo>
                      <a:pt x="70553" y="31281"/>
                      <a:pt x="70658" y="31176"/>
                      <a:pt x="70762" y="31051"/>
                    </a:cubicBezTo>
                    <a:cubicBezTo>
                      <a:pt x="70930" y="30862"/>
                      <a:pt x="71055" y="30716"/>
                      <a:pt x="71223" y="30528"/>
                    </a:cubicBezTo>
                    <a:cubicBezTo>
                      <a:pt x="71348" y="30381"/>
                      <a:pt x="71474" y="30235"/>
                      <a:pt x="71578" y="30088"/>
                    </a:cubicBezTo>
                    <a:cubicBezTo>
                      <a:pt x="71704" y="29921"/>
                      <a:pt x="71850" y="29774"/>
                      <a:pt x="71955" y="29607"/>
                    </a:cubicBezTo>
                    <a:cubicBezTo>
                      <a:pt x="72080" y="29440"/>
                      <a:pt x="72227" y="29272"/>
                      <a:pt x="72373" y="29084"/>
                    </a:cubicBezTo>
                    <a:cubicBezTo>
                      <a:pt x="72478" y="28958"/>
                      <a:pt x="72583" y="28812"/>
                      <a:pt x="72687" y="28665"/>
                    </a:cubicBezTo>
                    <a:cubicBezTo>
                      <a:pt x="72834" y="28498"/>
                      <a:pt x="73001" y="28289"/>
                      <a:pt x="73127" y="28101"/>
                    </a:cubicBezTo>
                    <a:cubicBezTo>
                      <a:pt x="73231" y="27975"/>
                      <a:pt x="73315" y="27829"/>
                      <a:pt x="73420" y="27724"/>
                    </a:cubicBezTo>
                    <a:lnTo>
                      <a:pt x="73880" y="27096"/>
                    </a:lnTo>
                    <a:cubicBezTo>
                      <a:pt x="73964" y="26992"/>
                      <a:pt x="74047" y="26866"/>
                      <a:pt x="74110" y="26761"/>
                    </a:cubicBezTo>
                    <a:cubicBezTo>
                      <a:pt x="74277" y="26531"/>
                      <a:pt x="74424" y="26301"/>
                      <a:pt x="74591" y="26092"/>
                    </a:cubicBezTo>
                    <a:cubicBezTo>
                      <a:pt x="74675" y="25987"/>
                      <a:pt x="74717" y="25883"/>
                      <a:pt x="74801" y="25778"/>
                    </a:cubicBezTo>
                    <a:cubicBezTo>
                      <a:pt x="74947" y="25527"/>
                      <a:pt x="75135" y="25276"/>
                      <a:pt x="75303" y="25046"/>
                    </a:cubicBezTo>
                    <a:cubicBezTo>
                      <a:pt x="75345" y="24962"/>
                      <a:pt x="75407" y="24857"/>
                      <a:pt x="75470" y="24774"/>
                    </a:cubicBezTo>
                    <a:cubicBezTo>
                      <a:pt x="75637" y="24523"/>
                      <a:pt x="75826" y="24251"/>
                      <a:pt x="75972" y="23999"/>
                    </a:cubicBezTo>
                    <a:cubicBezTo>
                      <a:pt x="76035" y="23916"/>
                      <a:pt x="76056" y="23853"/>
                      <a:pt x="76098" y="23790"/>
                    </a:cubicBezTo>
                    <a:cubicBezTo>
                      <a:pt x="76286" y="23497"/>
                      <a:pt x="76454" y="23204"/>
                      <a:pt x="76621" y="22911"/>
                    </a:cubicBezTo>
                    <a:cubicBezTo>
                      <a:pt x="76621" y="22891"/>
                      <a:pt x="76663" y="22891"/>
                      <a:pt x="76663" y="22870"/>
                    </a:cubicBezTo>
                    <a:cubicBezTo>
                      <a:pt x="77018" y="22263"/>
                      <a:pt x="77353" y="21635"/>
                      <a:pt x="77667" y="21028"/>
                    </a:cubicBezTo>
                    <a:cubicBezTo>
                      <a:pt x="78483" y="21196"/>
                      <a:pt x="79299" y="21321"/>
                      <a:pt x="80115" y="21510"/>
                    </a:cubicBezTo>
                    <a:cubicBezTo>
                      <a:pt x="80031" y="21593"/>
                      <a:pt x="79927" y="21656"/>
                      <a:pt x="79843" y="21740"/>
                    </a:cubicBezTo>
                    <a:cubicBezTo>
                      <a:pt x="79801" y="21803"/>
                      <a:pt x="79739" y="21844"/>
                      <a:pt x="79655" y="21907"/>
                    </a:cubicBezTo>
                    <a:cubicBezTo>
                      <a:pt x="79550" y="22012"/>
                      <a:pt x="79446" y="22075"/>
                      <a:pt x="79383" y="22179"/>
                    </a:cubicBezTo>
                    <a:cubicBezTo>
                      <a:pt x="79299" y="22263"/>
                      <a:pt x="79215" y="22347"/>
                      <a:pt x="79174" y="22430"/>
                    </a:cubicBezTo>
                    <a:cubicBezTo>
                      <a:pt x="79090" y="22493"/>
                      <a:pt x="79006" y="22598"/>
                      <a:pt x="78922" y="22681"/>
                    </a:cubicBezTo>
                    <a:cubicBezTo>
                      <a:pt x="78818" y="22786"/>
                      <a:pt x="78755" y="22891"/>
                      <a:pt x="78650" y="22995"/>
                    </a:cubicBezTo>
                    <a:cubicBezTo>
                      <a:pt x="78588" y="23058"/>
                      <a:pt x="78546" y="23121"/>
                      <a:pt x="78483" y="23183"/>
                    </a:cubicBezTo>
                    <a:cubicBezTo>
                      <a:pt x="78337" y="23372"/>
                      <a:pt x="78169" y="23539"/>
                      <a:pt x="78044" y="23727"/>
                    </a:cubicBezTo>
                    <a:lnTo>
                      <a:pt x="77981" y="23790"/>
                    </a:lnTo>
                    <a:cubicBezTo>
                      <a:pt x="77855" y="23958"/>
                      <a:pt x="77709" y="24146"/>
                      <a:pt x="77562" y="24334"/>
                    </a:cubicBezTo>
                    <a:cubicBezTo>
                      <a:pt x="77542" y="24355"/>
                      <a:pt x="77521" y="24418"/>
                      <a:pt x="77500" y="24439"/>
                    </a:cubicBezTo>
                    <a:cubicBezTo>
                      <a:pt x="77353" y="24627"/>
                      <a:pt x="77228" y="24774"/>
                      <a:pt x="77102" y="24962"/>
                    </a:cubicBezTo>
                    <a:cubicBezTo>
                      <a:pt x="77081" y="24983"/>
                      <a:pt x="77081" y="25004"/>
                      <a:pt x="77039" y="25046"/>
                    </a:cubicBezTo>
                    <a:cubicBezTo>
                      <a:pt x="76140" y="26343"/>
                      <a:pt x="75261" y="27766"/>
                      <a:pt x="74403" y="29084"/>
                    </a:cubicBezTo>
                    <a:cubicBezTo>
                      <a:pt x="74005" y="29712"/>
                      <a:pt x="73587" y="30318"/>
                      <a:pt x="73210" y="30904"/>
                    </a:cubicBezTo>
                    <a:cubicBezTo>
                      <a:pt x="70532" y="34629"/>
                      <a:pt x="67687" y="38228"/>
                      <a:pt x="64841" y="41805"/>
                    </a:cubicBezTo>
                    <a:cubicBezTo>
                      <a:pt x="64841" y="41826"/>
                      <a:pt x="64799" y="41826"/>
                      <a:pt x="64778" y="41847"/>
                    </a:cubicBezTo>
                    <a:cubicBezTo>
                      <a:pt x="64653" y="42015"/>
                      <a:pt x="64548" y="42161"/>
                      <a:pt x="64422" y="42329"/>
                    </a:cubicBezTo>
                    <a:cubicBezTo>
                      <a:pt x="64052" y="42766"/>
                      <a:pt x="64426" y="43500"/>
                      <a:pt x="64913" y="43500"/>
                    </a:cubicBezTo>
                    <a:cubicBezTo>
                      <a:pt x="65031" y="43500"/>
                      <a:pt x="65157" y="43457"/>
                      <a:pt x="65280" y="43354"/>
                    </a:cubicBezTo>
                    <a:cubicBezTo>
                      <a:pt x="66368" y="42433"/>
                      <a:pt x="67582" y="41408"/>
                      <a:pt x="68816" y="40257"/>
                    </a:cubicBezTo>
                    <a:cubicBezTo>
                      <a:pt x="68816" y="40257"/>
                      <a:pt x="68816" y="40236"/>
                      <a:pt x="68837" y="40236"/>
                    </a:cubicBezTo>
                    <a:lnTo>
                      <a:pt x="68921" y="40153"/>
                    </a:lnTo>
                    <a:lnTo>
                      <a:pt x="68942" y="40153"/>
                    </a:lnTo>
                    <a:cubicBezTo>
                      <a:pt x="73838" y="35612"/>
                      <a:pt x="79132" y="29440"/>
                      <a:pt x="80575" y="23393"/>
                    </a:cubicBezTo>
                    <a:cubicBezTo>
                      <a:pt x="80596" y="23309"/>
                      <a:pt x="80638" y="23204"/>
                      <a:pt x="80638" y="23121"/>
                    </a:cubicBezTo>
                    <a:cubicBezTo>
                      <a:pt x="80659" y="23058"/>
                      <a:pt x="80659" y="22995"/>
                      <a:pt x="80680" y="22911"/>
                    </a:cubicBezTo>
                    <a:cubicBezTo>
                      <a:pt x="80764" y="22472"/>
                      <a:pt x="80847" y="22054"/>
                      <a:pt x="80889" y="21614"/>
                    </a:cubicBezTo>
                    <a:cubicBezTo>
                      <a:pt x="81894" y="21823"/>
                      <a:pt x="82877" y="22033"/>
                      <a:pt x="83881" y="22263"/>
                    </a:cubicBezTo>
                    <a:cubicBezTo>
                      <a:pt x="83777" y="22451"/>
                      <a:pt x="83693" y="22660"/>
                      <a:pt x="83588" y="22849"/>
                    </a:cubicBezTo>
                    <a:cubicBezTo>
                      <a:pt x="83526" y="22974"/>
                      <a:pt x="83484" y="23079"/>
                      <a:pt x="83400" y="23204"/>
                    </a:cubicBezTo>
                    <a:cubicBezTo>
                      <a:pt x="83275" y="23497"/>
                      <a:pt x="83107" y="23811"/>
                      <a:pt x="82982" y="24125"/>
                    </a:cubicBezTo>
                    <a:cubicBezTo>
                      <a:pt x="82961" y="24167"/>
                      <a:pt x="82940" y="24230"/>
                      <a:pt x="82940" y="24251"/>
                    </a:cubicBezTo>
                    <a:cubicBezTo>
                      <a:pt x="81831" y="26678"/>
                      <a:pt x="80889" y="29168"/>
                      <a:pt x="79529" y="31490"/>
                    </a:cubicBezTo>
                    <a:cubicBezTo>
                      <a:pt x="77521" y="34922"/>
                      <a:pt x="75010" y="37872"/>
                      <a:pt x="72290" y="40759"/>
                    </a:cubicBezTo>
                    <a:lnTo>
                      <a:pt x="72290" y="40780"/>
                    </a:lnTo>
                    <a:lnTo>
                      <a:pt x="72269" y="40801"/>
                    </a:lnTo>
                    <a:cubicBezTo>
                      <a:pt x="72050" y="41105"/>
                      <a:pt x="72320" y="41558"/>
                      <a:pt x="72630" y="41558"/>
                    </a:cubicBezTo>
                    <a:cubicBezTo>
                      <a:pt x="72705" y="41558"/>
                      <a:pt x="72782" y="41532"/>
                      <a:pt x="72855" y="41471"/>
                    </a:cubicBezTo>
                    <a:cubicBezTo>
                      <a:pt x="74257" y="40383"/>
                      <a:pt x="75637" y="39169"/>
                      <a:pt x="76914" y="37746"/>
                    </a:cubicBezTo>
                    <a:cubicBezTo>
                      <a:pt x="76914" y="37746"/>
                      <a:pt x="76914" y="37725"/>
                      <a:pt x="76935" y="37725"/>
                    </a:cubicBezTo>
                    <a:cubicBezTo>
                      <a:pt x="80785" y="33583"/>
                      <a:pt x="83840" y="28205"/>
                      <a:pt x="84216" y="22807"/>
                    </a:cubicBezTo>
                    <a:lnTo>
                      <a:pt x="84216" y="22744"/>
                    </a:lnTo>
                    <a:cubicBezTo>
                      <a:pt x="84216" y="22598"/>
                      <a:pt x="84237" y="22493"/>
                      <a:pt x="84237" y="22367"/>
                    </a:cubicBezTo>
                    <a:cubicBezTo>
                      <a:pt x="85785" y="22744"/>
                      <a:pt x="87355" y="23163"/>
                      <a:pt x="88903" y="23581"/>
                    </a:cubicBezTo>
                    <a:cubicBezTo>
                      <a:pt x="88254" y="24230"/>
                      <a:pt x="87689" y="24941"/>
                      <a:pt x="87166" y="25673"/>
                    </a:cubicBezTo>
                    <a:lnTo>
                      <a:pt x="87145" y="25694"/>
                    </a:lnTo>
                    <a:cubicBezTo>
                      <a:pt x="87062" y="25820"/>
                      <a:pt x="86957" y="25924"/>
                      <a:pt x="86894" y="26050"/>
                    </a:cubicBezTo>
                    <a:cubicBezTo>
                      <a:pt x="86853" y="26113"/>
                      <a:pt x="86832" y="26155"/>
                      <a:pt x="86790" y="26196"/>
                    </a:cubicBezTo>
                    <a:cubicBezTo>
                      <a:pt x="86727" y="26301"/>
                      <a:pt x="86643" y="26364"/>
                      <a:pt x="86601" y="26468"/>
                    </a:cubicBezTo>
                    <a:cubicBezTo>
                      <a:pt x="86539" y="26552"/>
                      <a:pt x="86518" y="26615"/>
                      <a:pt x="86476" y="26678"/>
                    </a:cubicBezTo>
                    <a:cubicBezTo>
                      <a:pt x="86434" y="26740"/>
                      <a:pt x="86413" y="26761"/>
                      <a:pt x="86392" y="26824"/>
                    </a:cubicBezTo>
                    <a:cubicBezTo>
                      <a:pt x="85555" y="28101"/>
                      <a:pt x="84802" y="29398"/>
                      <a:pt x="83944" y="30716"/>
                    </a:cubicBezTo>
                    <a:cubicBezTo>
                      <a:pt x="83254" y="31804"/>
                      <a:pt x="82521" y="32913"/>
                      <a:pt x="81747" y="33980"/>
                    </a:cubicBezTo>
                    <a:cubicBezTo>
                      <a:pt x="81287" y="34671"/>
                      <a:pt x="80806" y="35340"/>
                      <a:pt x="80345" y="35989"/>
                    </a:cubicBezTo>
                    <a:cubicBezTo>
                      <a:pt x="79529" y="37098"/>
                      <a:pt x="78713" y="38186"/>
                      <a:pt x="77876" y="39295"/>
                    </a:cubicBezTo>
                    <a:cubicBezTo>
                      <a:pt x="77834" y="39378"/>
                      <a:pt x="77772" y="39420"/>
                      <a:pt x="77730" y="39504"/>
                    </a:cubicBezTo>
                    <a:cubicBezTo>
                      <a:pt x="77426" y="39909"/>
                      <a:pt x="77735" y="40546"/>
                      <a:pt x="78163" y="40546"/>
                    </a:cubicBezTo>
                    <a:cubicBezTo>
                      <a:pt x="78265" y="40546"/>
                      <a:pt x="78374" y="40509"/>
                      <a:pt x="78483" y="40425"/>
                    </a:cubicBezTo>
                    <a:cubicBezTo>
                      <a:pt x="79885" y="39399"/>
                      <a:pt x="81308" y="38165"/>
                      <a:pt x="82647" y="36826"/>
                    </a:cubicBezTo>
                    <a:cubicBezTo>
                      <a:pt x="86225" y="33206"/>
                      <a:pt x="89175" y="28603"/>
                      <a:pt x="89154" y="23644"/>
                    </a:cubicBezTo>
                    <a:lnTo>
                      <a:pt x="89154" y="23623"/>
                    </a:lnTo>
                    <a:cubicBezTo>
                      <a:pt x="93632" y="24899"/>
                      <a:pt x="98068" y="26448"/>
                      <a:pt x="102420" y="28310"/>
                    </a:cubicBezTo>
                    <a:cubicBezTo>
                      <a:pt x="102545" y="28101"/>
                      <a:pt x="102629" y="27870"/>
                      <a:pt x="102503" y="27808"/>
                    </a:cubicBezTo>
                    <a:cubicBezTo>
                      <a:pt x="97837" y="25778"/>
                      <a:pt x="93025" y="24041"/>
                      <a:pt x="88171" y="22660"/>
                    </a:cubicBezTo>
                    <a:cubicBezTo>
                      <a:pt x="88254" y="22639"/>
                      <a:pt x="88317" y="22598"/>
                      <a:pt x="88380" y="22535"/>
                    </a:cubicBezTo>
                    <a:cubicBezTo>
                      <a:pt x="88401" y="22493"/>
                      <a:pt x="88401" y="22472"/>
                      <a:pt x="88401" y="22451"/>
                    </a:cubicBezTo>
                    <a:cubicBezTo>
                      <a:pt x="88464" y="22137"/>
                      <a:pt x="88485" y="21823"/>
                      <a:pt x="88526" y="21489"/>
                    </a:cubicBezTo>
                    <a:lnTo>
                      <a:pt x="88526" y="21426"/>
                    </a:lnTo>
                    <a:cubicBezTo>
                      <a:pt x="88568" y="21133"/>
                      <a:pt x="88589" y="20819"/>
                      <a:pt x="88589" y="20547"/>
                    </a:cubicBezTo>
                    <a:lnTo>
                      <a:pt x="88589" y="20359"/>
                    </a:lnTo>
                    <a:lnTo>
                      <a:pt x="88589" y="19626"/>
                    </a:lnTo>
                    <a:lnTo>
                      <a:pt x="88589" y="19187"/>
                    </a:lnTo>
                    <a:cubicBezTo>
                      <a:pt x="88589" y="19041"/>
                      <a:pt x="88589" y="18936"/>
                      <a:pt x="88568" y="18810"/>
                    </a:cubicBezTo>
                    <a:cubicBezTo>
                      <a:pt x="88359" y="14730"/>
                      <a:pt x="86790" y="10755"/>
                      <a:pt x="84174" y="7595"/>
                    </a:cubicBezTo>
                    <a:cubicBezTo>
                      <a:pt x="83881" y="7219"/>
                      <a:pt x="83588" y="6884"/>
                      <a:pt x="83254" y="6570"/>
                    </a:cubicBezTo>
                    <a:lnTo>
                      <a:pt x="83065" y="6382"/>
                    </a:lnTo>
                    <a:cubicBezTo>
                      <a:pt x="83024" y="6340"/>
                      <a:pt x="82940" y="6277"/>
                      <a:pt x="82856" y="6256"/>
                    </a:cubicBezTo>
                    <a:cubicBezTo>
                      <a:pt x="82782" y="6226"/>
                      <a:pt x="82702" y="6211"/>
                      <a:pt x="82621" y="6211"/>
                    </a:cubicBezTo>
                    <a:cubicBezTo>
                      <a:pt x="82315" y="6211"/>
                      <a:pt x="81993" y="6414"/>
                      <a:pt x="81894" y="6696"/>
                    </a:cubicBezTo>
                    <a:cubicBezTo>
                      <a:pt x="81873" y="6696"/>
                      <a:pt x="81894" y="6696"/>
                      <a:pt x="81894" y="6738"/>
                    </a:cubicBezTo>
                    <a:cubicBezTo>
                      <a:pt x="81831" y="6842"/>
                      <a:pt x="81831" y="6989"/>
                      <a:pt x="81873" y="7114"/>
                    </a:cubicBezTo>
                    <a:cubicBezTo>
                      <a:pt x="82124" y="7909"/>
                      <a:pt x="82396" y="8725"/>
                      <a:pt x="82668" y="9499"/>
                    </a:cubicBezTo>
                    <a:lnTo>
                      <a:pt x="82668" y="9520"/>
                    </a:lnTo>
                    <a:cubicBezTo>
                      <a:pt x="84195" y="13914"/>
                      <a:pt x="85911" y="18350"/>
                      <a:pt x="87857" y="22535"/>
                    </a:cubicBezTo>
                    <a:cubicBezTo>
                      <a:pt x="87857" y="22550"/>
                      <a:pt x="87867" y="22564"/>
                      <a:pt x="87881" y="22572"/>
                    </a:cubicBezTo>
                    <a:lnTo>
                      <a:pt x="87881" y="22572"/>
                    </a:lnTo>
                    <a:cubicBezTo>
                      <a:pt x="86673" y="22239"/>
                      <a:pt x="85445" y="21926"/>
                      <a:pt x="84216" y="21614"/>
                    </a:cubicBezTo>
                    <a:cubicBezTo>
                      <a:pt x="84205" y="21580"/>
                      <a:pt x="84180" y="21564"/>
                      <a:pt x="84154" y="21564"/>
                    </a:cubicBezTo>
                    <a:cubicBezTo>
                      <a:pt x="84132" y="21564"/>
                      <a:pt x="84109" y="21574"/>
                      <a:pt x="84091" y="21593"/>
                    </a:cubicBezTo>
                    <a:cubicBezTo>
                      <a:pt x="83693" y="21489"/>
                      <a:pt x="83337" y="21405"/>
                      <a:pt x="82940" y="21300"/>
                    </a:cubicBezTo>
                    <a:cubicBezTo>
                      <a:pt x="82961" y="21279"/>
                      <a:pt x="82982" y="21238"/>
                      <a:pt x="82982" y="21196"/>
                    </a:cubicBezTo>
                    <a:cubicBezTo>
                      <a:pt x="83086" y="20568"/>
                      <a:pt x="83149" y="19961"/>
                      <a:pt x="83170" y="19334"/>
                    </a:cubicBezTo>
                    <a:lnTo>
                      <a:pt x="83170" y="19208"/>
                    </a:lnTo>
                    <a:lnTo>
                      <a:pt x="83170" y="18727"/>
                    </a:lnTo>
                    <a:lnTo>
                      <a:pt x="83170" y="18497"/>
                    </a:lnTo>
                    <a:lnTo>
                      <a:pt x="83170" y="18141"/>
                    </a:lnTo>
                    <a:cubicBezTo>
                      <a:pt x="83170" y="17994"/>
                      <a:pt x="83170" y="17890"/>
                      <a:pt x="83149" y="17764"/>
                    </a:cubicBezTo>
                    <a:cubicBezTo>
                      <a:pt x="83149" y="17681"/>
                      <a:pt x="83149" y="17576"/>
                      <a:pt x="83128" y="17513"/>
                    </a:cubicBezTo>
                    <a:cubicBezTo>
                      <a:pt x="83128" y="17346"/>
                      <a:pt x="83086" y="17157"/>
                      <a:pt x="83065" y="17011"/>
                    </a:cubicBezTo>
                    <a:lnTo>
                      <a:pt x="83065" y="16885"/>
                    </a:lnTo>
                    <a:cubicBezTo>
                      <a:pt x="82438" y="11550"/>
                      <a:pt x="79215" y="6758"/>
                      <a:pt x="74549" y="4059"/>
                    </a:cubicBezTo>
                    <a:cubicBezTo>
                      <a:pt x="74131" y="3829"/>
                      <a:pt x="73713" y="3620"/>
                      <a:pt x="73252" y="3411"/>
                    </a:cubicBezTo>
                    <a:cubicBezTo>
                      <a:pt x="73148" y="3348"/>
                      <a:pt x="73085" y="3306"/>
                      <a:pt x="72980" y="3285"/>
                    </a:cubicBezTo>
                    <a:cubicBezTo>
                      <a:pt x="72311" y="2992"/>
                      <a:pt x="71641" y="2720"/>
                      <a:pt x="70930" y="2511"/>
                    </a:cubicBezTo>
                    <a:cubicBezTo>
                      <a:pt x="70873" y="2496"/>
                      <a:pt x="70818" y="2489"/>
                      <a:pt x="70763" y="2489"/>
                    </a:cubicBezTo>
                    <a:cubicBezTo>
                      <a:pt x="70292" y="2489"/>
                      <a:pt x="69915" y="3021"/>
                      <a:pt x="70009" y="3453"/>
                    </a:cubicBezTo>
                    <a:cubicBezTo>
                      <a:pt x="68482" y="2239"/>
                      <a:pt x="66829" y="1130"/>
                      <a:pt x="65134" y="105"/>
                    </a:cubicBezTo>
                    <a:cubicBezTo>
                      <a:pt x="65008" y="32"/>
                      <a:pt x="64882" y="0"/>
                      <a:pt x="647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19388400" y="28623625"/>
                <a:ext cx="714775" cy="158125"/>
              </a:xfrm>
              <a:custGeom>
                <a:avLst/>
                <a:gdLst/>
                <a:ahLst/>
                <a:cxnLst/>
                <a:rect l="l" t="t" r="r" b="b"/>
                <a:pathLst>
                  <a:path w="28591" h="6325" extrusionOk="0">
                    <a:moveTo>
                      <a:pt x="9416" y="0"/>
                    </a:moveTo>
                    <a:cubicBezTo>
                      <a:pt x="6592" y="0"/>
                      <a:pt x="3725" y="272"/>
                      <a:pt x="942" y="711"/>
                    </a:cubicBezTo>
                    <a:cubicBezTo>
                      <a:pt x="1" y="837"/>
                      <a:pt x="1" y="2176"/>
                      <a:pt x="1026" y="2218"/>
                    </a:cubicBezTo>
                    <a:cubicBezTo>
                      <a:pt x="1193" y="2218"/>
                      <a:pt x="1361" y="2260"/>
                      <a:pt x="1549" y="2281"/>
                    </a:cubicBezTo>
                    <a:lnTo>
                      <a:pt x="1675" y="2281"/>
                    </a:lnTo>
                    <a:cubicBezTo>
                      <a:pt x="5336" y="2490"/>
                      <a:pt x="8998" y="3055"/>
                      <a:pt x="12618" y="3683"/>
                    </a:cubicBezTo>
                    <a:lnTo>
                      <a:pt x="12513" y="3683"/>
                    </a:lnTo>
                    <a:cubicBezTo>
                      <a:pt x="16070" y="4310"/>
                      <a:pt x="19606" y="5022"/>
                      <a:pt x="23163" y="5587"/>
                    </a:cubicBezTo>
                    <a:lnTo>
                      <a:pt x="23644" y="5670"/>
                    </a:lnTo>
                    <a:cubicBezTo>
                      <a:pt x="24000" y="5733"/>
                      <a:pt x="24335" y="5775"/>
                      <a:pt x="24711" y="5838"/>
                    </a:cubicBezTo>
                    <a:cubicBezTo>
                      <a:pt x="25130" y="5880"/>
                      <a:pt x="25548" y="5963"/>
                      <a:pt x="25967" y="6026"/>
                    </a:cubicBezTo>
                    <a:cubicBezTo>
                      <a:pt x="26113" y="6047"/>
                      <a:pt x="26302" y="6068"/>
                      <a:pt x="26469" y="6089"/>
                    </a:cubicBezTo>
                    <a:lnTo>
                      <a:pt x="28352" y="6319"/>
                    </a:lnTo>
                    <a:cubicBezTo>
                      <a:pt x="28364" y="6323"/>
                      <a:pt x="28377" y="6325"/>
                      <a:pt x="28389" y="6325"/>
                    </a:cubicBezTo>
                    <a:cubicBezTo>
                      <a:pt x="28500" y="6325"/>
                      <a:pt x="28591" y="6162"/>
                      <a:pt x="28478" y="6068"/>
                    </a:cubicBezTo>
                    <a:cubicBezTo>
                      <a:pt x="23142" y="1716"/>
                      <a:pt x="16760" y="105"/>
                      <a:pt x="10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87" name="Google Shape;87;p3"/>
          <p:cNvSpPr txBox="1">
            <a:spLocks noGrp="1"/>
          </p:cNvSpPr>
          <p:nvPr>
            <p:ph type="title"/>
          </p:nvPr>
        </p:nvSpPr>
        <p:spPr>
          <a:xfrm>
            <a:off x="3531400" y="3909201"/>
            <a:ext cx="5129200" cy="88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5733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88" name="Google Shape;88;p3"/>
          <p:cNvSpPr txBox="1">
            <a:spLocks noGrp="1"/>
          </p:cNvSpPr>
          <p:nvPr>
            <p:ph type="title" idx="2" hasCustomPrompt="1"/>
          </p:nvPr>
        </p:nvSpPr>
        <p:spPr>
          <a:xfrm>
            <a:off x="4738767" y="1456707"/>
            <a:ext cx="27144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1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89" name="Google Shape;89;p3"/>
          <p:cNvSpPr txBox="1">
            <a:spLocks noGrp="1"/>
          </p:cNvSpPr>
          <p:nvPr>
            <p:ph type="subTitle" idx="1"/>
          </p:nvPr>
        </p:nvSpPr>
        <p:spPr>
          <a:xfrm>
            <a:off x="4092169" y="4690400"/>
            <a:ext cx="4007200" cy="7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7889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"/>
          <p:cNvSpPr/>
          <p:nvPr/>
        </p:nvSpPr>
        <p:spPr>
          <a:xfrm>
            <a:off x="-947966" y="5912001"/>
            <a:ext cx="14087900" cy="2086100"/>
          </a:xfrm>
          <a:custGeom>
            <a:avLst/>
            <a:gdLst/>
            <a:ahLst/>
            <a:cxnLst/>
            <a:rect l="l" t="t" r="r" b="b"/>
            <a:pathLst>
              <a:path w="422637" h="62583" extrusionOk="0">
                <a:moveTo>
                  <a:pt x="422636" y="3055"/>
                </a:moveTo>
                <a:lnTo>
                  <a:pt x="422636" y="62583"/>
                </a:lnTo>
                <a:lnTo>
                  <a:pt x="0" y="62583"/>
                </a:lnTo>
                <a:lnTo>
                  <a:pt x="0" y="12471"/>
                </a:lnTo>
                <a:cubicBezTo>
                  <a:pt x="32223" y="0"/>
                  <a:pt x="69781" y="13308"/>
                  <a:pt x="105100" y="11111"/>
                </a:cubicBezTo>
                <a:cubicBezTo>
                  <a:pt x="119579" y="10190"/>
                  <a:pt x="133891" y="6612"/>
                  <a:pt x="148412" y="7051"/>
                </a:cubicBezTo>
                <a:cubicBezTo>
                  <a:pt x="159292" y="7386"/>
                  <a:pt x="169942" y="9960"/>
                  <a:pt x="180739" y="11069"/>
                </a:cubicBezTo>
                <a:cubicBezTo>
                  <a:pt x="198796" y="12952"/>
                  <a:pt x="217167" y="10776"/>
                  <a:pt x="235245" y="12492"/>
                </a:cubicBezTo>
                <a:cubicBezTo>
                  <a:pt x="263303" y="15128"/>
                  <a:pt x="291780" y="27054"/>
                  <a:pt x="318646" y="19229"/>
                </a:cubicBezTo>
                <a:cubicBezTo>
                  <a:pt x="326785" y="16885"/>
                  <a:pt x="334150" y="12784"/>
                  <a:pt x="342227" y="10274"/>
                </a:cubicBezTo>
                <a:cubicBezTo>
                  <a:pt x="352103" y="7198"/>
                  <a:pt x="362669" y="6570"/>
                  <a:pt x="373068" y="5942"/>
                </a:cubicBezTo>
                <a:cubicBezTo>
                  <a:pt x="389598" y="4980"/>
                  <a:pt x="406107" y="4017"/>
                  <a:pt x="422636" y="305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2" name="Google Shape;92;p4"/>
          <p:cNvSpPr/>
          <p:nvPr/>
        </p:nvSpPr>
        <p:spPr>
          <a:xfrm flipH="1">
            <a:off x="9258534" y="874451"/>
            <a:ext cx="2462079" cy="525551"/>
          </a:xfrm>
          <a:custGeom>
            <a:avLst/>
            <a:gdLst/>
            <a:ahLst/>
            <a:cxnLst/>
            <a:rect l="l" t="t" r="r" b="b"/>
            <a:pathLst>
              <a:path w="134687" h="28750" extrusionOk="0">
                <a:moveTo>
                  <a:pt x="16112" y="28582"/>
                </a:moveTo>
                <a:cubicBezTo>
                  <a:pt x="54360" y="27641"/>
                  <a:pt x="93425" y="28750"/>
                  <a:pt x="131673" y="27808"/>
                </a:cubicBezTo>
                <a:cubicBezTo>
                  <a:pt x="132845" y="27787"/>
                  <a:pt x="134268" y="27578"/>
                  <a:pt x="134686" y="26469"/>
                </a:cubicBezTo>
                <a:cubicBezTo>
                  <a:pt x="132426" y="25277"/>
                  <a:pt x="129706" y="26323"/>
                  <a:pt x="127175" y="26448"/>
                </a:cubicBezTo>
                <a:cubicBezTo>
                  <a:pt x="122655" y="26678"/>
                  <a:pt x="118617" y="23917"/>
                  <a:pt x="114620" y="21761"/>
                </a:cubicBezTo>
                <a:cubicBezTo>
                  <a:pt x="110624" y="19627"/>
                  <a:pt x="105519" y="18100"/>
                  <a:pt x="101752" y="20611"/>
                </a:cubicBezTo>
                <a:cubicBezTo>
                  <a:pt x="101041" y="21092"/>
                  <a:pt x="100330" y="21720"/>
                  <a:pt x="99472" y="21678"/>
                </a:cubicBezTo>
                <a:cubicBezTo>
                  <a:pt x="98949" y="21657"/>
                  <a:pt x="98488" y="21364"/>
                  <a:pt x="98028" y="21113"/>
                </a:cubicBezTo>
                <a:cubicBezTo>
                  <a:pt x="94513" y="18895"/>
                  <a:pt x="91332" y="16091"/>
                  <a:pt x="88675" y="12869"/>
                </a:cubicBezTo>
                <a:cubicBezTo>
                  <a:pt x="86604" y="10379"/>
                  <a:pt x="84804" y="7596"/>
                  <a:pt x="82210" y="5650"/>
                </a:cubicBezTo>
                <a:cubicBezTo>
                  <a:pt x="76560" y="1424"/>
                  <a:pt x="67584" y="2700"/>
                  <a:pt x="63316" y="8287"/>
                </a:cubicBezTo>
                <a:cubicBezTo>
                  <a:pt x="62876" y="8893"/>
                  <a:pt x="62416" y="9584"/>
                  <a:pt x="61705" y="9814"/>
                </a:cubicBezTo>
                <a:cubicBezTo>
                  <a:pt x="60533" y="10232"/>
                  <a:pt x="59340" y="9270"/>
                  <a:pt x="58399" y="8454"/>
                </a:cubicBezTo>
                <a:cubicBezTo>
                  <a:pt x="49694" y="921"/>
                  <a:pt x="35655" y="1"/>
                  <a:pt x="26532" y="7031"/>
                </a:cubicBezTo>
                <a:cubicBezTo>
                  <a:pt x="23917" y="9061"/>
                  <a:pt x="21761" y="11592"/>
                  <a:pt x="19648" y="14124"/>
                </a:cubicBezTo>
                <a:cubicBezTo>
                  <a:pt x="16112" y="18372"/>
                  <a:pt x="5253" y="26888"/>
                  <a:pt x="1" y="28562"/>
                </a:cubicBezTo>
                <a:lnTo>
                  <a:pt x="16112" y="2856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3" name="Google Shape;93;p4"/>
          <p:cNvSpPr txBox="1">
            <a:spLocks noGrp="1"/>
          </p:cNvSpPr>
          <p:nvPr>
            <p:ph type="body" idx="1"/>
          </p:nvPr>
        </p:nvSpPr>
        <p:spPr>
          <a:xfrm>
            <a:off x="946000" y="1763300"/>
            <a:ext cx="10300000" cy="43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AutoNum type="arabicPeriod"/>
              <a:defRPr sz="1467"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  <a:defRPr sz="1467"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Lato"/>
              <a:buChar char="■"/>
              <a:defRPr sz="1600"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Lato"/>
              <a:buChar char="●"/>
              <a:defRPr sz="1600"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Lato"/>
              <a:buChar char="○"/>
              <a:defRPr sz="1600"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Lato"/>
              <a:buChar char="■"/>
              <a:defRPr sz="1600"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Lato"/>
              <a:buChar char="●"/>
              <a:defRPr sz="1600"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Lato"/>
              <a:buChar char="○"/>
              <a:defRPr sz="1600"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Clr>
                <a:srgbClr val="555555"/>
              </a:buClr>
              <a:buSzPts val="1400"/>
              <a:buFont typeface="Lato"/>
              <a:buChar char="■"/>
              <a:defRPr sz="1600"/>
            </a:lvl9pPr>
          </a:lstStyle>
          <a:p>
            <a:endParaRPr/>
          </a:p>
        </p:txBody>
      </p:sp>
      <p:sp>
        <p:nvSpPr>
          <p:cNvPr id="94" name="Google Shape;94;p4"/>
          <p:cNvSpPr txBox="1">
            <a:spLocks noGrp="1"/>
          </p:cNvSpPr>
          <p:nvPr>
            <p:ph type="title"/>
          </p:nvPr>
        </p:nvSpPr>
        <p:spPr>
          <a:xfrm>
            <a:off x="946000" y="946633"/>
            <a:ext cx="10300000" cy="59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07849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/>
          <p:nvPr/>
        </p:nvSpPr>
        <p:spPr>
          <a:xfrm>
            <a:off x="5233" y="5137600"/>
            <a:ext cx="12192000" cy="1720400"/>
          </a:xfrm>
          <a:prstGeom prst="rect">
            <a:avLst/>
          </a:prstGeom>
          <a:solidFill>
            <a:srgbClr val="68BDD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4" name="Google Shape;144;p9"/>
          <p:cNvSpPr/>
          <p:nvPr/>
        </p:nvSpPr>
        <p:spPr>
          <a:xfrm>
            <a:off x="-947966" y="5912001"/>
            <a:ext cx="14087900" cy="2086100"/>
          </a:xfrm>
          <a:custGeom>
            <a:avLst/>
            <a:gdLst/>
            <a:ahLst/>
            <a:cxnLst/>
            <a:rect l="l" t="t" r="r" b="b"/>
            <a:pathLst>
              <a:path w="422637" h="62583" extrusionOk="0">
                <a:moveTo>
                  <a:pt x="422636" y="3055"/>
                </a:moveTo>
                <a:lnTo>
                  <a:pt x="422636" y="62583"/>
                </a:lnTo>
                <a:lnTo>
                  <a:pt x="0" y="62583"/>
                </a:lnTo>
                <a:lnTo>
                  <a:pt x="0" y="12471"/>
                </a:lnTo>
                <a:cubicBezTo>
                  <a:pt x="32223" y="0"/>
                  <a:pt x="69781" y="13308"/>
                  <a:pt x="105100" y="11111"/>
                </a:cubicBezTo>
                <a:cubicBezTo>
                  <a:pt x="119579" y="10190"/>
                  <a:pt x="133891" y="6612"/>
                  <a:pt x="148412" y="7051"/>
                </a:cubicBezTo>
                <a:cubicBezTo>
                  <a:pt x="159292" y="7386"/>
                  <a:pt x="169942" y="9960"/>
                  <a:pt x="180739" y="11069"/>
                </a:cubicBezTo>
                <a:cubicBezTo>
                  <a:pt x="198796" y="12952"/>
                  <a:pt x="217167" y="10776"/>
                  <a:pt x="235245" y="12492"/>
                </a:cubicBezTo>
                <a:cubicBezTo>
                  <a:pt x="263303" y="15128"/>
                  <a:pt x="291780" y="27054"/>
                  <a:pt x="318646" y="19229"/>
                </a:cubicBezTo>
                <a:cubicBezTo>
                  <a:pt x="326785" y="16885"/>
                  <a:pt x="334150" y="12784"/>
                  <a:pt x="342227" y="10274"/>
                </a:cubicBezTo>
                <a:cubicBezTo>
                  <a:pt x="352103" y="7198"/>
                  <a:pt x="362669" y="6570"/>
                  <a:pt x="373068" y="5942"/>
                </a:cubicBezTo>
                <a:cubicBezTo>
                  <a:pt x="389598" y="4980"/>
                  <a:pt x="406107" y="4017"/>
                  <a:pt x="422636" y="305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133"/>
              </a:spcAft>
              <a:buNone/>
            </a:pPr>
            <a:endParaRPr sz="2400">
              <a:solidFill>
                <a:schemeClr val="dk1"/>
              </a:solidFill>
              <a:latin typeface="Andika"/>
              <a:ea typeface="Andika"/>
              <a:cs typeface="Andika"/>
              <a:sym typeface="Andika"/>
            </a:endParaRPr>
          </a:p>
        </p:txBody>
      </p:sp>
      <p:sp>
        <p:nvSpPr>
          <p:cNvPr id="145" name="Google Shape;145;p9"/>
          <p:cNvSpPr txBox="1">
            <a:spLocks noGrp="1"/>
          </p:cNvSpPr>
          <p:nvPr>
            <p:ph type="title"/>
          </p:nvPr>
        </p:nvSpPr>
        <p:spPr>
          <a:xfrm>
            <a:off x="946001" y="1327367"/>
            <a:ext cx="4162400" cy="7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46" name="Google Shape;146;p9"/>
          <p:cNvSpPr txBox="1">
            <a:spLocks noGrp="1"/>
          </p:cNvSpPr>
          <p:nvPr>
            <p:ph type="subTitle" idx="1"/>
          </p:nvPr>
        </p:nvSpPr>
        <p:spPr>
          <a:xfrm>
            <a:off x="946000" y="2207567"/>
            <a:ext cx="4162400" cy="21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2027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6710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/>
          <p:nvPr/>
        </p:nvSpPr>
        <p:spPr>
          <a:xfrm>
            <a:off x="-167" y="2061668"/>
            <a:ext cx="12192000" cy="4815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2" name="Google Shape;162;p13"/>
          <p:cNvSpPr txBox="1">
            <a:spLocks noGrp="1"/>
          </p:cNvSpPr>
          <p:nvPr>
            <p:ph type="title"/>
          </p:nvPr>
        </p:nvSpPr>
        <p:spPr>
          <a:xfrm>
            <a:off x="728800" y="4574073"/>
            <a:ext cx="28360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63" name="Google Shape;163;p13"/>
          <p:cNvSpPr txBox="1">
            <a:spLocks noGrp="1"/>
          </p:cNvSpPr>
          <p:nvPr>
            <p:ph type="subTitle" idx="1"/>
          </p:nvPr>
        </p:nvSpPr>
        <p:spPr>
          <a:xfrm>
            <a:off x="728800" y="5006680"/>
            <a:ext cx="2836000" cy="10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64" name="Google Shape;164;p13"/>
          <p:cNvSpPr txBox="1">
            <a:spLocks noGrp="1"/>
          </p:cNvSpPr>
          <p:nvPr>
            <p:ph type="title" idx="2" hasCustomPrompt="1"/>
          </p:nvPr>
        </p:nvSpPr>
        <p:spPr>
          <a:xfrm>
            <a:off x="1781433" y="3311963"/>
            <a:ext cx="730800" cy="6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5" name="Google Shape;165;p13"/>
          <p:cNvSpPr txBox="1">
            <a:spLocks noGrp="1"/>
          </p:cNvSpPr>
          <p:nvPr>
            <p:ph type="title" idx="3"/>
          </p:nvPr>
        </p:nvSpPr>
        <p:spPr>
          <a:xfrm>
            <a:off x="3361585" y="4574073"/>
            <a:ext cx="28360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66" name="Google Shape;166;p13"/>
          <p:cNvSpPr txBox="1">
            <a:spLocks noGrp="1"/>
          </p:cNvSpPr>
          <p:nvPr>
            <p:ph type="subTitle" idx="4"/>
          </p:nvPr>
        </p:nvSpPr>
        <p:spPr>
          <a:xfrm>
            <a:off x="3361583" y="5006680"/>
            <a:ext cx="2836000" cy="10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67" name="Google Shape;167;p13"/>
          <p:cNvSpPr txBox="1">
            <a:spLocks noGrp="1"/>
          </p:cNvSpPr>
          <p:nvPr>
            <p:ph type="title" idx="5" hasCustomPrompt="1"/>
          </p:nvPr>
        </p:nvSpPr>
        <p:spPr>
          <a:xfrm>
            <a:off x="4414164" y="3311963"/>
            <a:ext cx="730800" cy="6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8" name="Google Shape;168;p13"/>
          <p:cNvSpPr txBox="1">
            <a:spLocks noGrp="1"/>
          </p:cNvSpPr>
          <p:nvPr>
            <p:ph type="title" idx="6"/>
          </p:nvPr>
        </p:nvSpPr>
        <p:spPr>
          <a:xfrm>
            <a:off x="5994391" y="4581636"/>
            <a:ext cx="28360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69" name="Google Shape;169;p13"/>
          <p:cNvSpPr txBox="1">
            <a:spLocks noGrp="1"/>
          </p:cNvSpPr>
          <p:nvPr>
            <p:ph type="subTitle" idx="7"/>
          </p:nvPr>
        </p:nvSpPr>
        <p:spPr>
          <a:xfrm>
            <a:off x="5994387" y="5022749"/>
            <a:ext cx="2836000" cy="10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title" idx="8" hasCustomPrompt="1"/>
          </p:nvPr>
        </p:nvSpPr>
        <p:spPr>
          <a:xfrm>
            <a:off x="7047035" y="3321239"/>
            <a:ext cx="730800" cy="6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1" name="Google Shape;171;p13"/>
          <p:cNvSpPr txBox="1">
            <a:spLocks noGrp="1"/>
          </p:cNvSpPr>
          <p:nvPr>
            <p:ph type="title" idx="9"/>
          </p:nvPr>
        </p:nvSpPr>
        <p:spPr>
          <a:xfrm>
            <a:off x="8627209" y="4581636"/>
            <a:ext cx="28360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72" name="Google Shape;172;p13"/>
          <p:cNvSpPr txBox="1">
            <a:spLocks noGrp="1"/>
          </p:cNvSpPr>
          <p:nvPr>
            <p:ph type="subTitle" idx="13"/>
          </p:nvPr>
        </p:nvSpPr>
        <p:spPr>
          <a:xfrm>
            <a:off x="8627203" y="5022749"/>
            <a:ext cx="2836000" cy="10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73" name="Google Shape;173;p13"/>
          <p:cNvSpPr txBox="1">
            <a:spLocks noGrp="1"/>
          </p:cNvSpPr>
          <p:nvPr>
            <p:ph type="title" idx="14" hasCustomPrompt="1"/>
          </p:nvPr>
        </p:nvSpPr>
        <p:spPr>
          <a:xfrm>
            <a:off x="9679799" y="3321239"/>
            <a:ext cx="730800" cy="6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4" name="Google Shape;174;p13"/>
          <p:cNvSpPr txBox="1">
            <a:spLocks noGrp="1"/>
          </p:cNvSpPr>
          <p:nvPr>
            <p:ph type="title" idx="15"/>
          </p:nvPr>
        </p:nvSpPr>
        <p:spPr>
          <a:xfrm>
            <a:off x="946000" y="946633"/>
            <a:ext cx="10300000" cy="59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175" name="Google Shape;175;p13"/>
          <p:cNvSpPr/>
          <p:nvPr/>
        </p:nvSpPr>
        <p:spPr>
          <a:xfrm flipH="1">
            <a:off x="-1231033" y="874451"/>
            <a:ext cx="2462079" cy="525551"/>
          </a:xfrm>
          <a:custGeom>
            <a:avLst/>
            <a:gdLst/>
            <a:ahLst/>
            <a:cxnLst/>
            <a:rect l="l" t="t" r="r" b="b"/>
            <a:pathLst>
              <a:path w="134687" h="28750" extrusionOk="0">
                <a:moveTo>
                  <a:pt x="16112" y="28582"/>
                </a:moveTo>
                <a:cubicBezTo>
                  <a:pt x="54360" y="27641"/>
                  <a:pt x="93425" y="28750"/>
                  <a:pt x="131673" y="27808"/>
                </a:cubicBezTo>
                <a:cubicBezTo>
                  <a:pt x="132845" y="27787"/>
                  <a:pt x="134268" y="27578"/>
                  <a:pt x="134686" y="26469"/>
                </a:cubicBezTo>
                <a:cubicBezTo>
                  <a:pt x="132426" y="25277"/>
                  <a:pt x="129706" y="26323"/>
                  <a:pt x="127175" y="26448"/>
                </a:cubicBezTo>
                <a:cubicBezTo>
                  <a:pt x="122655" y="26678"/>
                  <a:pt x="118617" y="23917"/>
                  <a:pt x="114620" y="21761"/>
                </a:cubicBezTo>
                <a:cubicBezTo>
                  <a:pt x="110624" y="19627"/>
                  <a:pt x="105519" y="18100"/>
                  <a:pt x="101752" y="20611"/>
                </a:cubicBezTo>
                <a:cubicBezTo>
                  <a:pt x="101041" y="21092"/>
                  <a:pt x="100330" y="21720"/>
                  <a:pt x="99472" y="21678"/>
                </a:cubicBezTo>
                <a:cubicBezTo>
                  <a:pt x="98949" y="21657"/>
                  <a:pt x="98488" y="21364"/>
                  <a:pt x="98028" y="21113"/>
                </a:cubicBezTo>
                <a:cubicBezTo>
                  <a:pt x="94513" y="18895"/>
                  <a:pt x="91332" y="16091"/>
                  <a:pt x="88675" y="12869"/>
                </a:cubicBezTo>
                <a:cubicBezTo>
                  <a:pt x="86604" y="10379"/>
                  <a:pt x="84804" y="7596"/>
                  <a:pt x="82210" y="5650"/>
                </a:cubicBezTo>
                <a:cubicBezTo>
                  <a:pt x="76560" y="1424"/>
                  <a:pt x="67584" y="2700"/>
                  <a:pt x="63316" y="8287"/>
                </a:cubicBezTo>
                <a:cubicBezTo>
                  <a:pt x="62876" y="8893"/>
                  <a:pt x="62416" y="9584"/>
                  <a:pt x="61705" y="9814"/>
                </a:cubicBezTo>
                <a:cubicBezTo>
                  <a:pt x="60533" y="10232"/>
                  <a:pt x="59340" y="9270"/>
                  <a:pt x="58399" y="8454"/>
                </a:cubicBezTo>
                <a:cubicBezTo>
                  <a:pt x="49694" y="921"/>
                  <a:pt x="35655" y="1"/>
                  <a:pt x="26532" y="7031"/>
                </a:cubicBezTo>
                <a:cubicBezTo>
                  <a:pt x="23917" y="9061"/>
                  <a:pt x="21761" y="11592"/>
                  <a:pt x="19648" y="14124"/>
                </a:cubicBezTo>
                <a:cubicBezTo>
                  <a:pt x="16112" y="18372"/>
                  <a:pt x="5253" y="26888"/>
                  <a:pt x="1" y="28562"/>
                </a:cubicBezTo>
                <a:lnTo>
                  <a:pt x="16112" y="2856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6" name="Google Shape;176;p13"/>
          <p:cNvSpPr/>
          <p:nvPr/>
        </p:nvSpPr>
        <p:spPr>
          <a:xfrm flipH="1">
            <a:off x="10658567" y="874451"/>
            <a:ext cx="2462079" cy="525551"/>
          </a:xfrm>
          <a:custGeom>
            <a:avLst/>
            <a:gdLst/>
            <a:ahLst/>
            <a:cxnLst/>
            <a:rect l="l" t="t" r="r" b="b"/>
            <a:pathLst>
              <a:path w="134687" h="28750" extrusionOk="0">
                <a:moveTo>
                  <a:pt x="16112" y="28582"/>
                </a:moveTo>
                <a:cubicBezTo>
                  <a:pt x="54360" y="27641"/>
                  <a:pt x="93425" y="28750"/>
                  <a:pt x="131673" y="27808"/>
                </a:cubicBezTo>
                <a:cubicBezTo>
                  <a:pt x="132845" y="27787"/>
                  <a:pt x="134268" y="27578"/>
                  <a:pt x="134686" y="26469"/>
                </a:cubicBezTo>
                <a:cubicBezTo>
                  <a:pt x="132426" y="25277"/>
                  <a:pt x="129706" y="26323"/>
                  <a:pt x="127175" y="26448"/>
                </a:cubicBezTo>
                <a:cubicBezTo>
                  <a:pt x="122655" y="26678"/>
                  <a:pt x="118617" y="23917"/>
                  <a:pt x="114620" y="21761"/>
                </a:cubicBezTo>
                <a:cubicBezTo>
                  <a:pt x="110624" y="19627"/>
                  <a:pt x="105519" y="18100"/>
                  <a:pt x="101752" y="20611"/>
                </a:cubicBezTo>
                <a:cubicBezTo>
                  <a:pt x="101041" y="21092"/>
                  <a:pt x="100330" y="21720"/>
                  <a:pt x="99472" y="21678"/>
                </a:cubicBezTo>
                <a:cubicBezTo>
                  <a:pt x="98949" y="21657"/>
                  <a:pt x="98488" y="21364"/>
                  <a:pt x="98028" y="21113"/>
                </a:cubicBezTo>
                <a:cubicBezTo>
                  <a:pt x="94513" y="18895"/>
                  <a:pt x="91332" y="16091"/>
                  <a:pt x="88675" y="12869"/>
                </a:cubicBezTo>
                <a:cubicBezTo>
                  <a:pt x="86604" y="10379"/>
                  <a:pt x="84804" y="7596"/>
                  <a:pt x="82210" y="5650"/>
                </a:cubicBezTo>
                <a:cubicBezTo>
                  <a:pt x="76560" y="1424"/>
                  <a:pt x="67584" y="2700"/>
                  <a:pt x="63316" y="8287"/>
                </a:cubicBezTo>
                <a:cubicBezTo>
                  <a:pt x="62876" y="8893"/>
                  <a:pt x="62416" y="9584"/>
                  <a:pt x="61705" y="9814"/>
                </a:cubicBezTo>
                <a:cubicBezTo>
                  <a:pt x="60533" y="10232"/>
                  <a:pt x="59340" y="9270"/>
                  <a:pt x="58399" y="8454"/>
                </a:cubicBezTo>
                <a:cubicBezTo>
                  <a:pt x="49694" y="921"/>
                  <a:pt x="35655" y="1"/>
                  <a:pt x="26532" y="7031"/>
                </a:cubicBezTo>
                <a:cubicBezTo>
                  <a:pt x="23917" y="9061"/>
                  <a:pt x="21761" y="11592"/>
                  <a:pt x="19648" y="14124"/>
                </a:cubicBezTo>
                <a:cubicBezTo>
                  <a:pt x="16112" y="18372"/>
                  <a:pt x="5253" y="26888"/>
                  <a:pt x="1" y="28562"/>
                </a:cubicBezTo>
                <a:lnTo>
                  <a:pt x="16112" y="2856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457426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15"/>
          <p:cNvGrpSpPr/>
          <p:nvPr/>
        </p:nvGrpSpPr>
        <p:grpSpPr>
          <a:xfrm>
            <a:off x="-838199" y="946000"/>
            <a:ext cx="14087900" cy="5931400"/>
            <a:chOff x="-628650" y="709500"/>
            <a:chExt cx="10565925" cy="4448550"/>
          </a:xfrm>
        </p:grpSpPr>
        <p:sp>
          <p:nvSpPr>
            <p:cNvPr id="200" name="Google Shape;200;p15"/>
            <p:cNvSpPr/>
            <p:nvPr/>
          </p:nvSpPr>
          <p:spPr>
            <a:xfrm>
              <a:off x="75" y="720822"/>
              <a:ext cx="9144000" cy="869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15"/>
            <p:cNvSpPr/>
            <p:nvPr/>
          </p:nvSpPr>
          <p:spPr>
            <a:xfrm>
              <a:off x="-175" y="1472850"/>
              <a:ext cx="9144000" cy="3685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" name="Google Shape;202;p15"/>
            <p:cNvSpPr/>
            <p:nvPr/>
          </p:nvSpPr>
          <p:spPr>
            <a:xfrm>
              <a:off x="-628650" y="709500"/>
              <a:ext cx="10565925" cy="2121104"/>
            </a:xfrm>
            <a:custGeom>
              <a:avLst/>
              <a:gdLst/>
              <a:ahLst/>
              <a:cxnLst/>
              <a:rect l="l" t="t" r="r" b="b"/>
              <a:pathLst>
                <a:path w="422637" h="70492" extrusionOk="0">
                  <a:moveTo>
                    <a:pt x="422636" y="0"/>
                  </a:moveTo>
                  <a:lnTo>
                    <a:pt x="422636" y="30130"/>
                  </a:lnTo>
                  <a:cubicBezTo>
                    <a:pt x="412907" y="34629"/>
                    <a:pt x="402424" y="37851"/>
                    <a:pt x="392255" y="41534"/>
                  </a:cubicBezTo>
                  <a:cubicBezTo>
                    <a:pt x="368926" y="50050"/>
                    <a:pt x="346767" y="61453"/>
                    <a:pt x="322475" y="67479"/>
                  </a:cubicBezTo>
                  <a:cubicBezTo>
                    <a:pt x="319713" y="68149"/>
                    <a:pt x="316951" y="68755"/>
                    <a:pt x="314168" y="69299"/>
                  </a:cubicBezTo>
                  <a:lnTo>
                    <a:pt x="185237" y="69299"/>
                  </a:lnTo>
                  <a:cubicBezTo>
                    <a:pt x="151153" y="68358"/>
                    <a:pt x="116901" y="70492"/>
                    <a:pt x="83109" y="66558"/>
                  </a:cubicBezTo>
                  <a:cubicBezTo>
                    <a:pt x="54716" y="63273"/>
                    <a:pt x="27264" y="55699"/>
                    <a:pt x="0" y="47748"/>
                  </a:cubicBezTo>
                  <a:lnTo>
                    <a:pt x="0" y="14793"/>
                  </a:lnTo>
                  <a:cubicBezTo>
                    <a:pt x="19145" y="14731"/>
                    <a:pt x="38332" y="11027"/>
                    <a:pt x="57373" y="12910"/>
                  </a:cubicBezTo>
                  <a:cubicBezTo>
                    <a:pt x="69362" y="14124"/>
                    <a:pt x="81163" y="17555"/>
                    <a:pt x="93257" y="17179"/>
                  </a:cubicBezTo>
                  <a:cubicBezTo>
                    <a:pt x="103426" y="16865"/>
                    <a:pt x="113260" y="13831"/>
                    <a:pt x="123345" y="12638"/>
                  </a:cubicBezTo>
                  <a:cubicBezTo>
                    <a:pt x="150525" y="9395"/>
                    <a:pt x="177391" y="19355"/>
                    <a:pt x="204717" y="21217"/>
                  </a:cubicBezTo>
                  <a:cubicBezTo>
                    <a:pt x="226268" y="22682"/>
                    <a:pt x="248154" y="19083"/>
                    <a:pt x="269476" y="22305"/>
                  </a:cubicBezTo>
                  <a:cubicBezTo>
                    <a:pt x="279603" y="23832"/>
                    <a:pt x="290567" y="26783"/>
                    <a:pt x="299710" y="22577"/>
                  </a:cubicBezTo>
                  <a:cubicBezTo>
                    <a:pt x="304732" y="20275"/>
                    <a:pt x="308373" y="16091"/>
                    <a:pt x="313059" y="13287"/>
                  </a:cubicBezTo>
                  <a:cubicBezTo>
                    <a:pt x="319881" y="9249"/>
                    <a:pt x="328355" y="8391"/>
                    <a:pt x="336452" y="7679"/>
                  </a:cubicBezTo>
                  <a:cubicBezTo>
                    <a:pt x="347793" y="6675"/>
                    <a:pt x="359091" y="5650"/>
                    <a:pt x="370390" y="4625"/>
                  </a:cubicBezTo>
                  <a:lnTo>
                    <a:pt x="416673" y="461"/>
                  </a:lnTo>
                  <a:cubicBezTo>
                    <a:pt x="418661" y="251"/>
                    <a:pt x="420649" y="63"/>
                    <a:pt x="422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03" name="Google Shape;203;p15"/>
          <p:cNvGrpSpPr/>
          <p:nvPr/>
        </p:nvGrpSpPr>
        <p:grpSpPr>
          <a:xfrm rot="-1642488">
            <a:off x="9535557" y="856415"/>
            <a:ext cx="3420899" cy="1730965"/>
            <a:chOff x="19279125" y="28273675"/>
            <a:chExt cx="2565725" cy="1298250"/>
          </a:xfrm>
        </p:grpSpPr>
        <p:sp>
          <p:nvSpPr>
            <p:cNvPr id="204" name="Google Shape;204;p15"/>
            <p:cNvSpPr/>
            <p:nvPr/>
          </p:nvSpPr>
          <p:spPr>
            <a:xfrm>
              <a:off x="19715375" y="28798125"/>
              <a:ext cx="506850" cy="665075"/>
            </a:xfrm>
            <a:custGeom>
              <a:avLst/>
              <a:gdLst/>
              <a:ahLst/>
              <a:cxnLst/>
              <a:rect l="l" t="t" r="r" b="b"/>
              <a:pathLst>
                <a:path w="20274" h="26603" extrusionOk="0">
                  <a:moveTo>
                    <a:pt x="20102" y="0"/>
                  </a:moveTo>
                  <a:cubicBezTo>
                    <a:pt x="20089" y="0"/>
                    <a:pt x="20076" y="3"/>
                    <a:pt x="20065" y="8"/>
                  </a:cubicBezTo>
                  <a:cubicBezTo>
                    <a:pt x="20002" y="8"/>
                    <a:pt x="19981" y="29"/>
                    <a:pt x="19918" y="50"/>
                  </a:cubicBezTo>
                  <a:cubicBezTo>
                    <a:pt x="18014" y="1975"/>
                    <a:pt x="16194" y="4026"/>
                    <a:pt x="14415" y="6181"/>
                  </a:cubicBezTo>
                  <a:cubicBezTo>
                    <a:pt x="14060" y="6537"/>
                    <a:pt x="13746" y="6934"/>
                    <a:pt x="13474" y="7332"/>
                  </a:cubicBezTo>
                  <a:cubicBezTo>
                    <a:pt x="13264" y="7583"/>
                    <a:pt x="13055" y="7876"/>
                    <a:pt x="12846" y="8148"/>
                  </a:cubicBezTo>
                  <a:lnTo>
                    <a:pt x="12804" y="8169"/>
                  </a:lnTo>
                  <a:cubicBezTo>
                    <a:pt x="9561" y="12270"/>
                    <a:pt x="6506" y="16643"/>
                    <a:pt x="3577" y="20911"/>
                  </a:cubicBezTo>
                  <a:cubicBezTo>
                    <a:pt x="3577" y="20911"/>
                    <a:pt x="3577" y="20932"/>
                    <a:pt x="3556" y="20932"/>
                  </a:cubicBezTo>
                  <a:cubicBezTo>
                    <a:pt x="3556" y="20953"/>
                    <a:pt x="3535" y="20953"/>
                    <a:pt x="3535" y="20974"/>
                  </a:cubicBezTo>
                  <a:cubicBezTo>
                    <a:pt x="2447" y="22522"/>
                    <a:pt x="1401" y="24050"/>
                    <a:pt x="355" y="25535"/>
                  </a:cubicBezTo>
                  <a:cubicBezTo>
                    <a:pt x="0" y="26042"/>
                    <a:pt x="531" y="26603"/>
                    <a:pt x="1046" y="26603"/>
                  </a:cubicBezTo>
                  <a:cubicBezTo>
                    <a:pt x="1169" y="26603"/>
                    <a:pt x="1292" y="26571"/>
                    <a:pt x="1401" y="26498"/>
                  </a:cubicBezTo>
                  <a:cubicBezTo>
                    <a:pt x="1987" y="26142"/>
                    <a:pt x="2593" y="25745"/>
                    <a:pt x="3137" y="25347"/>
                  </a:cubicBezTo>
                  <a:cubicBezTo>
                    <a:pt x="3158" y="25347"/>
                    <a:pt x="3158" y="25326"/>
                    <a:pt x="3158" y="25326"/>
                  </a:cubicBezTo>
                  <a:cubicBezTo>
                    <a:pt x="11423" y="19593"/>
                    <a:pt x="18746" y="10177"/>
                    <a:pt x="20274" y="239"/>
                  </a:cubicBezTo>
                  <a:cubicBezTo>
                    <a:pt x="20274" y="155"/>
                    <a:pt x="20232" y="113"/>
                    <a:pt x="20211" y="50"/>
                  </a:cubicBezTo>
                  <a:cubicBezTo>
                    <a:pt x="20180" y="20"/>
                    <a:pt x="20139" y="0"/>
                    <a:pt x="201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" name="Google Shape;205;p15"/>
            <p:cNvSpPr/>
            <p:nvPr/>
          </p:nvSpPr>
          <p:spPr>
            <a:xfrm>
              <a:off x="20308800" y="28749150"/>
              <a:ext cx="511325" cy="822775"/>
            </a:xfrm>
            <a:custGeom>
              <a:avLst/>
              <a:gdLst/>
              <a:ahLst/>
              <a:cxnLst/>
              <a:rect l="l" t="t" r="r" b="b"/>
              <a:pathLst>
                <a:path w="20453" h="32911" extrusionOk="0">
                  <a:moveTo>
                    <a:pt x="20227" y="1"/>
                  </a:moveTo>
                  <a:cubicBezTo>
                    <a:pt x="20190" y="1"/>
                    <a:pt x="20153" y="8"/>
                    <a:pt x="20118" y="22"/>
                  </a:cubicBezTo>
                  <a:cubicBezTo>
                    <a:pt x="20097" y="22"/>
                    <a:pt x="20097" y="63"/>
                    <a:pt x="20076" y="84"/>
                  </a:cubicBezTo>
                  <a:cubicBezTo>
                    <a:pt x="19804" y="335"/>
                    <a:pt x="19574" y="607"/>
                    <a:pt x="19302" y="900"/>
                  </a:cubicBezTo>
                  <a:cubicBezTo>
                    <a:pt x="19302" y="900"/>
                    <a:pt x="19302" y="921"/>
                    <a:pt x="19281" y="921"/>
                  </a:cubicBezTo>
                  <a:cubicBezTo>
                    <a:pt x="19051" y="1172"/>
                    <a:pt x="18841" y="1444"/>
                    <a:pt x="18632" y="1695"/>
                  </a:cubicBezTo>
                  <a:cubicBezTo>
                    <a:pt x="18569" y="1758"/>
                    <a:pt x="18528" y="1842"/>
                    <a:pt x="18465" y="1884"/>
                  </a:cubicBezTo>
                  <a:cubicBezTo>
                    <a:pt x="18318" y="2093"/>
                    <a:pt x="18130" y="2302"/>
                    <a:pt x="17984" y="2512"/>
                  </a:cubicBezTo>
                  <a:cubicBezTo>
                    <a:pt x="17921" y="2595"/>
                    <a:pt x="17837" y="2679"/>
                    <a:pt x="17795" y="2784"/>
                  </a:cubicBezTo>
                  <a:cubicBezTo>
                    <a:pt x="17628" y="2993"/>
                    <a:pt x="17502" y="3160"/>
                    <a:pt x="17356" y="3369"/>
                  </a:cubicBezTo>
                  <a:cubicBezTo>
                    <a:pt x="17293" y="3453"/>
                    <a:pt x="17209" y="3558"/>
                    <a:pt x="17168" y="3641"/>
                  </a:cubicBezTo>
                  <a:cubicBezTo>
                    <a:pt x="17000" y="3851"/>
                    <a:pt x="16875" y="4060"/>
                    <a:pt x="16749" y="4269"/>
                  </a:cubicBezTo>
                  <a:cubicBezTo>
                    <a:pt x="16686" y="4353"/>
                    <a:pt x="16644" y="4436"/>
                    <a:pt x="16561" y="4520"/>
                  </a:cubicBezTo>
                  <a:lnTo>
                    <a:pt x="16100" y="5232"/>
                  </a:lnTo>
                  <a:cubicBezTo>
                    <a:pt x="16059" y="5273"/>
                    <a:pt x="16017" y="5336"/>
                    <a:pt x="15996" y="5420"/>
                  </a:cubicBezTo>
                  <a:cubicBezTo>
                    <a:pt x="15598" y="6006"/>
                    <a:pt x="15222" y="6633"/>
                    <a:pt x="14866" y="7282"/>
                  </a:cubicBezTo>
                  <a:cubicBezTo>
                    <a:pt x="14803" y="7345"/>
                    <a:pt x="14782" y="7429"/>
                    <a:pt x="14740" y="7512"/>
                  </a:cubicBezTo>
                  <a:cubicBezTo>
                    <a:pt x="14594" y="7742"/>
                    <a:pt x="14468" y="7973"/>
                    <a:pt x="14322" y="8203"/>
                  </a:cubicBezTo>
                  <a:cubicBezTo>
                    <a:pt x="14259" y="8286"/>
                    <a:pt x="14217" y="8391"/>
                    <a:pt x="14155" y="8475"/>
                  </a:cubicBezTo>
                  <a:lnTo>
                    <a:pt x="13757" y="9186"/>
                  </a:lnTo>
                  <a:cubicBezTo>
                    <a:pt x="13715" y="9249"/>
                    <a:pt x="13652" y="9333"/>
                    <a:pt x="13631" y="9416"/>
                  </a:cubicBezTo>
                  <a:cubicBezTo>
                    <a:pt x="13485" y="9709"/>
                    <a:pt x="13318" y="9960"/>
                    <a:pt x="13171" y="10253"/>
                  </a:cubicBezTo>
                  <a:cubicBezTo>
                    <a:pt x="12962" y="10609"/>
                    <a:pt x="12753" y="10986"/>
                    <a:pt x="12564" y="11341"/>
                  </a:cubicBezTo>
                  <a:cubicBezTo>
                    <a:pt x="12502" y="11488"/>
                    <a:pt x="12439" y="11592"/>
                    <a:pt x="12376" y="11718"/>
                  </a:cubicBezTo>
                  <a:lnTo>
                    <a:pt x="12062" y="12262"/>
                  </a:lnTo>
                  <a:cubicBezTo>
                    <a:pt x="11539" y="13224"/>
                    <a:pt x="10995" y="14166"/>
                    <a:pt x="10409" y="15108"/>
                  </a:cubicBezTo>
                  <a:cubicBezTo>
                    <a:pt x="8568" y="18183"/>
                    <a:pt x="6622" y="21217"/>
                    <a:pt x="4718" y="24251"/>
                  </a:cubicBezTo>
                  <a:lnTo>
                    <a:pt x="4718" y="24272"/>
                  </a:lnTo>
                  <a:lnTo>
                    <a:pt x="4718" y="24293"/>
                  </a:lnTo>
                  <a:lnTo>
                    <a:pt x="4718" y="24314"/>
                  </a:lnTo>
                  <a:lnTo>
                    <a:pt x="4718" y="24356"/>
                  </a:lnTo>
                  <a:lnTo>
                    <a:pt x="4718" y="24377"/>
                  </a:lnTo>
                  <a:cubicBezTo>
                    <a:pt x="3693" y="26030"/>
                    <a:pt x="2668" y="27641"/>
                    <a:pt x="1684" y="29315"/>
                  </a:cubicBezTo>
                  <a:lnTo>
                    <a:pt x="1684" y="29336"/>
                  </a:lnTo>
                  <a:lnTo>
                    <a:pt x="1684" y="29377"/>
                  </a:lnTo>
                  <a:lnTo>
                    <a:pt x="1684" y="29398"/>
                  </a:lnTo>
                  <a:lnTo>
                    <a:pt x="1684" y="29419"/>
                  </a:lnTo>
                  <a:lnTo>
                    <a:pt x="1684" y="29461"/>
                  </a:lnTo>
                  <a:cubicBezTo>
                    <a:pt x="1621" y="29503"/>
                    <a:pt x="1600" y="29587"/>
                    <a:pt x="1559" y="29670"/>
                  </a:cubicBezTo>
                  <a:lnTo>
                    <a:pt x="1559" y="29691"/>
                  </a:lnTo>
                  <a:cubicBezTo>
                    <a:pt x="1140" y="30361"/>
                    <a:pt x="743" y="31072"/>
                    <a:pt x="345" y="31763"/>
                  </a:cubicBezTo>
                  <a:cubicBezTo>
                    <a:pt x="1" y="32365"/>
                    <a:pt x="520" y="32911"/>
                    <a:pt x="1088" y="32911"/>
                  </a:cubicBezTo>
                  <a:cubicBezTo>
                    <a:pt x="1210" y="32911"/>
                    <a:pt x="1335" y="32886"/>
                    <a:pt x="1454" y="32830"/>
                  </a:cubicBezTo>
                  <a:cubicBezTo>
                    <a:pt x="1517" y="32809"/>
                    <a:pt x="1600" y="32746"/>
                    <a:pt x="1684" y="32662"/>
                  </a:cubicBezTo>
                  <a:cubicBezTo>
                    <a:pt x="6476" y="28038"/>
                    <a:pt x="10388" y="22556"/>
                    <a:pt x="13757" y="16844"/>
                  </a:cubicBezTo>
                  <a:cubicBezTo>
                    <a:pt x="16247" y="12408"/>
                    <a:pt x="19051" y="7721"/>
                    <a:pt x="20097" y="2700"/>
                  </a:cubicBezTo>
                  <a:cubicBezTo>
                    <a:pt x="20097" y="2658"/>
                    <a:pt x="20118" y="2616"/>
                    <a:pt x="20118" y="2595"/>
                  </a:cubicBezTo>
                  <a:cubicBezTo>
                    <a:pt x="20160" y="2365"/>
                    <a:pt x="20222" y="2093"/>
                    <a:pt x="20243" y="1863"/>
                  </a:cubicBezTo>
                  <a:cubicBezTo>
                    <a:pt x="20243" y="1800"/>
                    <a:pt x="20264" y="1779"/>
                    <a:pt x="20264" y="1737"/>
                  </a:cubicBezTo>
                  <a:lnTo>
                    <a:pt x="20348" y="1172"/>
                  </a:lnTo>
                  <a:cubicBezTo>
                    <a:pt x="20390" y="1068"/>
                    <a:pt x="20390" y="1005"/>
                    <a:pt x="20390" y="879"/>
                  </a:cubicBezTo>
                  <a:cubicBezTo>
                    <a:pt x="20411" y="733"/>
                    <a:pt x="20411" y="607"/>
                    <a:pt x="20432" y="440"/>
                  </a:cubicBezTo>
                  <a:cubicBezTo>
                    <a:pt x="20432" y="356"/>
                    <a:pt x="20453" y="294"/>
                    <a:pt x="20453" y="210"/>
                  </a:cubicBezTo>
                  <a:lnTo>
                    <a:pt x="20453" y="126"/>
                  </a:lnTo>
                  <a:cubicBezTo>
                    <a:pt x="20453" y="105"/>
                    <a:pt x="20432" y="105"/>
                    <a:pt x="20432" y="84"/>
                  </a:cubicBezTo>
                  <a:cubicBezTo>
                    <a:pt x="20376" y="29"/>
                    <a:pt x="20301" y="1"/>
                    <a:pt x="202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" name="Google Shape;206;p15"/>
            <p:cNvSpPr/>
            <p:nvPr/>
          </p:nvSpPr>
          <p:spPr>
            <a:xfrm>
              <a:off x="20182700" y="28375125"/>
              <a:ext cx="603425" cy="350075"/>
            </a:xfrm>
            <a:custGeom>
              <a:avLst/>
              <a:gdLst/>
              <a:ahLst/>
              <a:cxnLst/>
              <a:rect l="l" t="t" r="r" b="b"/>
              <a:pathLst>
                <a:path w="24137" h="14003" extrusionOk="0">
                  <a:moveTo>
                    <a:pt x="808" y="1"/>
                  </a:moveTo>
                  <a:cubicBezTo>
                    <a:pt x="364" y="1"/>
                    <a:pt x="1" y="496"/>
                    <a:pt x="137" y="922"/>
                  </a:cubicBezTo>
                  <a:cubicBezTo>
                    <a:pt x="179" y="1027"/>
                    <a:pt x="263" y="1131"/>
                    <a:pt x="367" y="1215"/>
                  </a:cubicBezTo>
                  <a:cubicBezTo>
                    <a:pt x="6623" y="6404"/>
                    <a:pt x="13131" y="11070"/>
                    <a:pt x="20935" y="13288"/>
                  </a:cubicBezTo>
                  <a:cubicBezTo>
                    <a:pt x="20977" y="13309"/>
                    <a:pt x="21040" y="13309"/>
                    <a:pt x="21103" y="13351"/>
                  </a:cubicBezTo>
                  <a:cubicBezTo>
                    <a:pt x="21500" y="13434"/>
                    <a:pt x="21919" y="13560"/>
                    <a:pt x="22316" y="13643"/>
                  </a:cubicBezTo>
                  <a:cubicBezTo>
                    <a:pt x="22421" y="13685"/>
                    <a:pt x="22484" y="13706"/>
                    <a:pt x="22588" y="13727"/>
                  </a:cubicBezTo>
                  <a:cubicBezTo>
                    <a:pt x="22965" y="13811"/>
                    <a:pt x="23362" y="13895"/>
                    <a:pt x="23718" y="13957"/>
                  </a:cubicBezTo>
                  <a:cubicBezTo>
                    <a:pt x="23781" y="13957"/>
                    <a:pt x="23802" y="13999"/>
                    <a:pt x="23823" y="13999"/>
                  </a:cubicBezTo>
                  <a:cubicBezTo>
                    <a:pt x="23838" y="14001"/>
                    <a:pt x="23852" y="14002"/>
                    <a:pt x="23867" y="14002"/>
                  </a:cubicBezTo>
                  <a:cubicBezTo>
                    <a:pt x="23990" y="14002"/>
                    <a:pt x="24078" y="13923"/>
                    <a:pt x="24116" y="13811"/>
                  </a:cubicBezTo>
                  <a:cubicBezTo>
                    <a:pt x="24137" y="13769"/>
                    <a:pt x="24137" y="13727"/>
                    <a:pt x="24116" y="13685"/>
                  </a:cubicBezTo>
                  <a:cubicBezTo>
                    <a:pt x="24116" y="13643"/>
                    <a:pt x="24095" y="13602"/>
                    <a:pt x="24032" y="13581"/>
                  </a:cubicBezTo>
                  <a:cubicBezTo>
                    <a:pt x="23676" y="13309"/>
                    <a:pt x="23341" y="13037"/>
                    <a:pt x="22965" y="12765"/>
                  </a:cubicBezTo>
                  <a:cubicBezTo>
                    <a:pt x="22923" y="12744"/>
                    <a:pt x="22860" y="12681"/>
                    <a:pt x="22818" y="12660"/>
                  </a:cubicBezTo>
                  <a:cubicBezTo>
                    <a:pt x="22525" y="12451"/>
                    <a:pt x="22212" y="12221"/>
                    <a:pt x="21919" y="12011"/>
                  </a:cubicBezTo>
                  <a:lnTo>
                    <a:pt x="21688" y="11844"/>
                  </a:lnTo>
                  <a:cubicBezTo>
                    <a:pt x="21333" y="11614"/>
                    <a:pt x="21019" y="11384"/>
                    <a:pt x="20684" y="11175"/>
                  </a:cubicBezTo>
                  <a:lnTo>
                    <a:pt x="20663" y="11133"/>
                  </a:lnTo>
                  <a:cubicBezTo>
                    <a:pt x="16876" y="8580"/>
                    <a:pt x="12859" y="6404"/>
                    <a:pt x="8841" y="4228"/>
                  </a:cubicBezTo>
                  <a:cubicBezTo>
                    <a:pt x="8841" y="4228"/>
                    <a:pt x="8820" y="4228"/>
                    <a:pt x="8820" y="4207"/>
                  </a:cubicBezTo>
                  <a:lnTo>
                    <a:pt x="8800" y="4207"/>
                  </a:lnTo>
                  <a:cubicBezTo>
                    <a:pt x="6226" y="2847"/>
                    <a:pt x="3673" y="1508"/>
                    <a:pt x="1121" y="85"/>
                  </a:cubicBezTo>
                  <a:cubicBezTo>
                    <a:pt x="1016" y="27"/>
                    <a:pt x="910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7" name="Google Shape;207;p15"/>
            <p:cNvSpPr/>
            <p:nvPr/>
          </p:nvSpPr>
          <p:spPr>
            <a:xfrm>
              <a:off x="19914100" y="28430850"/>
              <a:ext cx="673250" cy="292175"/>
            </a:xfrm>
            <a:custGeom>
              <a:avLst/>
              <a:gdLst/>
              <a:ahLst/>
              <a:cxnLst/>
              <a:rect l="l" t="t" r="r" b="b"/>
              <a:pathLst>
                <a:path w="26930" h="11687" extrusionOk="0">
                  <a:moveTo>
                    <a:pt x="1364" y="1"/>
                  </a:moveTo>
                  <a:cubicBezTo>
                    <a:pt x="1157" y="1"/>
                    <a:pt x="953" y="11"/>
                    <a:pt x="754" y="32"/>
                  </a:cubicBezTo>
                  <a:cubicBezTo>
                    <a:pt x="210" y="53"/>
                    <a:pt x="1" y="492"/>
                    <a:pt x="106" y="911"/>
                  </a:cubicBezTo>
                  <a:cubicBezTo>
                    <a:pt x="210" y="1141"/>
                    <a:pt x="357" y="1392"/>
                    <a:pt x="650" y="1476"/>
                  </a:cubicBezTo>
                  <a:cubicBezTo>
                    <a:pt x="3683" y="2522"/>
                    <a:pt x="6696" y="3610"/>
                    <a:pt x="9647" y="4782"/>
                  </a:cubicBezTo>
                  <a:lnTo>
                    <a:pt x="9626" y="4782"/>
                  </a:lnTo>
                  <a:cubicBezTo>
                    <a:pt x="11802" y="5640"/>
                    <a:pt x="13936" y="6581"/>
                    <a:pt x="16091" y="7606"/>
                  </a:cubicBezTo>
                  <a:cubicBezTo>
                    <a:pt x="16970" y="8025"/>
                    <a:pt x="17807" y="8464"/>
                    <a:pt x="18644" y="8925"/>
                  </a:cubicBezTo>
                  <a:cubicBezTo>
                    <a:pt x="21238" y="10222"/>
                    <a:pt x="23770" y="11394"/>
                    <a:pt x="26783" y="11686"/>
                  </a:cubicBezTo>
                  <a:cubicBezTo>
                    <a:pt x="26825" y="11686"/>
                    <a:pt x="26867" y="11686"/>
                    <a:pt x="26888" y="11666"/>
                  </a:cubicBezTo>
                  <a:cubicBezTo>
                    <a:pt x="26909" y="11645"/>
                    <a:pt x="26930" y="11582"/>
                    <a:pt x="26930" y="11498"/>
                  </a:cubicBezTo>
                  <a:cubicBezTo>
                    <a:pt x="26930" y="11414"/>
                    <a:pt x="26888" y="11373"/>
                    <a:pt x="26804" y="11352"/>
                  </a:cubicBezTo>
                  <a:lnTo>
                    <a:pt x="26783" y="11352"/>
                  </a:lnTo>
                  <a:cubicBezTo>
                    <a:pt x="26553" y="11268"/>
                    <a:pt x="26344" y="11184"/>
                    <a:pt x="26093" y="11080"/>
                  </a:cubicBezTo>
                  <a:cubicBezTo>
                    <a:pt x="26051" y="11059"/>
                    <a:pt x="25988" y="11038"/>
                    <a:pt x="25946" y="11038"/>
                  </a:cubicBezTo>
                  <a:cubicBezTo>
                    <a:pt x="25737" y="10954"/>
                    <a:pt x="25528" y="10850"/>
                    <a:pt x="25318" y="10745"/>
                  </a:cubicBezTo>
                  <a:cubicBezTo>
                    <a:pt x="25256" y="10724"/>
                    <a:pt x="25214" y="10682"/>
                    <a:pt x="25130" y="10661"/>
                  </a:cubicBezTo>
                  <a:cubicBezTo>
                    <a:pt x="24921" y="10557"/>
                    <a:pt x="24733" y="10452"/>
                    <a:pt x="24523" y="10347"/>
                  </a:cubicBezTo>
                  <a:lnTo>
                    <a:pt x="24377" y="10264"/>
                  </a:lnTo>
                  <a:cubicBezTo>
                    <a:pt x="24189" y="10159"/>
                    <a:pt x="24042" y="10054"/>
                    <a:pt x="23854" y="9950"/>
                  </a:cubicBezTo>
                  <a:cubicBezTo>
                    <a:pt x="23791" y="9929"/>
                    <a:pt x="23749" y="9908"/>
                    <a:pt x="23686" y="9845"/>
                  </a:cubicBezTo>
                  <a:cubicBezTo>
                    <a:pt x="23519" y="9762"/>
                    <a:pt x="23331" y="9615"/>
                    <a:pt x="23142" y="9510"/>
                  </a:cubicBezTo>
                  <a:cubicBezTo>
                    <a:pt x="23059" y="9469"/>
                    <a:pt x="23017" y="9427"/>
                    <a:pt x="22933" y="9385"/>
                  </a:cubicBezTo>
                  <a:cubicBezTo>
                    <a:pt x="22745" y="9280"/>
                    <a:pt x="22598" y="9155"/>
                    <a:pt x="22410" y="9029"/>
                  </a:cubicBezTo>
                  <a:cubicBezTo>
                    <a:pt x="22326" y="8966"/>
                    <a:pt x="22264" y="8925"/>
                    <a:pt x="22180" y="8841"/>
                  </a:cubicBezTo>
                  <a:cubicBezTo>
                    <a:pt x="22054" y="8757"/>
                    <a:pt x="21950" y="8673"/>
                    <a:pt x="21845" y="8569"/>
                  </a:cubicBezTo>
                  <a:cubicBezTo>
                    <a:pt x="21678" y="8443"/>
                    <a:pt x="21531" y="8339"/>
                    <a:pt x="21364" y="8213"/>
                  </a:cubicBezTo>
                  <a:cubicBezTo>
                    <a:pt x="21343" y="8192"/>
                    <a:pt x="21280" y="8150"/>
                    <a:pt x="21259" y="8129"/>
                  </a:cubicBezTo>
                  <a:cubicBezTo>
                    <a:pt x="18769" y="6246"/>
                    <a:pt x="16363" y="4112"/>
                    <a:pt x="13559" y="2773"/>
                  </a:cubicBezTo>
                  <a:cubicBezTo>
                    <a:pt x="10023" y="1078"/>
                    <a:pt x="6006" y="137"/>
                    <a:pt x="2051" y="32"/>
                  </a:cubicBezTo>
                  <a:lnTo>
                    <a:pt x="1989" y="32"/>
                  </a:lnTo>
                  <a:cubicBezTo>
                    <a:pt x="1779" y="11"/>
                    <a:pt x="1570" y="1"/>
                    <a:pt x="13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" name="Google Shape;208;p15"/>
            <p:cNvSpPr/>
            <p:nvPr/>
          </p:nvSpPr>
          <p:spPr>
            <a:xfrm>
              <a:off x="19600250" y="28499650"/>
              <a:ext cx="774200" cy="245875"/>
            </a:xfrm>
            <a:custGeom>
              <a:avLst/>
              <a:gdLst/>
              <a:ahLst/>
              <a:cxnLst/>
              <a:rect l="l" t="t" r="r" b="b"/>
              <a:pathLst>
                <a:path w="30968" h="9835" extrusionOk="0">
                  <a:moveTo>
                    <a:pt x="6613" y="0"/>
                  </a:moveTo>
                  <a:cubicBezTo>
                    <a:pt x="4520" y="0"/>
                    <a:pt x="2532" y="63"/>
                    <a:pt x="733" y="251"/>
                  </a:cubicBezTo>
                  <a:cubicBezTo>
                    <a:pt x="252" y="272"/>
                    <a:pt x="1" y="753"/>
                    <a:pt x="105" y="1151"/>
                  </a:cubicBezTo>
                  <a:cubicBezTo>
                    <a:pt x="105" y="1318"/>
                    <a:pt x="252" y="1507"/>
                    <a:pt x="545" y="1590"/>
                  </a:cubicBezTo>
                  <a:cubicBezTo>
                    <a:pt x="5859" y="2678"/>
                    <a:pt x="11007" y="4080"/>
                    <a:pt x="16154" y="5712"/>
                  </a:cubicBezTo>
                  <a:cubicBezTo>
                    <a:pt x="16509" y="5817"/>
                    <a:pt x="16844" y="5963"/>
                    <a:pt x="17179" y="6068"/>
                  </a:cubicBezTo>
                  <a:lnTo>
                    <a:pt x="17158" y="6068"/>
                  </a:lnTo>
                  <a:cubicBezTo>
                    <a:pt x="18518" y="6528"/>
                    <a:pt x="19878" y="7051"/>
                    <a:pt x="21259" y="7574"/>
                  </a:cubicBezTo>
                  <a:cubicBezTo>
                    <a:pt x="21343" y="7595"/>
                    <a:pt x="21385" y="7637"/>
                    <a:pt x="21468" y="7658"/>
                  </a:cubicBezTo>
                  <a:cubicBezTo>
                    <a:pt x="21489" y="7658"/>
                    <a:pt x="21531" y="7679"/>
                    <a:pt x="21573" y="7679"/>
                  </a:cubicBezTo>
                  <a:cubicBezTo>
                    <a:pt x="24000" y="8579"/>
                    <a:pt x="26490" y="9416"/>
                    <a:pt x="29022" y="9730"/>
                  </a:cubicBezTo>
                  <a:lnTo>
                    <a:pt x="29064" y="9730"/>
                  </a:lnTo>
                  <a:cubicBezTo>
                    <a:pt x="29182" y="9747"/>
                    <a:pt x="29355" y="9777"/>
                    <a:pt x="29528" y="9777"/>
                  </a:cubicBezTo>
                  <a:cubicBezTo>
                    <a:pt x="29569" y="9777"/>
                    <a:pt x="29610" y="9775"/>
                    <a:pt x="29649" y="9771"/>
                  </a:cubicBezTo>
                  <a:cubicBezTo>
                    <a:pt x="29838" y="9792"/>
                    <a:pt x="30026" y="9792"/>
                    <a:pt x="30173" y="9834"/>
                  </a:cubicBezTo>
                  <a:lnTo>
                    <a:pt x="30319" y="9834"/>
                  </a:lnTo>
                  <a:cubicBezTo>
                    <a:pt x="30361" y="9834"/>
                    <a:pt x="30424" y="9834"/>
                    <a:pt x="30466" y="9792"/>
                  </a:cubicBezTo>
                  <a:cubicBezTo>
                    <a:pt x="30758" y="9730"/>
                    <a:pt x="30968" y="9374"/>
                    <a:pt x="30905" y="9060"/>
                  </a:cubicBezTo>
                  <a:cubicBezTo>
                    <a:pt x="30884" y="8997"/>
                    <a:pt x="30884" y="8914"/>
                    <a:pt x="30821" y="8851"/>
                  </a:cubicBezTo>
                  <a:cubicBezTo>
                    <a:pt x="30779" y="8788"/>
                    <a:pt x="30717" y="8725"/>
                    <a:pt x="30675" y="8642"/>
                  </a:cubicBezTo>
                  <a:cubicBezTo>
                    <a:pt x="30445" y="8328"/>
                    <a:pt x="30173" y="8056"/>
                    <a:pt x="29942" y="7763"/>
                  </a:cubicBezTo>
                  <a:cubicBezTo>
                    <a:pt x="29733" y="7428"/>
                    <a:pt x="29440" y="7135"/>
                    <a:pt x="29105" y="6905"/>
                  </a:cubicBezTo>
                  <a:cubicBezTo>
                    <a:pt x="23686" y="1716"/>
                    <a:pt x="14501" y="42"/>
                    <a:pt x="66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" name="Google Shape;209;p15"/>
            <p:cNvSpPr/>
            <p:nvPr/>
          </p:nvSpPr>
          <p:spPr>
            <a:xfrm>
              <a:off x="20149825" y="28752300"/>
              <a:ext cx="462625" cy="768775"/>
            </a:xfrm>
            <a:custGeom>
              <a:avLst/>
              <a:gdLst/>
              <a:ahLst/>
              <a:cxnLst/>
              <a:rect l="l" t="t" r="r" b="b"/>
              <a:pathLst>
                <a:path w="18505" h="30751" extrusionOk="0">
                  <a:moveTo>
                    <a:pt x="13598" y="8453"/>
                  </a:moveTo>
                  <a:cubicBezTo>
                    <a:pt x="13593" y="8459"/>
                    <a:pt x="13588" y="8464"/>
                    <a:pt x="13588" y="8474"/>
                  </a:cubicBezTo>
                  <a:lnTo>
                    <a:pt x="13588" y="8474"/>
                  </a:lnTo>
                  <a:cubicBezTo>
                    <a:pt x="13591" y="8467"/>
                    <a:pt x="13595" y="8460"/>
                    <a:pt x="13598" y="8453"/>
                  </a:cubicBezTo>
                  <a:close/>
                  <a:moveTo>
                    <a:pt x="18233" y="0"/>
                  </a:moveTo>
                  <a:cubicBezTo>
                    <a:pt x="18170" y="0"/>
                    <a:pt x="18066" y="42"/>
                    <a:pt x="18003" y="84"/>
                  </a:cubicBezTo>
                  <a:cubicBezTo>
                    <a:pt x="17773" y="293"/>
                    <a:pt x="17563" y="481"/>
                    <a:pt x="17333" y="691"/>
                  </a:cubicBezTo>
                  <a:cubicBezTo>
                    <a:pt x="17255" y="769"/>
                    <a:pt x="17323" y="902"/>
                    <a:pt x="17418" y="902"/>
                  </a:cubicBezTo>
                  <a:cubicBezTo>
                    <a:pt x="17424" y="902"/>
                    <a:pt x="17431" y="901"/>
                    <a:pt x="17438" y="900"/>
                  </a:cubicBezTo>
                  <a:lnTo>
                    <a:pt x="17438" y="900"/>
                  </a:lnTo>
                  <a:cubicBezTo>
                    <a:pt x="17375" y="921"/>
                    <a:pt x="17354" y="942"/>
                    <a:pt x="17291" y="984"/>
                  </a:cubicBezTo>
                  <a:cubicBezTo>
                    <a:pt x="17291" y="984"/>
                    <a:pt x="17270" y="984"/>
                    <a:pt x="17270" y="1005"/>
                  </a:cubicBezTo>
                  <a:cubicBezTo>
                    <a:pt x="17229" y="1025"/>
                    <a:pt x="17187" y="1046"/>
                    <a:pt x="17145" y="1109"/>
                  </a:cubicBezTo>
                  <a:lnTo>
                    <a:pt x="17124" y="1130"/>
                  </a:lnTo>
                  <a:lnTo>
                    <a:pt x="16977" y="1256"/>
                  </a:lnTo>
                  <a:cubicBezTo>
                    <a:pt x="16957" y="1297"/>
                    <a:pt x="16936" y="1318"/>
                    <a:pt x="16915" y="1360"/>
                  </a:cubicBezTo>
                  <a:lnTo>
                    <a:pt x="16852" y="1423"/>
                  </a:lnTo>
                  <a:cubicBezTo>
                    <a:pt x="16203" y="2302"/>
                    <a:pt x="15471" y="4143"/>
                    <a:pt x="14927" y="5524"/>
                  </a:cubicBezTo>
                  <a:cubicBezTo>
                    <a:pt x="14760" y="5922"/>
                    <a:pt x="14613" y="6340"/>
                    <a:pt x="14446" y="6738"/>
                  </a:cubicBezTo>
                  <a:cubicBezTo>
                    <a:pt x="14446" y="6759"/>
                    <a:pt x="14425" y="6779"/>
                    <a:pt x="14425" y="6800"/>
                  </a:cubicBezTo>
                  <a:cubicBezTo>
                    <a:pt x="14425" y="6842"/>
                    <a:pt x="14404" y="6842"/>
                    <a:pt x="14404" y="6863"/>
                  </a:cubicBezTo>
                  <a:cubicBezTo>
                    <a:pt x="14341" y="6968"/>
                    <a:pt x="14320" y="7051"/>
                    <a:pt x="14299" y="7093"/>
                  </a:cubicBezTo>
                  <a:cubicBezTo>
                    <a:pt x="14236" y="7219"/>
                    <a:pt x="14153" y="7365"/>
                    <a:pt x="14111" y="7470"/>
                  </a:cubicBezTo>
                  <a:cubicBezTo>
                    <a:pt x="13930" y="7793"/>
                    <a:pt x="13787" y="8115"/>
                    <a:pt x="13608" y="8438"/>
                  </a:cubicBezTo>
                  <a:lnTo>
                    <a:pt x="13608" y="8438"/>
                  </a:lnTo>
                  <a:cubicBezTo>
                    <a:pt x="13609" y="8436"/>
                    <a:pt x="13609" y="8434"/>
                    <a:pt x="13609" y="8432"/>
                  </a:cubicBezTo>
                  <a:lnTo>
                    <a:pt x="13609" y="8432"/>
                  </a:lnTo>
                  <a:cubicBezTo>
                    <a:pt x="13605" y="8439"/>
                    <a:pt x="13602" y="8446"/>
                    <a:pt x="13598" y="8453"/>
                  </a:cubicBezTo>
                  <a:lnTo>
                    <a:pt x="13598" y="8453"/>
                  </a:lnTo>
                  <a:cubicBezTo>
                    <a:pt x="13599" y="8452"/>
                    <a:pt x="13600" y="8451"/>
                    <a:pt x="13601" y="8450"/>
                  </a:cubicBezTo>
                  <a:lnTo>
                    <a:pt x="13601" y="8450"/>
                  </a:lnTo>
                  <a:cubicBezTo>
                    <a:pt x="13597" y="8458"/>
                    <a:pt x="13592" y="8466"/>
                    <a:pt x="13588" y="8474"/>
                  </a:cubicBezTo>
                  <a:cubicBezTo>
                    <a:pt x="13588" y="8474"/>
                    <a:pt x="13588" y="8474"/>
                    <a:pt x="13588" y="8474"/>
                  </a:cubicBezTo>
                  <a:lnTo>
                    <a:pt x="13588" y="8474"/>
                  </a:lnTo>
                  <a:cubicBezTo>
                    <a:pt x="12527" y="10595"/>
                    <a:pt x="11404" y="12735"/>
                    <a:pt x="10261" y="14814"/>
                  </a:cubicBezTo>
                  <a:cubicBezTo>
                    <a:pt x="8294" y="18308"/>
                    <a:pt x="6181" y="21635"/>
                    <a:pt x="3900" y="24878"/>
                  </a:cubicBezTo>
                  <a:cubicBezTo>
                    <a:pt x="2729" y="26552"/>
                    <a:pt x="1536" y="28226"/>
                    <a:pt x="301" y="29879"/>
                  </a:cubicBezTo>
                  <a:cubicBezTo>
                    <a:pt x="1" y="30291"/>
                    <a:pt x="299" y="30750"/>
                    <a:pt x="688" y="30750"/>
                  </a:cubicBezTo>
                  <a:cubicBezTo>
                    <a:pt x="813" y="30750"/>
                    <a:pt x="948" y="30703"/>
                    <a:pt x="1076" y="30591"/>
                  </a:cubicBezTo>
                  <a:cubicBezTo>
                    <a:pt x="2540" y="29251"/>
                    <a:pt x="4047" y="27787"/>
                    <a:pt x="5532" y="26155"/>
                  </a:cubicBezTo>
                  <a:lnTo>
                    <a:pt x="5532" y="26134"/>
                  </a:lnTo>
                  <a:lnTo>
                    <a:pt x="5616" y="26050"/>
                  </a:lnTo>
                  <a:cubicBezTo>
                    <a:pt x="11726" y="19355"/>
                    <a:pt x="17375" y="10546"/>
                    <a:pt x="18379" y="1988"/>
                  </a:cubicBezTo>
                  <a:lnTo>
                    <a:pt x="18379" y="1883"/>
                  </a:lnTo>
                  <a:cubicBezTo>
                    <a:pt x="18421" y="1360"/>
                    <a:pt x="18484" y="816"/>
                    <a:pt x="18505" y="293"/>
                  </a:cubicBezTo>
                  <a:lnTo>
                    <a:pt x="18505" y="189"/>
                  </a:lnTo>
                  <a:cubicBezTo>
                    <a:pt x="18484" y="84"/>
                    <a:pt x="18379" y="0"/>
                    <a:pt x="18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" name="Google Shape;210;p15"/>
            <p:cNvSpPr/>
            <p:nvPr/>
          </p:nvSpPr>
          <p:spPr>
            <a:xfrm>
              <a:off x="19279125" y="28273675"/>
              <a:ext cx="2565725" cy="1180375"/>
            </a:xfrm>
            <a:custGeom>
              <a:avLst/>
              <a:gdLst/>
              <a:ahLst/>
              <a:cxnLst/>
              <a:rect l="l" t="t" r="r" b="b"/>
              <a:pathLst>
                <a:path w="102629" h="47215" extrusionOk="0">
                  <a:moveTo>
                    <a:pt x="72729" y="5754"/>
                  </a:moveTo>
                  <a:lnTo>
                    <a:pt x="72729" y="5754"/>
                  </a:lnTo>
                  <a:cubicBezTo>
                    <a:pt x="73231" y="6277"/>
                    <a:pt x="73733" y="6800"/>
                    <a:pt x="74194" y="7365"/>
                  </a:cubicBezTo>
                  <a:cubicBezTo>
                    <a:pt x="74232" y="7403"/>
                    <a:pt x="74269" y="7419"/>
                    <a:pt x="74305" y="7419"/>
                  </a:cubicBezTo>
                  <a:cubicBezTo>
                    <a:pt x="74369" y="7419"/>
                    <a:pt x="74426" y="7369"/>
                    <a:pt x="74466" y="7302"/>
                  </a:cubicBezTo>
                  <a:cubicBezTo>
                    <a:pt x="76328" y="9144"/>
                    <a:pt x="77918" y="11173"/>
                    <a:pt x="79257" y="13391"/>
                  </a:cubicBezTo>
                  <a:lnTo>
                    <a:pt x="79257" y="13433"/>
                  </a:lnTo>
                  <a:cubicBezTo>
                    <a:pt x="80659" y="15777"/>
                    <a:pt x="81789" y="18371"/>
                    <a:pt x="82626" y="21196"/>
                  </a:cubicBezTo>
                  <a:cubicBezTo>
                    <a:pt x="82103" y="21070"/>
                    <a:pt x="81559" y="20966"/>
                    <a:pt x="81036" y="20819"/>
                  </a:cubicBezTo>
                  <a:lnTo>
                    <a:pt x="81036" y="20777"/>
                  </a:lnTo>
                  <a:cubicBezTo>
                    <a:pt x="80994" y="20756"/>
                    <a:pt x="80931" y="20694"/>
                    <a:pt x="80868" y="20694"/>
                  </a:cubicBezTo>
                  <a:cubicBezTo>
                    <a:pt x="80847" y="20694"/>
                    <a:pt x="80847" y="20694"/>
                    <a:pt x="80827" y="20714"/>
                  </a:cubicBezTo>
                  <a:cubicBezTo>
                    <a:pt x="80785" y="20756"/>
                    <a:pt x="80743" y="20777"/>
                    <a:pt x="80722" y="20798"/>
                  </a:cubicBezTo>
                  <a:cubicBezTo>
                    <a:pt x="79885" y="20610"/>
                    <a:pt x="79006" y="20463"/>
                    <a:pt x="78169" y="20275"/>
                  </a:cubicBezTo>
                  <a:lnTo>
                    <a:pt x="78169" y="20254"/>
                  </a:lnTo>
                  <a:cubicBezTo>
                    <a:pt x="78169" y="20254"/>
                    <a:pt x="78169" y="20233"/>
                    <a:pt x="78211" y="20233"/>
                  </a:cubicBezTo>
                  <a:cubicBezTo>
                    <a:pt x="78839" y="14416"/>
                    <a:pt x="76579" y="9834"/>
                    <a:pt x="73043" y="6152"/>
                  </a:cubicBezTo>
                  <a:lnTo>
                    <a:pt x="72729" y="5754"/>
                  </a:lnTo>
                  <a:close/>
                  <a:moveTo>
                    <a:pt x="72311" y="19857"/>
                  </a:moveTo>
                  <a:cubicBezTo>
                    <a:pt x="73985" y="20066"/>
                    <a:pt x="75637" y="20338"/>
                    <a:pt x="77311" y="20610"/>
                  </a:cubicBezTo>
                  <a:cubicBezTo>
                    <a:pt x="76935" y="21091"/>
                    <a:pt x="76579" y="21531"/>
                    <a:pt x="76223" y="22012"/>
                  </a:cubicBezTo>
                  <a:cubicBezTo>
                    <a:pt x="74884" y="23644"/>
                    <a:pt x="73524" y="25297"/>
                    <a:pt x="72164" y="26929"/>
                  </a:cubicBezTo>
                  <a:lnTo>
                    <a:pt x="72164" y="26950"/>
                  </a:lnTo>
                  <a:cubicBezTo>
                    <a:pt x="71516" y="27703"/>
                    <a:pt x="70867" y="28456"/>
                    <a:pt x="70218" y="29230"/>
                  </a:cubicBezTo>
                  <a:cubicBezTo>
                    <a:pt x="69465" y="30109"/>
                    <a:pt x="68712" y="30967"/>
                    <a:pt x="67917" y="31867"/>
                  </a:cubicBezTo>
                  <a:lnTo>
                    <a:pt x="67896" y="31888"/>
                  </a:lnTo>
                  <a:cubicBezTo>
                    <a:pt x="66640" y="33331"/>
                    <a:pt x="65364" y="34733"/>
                    <a:pt x="64067" y="36156"/>
                  </a:cubicBezTo>
                  <a:cubicBezTo>
                    <a:pt x="65615" y="34210"/>
                    <a:pt x="67080" y="32181"/>
                    <a:pt x="68335" y="30067"/>
                  </a:cubicBezTo>
                  <a:cubicBezTo>
                    <a:pt x="68440" y="29879"/>
                    <a:pt x="68586" y="29670"/>
                    <a:pt x="68691" y="29481"/>
                  </a:cubicBezTo>
                  <a:cubicBezTo>
                    <a:pt x="68754" y="29356"/>
                    <a:pt x="68816" y="29251"/>
                    <a:pt x="68900" y="29126"/>
                  </a:cubicBezTo>
                  <a:cubicBezTo>
                    <a:pt x="69047" y="28854"/>
                    <a:pt x="69172" y="28603"/>
                    <a:pt x="69319" y="28331"/>
                  </a:cubicBezTo>
                  <a:lnTo>
                    <a:pt x="69465" y="28017"/>
                  </a:lnTo>
                  <a:lnTo>
                    <a:pt x="69779" y="27389"/>
                  </a:lnTo>
                  <a:cubicBezTo>
                    <a:pt x="69821" y="27285"/>
                    <a:pt x="69883" y="27201"/>
                    <a:pt x="69904" y="27096"/>
                  </a:cubicBezTo>
                  <a:cubicBezTo>
                    <a:pt x="70051" y="26824"/>
                    <a:pt x="70176" y="26552"/>
                    <a:pt x="70302" y="26259"/>
                  </a:cubicBezTo>
                  <a:cubicBezTo>
                    <a:pt x="70344" y="26155"/>
                    <a:pt x="70386" y="26092"/>
                    <a:pt x="70428" y="25987"/>
                  </a:cubicBezTo>
                  <a:cubicBezTo>
                    <a:pt x="70574" y="25715"/>
                    <a:pt x="70679" y="25422"/>
                    <a:pt x="70783" y="25171"/>
                  </a:cubicBezTo>
                  <a:cubicBezTo>
                    <a:pt x="70804" y="25108"/>
                    <a:pt x="70804" y="25088"/>
                    <a:pt x="70825" y="25046"/>
                  </a:cubicBezTo>
                  <a:cubicBezTo>
                    <a:pt x="70930" y="24753"/>
                    <a:pt x="71055" y="24460"/>
                    <a:pt x="71160" y="24167"/>
                  </a:cubicBezTo>
                  <a:cubicBezTo>
                    <a:pt x="71202" y="24104"/>
                    <a:pt x="71223" y="24041"/>
                    <a:pt x="71244" y="23958"/>
                  </a:cubicBezTo>
                  <a:cubicBezTo>
                    <a:pt x="71348" y="23644"/>
                    <a:pt x="71453" y="23330"/>
                    <a:pt x="71557" y="23058"/>
                  </a:cubicBezTo>
                  <a:cubicBezTo>
                    <a:pt x="71557" y="22995"/>
                    <a:pt x="71578" y="22974"/>
                    <a:pt x="71578" y="22911"/>
                  </a:cubicBezTo>
                  <a:cubicBezTo>
                    <a:pt x="71683" y="22598"/>
                    <a:pt x="71767" y="22326"/>
                    <a:pt x="71850" y="22012"/>
                  </a:cubicBezTo>
                  <a:cubicBezTo>
                    <a:pt x="71850" y="21970"/>
                    <a:pt x="71871" y="21949"/>
                    <a:pt x="71871" y="21928"/>
                  </a:cubicBezTo>
                  <a:cubicBezTo>
                    <a:pt x="71955" y="21593"/>
                    <a:pt x="72039" y="21279"/>
                    <a:pt x="72101" y="20924"/>
                  </a:cubicBezTo>
                  <a:cubicBezTo>
                    <a:pt x="72101" y="20903"/>
                    <a:pt x="72143" y="20882"/>
                    <a:pt x="72143" y="20819"/>
                  </a:cubicBezTo>
                  <a:cubicBezTo>
                    <a:pt x="72206" y="20505"/>
                    <a:pt x="72269" y="20170"/>
                    <a:pt x="72311" y="19857"/>
                  </a:cubicBezTo>
                  <a:close/>
                  <a:moveTo>
                    <a:pt x="64761" y="0"/>
                  </a:moveTo>
                  <a:cubicBezTo>
                    <a:pt x="64113" y="0"/>
                    <a:pt x="63614" y="912"/>
                    <a:pt x="64213" y="1423"/>
                  </a:cubicBezTo>
                  <a:cubicBezTo>
                    <a:pt x="65238" y="2281"/>
                    <a:pt x="66180" y="3243"/>
                    <a:pt x="67059" y="4269"/>
                  </a:cubicBezTo>
                  <a:lnTo>
                    <a:pt x="67080" y="4269"/>
                  </a:lnTo>
                  <a:lnTo>
                    <a:pt x="67122" y="4289"/>
                  </a:lnTo>
                  <a:cubicBezTo>
                    <a:pt x="67122" y="4331"/>
                    <a:pt x="67143" y="4331"/>
                    <a:pt x="67143" y="4331"/>
                  </a:cubicBezTo>
                  <a:lnTo>
                    <a:pt x="67143" y="4352"/>
                  </a:lnTo>
                  <a:lnTo>
                    <a:pt x="67163" y="4373"/>
                  </a:lnTo>
                  <a:cubicBezTo>
                    <a:pt x="69904" y="7574"/>
                    <a:pt x="72143" y="11299"/>
                    <a:pt x="74382" y="14940"/>
                  </a:cubicBezTo>
                  <a:cubicBezTo>
                    <a:pt x="75031" y="16007"/>
                    <a:pt x="75700" y="17053"/>
                    <a:pt x="76349" y="18078"/>
                  </a:cubicBezTo>
                  <a:cubicBezTo>
                    <a:pt x="76433" y="18183"/>
                    <a:pt x="76474" y="18287"/>
                    <a:pt x="76558" y="18392"/>
                  </a:cubicBezTo>
                  <a:cubicBezTo>
                    <a:pt x="76746" y="18664"/>
                    <a:pt x="76893" y="18915"/>
                    <a:pt x="77081" y="19187"/>
                  </a:cubicBezTo>
                  <a:cubicBezTo>
                    <a:pt x="77102" y="19229"/>
                    <a:pt x="77165" y="19292"/>
                    <a:pt x="77186" y="19334"/>
                  </a:cubicBezTo>
                  <a:cubicBezTo>
                    <a:pt x="77374" y="19606"/>
                    <a:pt x="77542" y="19878"/>
                    <a:pt x="77730" y="20150"/>
                  </a:cubicBezTo>
                  <a:cubicBezTo>
                    <a:pt x="77709" y="20150"/>
                    <a:pt x="77688" y="20170"/>
                    <a:pt x="77625" y="20191"/>
                  </a:cubicBezTo>
                  <a:cubicBezTo>
                    <a:pt x="75575" y="19815"/>
                    <a:pt x="73524" y="19501"/>
                    <a:pt x="71453" y="19229"/>
                  </a:cubicBezTo>
                  <a:cubicBezTo>
                    <a:pt x="72039" y="13956"/>
                    <a:pt x="68963" y="9248"/>
                    <a:pt x="64862" y="5796"/>
                  </a:cubicBezTo>
                  <a:lnTo>
                    <a:pt x="64841" y="5754"/>
                  </a:lnTo>
                  <a:lnTo>
                    <a:pt x="64820" y="5754"/>
                  </a:lnTo>
                  <a:cubicBezTo>
                    <a:pt x="62016" y="3411"/>
                    <a:pt x="58710" y="1611"/>
                    <a:pt x="55739" y="565"/>
                  </a:cubicBezTo>
                  <a:cubicBezTo>
                    <a:pt x="55650" y="534"/>
                    <a:pt x="55563" y="520"/>
                    <a:pt x="55478" y="520"/>
                  </a:cubicBezTo>
                  <a:cubicBezTo>
                    <a:pt x="54985" y="520"/>
                    <a:pt x="54588" y="997"/>
                    <a:pt x="54588" y="1444"/>
                  </a:cubicBezTo>
                  <a:cubicBezTo>
                    <a:pt x="54588" y="1674"/>
                    <a:pt x="54693" y="1946"/>
                    <a:pt x="54986" y="2072"/>
                  </a:cubicBezTo>
                  <a:cubicBezTo>
                    <a:pt x="55509" y="2364"/>
                    <a:pt x="55990" y="2678"/>
                    <a:pt x="56492" y="2992"/>
                  </a:cubicBezTo>
                  <a:cubicBezTo>
                    <a:pt x="56513" y="2992"/>
                    <a:pt x="56513" y="3013"/>
                    <a:pt x="56555" y="3034"/>
                  </a:cubicBezTo>
                  <a:cubicBezTo>
                    <a:pt x="57811" y="4038"/>
                    <a:pt x="59087" y="4980"/>
                    <a:pt x="60342" y="5942"/>
                  </a:cubicBezTo>
                  <a:lnTo>
                    <a:pt x="60363" y="5942"/>
                  </a:lnTo>
                  <a:cubicBezTo>
                    <a:pt x="61849" y="7261"/>
                    <a:pt x="63272" y="8683"/>
                    <a:pt x="64611" y="10211"/>
                  </a:cubicBezTo>
                  <a:cubicBezTo>
                    <a:pt x="66619" y="12450"/>
                    <a:pt x="68021" y="15128"/>
                    <a:pt x="69758" y="17576"/>
                  </a:cubicBezTo>
                  <a:cubicBezTo>
                    <a:pt x="69779" y="17618"/>
                    <a:pt x="69800" y="17639"/>
                    <a:pt x="69800" y="17681"/>
                  </a:cubicBezTo>
                  <a:cubicBezTo>
                    <a:pt x="69883" y="17827"/>
                    <a:pt x="69988" y="17932"/>
                    <a:pt x="70072" y="18057"/>
                  </a:cubicBezTo>
                  <a:cubicBezTo>
                    <a:pt x="70114" y="18141"/>
                    <a:pt x="70176" y="18183"/>
                    <a:pt x="70218" y="18266"/>
                  </a:cubicBezTo>
                  <a:cubicBezTo>
                    <a:pt x="70302" y="18371"/>
                    <a:pt x="70344" y="18455"/>
                    <a:pt x="70428" y="18559"/>
                  </a:cubicBezTo>
                  <a:cubicBezTo>
                    <a:pt x="70511" y="18664"/>
                    <a:pt x="70595" y="18769"/>
                    <a:pt x="70700" y="18873"/>
                  </a:cubicBezTo>
                  <a:cubicBezTo>
                    <a:pt x="70741" y="18915"/>
                    <a:pt x="70804" y="18999"/>
                    <a:pt x="70846" y="19041"/>
                  </a:cubicBezTo>
                  <a:cubicBezTo>
                    <a:pt x="70909" y="19103"/>
                    <a:pt x="70930" y="19145"/>
                    <a:pt x="70992" y="19208"/>
                  </a:cubicBezTo>
                  <a:cubicBezTo>
                    <a:pt x="69570" y="19020"/>
                    <a:pt x="68147" y="18894"/>
                    <a:pt x="66745" y="18769"/>
                  </a:cubicBezTo>
                  <a:lnTo>
                    <a:pt x="66766" y="18769"/>
                  </a:lnTo>
                  <a:cubicBezTo>
                    <a:pt x="66763" y="18768"/>
                    <a:pt x="66761" y="18768"/>
                    <a:pt x="66758" y="18768"/>
                  </a:cubicBezTo>
                  <a:lnTo>
                    <a:pt x="66758" y="18768"/>
                  </a:lnTo>
                  <a:cubicBezTo>
                    <a:pt x="66814" y="18763"/>
                    <a:pt x="66854" y="18725"/>
                    <a:pt x="66912" y="18706"/>
                  </a:cubicBezTo>
                  <a:lnTo>
                    <a:pt x="66933" y="18685"/>
                  </a:lnTo>
                  <a:cubicBezTo>
                    <a:pt x="66975" y="18601"/>
                    <a:pt x="67017" y="18497"/>
                    <a:pt x="66954" y="18413"/>
                  </a:cubicBezTo>
                  <a:cubicBezTo>
                    <a:pt x="63837" y="14228"/>
                    <a:pt x="59673" y="10608"/>
                    <a:pt x="55216" y="7512"/>
                  </a:cubicBezTo>
                  <a:cubicBezTo>
                    <a:pt x="55174" y="7491"/>
                    <a:pt x="55153" y="7491"/>
                    <a:pt x="55132" y="7470"/>
                  </a:cubicBezTo>
                  <a:cubicBezTo>
                    <a:pt x="54233" y="6842"/>
                    <a:pt x="53333" y="6256"/>
                    <a:pt x="52412" y="5691"/>
                  </a:cubicBezTo>
                  <a:cubicBezTo>
                    <a:pt x="52391" y="5691"/>
                    <a:pt x="52391" y="5649"/>
                    <a:pt x="52350" y="5629"/>
                  </a:cubicBezTo>
                  <a:cubicBezTo>
                    <a:pt x="51701" y="5210"/>
                    <a:pt x="51052" y="4813"/>
                    <a:pt x="50404" y="4436"/>
                  </a:cubicBezTo>
                  <a:cubicBezTo>
                    <a:pt x="49211" y="3745"/>
                    <a:pt x="48039" y="3076"/>
                    <a:pt x="46888" y="2469"/>
                  </a:cubicBezTo>
                  <a:cubicBezTo>
                    <a:pt x="46771" y="2407"/>
                    <a:pt x="46661" y="2379"/>
                    <a:pt x="46560" y="2379"/>
                  </a:cubicBezTo>
                  <a:cubicBezTo>
                    <a:pt x="46119" y="2379"/>
                    <a:pt x="45860" y="2901"/>
                    <a:pt x="46031" y="3327"/>
                  </a:cubicBezTo>
                  <a:lnTo>
                    <a:pt x="46051" y="3348"/>
                  </a:lnTo>
                  <a:cubicBezTo>
                    <a:pt x="46072" y="3432"/>
                    <a:pt x="46114" y="3515"/>
                    <a:pt x="46177" y="3599"/>
                  </a:cubicBezTo>
                  <a:cubicBezTo>
                    <a:pt x="50445" y="8118"/>
                    <a:pt x="55551" y="12722"/>
                    <a:pt x="61137" y="16007"/>
                  </a:cubicBezTo>
                  <a:cubicBezTo>
                    <a:pt x="61179" y="16049"/>
                    <a:pt x="61200" y="16049"/>
                    <a:pt x="61221" y="16069"/>
                  </a:cubicBezTo>
                  <a:cubicBezTo>
                    <a:pt x="61514" y="16258"/>
                    <a:pt x="61807" y="16404"/>
                    <a:pt x="62121" y="16572"/>
                  </a:cubicBezTo>
                  <a:cubicBezTo>
                    <a:pt x="62184" y="16613"/>
                    <a:pt x="62267" y="16634"/>
                    <a:pt x="62351" y="16697"/>
                  </a:cubicBezTo>
                  <a:cubicBezTo>
                    <a:pt x="62644" y="16844"/>
                    <a:pt x="62916" y="17011"/>
                    <a:pt x="63230" y="17157"/>
                  </a:cubicBezTo>
                  <a:cubicBezTo>
                    <a:pt x="63376" y="17220"/>
                    <a:pt x="63481" y="17304"/>
                    <a:pt x="63606" y="17346"/>
                  </a:cubicBezTo>
                  <a:cubicBezTo>
                    <a:pt x="63816" y="17450"/>
                    <a:pt x="64004" y="17555"/>
                    <a:pt x="64213" y="17639"/>
                  </a:cubicBezTo>
                  <a:cubicBezTo>
                    <a:pt x="64360" y="17722"/>
                    <a:pt x="64548" y="17785"/>
                    <a:pt x="64715" y="17869"/>
                  </a:cubicBezTo>
                  <a:cubicBezTo>
                    <a:pt x="64946" y="17973"/>
                    <a:pt x="65155" y="18078"/>
                    <a:pt x="65385" y="18183"/>
                  </a:cubicBezTo>
                  <a:cubicBezTo>
                    <a:pt x="65531" y="18266"/>
                    <a:pt x="65699" y="18308"/>
                    <a:pt x="65866" y="18392"/>
                  </a:cubicBezTo>
                  <a:lnTo>
                    <a:pt x="66410" y="18622"/>
                  </a:lnTo>
                  <a:cubicBezTo>
                    <a:pt x="66512" y="18683"/>
                    <a:pt x="66615" y="18705"/>
                    <a:pt x="66717" y="18764"/>
                  </a:cubicBezTo>
                  <a:lnTo>
                    <a:pt x="66717" y="18764"/>
                  </a:lnTo>
                  <a:cubicBezTo>
                    <a:pt x="63282" y="18461"/>
                    <a:pt x="59832" y="18310"/>
                    <a:pt x="56381" y="18310"/>
                  </a:cubicBezTo>
                  <a:cubicBezTo>
                    <a:pt x="45847" y="18310"/>
                    <a:pt x="35302" y="19722"/>
                    <a:pt x="25149" y="22556"/>
                  </a:cubicBezTo>
                  <a:cubicBezTo>
                    <a:pt x="25756" y="22221"/>
                    <a:pt x="26341" y="21865"/>
                    <a:pt x="26906" y="21510"/>
                  </a:cubicBezTo>
                  <a:cubicBezTo>
                    <a:pt x="26927" y="21489"/>
                    <a:pt x="26969" y="21447"/>
                    <a:pt x="26969" y="21426"/>
                  </a:cubicBezTo>
                  <a:lnTo>
                    <a:pt x="26969" y="21321"/>
                  </a:lnTo>
                  <a:cubicBezTo>
                    <a:pt x="26969" y="21300"/>
                    <a:pt x="26969" y="21300"/>
                    <a:pt x="26927" y="21279"/>
                  </a:cubicBezTo>
                  <a:cubicBezTo>
                    <a:pt x="27409" y="21196"/>
                    <a:pt x="27848" y="21112"/>
                    <a:pt x="28287" y="21007"/>
                  </a:cubicBezTo>
                  <a:cubicBezTo>
                    <a:pt x="28664" y="20924"/>
                    <a:pt x="28999" y="20861"/>
                    <a:pt x="29375" y="20756"/>
                  </a:cubicBezTo>
                  <a:cubicBezTo>
                    <a:pt x="29396" y="20756"/>
                    <a:pt x="29396" y="20714"/>
                    <a:pt x="29417" y="20714"/>
                  </a:cubicBezTo>
                  <a:cubicBezTo>
                    <a:pt x="29543" y="20673"/>
                    <a:pt x="29543" y="20547"/>
                    <a:pt x="29501" y="20442"/>
                  </a:cubicBezTo>
                  <a:cubicBezTo>
                    <a:pt x="29480" y="20380"/>
                    <a:pt x="29417" y="20338"/>
                    <a:pt x="29375" y="20296"/>
                  </a:cubicBezTo>
                  <a:cubicBezTo>
                    <a:pt x="27701" y="19710"/>
                    <a:pt x="25881" y="19354"/>
                    <a:pt x="23998" y="19208"/>
                  </a:cubicBezTo>
                  <a:lnTo>
                    <a:pt x="23935" y="19208"/>
                  </a:lnTo>
                  <a:cubicBezTo>
                    <a:pt x="23580" y="19187"/>
                    <a:pt x="23224" y="19145"/>
                    <a:pt x="22889" y="19124"/>
                  </a:cubicBezTo>
                  <a:lnTo>
                    <a:pt x="22722" y="19124"/>
                  </a:lnTo>
                  <a:cubicBezTo>
                    <a:pt x="22408" y="19124"/>
                    <a:pt x="22073" y="19103"/>
                    <a:pt x="21759" y="19103"/>
                  </a:cubicBezTo>
                  <a:lnTo>
                    <a:pt x="20295" y="19103"/>
                  </a:lnTo>
                  <a:cubicBezTo>
                    <a:pt x="20002" y="19103"/>
                    <a:pt x="19751" y="19124"/>
                    <a:pt x="19458" y="19124"/>
                  </a:cubicBezTo>
                  <a:cubicBezTo>
                    <a:pt x="19332" y="19124"/>
                    <a:pt x="19186" y="19145"/>
                    <a:pt x="19060" y="19145"/>
                  </a:cubicBezTo>
                  <a:cubicBezTo>
                    <a:pt x="18830" y="19187"/>
                    <a:pt x="18558" y="19187"/>
                    <a:pt x="18328" y="19208"/>
                  </a:cubicBezTo>
                  <a:cubicBezTo>
                    <a:pt x="18181" y="19229"/>
                    <a:pt x="18014" y="19229"/>
                    <a:pt x="17867" y="19250"/>
                  </a:cubicBezTo>
                  <a:cubicBezTo>
                    <a:pt x="17658" y="19292"/>
                    <a:pt x="17407" y="19313"/>
                    <a:pt x="17198" y="19334"/>
                  </a:cubicBezTo>
                  <a:cubicBezTo>
                    <a:pt x="17030" y="19354"/>
                    <a:pt x="16842" y="19396"/>
                    <a:pt x="16654" y="19396"/>
                  </a:cubicBezTo>
                  <a:cubicBezTo>
                    <a:pt x="16466" y="19417"/>
                    <a:pt x="16256" y="19438"/>
                    <a:pt x="16089" y="19459"/>
                  </a:cubicBezTo>
                  <a:cubicBezTo>
                    <a:pt x="15880" y="19501"/>
                    <a:pt x="15670" y="19522"/>
                    <a:pt x="15482" y="19543"/>
                  </a:cubicBezTo>
                  <a:cubicBezTo>
                    <a:pt x="15294" y="19564"/>
                    <a:pt x="15147" y="19606"/>
                    <a:pt x="14959" y="19626"/>
                  </a:cubicBezTo>
                  <a:cubicBezTo>
                    <a:pt x="14750" y="19647"/>
                    <a:pt x="14520" y="19710"/>
                    <a:pt x="14310" y="19731"/>
                  </a:cubicBezTo>
                  <a:cubicBezTo>
                    <a:pt x="14143" y="19752"/>
                    <a:pt x="13955" y="19773"/>
                    <a:pt x="13808" y="19836"/>
                  </a:cubicBezTo>
                  <a:cubicBezTo>
                    <a:pt x="13599" y="19878"/>
                    <a:pt x="13390" y="19919"/>
                    <a:pt x="13181" y="19961"/>
                  </a:cubicBezTo>
                  <a:cubicBezTo>
                    <a:pt x="12971" y="20024"/>
                    <a:pt x="12741" y="20045"/>
                    <a:pt x="12532" y="20087"/>
                  </a:cubicBezTo>
                  <a:cubicBezTo>
                    <a:pt x="12364" y="20129"/>
                    <a:pt x="12218" y="20170"/>
                    <a:pt x="12051" y="20191"/>
                  </a:cubicBezTo>
                  <a:cubicBezTo>
                    <a:pt x="12030" y="20191"/>
                    <a:pt x="12009" y="20191"/>
                    <a:pt x="11967" y="20233"/>
                  </a:cubicBezTo>
                  <a:cubicBezTo>
                    <a:pt x="11611" y="20296"/>
                    <a:pt x="11276" y="20380"/>
                    <a:pt x="10900" y="20484"/>
                  </a:cubicBezTo>
                  <a:cubicBezTo>
                    <a:pt x="10889" y="20474"/>
                    <a:pt x="10863" y="20469"/>
                    <a:pt x="10829" y="20469"/>
                  </a:cubicBezTo>
                  <a:cubicBezTo>
                    <a:pt x="10795" y="20469"/>
                    <a:pt x="10753" y="20474"/>
                    <a:pt x="10712" y="20484"/>
                  </a:cubicBezTo>
                  <a:cubicBezTo>
                    <a:pt x="10544" y="20568"/>
                    <a:pt x="10293" y="20610"/>
                    <a:pt x="10126" y="20694"/>
                  </a:cubicBezTo>
                  <a:cubicBezTo>
                    <a:pt x="7092" y="21489"/>
                    <a:pt x="4204" y="22493"/>
                    <a:pt x="1756" y="23581"/>
                  </a:cubicBezTo>
                  <a:cubicBezTo>
                    <a:pt x="1401" y="23719"/>
                    <a:pt x="1381" y="24341"/>
                    <a:pt x="1801" y="24341"/>
                  </a:cubicBezTo>
                  <a:cubicBezTo>
                    <a:pt x="1826" y="24341"/>
                    <a:pt x="1853" y="24339"/>
                    <a:pt x="1882" y="24334"/>
                  </a:cubicBezTo>
                  <a:cubicBezTo>
                    <a:pt x="2279" y="24272"/>
                    <a:pt x="2656" y="24209"/>
                    <a:pt x="3053" y="24146"/>
                  </a:cubicBezTo>
                  <a:lnTo>
                    <a:pt x="3074" y="24146"/>
                  </a:lnTo>
                  <a:cubicBezTo>
                    <a:pt x="7510" y="23476"/>
                    <a:pt x="11925" y="22786"/>
                    <a:pt x="16340" y="22221"/>
                  </a:cubicBezTo>
                  <a:cubicBezTo>
                    <a:pt x="16926" y="22137"/>
                    <a:pt x="17470" y="22075"/>
                    <a:pt x="18077" y="22033"/>
                  </a:cubicBezTo>
                  <a:lnTo>
                    <a:pt x="18244" y="22033"/>
                  </a:lnTo>
                  <a:cubicBezTo>
                    <a:pt x="19960" y="21907"/>
                    <a:pt x="21696" y="21823"/>
                    <a:pt x="23412" y="21698"/>
                  </a:cubicBezTo>
                  <a:lnTo>
                    <a:pt x="23433" y="21698"/>
                  </a:lnTo>
                  <a:cubicBezTo>
                    <a:pt x="22994" y="21761"/>
                    <a:pt x="22575" y="21844"/>
                    <a:pt x="22115" y="21928"/>
                  </a:cubicBezTo>
                  <a:cubicBezTo>
                    <a:pt x="21906" y="21949"/>
                    <a:pt x="21696" y="22012"/>
                    <a:pt x="21487" y="22054"/>
                  </a:cubicBezTo>
                  <a:cubicBezTo>
                    <a:pt x="21278" y="22116"/>
                    <a:pt x="21069" y="22137"/>
                    <a:pt x="20859" y="22179"/>
                  </a:cubicBezTo>
                  <a:cubicBezTo>
                    <a:pt x="20587" y="22242"/>
                    <a:pt x="20295" y="22284"/>
                    <a:pt x="20002" y="22367"/>
                  </a:cubicBezTo>
                  <a:cubicBezTo>
                    <a:pt x="19897" y="22388"/>
                    <a:pt x="19792" y="22430"/>
                    <a:pt x="19667" y="22451"/>
                  </a:cubicBezTo>
                  <a:cubicBezTo>
                    <a:pt x="13160" y="23811"/>
                    <a:pt x="6631" y="25883"/>
                    <a:pt x="501" y="27829"/>
                  </a:cubicBezTo>
                  <a:cubicBezTo>
                    <a:pt x="292" y="27912"/>
                    <a:pt x="145" y="28080"/>
                    <a:pt x="103" y="28226"/>
                  </a:cubicBezTo>
                  <a:cubicBezTo>
                    <a:pt x="1" y="28615"/>
                    <a:pt x="199" y="29064"/>
                    <a:pt x="677" y="29064"/>
                  </a:cubicBezTo>
                  <a:cubicBezTo>
                    <a:pt x="688" y="29064"/>
                    <a:pt x="699" y="29063"/>
                    <a:pt x="710" y="29063"/>
                  </a:cubicBezTo>
                  <a:cubicBezTo>
                    <a:pt x="1714" y="29021"/>
                    <a:pt x="2761" y="28937"/>
                    <a:pt x="3807" y="28833"/>
                  </a:cubicBezTo>
                  <a:cubicBezTo>
                    <a:pt x="6631" y="28561"/>
                    <a:pt x="9498" y="28101"/>
                    <a:pt x="12281" y="27452"/>
                  </a:cubicBezTo>
                  <a:lnTo>
                    <a:pt x="12323" y="27452"/>
                  </a:lnTo>
                  <a:cubicBezTo>
                    <a:pt x="12657" y="27368"/>
                    <a:pt x="13013" y="27285"/>
                    <a:pt x="13369" y="27180"/>
                  </a:cubicBezTo>
                  <a:cubicBezTo>
                    <a:pt x="13411" y="27159"/>
                    <a:pt x="13473" y="27159"/>
                    <a:pt x="13536" y="27138"/>
                  </a:cubicBezTo>
                  <a:cubicBezTo>
                    <a:pt x="14206" y="26971"/>
                    <a:pt x="14854" y="26782"/>
                    <a:pt x="15482" y="26615"/>
                  </a:cubicBezTo>
                  <a:cubicBezTo>
                    <a:pt x="15524" y="26573"/>
                    <a:pt x="15587" y="26573"/>
                    <a:pt x="15629" y="26552"/>
                  </a:cubicBezTo>
                  <a:cubicBezTo>
                    <a:pt x="15880" y="26468"/>
                    <a:pt x="16089" y="26427"/>
                    <a:pt x="16319" y="26343"/>
                  </a:cubicBezTo>
                  <a:cubicBezTo>
                    <a:pt x="16549" y="26259"/>
                    <a:pt x="16758" y="26217"/>
                    <a:pt x="16989" y="26134"/>
                  </a:cubicBezTo>
                  <a:cubicBezTo>
                    <a:pt x="17177" y="26092"/>
                    <a:pt x="17365" y="26008"/>
                    <a:pt x="17554" y="25945"/>
                  </a:cubicBezTo>
                  <a:cubicBezTo>
                    <a:pt x="17888" y="25841"/>
                    <a:pt x="18223" y="25715"/>
                    <a:pt x="18558" y="25590"/>
                  </a:cubicBezTo>
                  <a:lnTo>
                    <a:pt x="18809" y="25506"/>
                  </a:lnTo>
                  <a:cubicBezTo>
                    <a:pt x="19248" y="25360"/>
                    <a:pt x="19688" y="25171"/>
                    <a:pt x="20127" y="24983"/>
                  </a:cubicBezTo>
                  <a:lnTo>
                    <a:pt x="20295" y="24899"/>
                  </a:lnTo>
                  <a:cubicBezTo>
                    <a:pt x="20713" y="24753"/>
                    <a:pt x="21111" y="24564"/>
                    <a:pt x="21529" y="24376"/>
                  </a:cubicBezTo>
                  <a:cubicBezTo>
                    <a:pt x="21550" y="24355"/>
                    <a:pt x="21592" y="24355"/>
                    <a:pt x="21634" y="24334"/>
                  </a:cubicBezTo>
                  <a:cubicBezTo>
                    <a:pt x="22094" y="24125"/>
                    <a:pt x="22596" y="23895"/>
                    <a:pt x="23036" y="23686"/>
                  </a:cubicBezTo>
                  <a:cubicBezTo>
                    <a:pt x="24458" y="23267"/>
                    <a:pt x="25860" y="22891"/>
                    <a:pt x="27283" y="22535"/>
                  </a:cubicBezTo>
                  <a:lnTo>
                    <a:pt x="27283" y="22535"/>
                  </a:lnTo>
                  <a:cubicBezTo>
                    <a:pt x="25839" y="23414"/>
                    <a:pt x="24458" y="24460"/>
                    <a:pt x="23119" y="25527"/>
                  </a:cubicBezTo>
                  <a:cubicBezTo>
                    <a:pt x="22115" y="26343"/>
                    <a:pt x="21131" y="27180"/>
                    <a:pt x="20127" y="28017"/>
                  </a:cubicBezTo>
                  <a:cubicBezTo>
                    <a:pt x="18558" y="29356"/>
                    <a:pt x="16968" y="30653"/>
                    <a:pt x="15294" y="31804"/>
                  </a:cubicBezTo>
                  <a:cubicBezTo>
                    <a:pt x="15001" y="31992"/>
                    <a:pt x="14750" y="32181"/>
                    <a:pt x="14457" y="32369"/>
                  </a:cubicBezTo>
                  <a:cubicBezTo>
                    <a:pt x="14373" y="32411"/>
                    <a:pt x="14310" y="32474"/>
                    <a:pt x="14206" y="32536"/>
                  </a:cubicBezTo>
                  <a:cubicBezTo>
                    <a:pt x="13934" y="32704"/>
                    <a:pt x="13683" y="32892"/>
                    <a:pt x="13411" y="33038"/>
                  </a:cubicBezTo>
                  <a:cubicBezTo>
                    <a:pt x="13285" y="33122"/>
                    <a:pt x="13118" y="33227"/>
                    <a:pt x="12992" y="33311"/>
                  </a:cubicBezTo>
                  <a:cubicBezTo>
                    <a:pt x="12364" y="33687"/>
                    <a:pt x="11737" y="34085"/>
                    <a:pt x="11109" y="34461"/>
                  </a:cubicBezTo>
                  <a:lnTo>
                    <a:pt x="11130" y="34461"/>
                  </a:lnTo>
                  <a:cubicBezTo>
                    <a:pt x="8787" y="35884"/>
                    <a:pt x="6380" y="37244"/>
                    <a:pt x="4058" y="38667"/>
                  </a:cubicBezTo>
                  <a:cubicBezTo>
                    <a:pt x="4016" y="38667"/>
                    <a:pt x="3995" y="38667"/>
                    <a:pt x="3995" y="38688"/>
                  </a:cubicBezTo>
                  <a:cubicBezTo>
                    <a:pt x="3346" y="39064"/>
                    <a:pt x="2719" y="39441"/>
                    <a:pt x="2091" y="39860"/>
                  </a:cubicBezTo>
                  <a:cubicBezTo>
                    <a:pt x="1453" y="40285"/>
                    <a:pt x="1834" y="41175"/>
                    <a:pt x="2490" y="41175"/>
                  </a:cubicBezTo>
                  <a:cubicBezTo>
                    <a:pt x="2543" y="41175"/>
                    <a:pt x="2599" y="41170"/>
                    <a:pt x="2656" y="41157"/>
                  </a:cubicBezTo>
                  <a:cubicBezTo>
                    <a:pt x="2949" y="41094"/>
                    <a:pt x="3263" y="41010"/>
                    <a:pt x="3556" y="40906"/>
                  </a:cubicBezTo>
                  <a:cubicBezTo>
                    <a:pt x="10168" y="39190"/>
                    <a:pt x="17826" y="34838"/>
                    <a:pt x="22994" y="29272"/>
                  </a:cubicBezTo>
                  <a:lnTo>
                    <a:pt x="23015" y="29251"/>
                  </a:lnTo>
                  <a:cubicBezTo>
                    <a:pt x="23224" y="29021"/>
                    <a:pt x="23454" y="28770"/>
                    <a:pt x="23663" y="28540"/>
                  </a:cubicBezTo>
                  <a:cubicBezTo>
                    <a:pt x="23768" y="28435"/>
                    <a:pt x="23852" y="28331"/>
                    <a:pt x="23956" y="28205"/>
                  </a:cubicBezTo>
                  <a:cubicBezTo>
                    <a:pt x="24040" y="28121"/>
                    <a:pt x="24103" y="28017"/>
                    <a:pt x="24165" y="27933"/>
                  </a:cubicBezTo>
                  <a:cubicBezTo>
                    <a:pt x="24312" y="27724"/>
                    <a:pt x="24479" y="27557"/>
                    <a:pt x="24626" y="27347"/>
                  </a:cubicBezTo>
                  <a:cubicBezTo>
                    <a:pt x="24688" y="27285"/>
                    <a:pt x="24709" y="27243"/>
                    <a:pt x="24772" y="27180"/>
                  </a:cubicBezTo>
                  <a:cubicBezTo>
                    <a:pt x="25128" y="26720"/>
                    <a:pt x="25463" y="26238"/>
                    <a:pt x="25777" y="25778"/>
                  </a:cubicBezTo>
                  <a:cubicBezTo>
                    <a:pt x="25777" y="25778"/>
                    <a:pt x="25777" y="25736"/>
                    <a:pt x="25818" y="25736"/>
                  </a:cubicBezTo>
                  <a:cubicBezTo>
                    <a:pt x="26488" y="24732"/>
                    <a:pt x="27095" y="23644"/>
                    <a:pt x="27555" y="22577"/>
                  </a:cubicBezTo>
                  <a:cubicBezTo>
                    <a:pt x="27597" y="22535"/>
                    <a:pt x="27555" y="22472"/>
                    <a:pt x="27534" y="22451"/>
                  </a:cubicBezTo>
                  <a:cubicBezTo>
                    <a:pt x="29020" y="22075"/>
                    <a:pt x="30526" y="21740"/>
                    <a:pt x="32012" y="21426"/>
                  </a:cubicBezTo>
                  <a:lnTo>
                    <a:pt x="32012" y="21426"/>
                  </a:lnTo>
                  <a:cubicBezTo>
                    <a:pt x="28329" y="25171"/>
                    <a:pt x="25463" y="29649"/>
                    <a:pt x="22052" y="33583"/>
                  </a:cubicBezTo>
                  <a:cubicBezTo>
                    <a:pt x="21947" y="33729"/>
                    <a:pt x="21843" y="33834"/>
                    <a:pt x="21738" y="33959"/>
                  </a:cubicBezTo>
                  <a:cubicBezTo>
                    <a:pt x="21027" y="34775"/>
                    <a:pt x="20315" y="35549"/>
                    <a:pt x="19604" y="36365"/>
                  </a:cubicBezTo>
                  <a:cubicBezTo>
                    <a:pt x="17365" y="38876"/>
                    <a:pt x="15085" y="41366"/>
                    <a:pt x="12804" y="43835"/>
                  </a:cubicBezTo>
                  <a:lnTo>
                    <a:pt x="12783" y="43835"/>
                  </a:lnTo>
                  <a:cubicBezTo>
                    <a:pt x="12323" y="44358"/>
                    <a:pt x="11841" y="44860"/>
                    <a:pt x="11381" y="45383"/>
                  </a:cubicBezTo>
                  <a:cubicBezTo>
                    <a:pt x="11130" y="45655"/>
                    <a:pt x="11297" y="46074"/>
                    <a:pt x="11590" y="46179"/>
                  </a:cubicBezTo>
                  <a:cubicBezTo>
                    <a:pt x="11631" y="46195"/>
                    <a:pt x="11678" y="46205"/>
                    <a:pt x="11727" y="46205"/>
                  </a:cubicBezTo>
                  <a:cubicBezTo>
                    <a:pt x="11805" y="46205"/>
                    <a:pt x="11890" y="46180"/>
                    <a:pt x="11967" y="46116"/>
                  </a:cubicBezTo>
                  <a:cubicBezTo>
                    <a:pt x="20211" y="40173"/>
                    <a:pt x="28873" y="31218"/>
                    <a:pt x="32137" y="21384"/>
                  </a:cubicBezTo>
                  <a:cubicBezTo>
                    <a:pt x="37138" y="20338"/>
                    <a:pt x="42243" y="19626"/>
                    <a:pt x="47391" y="19229"/>
                  </a:cubicBezTo>
                  <a:lnTo>
                    <a:pt x="47391" y="19229"/>
                  </a:lnTo>
                  <a:cubicBezTo>
                    <a:pt x="47370" y="19250"/>
                    <a:pt x="47328" y="19250"/>
                    <a:pt x="47307" y="19292"/>
                  </a:cubicBezTo>
                  <a:cubicBezTo>
                    <a:pt x="46951" y="19543"/>
                    <a:pt x="46596" y="19815"/>
                    <a:pt x="46240" y="20066"/>
                  </a:cubicBezTo>
                  <a:cubicBezTo>
                    <a:pt x="46156" y="20129"/>
                    <a:pt x="46156" y="20254"/>
                    <a:pt x="46261" y="20275"/>
                  </a:cubicBezTo>
                  <a:cubicBezTo>
                    <a:pt x="46344" y="20296"/>
                    <a:pt x="43185" y="26217"/>
                    <a:pt x="41260" y="29691"/>
                  </a:cubicBezTo>
                  <a:cubicBezTo>
                    <a:pt x="40590" y="30946"/>
                    <a:pt x="40067" y="31888"/>
                    <a:pt x="39900" y="32097"/>
                  </a:cubicBezTo>
                  <a:cubicBezTo>
                    <a:pt x="39170" y="33200"/>
                    <a:pt x="38427" y="34291"/>
                    <a:pt x="37682" y="35388"/>
                  </a:cubicBezTo>
                  <a:lnTo>
                    <a:pt x="37682" y="35388"/>
                  </a:lnTo>
                  <a:cubicBezTo>
                    <a:pt x="38801" y="33696"/>
                    <a:pt x="39806" y="31949"/>
                    <a:pt x="40632" y="30172"/>
                  </a:cubicBezTo>
                  <a:cubicBezTo>
                    <a:pt x="40779" y="29900"/>
                    <a:pt x="40883" y="29649"/>
                    <a:pt x="41009" y="29377"/>
                  </a:cubicBezTo>
                  <a:cubicBezTo>
                    <a:pt x="41030" y="29356"/>
                    <a:pt x="41030" y="29293"/>
                    <a:pt x="41051" y="29272"/>
                  </a:cubicBezTo>
                  <a:cubicBezTo>
                    <a:pt x="41155" y="29042"/>
                    <a:pt x="41260" y="28770"/>
                    <a:pt x="41365" y="28540"/>
                  </a:cubicBezTo>
                  <a:cubicBezTo>
                    <a:pt x="41406" y="28498"/>
                    <a:pt x="41427" y="28435"/>
                    <a:pt x="41427" y="28393"/>
                  </a:cubicBezTo>
                  <a:cubicBezTo>
                    <a:pt x="41532" y="28142"/>
                    <a:pt x="41616" y="27912"/>
                    <a:pt x="41720" y="27661"/>
                  </a:cubicBezTo>
                  <a:lnTo>
                    <a:pt x="41720" y="27619"/>
                  </a:lnTo>
                  <a:cubicBezTo>
                    <a:pt x="41867" y="27201"/>
                    <a:pt x="41992" y="26824"/>
                    <a:pt x="42139" y="26406"/>
                  </a:cubicBezTo>
                  <a:cubicBezTo>
                    <a:pt x="42181" y="26238"/>
                    <a:pt x="42243" y="26050"/>
                    <a:pt x="42285" y="25904"/>
                  </a:cubicBezTo>
                  <a:cubicBezTo>
                    <a:pt x="42306" y="25778"/>
                    <a:pt x="42369" y="25632"/>
                    <a:pt x="42390" y="25506"/>
                  </a:cubicBezTo>
                  <a:cubicBezTo>
                    <a:pt x="42453" y="25318"/>
                    <a:pt x="42494" y="25108"/>
                    <a:pt x="42557" y="24941"/>
                  </a:cubicBezTo>
                  <a:cubicBezTo>
                    <a:pt x="42578" y="24795"/>
                    <a:pt x="42599" y="24690"/>
                    <a:pt x="42620" y="24564"/>
                  </a:cubicBezTo>
                  <a:cubicBezTo>
                    <a:pt x="42683" y="24355"/>
                    <a:pt x="42725" y="24146"/>
                    <a:pt x="42766" y="23958"/>
                  </a:cubicBezTo>
                  <a:cubicBezTo>
                    <a:pt x="42787" y="23853"/>
                    <a:pt x="42808" y="23748"/>
                    <a:pt x="42808" y="23644"/>
                  </a:cubicBezTo>
                  <a:cubicBezTo>
                    <a:pt x="42871" y="23435"/>
                    <a:pt x="42892" y="23204"/>
                    <a:pt x="42913" y="22995"/>
                  </a:cubicBezTo>
                  <a:cubicBezTo>
                    <a:pt x="42934" y="22891"/>
                    <a:pt x="42934" y="22807"/>
                    <a:pt x="42976" y="22702"/>
                  </a:cubicBezTo>
                  <a:cubicBezTo>
                    <a:pt x="42997" y="22451"/>
                    <a:pt x="43038" y="22179"/>
                    <a:pt x="43080" y="21949"/>
                  </a:cubicBezTo>
                  <a:cubicBezTo>
                    <a:pt x="43080" y="21907"/>
                    <a:pt x="43101" y="21844"/>
                    <a:pt x="43101" y="21761"/>
                  </a:cubicBezTo>
                  <a:cubicBezTo>
                    <a:pt x="43122" y="21447"/>
                    <a:pt x="43143" y="21112"/>
                    <a:pt x="43185" y="20798"/>
                  </a:cubicBezTo>
                  <a:cubicBezTo>
                    <a:pt x="43185" y="20652"/>
                    <a:pt x="43080" y="20547"/>
                    <a:pt x="42934" y="20484"/>
                  </a:cubicBezTo>
                  <a:cubicBezTo>
                    <a:pt x="42894" y="20471"/>
                    <a:pt x="42852" y="20464"/>
                    <a:pt x="42810" y="20464"/>
                  </a:cubicBezTo>
                  <a:cubicBezTo>
                    <a:pt x="42720" y="20464"/>
                    <a:pt x="42629" y="20497"/>
                    <a:pt x="42557" y="20568"/>
                  </a:cubicBezTo>
                  <a:cubicBezTo>
                    <a:pt x="42474" y="20673"/>
                    <a:pt x="42390" y="20756"/>
                    <a:pt x="42306" y="20861"/>
                  </a:cubicBezTo>
                  <a:cubicBezTo>
                    <a:pt x="42097" y="21091"/>
                    <a:pt x="41930" y="21300"/>
                    <a:pt x="41720" y="21531"/>
                  </a:cubicBezTo>
                  <a:cubicBezTo>
                    <a:pt x="41658" y="21593"/>
                    <a:pt x="41720" y="21656"/>
                    <a:pt x="41783" y="21656"/>
                  </a:cubicBezTo>
                  <a:cubicBezTo>
                    <a:pt x="41344" y="21865"/>
                    <a:pt x="40883" y="22242"/>
                    <a:pt x="40423" y="22744"/>
                  </a:cubicBezTo>
                  <a:cubicBezTo>
                    <a:pt x="38205" y="25192"/>
                    <a:pt x="36134" y="30632"/>
                    <a:pt x="34836" y="32787"/>
                  </a:cubicBezTo>
                  <a:cubicBezTo>
                    <a:pt x="33581" y="34817"/>
                    <a:pt x="32305" y="36826"/>
                    <a:pt x="31007" y="38813"/>
                  </a:cubicBezTo>
                  <a:cubicBezTo>
                    <a:pt x="31070" y="38772"/>
                    <a:pt x="31091" y="38709"/>
                    <a:pt x="31154" y="38667"/>
                  </a:cubicBezTo>
                  <a:lnTo>
                    <a:pt x="31154" y="38667"/>
                  </a:lnTo>
                  <a:cubicBezTo>
                    <a:pt x="30422" y="39818"/>
                    <a:pt x="29647" y="40969"/>
                    <a:pt x="28894" y="42119"/>
                  </a:cubicBezTo>
                  <a:lnTo>
                    <a:pt x="28873" y="42119"/>
                  </a:lnTo>
                  <a:cubicBezTo>
                    <a:pt x="28162" y="43186"/>
                    <a:pt x="27450" y="44254"/>
                    <a:pt x="26718" y="45342"/>
                  </a:cubicBezTo>
                  <a:lnTo>
                    <a:pt x="26697" y="45342"/>
                  </a:lnTo>
                  <a:cubicBezTo>
                    <a:pt x="26509" y="45614"/>
                    <a:pt x="26341" y="45886"/>
                    <a:pt x="26153" y="46137"/>
                  </a:cubicBezTo>
                  <a:cubicBezTo>
                    <a:pt x="26153" y="46179"/>
                    <a:pt x="26132" y="46179"/>
                    <a:pt x="26132" y="46199"/>
                  </a:cubicBezTo>
                  <a:lnTo>
                    <a:pt x="26090" y="46199"/>
                  </a:lnTo>
                  <a:cubicBezTo>
                    <a:pt x="25944" y="46492"/>
                    <a:pt x="26028" y="46764"/>
                    <a:pt x="26195" y="46953"/>
                  </a:cubicBezTo>
                  <a:cubicBezTo>
                    <a:pt x="26237" y="46953"/>
                    <a:pt x="26237" y="46974"/>
                    <a:pt x="26258" y="47015"/>
                  </a:cubicBezTo>
                  <a:cubicBezTo>
                    <a:pt x="26362" y="47120"/>
                    <a:pt x="26488" y="47162"/>
                    <a:pt x="26655" y="47183"/>
                  </a:cubicBezTo>
                  <a:cubicBezTo>
                    <a:pt x="26736" y="47203"/>
                    <a:pt x="26820" y="47215"/>
                    <a:pt x="26902" y="47215"/>
                  </a:cubicBezTo>
                  <a:cubicBezTo>
                    <a:pt x="27075" y="47215"/>
                    <a:pt x="27246" y="47164"/>
                    <a:pt x="27388" y="47036"/>
                  </a:cubicBezTo>
                  <a:cubicBezTo>
                    <a:pt x="30422" y="44358"/>
                    <a:pt x="33665" y="40969"/>
                    <a:pt x="36427" y="37181"/>
                  </a:cubicBezTo>
                  <a:lnTo>
                    <a:pt x="36427" y="37181"/>
                  </a:lnTo>
                  <a:cubicBezTo>
                    <a:pt x="35046" y="39127"/>
                    <a:pt x="33602" y="41073"/>
                    <a:pt x="32137" y="42998"/>
                  </a:cubicBezTo>
                  <a:lnTo>
                    <a:pt x="32137" y="43040"/>
                  </a:lnTo>
                  <a:cubicBezTo>
                    <a:pt x="31635" y="43689"/>
                    <a:pt x="31154" y="44316"/>
                    <a:pt x="30652" y="44965"/>
                  </a:cubicBezTo>
                  <a:cubicBezTo>
                    <a:pt x="30463" y="45195"/>
                    <a:pt x="30484" y="45509"/>
                    <a:pt x="30631" y="45760"/>
                  </a:cubicBezTo>
                  <a:cubicBezTo>
                    <a:pt x="30673" y="45823"/>
                    <a:pt x="30735" y="45886"/>
                    <a:pt x="30798" y="45927"/>
                  </a:cubicBezTo>
                  <a:cubicBezTo>
                    <a:pt x="30895" y="46003"/>
                    <a:pt x="31004" y="46045"/>
                    <a:pt x="31121" y="46045"/>
                  </a:cubicBezTo>
                  <a:cubicBezTo>
                    <a:pt x="31230" y="46045"/>
                    <a:pt x="31346" y="46008"/>
                    <a:pt x="31468" y="45927"/>
                  </a:cubicBezTo>
                  <a:cubicBezTo>
                    <a:pt x="32535" y="45153"/>
                    <a:pt x="33581" y="44337"/>
                    <a:pt x="34606" y="43458"/>
                  </a:cubicBezTo>
                  <a:lnTo>
                    <a:pt x="34606" y="43417"/>
                  </a:lnTo>
                  <a:cubicBezTo>
                    <a:pt x="34920" y="43166"/>
                    <a:pt x="35234" y="42873"/>
                    <a:pt x="35506" y="42622"/>
                  </a:cubicBezTo>
                  <a:cubicBezTo>
                    <a:pt x="35506" y="42622"/>
                    <a:pt x="35506" y="42580"/>
                    <a:pt x="35548" y="42580"/>
                  </a:cubicBezTo>
                  <a:cubicBezTo>
                    <a:pt x="36908" y="41324"/>
                    <a:pt x="38184" y="40006"/>
                    <a:pt x="39377" y="38604"/>
                  </a:cubicBezTo>
                  <a:cubicBezTo>
                    <a:pt x="41762" y="35779"/>
                    <a:pt x="43813" y="32683"/>
                    <a:pt x="45382" y="29356"/>
                  </a:cubicBezTo>
                  <a:cubicBezTo>
                    <a:pt x="45424" y="29251"/>
                    <a:pt x="45487" y="29147"/>
                    <a:pt x="45507" y="29063"/>
                  </a:cubicBezTo>
                  <a:cubicBezTo>
                    <a:pt x="45612" y="28833"/>
                    <a:pt x="45717" y="28624"/>
                    <a:pt x="45821" y="28393"/>
                  </a:cubicBezTo>
                  <a:cubicBezTo>
                    <a:pt x="45863" y="28247"/>
                    <a:pt x="45926" y="28121"/>
                    <a:pt x="46010" y="27975"/>
                  </a:cubicBezTo>
                  <a:cubicBezTo>
                    <a:pt x="46072" y="27766"/>
                    <a:pt x="46177" y="27557"/>
                    <a:pt x="46261" y="27305"/>
                  </a:cubicBezTo>
                  <a:cubicBezTo>
                    <a:pt x="46324" y="27159"/>
                    <a:pt x="46386" y="26992"/>
                    <a:pt x="46449" y="26845"/>
                  </a:cubicBezTo>
                  <a:lnTo>
                    <a:pt x="46679" y="26217"/>
                  </a:lnTo>
                  <a:lnTo>
                    <a:pt x="46993" y="25360"/>
                  </a:lnTo>
                  <a:lnTo>
                    <a:pt x="47223" y="24648"/>
                  </a:lnTo>
                  <a:cubicBezTo>
                    <a:pt x="47286" y="24460"/>
                    <a:pt x="47328" y="24272"/>
                    <a:pt x="47412" y="24104"/>
                  </a:cubicBezTo>
                  <a:cubicBezTo>
                    <a:pt x="47474" y="23895"/>
                    <a:pt x="47516" y="23707"/>
                    <a:pt x="47579" y="23497"/>
                  </a:cubicBezTo>
                  <a:lnTo>
                    <a:pt x="47725" y="22953"/>
                  </a:lnTo>
                  <a:cubicBezTo>
                    <a:pt x="47788" y="22744"/>
                    <a:pt x="47830" y="22556"/>
                    <a:pt x="47893" y="22347"/>
                  </a:cubicBezTo>
                  <a:cubicBezTo>
                    <a:pt x="47935" y="22158"/>
                    <a:pt x="47956" y="21970"/>
                    <a:pt x="48018" y="21823"/>
                  </a:cubicBezTo>
                  <a:cubicBezTo>
                    <a:pt x="48060" y="21614"/>
                    <a:pt x="48123" y="21405"/>
                    <a:pt x="48144" y="21196"/>
                  </a:cubicBezTo>
                  <a:cubicBezTo>
                    <a:pt x="48165" y="21028"/>
                    <a:pt x="48207" y="20861"/>
                    <a:pt x="48248" y="20694"/>
                  </a:cubicBezTo>
                  <a:cubicBezTo>
                    <a:pt x="48269" y="20484"/>
                    <a:pt x="48332" y="20296"/>
                    <a:pt x="48353" y="20087"/>
                  </a:cubicBezTo>
                  <a:cubicBezTo>
                    <a:pt x="48416" y="19752"/>
                    <a:pt x="48207" y="19417"/>
                    <a:pt x="47893" y="19292"/>
                  </a:cubicBezTo>
                  <a:cubicBezTo>
                    <a:pt x="50720" y="19079"/>
                    <a:pt x="53566" y="18973"/>
                    <a:pt x="56425" y="18973"/>
                  </a:cubicBezTo>
                  <a:cubicBezTo>
                    <a:pt x="59744" y="18973"/>
                    <a:pt x="63082" y="19115"/>
                    <a:pt x="66431" y="19396"/>
                  </a:cubicBezTo>
                  <a:cubicBezTo>
                    <a:pt x="66159" y="19647"/>
                    <a:pt x="65908" y="19940"/>
                    <a:pt x="65678" y="20233"/>
                  </a:cubicBezTo>
                  <a:cubicBezTo>
                    <a:pt x="65615" y="20275"/>
                    <a:pt x="65594" y="20338"/>
                    <a:pt x="65531" y="20380"/>
                  </a:cubicBezTo>
                  <a:cubicBezTo>
                    <a:pt x="65406" y="20547"/>
                    <a:pt x="65301" y="20694"/>
                    <a:pt x="65176" y="20861"/>
                  </a:cubicBezTo>
                  <a:cubicBezTo>
                    <a:pt x="65113" y="20924"/>
                    <a:pt x="65071" y="20986"/>
                    <a:pt x="65008" y="21070"/>
                  </a:cubicBezTo>
                  <a:cubicBezTo>
                    <a:pt x="64904" y="21217"/>
                    <a:pt x="64778" y="21384"/>
                    <a:pt x="64674" y="21531"/>
                  </a:cubicBezTo>
                  <a:lnTo>
                    <a:pt x="64527" y="21761"/>
                  </a:lnTo>
                  <a:lnTo>
                    <a:pt x="64213" y="22242"/>
                  </a:lnTo>
                  <a:cubicBezTo>
                    <a:pt x="64150" y="22326"/>
                    <a:pt x="64109" y="22388"/>
                    <a:pt x="64046" y="22493"/>
                  </a:cubicBezTo>
                  <a:cubicBezTo>
                    <a:pt x="63941" y="22660"/>
                    <a:pt x="63837" y="22807"/>
                    <a:pt x="63753" y="22995"/>
                  </a:cubicBezTo>
                  <a:cubicBezTo>
                    <a:pt x="63711" y="23079"/>
                    <a:pt x="63648" y="23183"/>
                    <a:pt x="63606" y="23267"/>
                  </a:cubicBezTo>
                  <a:cubicBezTo>
                    <a:pt x="63502" y="23414"/>
                    <a:pt x="63418" y="23581"/>
                    <a:pt x="63313" y="23748"/>
                  </a:cubicBezTo>
                  <a:cubicBezTo>
                    <a:pt x="63272" y="23853"/>
                    <a:pt x="63209" y="23937"/>
                    <a:pt x="63167" y="24041"/>
                  </a:cubicBezTo>
                  <a:cubicBezTo>
                    <a:pt x="63021" y="24272"/>
                    <a:pt x="62895" y="24523"/>
                    <a:pt x="62790" y="24753"/>
                  </a:cubicBezTo>
                  <a:cubicBezTo>
                    <a:pt x="62686" y="24941"/>
                    <a:pt x="62602" y="25108"/>
                    <a:pt x="62497" y="25297"/>
                  </a:cubicBezTo>
                  <a:cubicBezTo>
                    <a:pt x="62456" y="25380"/>
                    <a:pt x="62435" y="25485"/>
                    <a:pt x="62372" y="25569"/>
                  </a:cubicBezTo>
                  <a:cubicBezTo>
                    <a:pt x="62267" y="25778"/>
                    <a:pt x="62184" y="25945"/>
                    <a:pt x="62079" y="26155"/>
                  </a:cubicBezTo>
                  <a:lnTo>
                    <a:pt x="62016" y="26322"/>
                  </a:lnTo>
                  <a:cubicBezTo>
                    <a:pt x="61430" y="27494"/>
                    <a:pt x="60886" y="28665"/>
                    <a:pt x="60342" y="29795"/>
                  </a:cubicBezTo>
                  <a:cubicBezTo>
                    <a:pt x="60342" y="29816"/>
                    <a:pt x="60300" y="29858"/>
                    <a:pt x="60300" y="29858"/>
                  </a:cubicBezTo>
                  <a:cubicBezTo>
                    <a:pt x="60196" y="30088"/>
                    <a:pt x="60070" y="30298"/>
                    <a:pt x="59966" y="30528"/>
                  </a:cubicBezTo>
                  <a:cubicBezTo>
                    <a:pt x="59715" y="31051"/>
                    <a:pt x="59443" y="31553"/>
                    <a:pt x="59150" y="32013"/>
                  </a:cubicBezTo>
                  <a:cubicBezTo>
                    <a:pt x="57371" y="35110"/>
                    <a:pt x="55446" y="38123"/>
                    <a:pt x="53458" y="41094"/>
                  </a:cubicBezTo>
                  <a:cubicBezTo>
                    <a:pt x="53458" y="41115"/>
                    <a:pt x="53438" y="41115"/>
                    <a:pt x="53396" y="41157"/>
                  </a:cubicBezTo>
                  <a:lnTo>
                    <a:pt x="50257" y="45865"/>
                  </a:lnTo>
                  <a:cubicBezTo>
                    <a:pt x="50071" y="46144"/>
                    <a:pt x="50357" y="46412"/>
                    <a:pt x="50645" y="46412"/>
                  </a:cubicBezTo>
                  <a:cubicBezTo>
                    <a:pt x="50745" y="46412"/>
                    <a:pt x="50846" y="46380"/>
                    <a:pt x="50927" y="46304"/>
                  </a:cubicBezTo>
                  <a:cubicBezTo>
                    <a:pt x="53479" y="43898"/>
                    <a:pt x="55781" y="41261"/>
                    <a:pt x="57852" y="38437"/>
                  </a:cubicBezTo>
                  <a:lnTo>
                    <a:pt x="57852" y="38395"/>
                  </a:lnTo>
                  <a:cubicBezTo>
                    <a:pt x="59087" y="36721"/>
                    <a:pt x="60259" y="34984"/>
                    <a:pt x="61326" y="33143"/>
                  </a:cubicBezTo>
                  <a:cubicBezTo>
                    <a:pt x="62916" y="30444"/>
                    <a:pt x="64966" y="27243"/>
                    <a:pt x="66034" y="23937"/>
                  </a:cubicBezTo>
                  <a:lnTo>
                    <a:pt x="66034" y="23916"/>
                  </a:lnTo>
                  <a:cubicBezTo>
                    <a:pt x="66117" y="23707"/>
                    <a:pt x="66159" y="23497"/>
                    <a:pt x="66222" y="23288"/>
                  </a:cubicBezTo>
                  <a:cubicBezTo>
                    <a:pt x="66222" y="23225"/>
                    <a:pt x="66243" y="23204"/>
                    <a:pt x="66243" y="23163"/>
                  </a:cubicBezTo>
                  <a:cubicBezTo>
                    <a:pt x="66306" y="22995"/>
                    <a:pt x="66326" y="22849"/>
                    <a:pt x="66368" y="22702"/>
                  </a:cubicBezTo>
                  <a:cubicBezTo>
                    <a:pt x="66410" y="22639"/>
                    <a:pt x="66410" y="22577"/>
                    <a:pt x="66431" y="22493"/>
                  </a:cubicBezTo>
                  <a:cubicBezTo>
                    <a:pt x="66452" y="22347"/>
                    <a:pt x="66515" y="22179"/>
                    <a:pt x="66536" y="22054"/>
                  </a:cubicBezTo>
                  <a:cubicBezTo>
                    <a:pt x="66557" y="21928"/>
                    <a:pt x="66578" y="21823"/>
                    <a:pt x="66619" y="21698"/>
                  </a:cubicBezTo>
                  <a:cubicBezTo>
                    <a:pt x="66640" y="21614"/>
                    <a:pt x="66640" y="21531"/>
                    <a:pt x="66661" y="21447"/>
                  </a:cubicBezTo>
                  <a:cubicBezTo>
                    <a:pt x="66682" y="21321"/>
                    <a:pt x="66682" y="21217"/>
                    <a:pt x="66724" y="21091"/>
                  </a:cubicBezTo>
                  <a:lnTo>
                    <a:pt x="66724" y="20986"/>
                  </a:lnTo>
                  <a:cubicBezTo>
                    <a:pt x="66745" y="20714"/>
                    <a:pt x="66766" y="20442"/>
                    <a:pt x="66787" y="20170"/>
                  </a:cubicBezTo>
                  <a:cubicBezTo>
                    <a:pt x="66787" y="19940"/>
                    <a:pt x="66829" y="19668"/>
                    <a:pt x="66787" y="19438"/>
                  </a:cubicBezTo>
                  <a:lnTo>
                    <a:pt x="66787" y="19438"/>
                  </a:lnTo>
                  <a:cubicBezTo>
                    <a:pt x="68565" y="19606"/>
                    <a:pt x="70344" y="19773"/>
                    <a:pt x="72122" y="20024"/>
                  </a:cubicBezTo>
                  <a:cubicBezTo>
                    <a:pt x="72018" y="20129"/>
                    <a:pt x="71955" y="20233"/>
                    <a:pt x="71850" y="20338"/>
                  </a:cubicBezTo>
                  <a:cubicBezTo>
                    <a:pt x="71788" y="20380"/>
                    <a:pt x="71767" y="20442"/>
                    <a:pt x="71704" y="20484"/>
                  </a:cubicBezTo>
                  <a:lnTo>
                    <a:pt x="71390" y="20882"/>
                  </a:lnTo>
                  <a:cubicBezTo>
                    <a:pt x="71348" y="20924"/>
                    <a:pt x="71285" y="21007"/>
                    <a:pt x="71244" y="21070"/>
                  </a:cubicBezTo>
                  <a:cubicBezTo>
                    <a:pt x="71139" y="21196"/>
                    <a:pt x="71034" y="21342"/>
                    <a:pt x="70909" y="21489"/>
                  </a:cubicBezTo>
                  <a:cubicBezTo>
                    <a:pt x="70867" y="21531"/>
                    <a:pt x="70825" y="21593"/>
                    <a:pt x="70804" y="21635"/>
                  </a:cubicBezTo>
                  <a:cubicBezTo>
                    <a:pt x="70658" y="21803"/>
                    <a:pt x="70553" y="21949"/>
                    <a:pt x="70428" y="22116"/>
                  </a:cubicBezTo>
                  <a:cubicBezTo>
                    <a:pt x="70407" y="22137"/>
                    <a:pt x="70407" y="22158"/>
                    <a:pt x="70386" y="22179"/>
                  </a:cubicBezTo>
                  <a:cubicBezTo>
                    <a:pt x="69821" y="22953"/>
                    <a:pt x="69298" y="23748"/>
                    <a:pt x="68775" y="24564"/>
                  </a:cubicBezTo>
                  <a:cubicBezTo>
                    <a:pt x="68356" y="25171"/>
                    <a:pt x="68000" y="25799"/>
                    <a:pt x="67666" y="26448"/>
                  </a:cubicBezTo>
                  <a:cubicBezTo>
                    <a:pt x="66850" y="27829"/>
                    <a:pt x="66034" y="29230"/>
                    <a:pt x="65176" y="30528"/>
                  </a:cubicBezTo>
                  <a:cubicBezTo>
                    <a:pt x="62393" y="34796"/>
                    <a:pt x="59443" y="38918"/>
                    <a:pt x="56492" y="43061"/>
                  </a:cubicBezTo>
                  <a:cubicBezTo>
                    <a:pt x="56492" y="43061"/>
                    <a:pt x="56492" y="43082"/>
                    <a:pt x="56471" y="43082"/>
                  </a:cubicBezTo>
                  <a:lnTo>
                    <a:pt x="56074" y="43626"/>
                  </a:lnTo>
                  <a:cubicBezTo>
                    <a:pt x="55822" y="43988"/>
                    <a:pt x="56079" y="44373"/>
                    <a:pt x="56400" y="44373"/>
                  </a:cubicBezTo>
                  <a:cubicBezTo>
                    <a:pt x="56506" y="44373"/>
                    <a:pt x="56619" y="44331"/>
                    <a:pt x="56723" y="44233"/>
                  </a:cubicBezTo>
                  <a:cubicBezTo>
                    <a:pt x="58668" y="42412"/>
                    <a:pt x="60719" y="40257"/>
                    <a:pt x="62707" y="37956"/>
                  </a:cubicBezTo>
                  <a:cubicBezTo>
                    <a:pt x="62707" y="37935"/>
                    <a:pt x="62749" y="37935"/>
                    <a:pt x="62749" y="37935"/>
                  </a:cubicBezTo>
                  <a:cubicBezTo>
                    <a:pt x="62790" y="37872"/>
                    <a:pt x="62853" y="37830"/>
                    <a:pt x="62895" y="37746"/>
                  </a:cubicBezTo>
                  <a:cubicBezTo>
                    <a:pt x="62895" y="37949"/>
                    <a:pt x="63058" y="38129"/>
                    <a:pt x="63236" y="38129"/>
                  </a:cubicBezTo>
                  <a:cubicBezTo>
                    <a:pt x="63297" y="38129"/>
                    <a:pt x="63360" y="38108"/>
                    <a:pt x="63418" y="38060"/>
                  </a:cubicBezTo>
                  <a:lnTo>
                    <a:pt x="63816" y="37746"/>
                  </a:lnTo>
                  <a:lnTo>
                    <a:pt x="63816" y="37725"/>
                  </a:lnTo>
                  <a:cubicBezTo>
                    <a:pt x="64318" y="37328"/>
                    <a:pt x="64799" y="36909"/>
                    <a:pt x="65301" y="36491"/>
                  </a:cubicBezTo>
                  <a:cubicBezTo>
                    <a:pt x="65406" y="36386"/>
                    <a:pt x="65531" y="36282"/>
                    <a:pt x="65636" y="36198"/>
                  </a:cubicBezTo>
                  <a:lnTo>
                    <a:pt x="65636" y="36198"/>
                  </a:lnTo>
                  <a:cubicBezTo>
                    <a:pt x="65636" y="36240"/>
                    <a:pt x="65615" y="36240"/>
                    <a:pt x="65615" y="36261"/>
                  </a:cubicBezTo>
                  <a:cubicBezTo>
                    <a:pt x="66452" y="35528"/>
                    <a:pt x="67289" y="34733"/>
                    <a:pt x="68084" y="33959"/>
                  </a:cubicBezTo>
                  <a:lnTo>
                    <a:pt x="68126" y="33896"/>
                  </a:lnTo>
                  <a:lnTo>
                    <a:pt x="68879" y="33143"/>
                  </a:lnTo>
                  <a:cubicBezTo>
                    <a:pt x="68942" y="33101"/>
                    <a:pt x="68984" y="33038"/>
                    <a:pt x="69047" y="32955"/>
                  </a:cubicBezTo>
                  <a:cubicBezTo>
                    <a:pt x="69256" y="32725"/>
                    <a:pt x="69465" y="32515"/>
                    <a:pt x="69674" y="32285"/>
                  </a:cubicBezTo>
                  <a:cubicBezTo>
                    <a:pt x="69758" y="32202"/>
                    <a:pt x="69821" y="32097"/>
                    <a:pt x="69925" y="32013"/>
                  </a:cubicBezTo>
                  <a:cubicBezTo>
                    <a:pt x="70114" y="31804"/>
                    <a:pt x="70302" y="31637"/>
                    <a:pt x="70448" y="31427"/>
                  </a:cubicBezTo>
                  <a:cubicBezTo>
                    <a:pt x="70553" y="31281"/>
                    <a:pt x="70658" y="31176"/>
                    <a:pt x="70762" y="31051"/>
                  </a:cubicBezTo>
                  <a:cubicBezTo>
                    <a:pt x="70930" y="30862"/>
                    <a:pt x="71055" y="30716"/>
                    <a:pt x="71223" y="30528"/>
                  </a:cubicBezTo>
                  <a:cubicBezTo>
                    <a:pt x="71348" y="30381"/>
                    <a:pt x="71474" y="30235"/>
                    <a:pt x="71578" y="30088"/>
                  </a:cubicBezTo>
                  <a:cubicBezTo>
                    <a:pt x="71704" y="29921"/>
                    <a:pt x="71850" y="29774"/>
                    <a:pt x="71955" y="29607"/>
                  </a:cubicBezTo>
                  <a:cubicBezTo>
                    <a:pt x="72080" y="29440"/>
                    <a:pt x="72227" y="29272"/>
                    <a:pt x="72373" y="29084"/>
                  </a:cubicBezTo>
                  <a:cubicBezTo>
                    <a:pt x="72478" y="28958"/>
                    <a:pt x="72583" y="28812"/>
                    <a:pt x="72687" y="28665"/>
                  </a:cubicBezTo>
                  <a:cubicBezTo>
                    <a:pt x="72834" y="28498"/>
                    <a:pt x="73001" y="28289"/>
                    <a:pt x="73127" y="28101"/>
                  </a:cubicBezTo>
                  <a:cubicBezTo>
                    <a:pt x="73231" y="27975"/>
                    <a:pt x="73315" y="27829"/>
                    <a:pt x="73420" y="27724"/>
                  </a:cubicBezTo>
                  <a:lnTo>
                    <a:pt x="73880" y="27096"/>
                  </a:lnTo>
                  <a:cubicBezTo>
                    <a:pt x="73964" y="26992"/>
                    <a:pt x="74047" y="26866"/>
                    <a:pt x="74110" y="26761"/>
                  </a:cubicBezTo>
                  <a:cubicBezTo>
                    <a:pt x="74277" y="26531"/>
                    <a:pt x="74424" y="26301"/>
                    <a:pt x="74591" y="26092"/>
                  </a:cubicBezTo>
                  <a:cubicBezTo>
                    <a:pt x="74675" y="25987"/>
                    <a:pt x="74717" y="25883"/>
                    <a:pt x="74801" y="25778"/>
                  </a:cubicBezTo>
                  <a:cubicBezTo>
                    <a:pt x="74947" y="25527"/>
                    <a:pt x="75135" y="25276"/>
                    <a:pt x="75303" y="25046"/>
                  </a:cubicBezTo>
                  <a:cubicBezTo>
                    <a:pt x="75345" y="24962"/>
                    <a:pt x="75407" y="24857"/>
                    <a:pt x="75470" y="24774"/>
                  </a:cubicBezTo>
                  <a:cubicBezTo>
                    <a:pt x="75637" y="24523"/>
                    <a:pt x="75826" y="24251"/>
                    <a:pt x="75972" y="23999"/>
                  </a:cubicBezTo>
                  <a:cubicBezTo>
                    <a:pt x="76035" y="23916"/>
                    <a:pt x="76056" y="23853"/>
                    <a:pt x="76098" y="23790"/>
                  </a:cubicBezTo>
                  <a:cubicBezTo>
                    <a:pt x="76286" y="23497"/>
                    <a:pt x="76454" y="23204"/>
                    <a:pt x="76621" y="22911"/>
                  </a:cubicBezTo>
                  <a:cubicBezTo>
                    <a:pt x="76621" y="22891"/>
                    <a:pt x="76663" y="22891"/>
                    <a:pt x="76663" y="22870"/>
                  </a:cubicBezTo>
                  <a:cubicBezTo>
                    <a:pt x="77018" y="22263"/>
                    <a:pt x="77353" y="21635"/>
                    <a:pt x="77667" y="21028"/>
                  </a:cubicBezTo>
                  <a:cubicBezTo>
                    <a:pt x="78483" y="21196"/>
                    <a:pt x="79299" y="21321"/>
                    <a:pt x="80115" y="21510"/>
                  </a:cubicBezTo>
                  <a:cubicBezTo>
                    <a:pt x="80031" y="21593"/>
                    <a:pt x="79927" y="21656"/>
                    <a:pt x="79843" y="21740"/>
                  </a:cubicBezTo>
                  <a:cubicBezTo>
                    <a:pt x="79801" y="21803"/>
                    <a:pt x="79739" y="21844"/>
                    <a:pt x="79655" y="21907"/>
                  </a:cubicBezTo>
                  <a:cubicBezTo>
                    <a:pt x="79550" y="22012"/>
                    <a:pt x="79446" y="22075"/>
                    <a:pt x="79383" y="22179"/>
                  </a:cubicBezTo>
                  <a:cubicBezTo>
                    <a:pt x="79299" y="22263"/>
                    <a:pt x="79215" y="22347"/>
                    <a:pt x="79174" y="22430"/>
                  </a:cubicBezTo>
                  <a:cubicBezTo>
                    <a:pt x="79090" y="22493"/>
                    <a:pt x="79006" y="22598"/>
                    <a:pt x="78922" y="22681"/>
                  </a:cubicBezTo>
                  <a:cubicBezTo>
                    <a:pt x="78818" y="22786"/>
                    <a:pt x="78755" y="22891"/>
                    <a:pt x="78650" y="22995"/>
                  </a:cubicBezTo>
                  <a:cubicBezTo>
                    <a:pt x="78588" y="23058"/>
                    <a:pt x="78546" y="23121"/>
                    <a:pt x="78483" y="23183"/>
                  </a:cubicBezTo>
                  <a:cubicBezTo>
                    <a:pt x="78337" y="23372"/>
                    <a:pt x="78169" y="23539"/>
                    <a:pt x="78044" y="23727"/>
                  </a:cubicBezTo>
                  <a:lnTo>
                    <a:pt x="77981" y="23790"/>
                  </a:lnTo>
                  <a:cubicBezTo>
                    <a:pt x="77855" y="23958"/>
                    <a:pt x="77709" y="24146"/>
                    <a:pt x="77562" y="24334"/>
                  </a:cubicBezTo>
                  <a:cubicBezTo>
                    <a:pt x="77542" y="24355"/>
                    <a:pt x="77521" y="24418"/>
                    <a:pt x="77500" y="24439"/>
                  </a:cubicBezTo>
                  <a:cubicBezTo>
                    <a:pt x="77353" y="24627"/>
                    <a:pt x="77228" y="24774"/>
                    <a:pt x="77102" y="24962"/>
                  </a:cubicBezTo>
                  <a:cubicBezTo>
                    <a:pt x="77081" y="24983"/>
                    <a:pt x="77081" y="25004"/>
                    <a:pt x="77039" y="25046"/>
                  </a:cubicBezTo>
                  <a:cubicBezTo>
                    <a:pt x="76140" y="26343"/>
                    <a:pt x="75261" y="27766"/>
                    <a:pt x="74403" y="29084"/>
                  </a:cubicBezTo>
                  <a:cubicBezTo>
                    <a:pt x="74005" y="29712"/>
                    <a:pt x="73587" y="30318"/>
                    <a:pt x="73210" y="30904"/>
                  </a:cubicBezTo>
                  <a:cubicBezTo>
                    <a:pt x="70532" y="34629"/>
                    <a:pt x="67687" y="38228"/>
                    <a:pt x="64841" y="41805"/>
                  </a:cubicBezTo>
                  <a:cubicBezTo>
                    <a:pt x="64841" y="41826"/>
                    <a:pt x="64799" y="41826"/>
                    <a:pt x="64778" y="41847"/>
                  </a:cubicBezTo>
                  <a:cubicBezTo>
                    <a:pt x="64653" y="42015"/>
                    <a:pt x="64548" y="42161"/>
                    <a:pt x="64422" y="42329"/>
                  </a:cubicBezTo>
                  <a:cubicBezTo>
                    <a:pt x="64052" y="42766"/>
                    <a:pt x="64426" y="43500"/>
                    <a:pt x="64913" y="43500"/>
                  </a:cubicBezTo>
                  <a:cubicBezTo>
                    <a:pt x="65031" y="43500"/>
                    <a:pt x="65157" y="43457"/>
                    <a:pt x="65280" y="43354"/>
                  </a:cubicBezTo>
                  <a:cubicBezTo>
                    <a:pt x="66368" y="42433"/>
                    <a:pt x="67582" y="41408"/>
                    <a:pt x="68816" y="40257"/>
                  </a:cubicBezTo>
                  <a:cubicBezTo>
                    <a:pt x="68816" y="40257"/>
                    <a:pt x="68816" y="40236"/>
                    <a:pt x="68837" y="40236"/>
                  </a:cubicBezTo>
                  <a:lnTo>
                    <a:pt x="68921" y="40153"/>
                  </a:lnTo>
                  <a:lnTo>
                    <a:pt x="68942" y="40153"/>
                  </a:lnTo>
                  <a:cubicBezTo>
                    <a:pt x="73838" y="35612"/>
                    <a:pt x="79132" y="29440"/>
                    <a:pt x="80575" y="23393"/>
                  </a:cubicBezTo>
                  <a:cubicBezTo>
                    <a:pt x="80596" y="23309"/>
                    <a:pt x="80638" y="23204"/>
                    <a:pt x="80638" y="23121"/>
                  </a:cubicBezTo>
                  <a:cubicBezTo>
                    <a:pt x="80659" y="23058"/>
                    <a:pt x="80659" y="22995"/>
                    <a:pt x="80680" y="22911"/>
                  </a:cubicBezTo>
                  <a:cubicBezTo>
                    <a:pt x="80764" y="22472"/>
                    <a:pt x="80847" y="22054"/>
                    <a:pt x="80889" y="21614"/>
                  </a:cubicBezTo>
                  <a:cubicBezTo>
                    <a:pt x="81894" y="21823"/>
                    <a:pt x="82877" y="22033"/>
                    <a:pt x="83881" y="22263"/>
                  </a:cubicBezTo>
                  <a:cubicBezTo>
                    <a:pt x="83777" y="22451"/>
                    <a:pt x="83693" y="22660"/>
                    <a:pt x="83588" y="22849"/>
                  </a:cubicBezTo>
                  <a:cubicBezTo>
                    <a:pt x="83526" y="22974"/>
                    <a:pt x="83484" y="23079"/>
                    <a:pt x="83400" y="23204"/>
                  </a:cubicBezTo>
                  <a:cubicBezTo>
                    <a:pt x="83275" y="23497"/>
                    <a:pt x="83107" y="23811"/>
                    <a:pt x="82982" y="24125"/>
                  </a:cubicBezTo>
                  <a:cubicBezTo>
                    <a:pt x="82961" y="24167"/>
                    <a:pt x="82940" y="24230"/>
                    <a:pt x="82940" y="24251"/>
                  </a:cubicBezTo>
                  <a:cubicBezTo>
                    <a:pt x="81831" y="26678"/>
                    <a:pt x="80889" y="29168"/>
                    <a:pt x="79529" y="31490"/>
                  </a:cubicBezTo>
                  <a:cubicBezTo>
                    <a:pt x="77521" y="34922"/>
                    <a:pt x="75010" y="37872"/>
                    <a:pt x="72290" y="40759"/>
                  </a:cubicBezTo>
                  <a:lnTo>
                    <a:pt x="72290" y="40780"/>
                  </a:lnTo>
                  <a:lnTo>
                    <a:pt x="72269" y="40801"/>
                  </a:lnTo>
                  <a:cubicBezTo>
                    <a:pt x="72050" y="41105"/>
                    <a:pt x="72320" y="41558"/>
                    <a:pt x="72630" y="41558"/>
                  </a:cubicBezTo>
                  <a:cubicBezTo>
                    <a:pt x="72705" y="41558"/>
                    <a:pt x="72782" y="41532"/>
                    <a:pt x="72855" y="41471"/>
                  </a:cubicBezTo>
                  <a:cubicBezTo>
                    <a:pt x="74257" y="40383"/>
                    <a:pt x="75637" y="39169"/>
                    <a:pt x="76914" y="37746"/>
                  </a:cubicBezTo>
                  <a:cubicBezTo>
                    <a:pt x="76914" y="37746"/>
                    <a:pt x="76914" y="37725"/>
                    <a:pt x="76935" y="37725"/>
                  </a:cubicBezTo>
                  <a:cubicBezTo>
                    <a:pt x="80785" y="33583"/>
                    <a:pt x="83840" y="28205"/>
                    <a:pt x="84216" y="22807"/>
                  </a:cubicBezTo>
                  <a:lnTo>
                    <a:pt x="84216" y="22744"/>
                  </a:lnTo>
                  <a:cubicBezTo>
                    <a:pt x="84216" y="22598"/>
                    <a:pt x="84237" y="22493"/>
                    <a:pt x="84237" y="22367"/>
                  </a:cubicBezTo>
                  <a:cubicBezTo>
                    <a:pt x="85785" y="22744"/>
                    <a:pt x="87355" y="23163"/>
                    <a:pt x="88903" y="23581"/>
                  </a:cubicBezTo>
                  <a:cubicBezTo>
                    <a:pt x="88254" y="24230"/>
                    <a:pt x="87689" y="24941"/>
                    <a:pt x="87166" y="25673"/>
                  </a:cubicBezTo>
                  <a:lnTo>
                    <a:pt x="87145" y="25694"/>
                  </a:lnTo>
                  <a:cubicBezTo>
                    <a:pt x="87062" y="25820"/>
                    <a:pt x="86957" y="25924"/>
                    <a:pt x="86894" y="26050"/>
                  </a:cubicBezTo>
                  <a:cubicBezTo>
                    <a:pt x="86853" y="26113"/>
                    <a:pt x="86832" y="26155"/>
                    <a:pt x="86790" y="26196"/>
                  </a:cubicBezTo>
                  <a:cubicBezTo>
                    <a:pt x="86727" y="26301"/>
                    <a:pt x="86643" y="26364"/>
                    <a:pt x="86601" y="26468"/>
                  </a:cubicBezTo>
                  <a:cubicBezTo>
                    <a:pt x="86539" y="26552"/>
                    <a:pt x="86518" y="26615"/>
                    <a:pt x="86476" y="26678"/>
                  </a:cubicBezTo>
                  <a:cubicBezTo>
                    <a:pt x="86434" y="26740"/>
                    <a:pt x="86413" y="26761"/>
                    <a:pt x="86392" y="26824"/>
                  </a:cubicBezTo>
                  <a:cubicBezTo>
                    <a:pt x="85555" y="28101"/>
                    <a:pt x="84802" y="29398"/>
                    <a:pt x="83944" y="30716"/>
                  </a:cubicBezTo>
                  <a:cubicBezTo>
                    <a:pt x="83254" y="31804"/>
                    <a:pt x="82521" y="32913"/>
                    <a:pt x="81747" y="33980"/>
                  </a:cubicBezTo>
                  <a:cubicBezTo>
                    <a:pt x="81287" y="34671"/>
                    <a:pt x="80806" y="35340"/>
                    <a:pt x="80345" y="35989"/>
                  </a:cubicBezTo>
                  <a:cubicBezTo>
                    <a:pt x="79529" y="37098"/>
                    <a:pt x="78713" y="38186"/>
                    <a:pt x="77876" y="39295"/>
                  </a:cubicBezTo>
                  <a:cubicBezTo>
                    <a:pt x="77834" y="39378"/>
                    <a:pt x="77772" y="39420"/>
                    <a:pt x="77730" y="39504"/>
                  </a:cubicBezTo>
                  <a:cubicBezTo>
                    <a:pt x="77426" y="39909"/>
                    <a:pt x="77735" y="40546"/>
                    <a:pt x="78163" y="40546"/>
                  </a:cubicBezTo>
                  <a:cubicBezTo>
                    <a:pt x="78265" y="40546"/>
                    <a:pt x="78374" y="40509"/>
                    <a:pt x="78483" y="40425"/>
                  </a:cubicBezTo>
                  <a:cubicBezTo>
                    <a:pt x="79885" y="39399"/>
                    <a:pt x="81308" y="38165"/>
                    <a:pt x="82647" y="36826"/>
                  </a:cubicBezTo>
                  <a:cubicBezTo>
                    <a:pt x="86225" y="33206"/>
                    <a:pt x="89175" y="28603"/>
                    <a:pt x="89154" y="23644"/>
                  </a:cubicBezTo>
                  <a:lnTo>
                    <a:pt x="89154" y="23623"/>
                  </a:lnTo>
                  <a:cubicBezTo>
                    <a:pt x="93632" y="24899"/>
                    <a:pt x="98068" y="26448"/>
                    <a:pt x="102420" y="28310"/>
                  </a:cubicBezTo>
                  <a:cubicBezTo>
                    <a:pt x="102545" y="28101"/>
                    <a:pt x="102629" y="27870"/>
                    <a:pt x="102503" y="27808"/>
                  </a:cubicBezTo>
                  <a:cubicBezTo>
                    <a:pt x="97837" y="25778"/>
                    <a:pt x="93025" y="24041"/>
                    <a:pt x="88171" y="22660"/>
                  </a:cubicBezTo>
                  <a:cubicBezTo>
                    <a:pt x="88254" y="22639"/>
                    <a:pt x="88317" y="22598"/>
                    <a:pt x="88380" y="22535"/>
                  </a:cubicBezTo>
                  <a:cubicBezTo>
                    <a:pt x="88401" y="22493"/>
                    <a:pt x="88401" y="22472"/>
                    <a:pt x="88401" y="22451"/>
                  </a:cubicBezTo>
                  <a:cubicBezTo>
                    <a:pt x="88464" y="22137"/>
                    <a:pt x="88485" y="21823"/>
                    <a:pt x="88526" y="21489"/>
                  </a:cubicBezTo>
                  <a:lnTo>
                    <a:pt x="88526" y="21426"/>
                  </a:lnTo>
                  <a:cubicBezTo>
                    <a:pt x="88568" y="21133"/>
                    <a:pt x="88589" y="20819"/>
                    <a:pt x="88589" y="20547"/>
                  </a:cubicBezTo>
                  <a:lnTo>
                    <a:pt x="88589" y="20359"/>
                  </a:lnTo>
                  <a:lnTo>
                    <a:pt x="88589" y="19626"/>
                  </a:lnTo>
                  <a:lnTo>
                    <a:pt x="88589" y="19187"/>
                  </a:lnTo>
                  <a:cubicBezTo>
                    <a:pt x="88589" y="19041"/>
                    <a:pt x="88589" y="18936"/>
                    <a:pt x="88568" y="18810"/>
                  </a:cubicBezTo>
                  <a:cubicBezTo>
                    <a:pt x="88359" y="14730"/>
                    <a:pt x="86790" y="10755"/>
                    <a:pt x="84174" y="7595"/>
                  </a:cubicBezTo>
                  <a:cubicBezTo>
                    <a:pt x="83881" y="7219"/>
                    <a:pt x="83588" y="6884"/>
                    <a:pt x="83254" y="6570"/>
                  </a:cubicBezTo>
                  <a:lnTo>
                    <a:pt x="83065" y="6382"/>
                  </a:lnTo>
                  <a:cubicBezTo>
                    <a:pt x="83024" y="6340"/>
                    <a:pt x="82940" y="6277"/>
                    <a:pt x="82856" y="6256"/>
                  </a:cubicBezTo>
                  <a:cubicBezTo>
                    <a:pt x="82782" y="6226"/>
                    <a:pt x="82702" y="6211"/>
                    <a:pt x="82621" y="6211"/>
                  </a:cubicBezTo>
                  <a:cubicBezTo>
                    <a:pt x="82315" y="6211"/>
                    <a:pt x="81993" y="6414"/>
                    <a:pt x="81894" y="6696"/>
                  </a:cubicBezTo>
                  <a:cubicBezTo>
                    <a:pt x="81873" y="6696"/>
                    <a:pt x="81894" y="6696"/>
                    <a:pt x="81894" y="6738"/>
                  </a:cubicBezTo>
                  <a:cubicBezTo>
                    <a:pt x="81831" y="6842"/>
                    <a:pt x="81831" y="6989"/>
                    <a:pt x="81873" y="7114"/>
                  </a:cubicBezTo>
                  <a:cubicBezTo>
                    <a:pt x="82124" y="7909"/>
                    <a:pt x="82396" y="8725"/>
                    <a:pt x="82668" y="9499"/>
                  </a:cubicBezTo>
                  <a:lnTo>
                    <a:pt x="82668" y="9520"/>
                  </a:lnTo>
                  <a:cubicBezTo>
                    <a:pt x="84195" y="13914"/>
                    <a:pt x="85911" y="18350"/>
                    <a:pt x="87857" y="22535"/>
                  </a:cubicBezTo>
                  <a:cubicBezTo>
                    <a:pt x="87857" y="22550"/>
                    <a:pt x="87867" y="22564"/>
                    <a:pt x="87881" y="22572"/>
                  </a:cubicBezTo>
                  <a:lnTo>
                    <a:pt x="87881" y="22572"/>
                  </a:lnTo>
                  <a:cubicBezTo>
                    <a:pt x="86673" y="22239"/>
                    <a:pt x="85445" y="21926"/>
                    <a:pt x="84216" y="21614"/>
                  </a:cubicBezTo>
                  <a:cubicBezTo>
                    <a:pt x="84205" y="21580"/>
                    <a:pt x="84180" y="21564"/>
                    <a:pt x="84154" y="21564"/>
                  </a:cubicBezTo>
                  <a:cubicBezTo>
                    <a:pt x="84132" y="21564"/>
                    <a:pt x="84109" y="21574"/>
                    <a:pt x="84091" y="21593"/>
                  </a:cubicBezTo>
                  <a:cubicBezTo>
                    <a:pt x="83693" y="21489"/>
                    <a:pt x="83337" y="21405"/>
                    <a:pt x="82940" y="21300"/>
                  </a:cubicBezTo>
                  <a:cubicBezTo>
                    <a:pt x="82961" y="21279"/>
                    <a:pt x="82982" y="21238"/>
                    <a:pt x="82982" y="21196"/>
                  </a:cubicBezTo>
                  <a:cubicBezTo>
                    <a:pt x="83086" y="20568"/>
                    <a:pt x="83149" y="19961"/>
                    <a:pt x="83170" y="19334"/>
                  </a:cubicBezTo>
                  <a:lnTo>
                    <a:pt x="83170" y="19208"/>
                  </a:lnTo>
                  <a:lnTo>
                    <a:pt x="83170" y="18727"/>
                  </a:lnTo>
                  <a:lnTo>
                    <a:pt x="83170" y="18497"/>
                  </a:lnTo>
                  <a:lnTo>
                    <a:pt x="83170" y="18141"/>
                  </a:lnTo>
                  <a:cubicBezTo>
                    <a:pt x="83170" y="17994"/>
                    <a:pt x="83170" y="17890"/>
                    <a:pt x="83149" y="17764"/>
                  </a:cubicBezTo>
                  <a:cubicBezTo>
                    <a:pt x="83149" y="17681"/>
                    <a:pt x="83149" y="17576"/>
                    <a:pt x="83128" y="17513"/>
                  </a:cubicBezTo>
                  <a:cubicBezTo>
                    <a:pt x="83128" y="17346"/>
                    <a:pt x="83086" y="17157"/>
                    <a:pt x="83065" y="17011"/>
                  </a:cubicBezTo>
                  <a:lnTo>
                    <a:pt x="83065" y="16885"/>
                  </a:lnTo>
                  <a:cubicBezTo>
                    <a:pt x="82438" y="11550"/>
                    <a:pt x="79215" y="6758"/>
                    <a:pt x="74549" y="4059"/>
                  </a:cubicBezTo>
                  <a:cubicBezTo>
                    <a:pt x="74131" y="3829"/>
                    <a:pt x="73713" y="3620"/>
                    <a:pt x="73252" y="3411"/>
                  </a:cubicBezTo>
                  <a:cubicBezTo>
                    <a:pt x="73148" y="3348"/>
                    <a:pt x="73085" y="3306"/>
                    <a:pt x="72980" y="3285"/>
                  </a:cubicBezTo>
                  <a:cubicBezTo>
                    <a:pt x="72311" y="2992"/>
                    <a:pt x="71641" y="2720"/>
                    <a:pt x="70930" y="2511"/>
                  </a:cubicBezTo>
                  <a:cubicBezTo>
                    <a:pt x="70873" y="2496"/>
                    <a:pt x="70818" y="2489"/>
                    <a:pt x="70763" y="2489"/>
                  </a:cubicBezTo>
                  <a:cubicBezTo>
                    <a:pt x="70292" y="2489"/>
                    <a:pt x="69915" y="3021"/>
                    <a:pt x="70009" y="3453"/>
                  </a:cubicBezTo>
                  <a:cubicBezTo>
                    <a:pt x="68482" y="2239"/>
                    <a:pt x="66829" y="1130"/>
                    <a:pt x="65134" y="105"/>
                  </a:cubicBezTo>
                  <a:cubicBezTo>
                    <a:pt x="65008" y="32"/>
                    <a:pt x="64882" y="0"/>
                    <a:pt x="647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" name="Google Shape;211;p15"/>
            <p:cNvSpPr/>
            <p:nvPr/>
          </p:nvSpPr>
          <p:spPr>
            <a:xfrm>
              <a:off x="19388400" y="28623625"/>
              <a:ext cx="714775" cy="158125"/>
            </a:xfrm>
            <a:custGeom>
              <a:avLst/>
              <a:gdLst/>
              <a:ahLst/>
              <a:cxnLst/>
              <a:rect l="l" t="t" r="r" b="b"/>
              <a:pathLst>
                <a:path w="28591" h="6325" extrusionOk="0">
                  <a:moveTo>
                    <a:pt x="9416" y="0"/>
                  </a:moveTo>
                  <a:cubicBezTo>
                    <a:pt x="6592" y="0"/>
                    <a:pt x="3725" y="272"/>
                    <a:pt x="942" y="711"/>
                  </a:cubicBezTo>
                  <a:cubicBezTo>
                    <a:pt x="1" y="837"/>
                    <a:pt x="1" y="2176"/>
                    <a:pt x="1026" y="2218"/>
                  </a:cubicBezTo>
                  <a:cubicBezTo>
                    <a:pt x="1193" y="2218"/>
                    <a:pt x="1361" y="2260"/>
                    <a:pt x="1549" y="2281"/>
                  </a:cubicBezTo>
                  <a:lnTo>
                    <a:pt x="1675" y="2281"/>
                  </a:lnTo>
                  <a:cubicBezTo>
                    <a:pt x="5336" y="2490"/>
                    <a:pt x="8998" y="3055"/>
                    <a:pt x="12618" y="3683"/>
                  </a:cubicBezTo>
                  <a:lnTo>
                    <a:pt x="12513" y="3683"/>
                  </a:lnTo>
                  <a:cubicBezTo>
                    <a:pt x="16070" y="4310"/>
                    <a:pt x="19606" y="5022"/>
                    <a:pt x="23163" y="5587"/>
                  </a:cubicBezTo>
                  <a:lnTo>
                    <a:pt x="23644" y="5670"/>
                  </a:lnTo>
                  <a:cubicBezTo>
                    <a:pt x="24000" y="5733"/>
                    <a:pt x="24335" y="5775"/>
                    <a:pt x="24711" y="5838"/>
                  </a:cubicBezTo>
                  <a:cubicBezTo>
                    <a:pt x="25130" y="5880"/>
                    <a:pt x="25548" y="5963"/>
                    <a:pt x="25967" y="6026"/>
                  </a:cubicBezTo>
                  <a:cubicBezTo>
                    <a:pt x="26113" y="6047"/>
                    <a:pt x="26302" y="6068"/>
                    <a:pt x="26469" y="6089"/>
                  </a:cubicBezTo>
                  <a:lnTo>
                    <a:pt x="28352" y="6319"/>
                  </a:lnTo>
                  <a:cubicBezTo>
                    <a:pt x="28364" y="6323"/>
                    <a:pt x="28377" y="6325"/>
                    <a:pt x="28389" y="6325"/>
                  </a:cubicBezTo>
                  <a:cubicBezTo>
                    <a:pt x="28500" y="6325"/>
                    <a:pt x="28591" y="6162"/>
                    <a:pt x="28478" y="6068"/>
                  </a:cubicBezTo>
                  <a:cubicBezTo>
                    <a:pt x="23142" y="1716"/>
                    <a:pt x="16760" y="105"/>
                    <a:pt x="102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12" name="Google Shape;212;p15"/>
          <p:cNvGrpSpPr/>
          <p:nvPr/>
        </p:nvGrpSpPr>
        <p:grpSpPr>
          <a:xfrm rot="900096" flipH="1">
            <a:off x="-1125254" y="2457923"/>
            <a:ext cx="2698753" cy="1365563"/>
            <a:chOff x="19279125" y="28273675"/>
            <a:chExt cx="2565725" cy="1298250"/>
          </a:xfrm>
        </p:grpSpPr>
        <p:sp>
          <p:nvSpPr>
            <p:cNvPr id="213" name="Google Shape;213;p15"/>
            <p:cNvSpPr/>
            <p:nvPr/>
          </p:nvSpPr>
          <p:spPr>
            <a:xfrm>
              <a:off x="19715375" y="28798125"/>
              <a:ext cx="506850" cy="665075"/>
            </a:xfrm>
            <a:custGeom>
              <a:avLst/>
              <a:gdLst/>
              <a:ahLst/>
              <a:cxnLst/>
              <a:rect l="l" t="t" r="r" b="b"/>
              <a:pathLst>
                <a:path w="20274" h="26603" extrusionOk="0">
                  <a:moveTo>
                    <a:pt x="20102" y="0"/>
                  </a:moveTo>
                  <a:cubicBezTo>
                    <a:pt x="20089" y="0"/>
                    <a:pt x="20076" y="3"/>
                    <a:pt x="20065" y="8"/>
                  </a:cubicBezTo>
                  <a:cubicBezTo>
                    <a:pt x="20002" y="8"/>
                    <a:pt x="19981" y="29"/>
                    <a:pt x="19918" y="50"/>
                  </a:cubicBezTo>
                  <a:cubicBezTo>
                    <a:pt x="18014" y="1975"/>
                    <a:pt x="16194" y="4026"/>
                    <a:pt x="14415" y="6181"/>
                  </a:cubicBezTo>
                  <a:cubicBezTo>
                    <a:pt x="14060" y="6537"/>
                    <a:pt x="13746" y="6934"/>
                    <a:pt x="13474" y="7332"/>
                  </a:cubicBezTo>
                  <a:cubicBezTo>
                    <a:pt x="13264" y="7583"/>
                    <a:pt x="13055" y="7876"/>
                    <a:pt x="12846" y="8148"/>
                  </a:cubicBezTo>
                  <a:lnTo>
                    <a:pt x="12804" y="8169"/>
                  </a:lnTo>
                  <a:cubicBezTo>
                    <a:pt x="9561" y="12270"/>
                    <a:pt x="6506" y="16643"/>
                    <a:pt x="3577" y="20911"/>
                  </a:cubicBezTo>
                  <a:cubicBezTo>
                    <a:pt x="3577" y="20911"/>
                    <a:pt x="3577" y="20932"/>
                    <a:pt x="3556" y="20932"/>
                  </a:cubicBezTo>
                  <a:cubicBezTo>
                    <a:pt x="3556" y="20953"/>
                    <a:pt x="3535" y="20953"/>
                    <a:pt x="3535" y="20974"/>
                  </a:cubicBezTo>
                  <a:cubicBezTo>
                    <a:pt x="2447" y="22522"/>
                    <a:pt x="1401" y="24050"/>
                    <a:pt x="355" y="25535"/>
                  </a:cubicBezTo>
                  <a:cubicBezTo>
                    <a:pt x="0" y="26042"/>
                    <a:pt x="531" y="26603"/>
                    <a:pt x="1046" y="26603"/>
                  </a:cubicBezTo>
                  <a:cubicBezTo>
                    <a:pt x="1169" y="26603"/>
                    <a:pt x="1292" y="26571"/>
                    <a:pt x="1401" y="26498"/>
                  </a:cubicBezTo>
                  <a:cubicBezTo>
                    <a:pt x="1987" y="26142"/>
                    <a:pt x="2593" y="25745"/>
                    <a:pt x="3137" y="25347"/>
                  </a:cubicBezTo>
                  <a:cubicBezTo>
                    <a:pt x="3158" y="25347"/>
                    <a:pt x="3158" y="25326"/>
                    <a:pt x="3158" y="25326"/>
                  </a:cubicBezTo>
                  <a:cubicBezTo>
                    <a:pt x="11423" y="19593"/>
                    <a:pt x="18746" y="10177"/>
                    <a:pt x="20274" y="239"/>
                  </a:cubicBezTo>
                  <a:cubicBezTo>
                    <a:pt x="20274" y="155"/>
                    <a:pt x="20232" y="113"/>
                    <a:pt x="20211" y="50"/>
                  </a:cubicBezTo>
                  <a:cubicBezTo>
                    <a:pt x="20180" y="20"/>
                    <a:pt x="20139" y="0"/>
                    <a:pt x="201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" name="Google Shape;214;p15"/>
            <p:cNvSpPr/>
            <p:nvPr/>
          </p:nvSpPr>
          <p:spPr>
            <a:xfrm>
              <a:off x="20308800" y="28749150"/>
              <a:ext cx="511325" cy="822775"/>
            </a:xfrm>
            <a:custGeom>
              <a:avLst/>
              <a:gdLst/>
              <a:ahLst/>
              <a:cxnLst/>
              <a:rect l="l" t="t" r="r" b="b"/>
              <a:pathLst>
                <a:path w="20453" h="32911" extrusionOk="0">
                  <a:moveTo>
                    <a:pt x="20227" y="1"/>
                  </a:moveTo>
                  <a:cubicBezTo>
                    <a:pt x="20190" y="1"/>
                    <a:pt x="20153" y="8"/>
                    <a:pt x="20118" y="22"/>
                  </a:cubicBezTo>
                  <a:cubicBezTo>
                    <a:pt x="20097" y="22"/>
                    <a:pt x="20097" y="63"/>
                    <a:pt x="20076" y="84"/>
                  </a:cubicBezTo>
                  <a:cubicBezTo>
                    <a:pt x="19804" y="335"/>
                    <a:pt x="19574" y="607"/>
                    <a:pt x="19302" y="900"/>
                  </a:cubicBezTo>
                  <a:cubicBezTo>
                    <a:pt x="19302" y="900"/>
                    <a:pt x="19302" y="921"/>
                    <a:pt x="19281" y="921"/>
                  </a:cubicBezTo>
                  <a:cubicBezTo>
                    <a:pt x="19051" y="1172"/>
                    <a:pt x="18841" y="1444"/>
                    <a:pt x="18632" y="1695"/>
                  </a:cubicBezTo>
                  <a:cubicBezTo>
                    <a:pt x="18569" y="1758"/>
                    <a:pt x="18528" y="1842"/>
                    <a:pt x="18465" y="1884"/>
                  </a:cubicBezTo>
                  <a:cubicBezTo>
                    <a:pt x="18318" y="2093"/>
                    <a:pt x="18130" y="2302"/>
                    <a:pt x="17984" y="2512"/>
                  </a:cubicBezTo>
                  <a:cubicBezTo>
                    <a:pt x="17921" y="2595"/>
                    <a:pt x="17837" y="2679"/>
                    <a:pt x="17795" y="2784"/>
                  </a:cubicBezTo>
                  <a:cubicBezTo>
                    <a:pt x="17628" y="2993"/>
                    <a:pt x="17502" y="3160"/>
                    <a:pt x="17356" y="3369"/>
                  </a:cubicBezTo>
                  <a:cubicBezTo>
                    <a:pt x="17293" y="3453"/>
                    <a:pt x="17209" y="3558"/>
                    <a:pt x="17168" y="3641"/>
                  </a:cubicBezTo>
                  <a:cubicBezTo>
                    <a:pt x="17000" y="3851"/>
                    <a:pt x="16875" y="4060"/>
                    <a:pt x="16749" y="4269"/>
                  </a:cubicBezTo>
                  <a:cubicBezTo>
                    <a:pt x="16686" y="4353"/>
                    <a:pt x="16644" y="4436"/>
                    <a:pt x="16561" y="4520"/>
                  </a:cubicBezTo>
                  <a:lnTo>
                    <a:pt x="16100" y="5232"/>
                  </a:lnTo>
                  <a:cubicBezTo>
                    <a:pt x="16059" y="5273"/>
                    <a:pt x="16017" y="5336"/>
                    <a:pt x="15996" y="5420"/>
                  </a:cubicBezTo>
                  <a:cubicBezTo>
                    <a:pt x="15598" y="6006"/>
                    <a:pt x="15222" y="6633"/>
                    <a:pt x="14866" y="7282"/>
                  </a:cubicBezTo>
                  <a:cubicBezTo>
                    <a:pt x="14803" y="7345"/>
                    <a:pt x="14782" y="7429"/>
                    <a:pt x="14740" y="7512"/>
                  </a:cubicBezTo>
                  <a:cubicBezTo>
                    <a:pt x="14594" y="7742"/>
                    <a:pt x="14468" y="7973"/>
                    <a:pt x="14322" y="8203"/>
                  </a:cubicBezTo>
                  <a:cubicBezTo>
                    <a:pt x="14259" y="8286"/>
                    <a:pt x="14217" y="8391"/>
                    <a:pt x="14155" y="8475"/>
                  </a:cubicBezTo>
                  <a:lnTo>
                    <a:pt x="13757" y="9186"/>
                  </a:lnTo>
                  <a:cubicBezTo>
                    <a:pt x="13715" y="9249"/>
                    <a:pt x="13652" y="9333"/>
                    <a:pt x="13631" y="9416"/>
                  </a:cubicBezTo>
                  <a:cubicBezTo>
                    <a:pt x="13485" y="9709"/>
                    <a:pt x="13318" y="9960"/>
                    <a:pt x="13171" y="10253"/>
                  </a:cubicBezTo>
                  <a:cubicBezTo>
                    <a:pt x="12962" y="10609"/>
                    <a:pt x="12753" y="10986"/>
                    <a:pt x="12564" y="11341"/>
                  </a:cubicBezTo>
                  <a:cubicBezTo>
                    <a:pt x="12502" y="11488"/>
                    <a:pt x="12439" y="11592"/>
                    <a:pt x="12376" y="11718"/>
                  </a:cubicBezTo>
                  <a:lnTo>
                    <a:pt x="12062" y="12262"/>
                  </a:lnTo>
                  <a:cubicBezTo>
                    <a:pt x="11539" y="13224"/>
                    <a:pt x="10995" y="14166"/>
                    <a:pt x="10409" y="15108"/>
                  </a:cubicBezTo>
                  <a:cubicBezTo>
                    <a:pt x="8568" y="18183"/>
                    <a:pt x="6622" y="21217"/>
                    <a:pt x="4718" y="24251"/>
                  </a:cubicBezTo>
                  <a:lnTo>
                    <a:pt x="4718" y="24272"/>
                  </a:lnTo>
                  <a:lnTo>
                    <a:pt x="4718" y="24293"/>
                  </a:lnTo>
                  <a:lnTo>
                    <a:pt x="4718" y="24314"/>
                  </a:lnTo>
                  <a:lnTo>
                    <a:pt x="4718" y="24356"/>
                  </a:lnTo>
                  <a:lnTo>
                    <a:pt x="4718" y="24377"/>
                  </a:lnTo>
                  <a:cubicBezTo>
                    <a:pt x="3693" y="26030"/>
                    <a:pt x="2668" y="27641"/>
                    <a:pt x="1684" y="29315"/>
                  </a:cubicBezTo>
                  <a:lnTo>
                    <a:pt x="1684" y="29336"/>
                  </a:lnTo>
                  <a:lnTo>
                    <a:pt x="1684" y="29377"/>
                  </a:lnTo>
                  <a:lnTo>
                    <a:pt x="1684" y="29398"/>
                  </a:lnTo>
                  <a:lnTo>
                    <a:pt x="1684" y="29419"/>
                  </a:lnTo>
                  <a:lnTo>
                    <a:pt x="1684" y="29461"/>
                  </a:lnTo>
                  <a:cubicBezTo>
                    <a:pt x="1621" y="29503"/>
                    <a:pt x="1600" y="29587"/>
                    <a:pt x="1559" y="29670"/>
                  </a:cubicBezTo>
                  <a:lnTo>
                    <a:pt x="1559" y="29691"/>
                  </a:lnTo>
                  <a:cubicBezTo>
                    <a:pt x="1140" y="30361"/>
                    <a:pt x="743" y="31072"/>
                    <a:pt x="345" y="31763"/>
                  </a:cubicBezTo>
                  <a:cubicBezTo>
                    <a:pt x="1" y="32365"/>
                    <a:pt x="520" y="32911"/>
                    <a:pt x="1088" y="32911"/>
                  </a:cubicBezTo>
                  <a:cubicBezTo>
                    <a:pt x="1210" y="32911"/>
                    <a:pt x="1335" y="32886"/>
                    <a:pt x="1454" y="32830"/>
                  </a:cubicBezTo>
                  <a:cubicBezTo>
                    <a:pt x="1517" y="32809"/>
                    <a:pt x="1600" y="32746"/>
                    <a:pt x="1684" y="32662"/>
                  </a:cubicBezTo>
                  <a:cubicBezTo>
                    <a:pt x="6476" y="28038"/>
                    <a:pt x="10388" y="22556"/>
                    <a:pt x="13757" y="16844"/>
                  </a:cubicBezTo>
                  <a:cubicBezTo>
                    <a:pt x="16247" y="12408"/>
                    <a:pt x="19051" y="7721"/>
                    <a:pt x="20097" y="2700"/>
                  </a:cubicBezTo>
                  <a:cubicBezTo>
                    <a:pt x="20097" y="2658"/>
                    <a:pt x="20118" y="2616"/>
                    <a:pt x="20118" y="2595"/>
                  </a:cubicBezTo>
                  <a:cubicBezTo>
                    <a:pt x="20160" y="2365"/>
                    <a:pt x="20222" y="2093"/>
                    <a:pt x="20243" y="1863"/>
                  </a:cubicBezTo>
                  <a:cubicBezTo>
                    <a:pt x="20243" y="1800"/>
                    <a:pt x="20264" y="1779"/>
                    <a:pt x="20264" y="1737"/>
                  </a:cubicBezTo>
                  <a:lnTo>
                    <a:pt x="20348" y="1172"/>
                  </a:lnTo>
                  <a:cubicBezTo>
                    <a:pt x="20390" y="1068"/>
                    <a:pt x="20390" y="1005"/>
                    <a:pt x="20390" y="879"/>
                  </a:cubicBezTo>
                  <a:cubicBezTo>
                    <a:pt x="20411" y="733"/>
                    <a:pt x="20411" y="607"/>
                    <a:pt x="20432" y="440"/>
                  </a:cubicBezTo>
                  <a:cubicBezTo>
                    <a:pt x="20432" y="356"/>
                    <a:pt x="20453" y="294"/>
                    <a:pt x="20453" y="210"/>
                  </a:cubicBezTo>
                  <a:lnTo>
                    <a:pt x="20453" y="126"/>
                  </a:lnTo>
                  <a:cubicBezTo>
                    <a:pt x="20453" y="105"/>
                    <a:pt x="20432" y="105"/>
                    <a:pt x="20432" y="84"/>
                  </a:cubicBezTo>
                  <a:cubicBezTo>
                    <a:pt x="20376" y="29"/>
                    <a:pt x="20301" y="1"/>
                    <a:pt x="202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" name="Google Shape;215;p15"/>
            <p:cNvSpPr/>
            <p:nvPr/>
          </p:nvSpPr>
          <p:spPr>
            <a:xfrm>
              <a:off x="20182700" y="28375125"/>
              <a:ext cx="603425" cy="350075"/>
            </a:xfrm>
            <a:custGeom>
              <a:avLst/>
              <a:gdLst/>
              <a:ahLst/>
              <a:cxnLst/>
              <a:rect l="l" t="t" r="r" b="b"/>
              <a:pathLst>
                <a:path w="24137" h="14003" extrusionOk="0">
                  <a:moveTo>
                    <a:pt x="808" y="1"/>
                  </a:moveTo>
                  <a:cubicBezTo>
                    <a:pt x="364" y="1"/>
                    <a:pt x="1" y="496"/>
                    <a:pt x="137" y="922"/>
                  </a:cubicBezTo>
                  <a:cubicBezTo>
                    <a:pt x="179" y="1027"/>
                    <a:pt x="263" y="1131"/>
                    <a:pt x="367" y="1215"/>
                  </a:cubicBezTo>
                  <a:cubicBezTo>
                    <a:pt x="6623" y="6404"/>
                    <a:pt x="13131" y="11070"/>
                    <a:pt x="20935" y="13288"/>
                  </a:cubicBezTo>
                  <a:cubicBezTo>
                    <a:pt x="20977" y="13309"/>
                    <a:pt x="21040" y="13309"/>
                    <a:pt x="21103" y="13351"/>
                  </a:cubicBezTo>
                  <a:cubicBezTo>
                    <a:pt x="21500" y="13434"/>
                    <a:pt x="21919" y="13560"/>
                    <a:pt x="22316" y="13643"/>
                  </a:cubicBezTo>
                  <a:cubicBezTo>
                    <a:pt x="22421" y="13685"/>
                    <a:pt x="22484" y="13706"/>
                    <a:pt x="22588" y="13727"/>
                  </a:cubicBezTo>
                  <a:cubicBezTo>
                    <a:pt x="22965" y="13811"/>
                    <a:pt x="23362" y="13895"/>
                    <a:pt x="23718" y="13957"/>
                  </a:cubicBezTo>
                  <a:cubicBezTo>
                    <a:pt x="23781" y="13957"/>
                    <a:pt x="23802" y="13999"/>
                    <a:pt x="23823" y="13999"/>
                  </a:cubicBezTo>
                  <a:cubicBezTo>
                    <a:pt x="23838" y="14001"/>
                    <a:pt x="23852" y="14002"/>
                    <a:pt x="23867" y="14002"/>
                  </a:cubicBezTo>
                  <a:cubicBezTo>
                    <a:pt x="23990" y="14002"/>
                    <a:pt x="24078" y="13923"/>
                    <a:pt x="24116" y="13811"/>
                  </a:cubicBezTo>
                  <a:cubicBezTo>
                    <a:pt x="24137" y="13769"/>
                    <a:pt x="24137" y="13727"/>
                    <a:pt x="24116" y="13685"/>
                  </a:cubicBezTo>
                  <a:cubicBezTo>
                    <a:pt x="24116" y="13643"/>
                    <a:pt x="24095" y="13602"/>
                    <a:pt x="24032" y="13581"/>
                  </a:cubicBezTo>
                  <a:cubicBezTo>
                    <a:pt x="23676" y="13309"/>
                    <a:pt x="23341" y="13037"/>
                    <a:pt x="22965" y="12765"/>
                  </a:cubicBezTo>
                  <a:cubicBezTo>
                    <a:pt x="22923" y="12744"/>
                    <a:pt x="22860" y="12681"/>
                    <a:pt x="22818" y="12660"/>
                  </a:cubicBezTo>
                  <a:cubicBezTo>
                    <a:pt x="22525" y="12451"/>
                    <a:pt x="22212" y="12221"/>
                    <a:pt x="21919" y="12011"/>
                  </a:cubicBezTo>
                  <a:lnTo>
                    <a:pt x="21688" y="11844"/>
                  </a:lnTo>
                  <a:cubicBezTo>
                    <a:pt x="21333" y="11614"/>
                    <a:pt x="21019" y="11384"/>
                    <a:pt x="20684" y="11175"/>
                  </a:cubicBezTo>
                  <a:lnTo>
                    <a:pt x="20663" y="11133"/>
                  </a:lnTo>
                  <a:cubicBezTo>
                    <a:pt x="16876" y="8580"/>
                    <a:pt x="12859" y="6404"/>
                    <a:pt x="8841" y="4228"/>
                  </a:cubicBezTo>
                  <a:cubicBezTo>
                    <a:pt x="8841" y="4228"/>
                    <a:pt x="8820" y="4228"/>
                    <a:pt x="8820" y="4207"/>
                  </a:cubicBezTo>
                  <a:lnTo>
                    <a:pt x="8800" y="4207"/>
                  </a:lnTo>
                  <a:cubicBezTo>
                    <a:pt x="6226" y="2847"/>
                    <a:pt x="3673" y="1508"/>
                    <a:pt x="1121" y="85"/>
                  </a:cubicBezTo>
                  <a:cubicBezTo>
                    <a:pt x="1016" y="27"/>
                    <a:pt x="910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" name="Google Shape;216;p15"/>
            <p:cNvSpPr/>
            <p:nvPr/>
          </p:nvSpPr>
          <p:spPr>
            <a:xfrm>
              <a:off x="19914100" y="28430850"/>
              <a:ext cx="673250" cy="292175"/>
            </a:xfrm>
            <a:custGeom>
              <a:avLst/>
              <a:gdLst/>
              <a:ahLst/>
              <a:cxnLst/>
              <a:rect l="l" t="t" r="r" b="b"/>
              <a:pathLst>
                <a:path w="26930" h="11687" extrusionOk="0">
                  <a:moveTo>
                    <a:pt x="1364" y="1"/>
                  </a:moveTo>
                  <a:cubicBezTo>
                    <a:pt x="1157" y="1"/>
                    <a:pt x="953" y="11"/>
                    <a:pt x="754" y="32"/>
                  </a:cubicBezTo>
                  <a:cubicBezTo>
                    <a:pt x="210" y="53"/>
                    <a:pt x="1" y="492"/>
                    <a:pt x="106" y="911"/>
                  </a:cubicBezTo>
                  <a:cubicBezTo>
                    <a:pt x="210" y="1141"/>
                    <a:pt x="357" y="1392"/>
                    <a:pt x="650" y="1476"/>
                  </a:cubicBezTo>
                  <a:cubicBezTo>
                    <a:pt x="3683" y="2522"/>
                    <a:pt x="6696" y="3610"/>
                    <a:pt x="9647" y="4782"/>
                  </a:cubicBezTo>
                  <a:lnTo>
                    <a:pt x="9626" y="4782"/>
                  </a:lnTo>
                  <a:cubicBezTo>
                    <a:pt x="11802" y="5640"/>
                    <a:pt x="13936" y="6581"/>
                    <a:pt x="16091" y="7606"/>
                  </a:cubicBezTo>
                  <a:cubicBezTo>
                    <a:pt x="16970" y="8025"/>
                    <a:pt x="17807" y="8464"/>
                    <a:pt x="18644" y="8925"/>
                  </a:cubicBezTo>
                  <a:cubicBezTo>
                    <a:pt x="21238" y="10222"/>
                    <a:pt x="23770" y="11394"/>
                    <a:pt x="26783" y="11686"/>
                  </a:cubicBezTo>
                  <a:cubicBezTo>
                    <a:pt x="26825" y="11686"/>
                    <a:pt x="26867" y="11686"/>
                    <a:pt x="26888" y="11666"/>
                  </a:cubicBezTo>
                  <a:cubicBezTo>
                    <a:pt x="26909" y="11645"/>
                    <a:pt x="26930" y="11582"/>
                    <a:pt x="26930" y="11498"/>
                  </a:cubicBezTo>
                  <a:cubicBezTo>
                    <a:pt x="26930" y="11414"/>
                    <a:pt x="26888" y="11373"/>
                    <a:pt x="26804" y="11352"/>
                  </a:cubicBezTo>
                  <a:lnTo>
                    <a:pt x="26783" y="11352"/>
                  </a:lnTo>
                  <a:cubicBezTo>
                    <a:pt x="26553" y="11268"/>
                    <a:pt x="26344" y="11184"/>
                    <a:pt x="26093" y="11080"/>
                  </a:cubicBezTo>
                  <a:cubicBezTo>
                    <a:pt x="26051" y="11059"/>
                    <a:pt x="25988" y="11038"/>
                    <a:pt x="25946" y="11038"/>
                  </a:cubicBezTo>
                  <a:cubicBezTo>
                    <a:pt x="25737" y="10954"/>
                    <a:pt x="25528" y="10850"/>
                    <a:pt x="25318" y="10745"/>
                  </a:cubicBezTo>
                  <a:cubicBezTo>
                    <a:pt x="25256" y="10724"/>
                    <a:pt x="25214" y="10682"/>
                    <a:pt x="25130" y="10661"/>
                  </a:cubicBezTo>
                  <a:cubicBezTo>
                    <a:pt x="24921" y="10557"/>
                    <a:pt x="24733" y="10452"/>
                    <a:pt x="24523" y="10347"/>
                  </a:cubicBezTo>
                  <a:lnTo>
                    <a:pt x="24377" y="10264"/>
                  </a:lnTo>
                  <a:cubicBezTo>
                    <a:pt x="24189" y="10159"/>
                    <a:pt x="24042" y="10054"/>
                    <a:pt x="23854" y="9950"/>
                  </a:cubicBezTo>
                  <a:cubicBezTo>
                    <a:pt x="23791" y="9929"/>
                    <a:pt x="23749" y="9908"/>
                    <a:pt x="23686" y="9845"/>
                  </a:cubicBezTo>
                  <a:cubicBezTo>
                    <a:pt x="23519" y="9762"/>
                    <a:pt x="23331" y="9615"/>
                    <a:pt x="23142" y="9510"/>
                  </a:cubicBezTo>
                  <a:cubicBezTo>
                    <a:pt x="23059" y="9469"/>
                    <a:pt x="23017" y="9427"/>
                    <a:pt x="22933" y="9385"/>
                  </a:cubicBezTo>
                  <a:cubicBezTo>
                    <a:pt x="22745" y="9280"/>
                    <a:pt x="22598" y="9155"/>
                    <a:pt x="22410" y="9029"/>
                  </a:cubicBezTo>
                  <a:cubicBezTo>
                    <a:pt x="22326" y="8966"/>
                    <a:pt x="22264" y="8925"/>
                    <a:pt x="22180" y="8841"/>
                  </a:cubicBezTo>
                  <a:cubicBezTo>
                    <a:pt x="22054" y="8757"/>
                    <a:pt x="21950" y="8673"/>
                    <a:pt x="21845" y="8569"/>
                  </a:cubicBezTo>
                  <a:cubicBezTo>
                    <a:pt x="21678" y="8443"/>
                    <a:pt x="21531" y="8339"/>
                    <a:pt x="21364" y="8213"/>
                  </a:cubicBezTo>
                  <a:cubicBezTo>
                    <a:pt x="21343" y="8192"/>
                    <a:pt x="21280" y="8150"/>
                    <a:pt x="21259" y="8129"/>
                  </a:cubicBezTo>
                  <a:cubicBezTo>
                    <a:pt x="18769" y="6246"/>
                    <a:pt x="16363" y="4112"/>
                    <a:pt x="13559" y="2773"/>
                  </a:cubicBezTo>
                  <a:cubicBezTo>
                    <a:pt x="10023" y="1078"/>
                    <a:pt x="6006" y="137"/>
                    <a:pt x="2051" y="32"/>
                  </a:cubicBezTo>
                  <a:lnTo>
                    <a:pt x="1989" y="32"/>
                  </a:lnTo>
                  <a:cubicBezTo>
                    <a:pt x="1779" y="11"/>
                    <a:pt x="1570" y="1"/>
                    <a:pt x="13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" name="Google Shape;217;p15"/>
            <p:cNvSpPr/>
            <p:nvPr/>
          </p:nvSpPr>
          <p:spPr>
            <a:xfrm>
              <a:off x="19600250" y="28499650"/>
              <a:ext cx="774200" cy="245875"/>
            </a:xfrm>
            <a:custGeom>
              <a:avLst/>
              <a:gdLst/>
              <a:ahLst/>
              <a:cxnLst/>
              <a:rect l="l" t="t" r="r" b="b"/>
              <a:pathLst>
                <a:path w="30968" h="9835" extrusionOk="0">
                  <a:moveTo>
                    <a:pt x="6613" y="0"/>
                  </a:moveTo>
                  <a:cubicBezTo>
                    <a:pt x="4520" y="0"/>
                    <a:pt x="2532" y="63"/>
                    <a:pt x="733" y="251"/>
                  </a:cubicBezTo>
                  <a:cubicBezTo>
                    <a:pt x="252" y="272"/>
                    <a:pt x="1" y="753"/>
                    <a:pt x="105" y="1151"/>
                  </a:cubicBezTo>
                  <a:cubicBezTo>
                    <a:pt x="105" y="1318"/>
                    <a:pt x="252" y="1507"/>
                    <a:pt x="545" y="1590"/>
                  </a:cubicBezTo>
                  <a:cubicBezTo>
                    <a:pt x="5859" y="2678"/>
                    <a:pt x="11007" y="4080"/>
                    <a:pt x="16154" y="5712"/>
                  </a:cubicBezTo>
                  <a:cubicBezTo>
                    <a:pt x="16509" y="5817"/>
                    <a:pt x="16844" y="5963"/>
                    <a:pt x="17179" y="6068"/>
                  </a:cubicBezTo>
                  <a:lnTo>
                    <a:pt x="17158" y="6068"/>
                  </a:lnTo>
                  <a:cubicBezTo>
                    <a:pt x="18518" y="6528"/>
                    <a:pt x="19878" y="7051"/>
                    <a:pt x="21259" y="7574"/>
                  </a:cubicBezTo>
                  <a:cubicBezTo>
                    <a:pt x="21343" y="7595"/>
                    <a:pt x="21385" y="7637"/>
                    <a:pt x="21468" y="7658"/>
                  </a:cubicBezTo>
                  <a:cubicBezTo>
                    <a:pt x="21489" y="7658"/>
                    <a:pt x="21531" y="7679"/>
                    <a:pt x="21573" y="7679"/>
                  </a:cubicBezTo>
                  <a:cubicBezTo>
                    <a:pt x="24000" y="8579"/>
                    <a:pt x="26490" y="9416"/>
                    <a:pt x="29022" y="9730"/>
                  </a:cubicBezTo>
                  <a:lnTo>
                    <a:pt x="29064" y="9730"/>
                  </a:lnTo>
                  <a:cubicBezTo>
                    <a:pt x="29182" y="9747"/>
                    <a:pt x="29355" y="9777"/>
                    <a:pt x="29528" y="9777"/>
                  </a:cubicBezTo>
                  <a:cubicBezTo>
                    <a:pt x="29569" y="9777"/>
                    <a:pt x="29610" y="9775"/>
                    <a:pt x="29649" y="9771"/>
                  </a:cubicBezTo>
                  <a:cubicBezTo>
                    <a:pt x="29838" y="9792"/>
                    <a:pt x="30026" y="9792"/>
                    <a:pt x="30173" y="9834"/>
                  </a:cubicBezTo>
                  <a:lnTo>
                    <a:pt x="30319" y="9834"/>
                  </a:lnTo>
                  <a:cubicBezTo>
                    <a:pt x="30361" y="9834"/>
                    <a:pt x="30424" y="9834"/>
                    <a:pt x="30466" y="9792"/>
                  </a:cubicBezTo>
                  <a:cubicBezTo>
                    <a:pt x="30758" y="9730"/>
                    <a:pt x="30968" y="9374"/>
                    <a:pt x="30905" y="9060"/>
                  </a:cubicBezTo>
                  <a:cubicBezTo>
                    <a:pt x="30884" y="8997"/>
                    <a:pt x="30884" y="8914"/>
                    <a:pt x="30821" y="8851"/>
                  </a:cubicBezTo>
                  <a:cubicBezTo>
                    <a:pt x="30779" y="8788"/>
                    <a:pt x="30717" y="8725"/>
                    <a:pt x="30675" y="8642"/>
                  </a:cubicBezTo>
                  <a:cubicBezTo>
                    <a:pt x="30445" y="8328"/>
                    <a:pt x="30173" y="8056"/>
                    <a:pt x="29942" y="7763"/>
                  </a:cubicBezTo>
                  <a:cubicBezTo>
                    <a:pt x="29733" y="7428"/>
                    <a:pt x="29440" y="7135"/>
                    <a:pt x="29105" y="6905"/>
                  </a:cubicBezTo>
                  <a:cubicBezTo>
                    <a:pt x="23686" y="1716"/>
                    <a:pt x="14501" y="42"/>
                    <a:pt x="66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" name="Google Shape;218;p15"/>
            <p:cNvSpPr/>
            <p:nvPr/>
          </p:nvSpPr>
          <p:spPr>
            <a:xfrm>
              <a:off x="20149825" y="28752300"/>
              <a:ext cx="462625" cy="768775"/>
            </a:xfrm>
            <a:custGeom>
              <a:avLst/>
              <a:gdLst/>
              <a:ahLst/>
              <a:cxnLst/>
              <a:rect l="l" t="t" r="r" b="b"/>
              <a:pathLst>
                <a:path w="18505" h="30751" extrusionOk="0">
                  <a:moveTo>
                    <a:pt x="13598" y="8453"/>
                  </a:moveTo>
                  <a:cubicBezTo>
                    <a:pt x="13593" y="8459"/>
                    <a:pt x="13588" y="8464"/>
                    <a:pt x="13588" y="8474"/>
                  </a:cubicBezTo>
                  <a:lnTo>
                    <a:pt x="13588" y="8474"/>
                  </a:lnTo>
                  <a:cubicBezTo>
                    <a:pt x="13591" y="8467"/>
                    <a:pt x="13595" y="8460"/>
                    <a:pt x="13598" y="8453"/>
                  </a:cubicBezTo>
                  <a:close/>
                  <a:moveTo>
                    <a:pt x="18233" y="0"/>
                  </a:moveTo>
                  <a:cubicBezTo>
                    <a:pt x="18170" y="0"/>
                    <a:pt x="18066" y="42"/>
                    <a:pt x="18003" y="84"/>
                  </a:cubicBezTo>
                  <a:cubicBezTo>
                    <a:pt x="17773" y="293"/>
                    <a:pt x="17563" y="481"/>
                    <a:pt x="17333" y="691"/>
                  </a:cubicBezTo>
                  <a:cubicBezTo>
                    <a:pt x="17255" y="769"/>
                    <a:pt x="17323" y="902"/>
                    <a:pt x="17418" y="902"/>
                  </a:cubicBezTo>
                  <a:cubicBezTo>
                    <a:pt x="17424" y="902"/>
                    <a:pt x="17431" y="901"/>
                    <a:pt x="17438" y="900"/>
                  </a:cubicBezTo>
                  <a:lnTo>
                    <a:pt x="17438" y="900"/>
                  </a:lnTo>
                  <a:cubicBezTo>
                    <a:pt x="17375" y="921"/>
                    <a:pt x="17354" y="942"/>
                    <a:pt x="17291" y="984"/>
                  </a:cubicBezTo>
                  <a:cubicBezTo>
                    <a:pt x="17291" y="984"/>
                    <a:pt x="17270" y="984"/>
                    <a:pt x="17270" y="1005"/>
                  </a:cubicBezTo>
                  <a:cubicBezTo>
                    <a:pt x="17229" y="1025"/>
                    <a:pt x="17187" y="1046"/>
                    <a:pt x="17145" y="1109"/>
                  </a:cubicBezTo>
                  <a:lnTo>
                    <a:pt x="17124" y="1130"/>
                  </a:lnTo>
                  <a:lnTo>
                    <a:pt x="16977" y="1256"/>
                  </a:lnTo>
                  <a:cubicBezTo>
                    <a:pt x="16957" y="1297"/>
                    <a:pt x="16936" y="1318"/>
                    <a:pt x="16915" y="1360"/>
                  </a:cubicBezTo>
                  <a:lnTo>
                    <a:pt x="16852" y="1423"/>
                  </a:lnTo>
                  <a:cubicBezTo>
                    <a:pt x="16203" y="2302"/>
                    <a:pt x="15471" y="4143"/>
                    <a:pt x="14927" y="5524"/>
                  </a:cubicBezTo>
                  <a:cubicBezTo>
                    <a:pt x="14760" y="5922"/>
                    <a:pt x="14613" y="6340"/>
                    <a:pt x="14446" y="6738"/>
                  </a:cubicBezTo>
                  <a:cubicBezTo>
                    <a:pt x="14446" y="6759"/>
                    <a:pt x="14425" y="6779"/>
                    <a:pt x="14425" y="6800"/>
                  </a:cubicBezTo>
                  <a:cubicBezTo>
                    <a:pt x="14425" y="6842"/>
                    <a:pt x="14404" y="6842"/>
                    <a:pt x="14404" y="6863"/>
                  </a:cubicBezTo>
                  <a:cubicBezTo>
                    <a:pt x="14341" y="6968"/>
                    <a:pt x="14320" y="7051"/>
                    <a:pt x="14299" y="7093"/>
                  </a:cubicBezTo>
                  <a:cubicBezTo>
                    <a:pt x="14236" y="7219"/>
                    <a:pt x="14153" y="7365"/>
                    <a:pt x="14111" y="7470"/>
                  </a:cubicBezTo>
                  <a:cubicBezTo>
                    <a:pt x="13930" y="7793"/>
                    <a:pt x="13787" y="8115"/>
                    <a:pt x="13608" y="8438"/>
                  </a:cubicBezTo>
                  <a:lnTo>
                    <a:pt x="13608" y="8438"/>
                  </a:lnTo>
                  <a:cubicBezTo>
                    <a:pt x="13609" y="8436"/>
                    <a:pt x="13609" y="8434"/>
                    <a:pt x="13609" y="8432"/>
                  </a:cubicBezTo>
                  <a:lnTo>
                    <a:pt x="13609" y="8432"/>
                  </a:lnTo>
                  <a:cubicBezTo>
                    <a:pt x="13605" y="8439"/>
                    <a:pt x="13602" y="8446"/>
                    <a:pt x="13598" y="8453"/>
                  </a:cubicBezTo>
                  <a:lnTo>
                    <a:pt x="13598" y="8453"/>
                  </a:lnTo>
                  <a:cubicBezTo>
                    <a:pt x="13599" y="8452"/>
                    <a:pt x="13600" y="8451"/>
                    <a:pt x="13601" y="8450"/>
                  </a:cubicBezTo>
                  <a:lnTo>
                    <a:pt x="13601" y="8450"/>
                  </a:lnTo>
                  <a:cubicBezTo>
                    <a:pt x="13597" y="8458"/>
                    <a:pt x="13592" y="8466"/>
                    <a:pt x="13588" y="8474"/>
                  </a:cubicBezTo>
                  <a:cubicBezTo>
                    <a:pt x="13588" y="8474"/>
                    <a:pt x="13588" y="8474"/>
                    <a:pt x="13588" y="8474"/>
                  </a:cubicBezTo>
                  <a:lnTo>
                    <a:pt x="13588" y="8474"/>
                  </a:lnTo>
                  <a:cubicBezTo>
                    <a:pt x="12527" y="10595"/>
                    <a:pt x="11404" y="12735"/>
                    <a:pt x="10261" y="14814"/>
                  </a:cubicBezTo>
                  <a:cubicBezTo>
                    <a:pt x="8294" y="18308"/>
                    <a:pt x="6181" y="21635"/>
                    <a:pt x="3900" y="24878"/>
                  </a:cubicBezTo>
                  <a:cubicBezTo>
                    <a:pt x="2729" y="26552"/>
                    <a:pt x="1536" y="28226"/>
                    <a:pt x="301" y="29879"/>
                  </a:cubicBezTo>
                  <a:cubicBezTo>
                    <a:pt x="1" y="30291"/>
                    <a:pt x="299" y="30750"/>
                    <a:pt x="688" y="30750"/>
                  </a:cubicBezTo>
                  <a:cubicBezTo>
                    <a:pt x="813" y="30750"/>
                    <a:pt x="948" y="30703"/>
                    <a:pt x="1076" y="30591"/>
                  </a:cubicBezTo>
                  <a:cubicBezTo>
                    <a:pt x="2540" y="29251"/>
                    <a:pt x="4047" y="27787"/>
                    <a:pt x="5532" y="26155"/>
                  </a:cubicBezTo>
                  <a:lnTo>
                    <a:pt x="5532" y="26134"/>
                  </a:lnTo>
                  <a:lnTo>
                    <a:pt x="5616" y="26050"/>
                  </a:lnTo>
                  <a:cubicBezTo>
                    <a:pt x="11726" y="19355"/>
                    <a:pt x="17375" y="10546"/>
                    <a:pt x="18379" y="1988"/>
                  </a:cubicBezTo>
                  <a:lnTo>
                    <a:pt x="18379" y="1883"/>
                  </a:lnTo>
                  <a:cubicBezTo>
                    <a:pt x="18421" y="1360"/>
                    <a:pt x="18484" y="816"/>
                    <a:pt x="18505" y="293"/>
                  </a:cubicBezTo>
                  <a:lnTo>
                    <a:pt x="18505" y="189"/>
                  </a:lnTo>
                  <a:cubicBezTo>
                    <a:pt x="18484" y="84"/>
                    <a:pt x="18379" y="0"/>
                    <a:pt x="18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" name="Google Shape;219;p15"/>
            <p:cNvSpPr/>
            <p:nvPr/>
          </p:nvSpPr>
          <p:spPr>
            <a:xfrm>
              <a:off x="19279125" y="28273675"/>
              <a:ext cx="2565725" cy="1180375"/>
            </a:xfrm>
            <a:custGeom>
              <a:avLst/>
              <a:gdLst/>
              <a:ahLst/>
              <a:cxnLst/>
              <a:rect l="l" t="t" r="r" b="b"/>
              <a:pathLst>
                <a:path w="102629" h="47215" extrusionOk="0">
                  <a:moveTo>
                    <a:pt x="72729" y="5754"/>
                  </a:moveTo>
                  <a:lnTo>
                    <a:pt x="72729" y="5754"/>
                  </a:lnTo>
                  <a:cubicBezTo>
                    <a:pt x="73231" y="6277"/>
                    <a:pt x="73733" y="6800"/>
                    <a:pt x="74194" y="7365"/>
                  </a:cubicBezTo>
                  <a:cubicBezTo>
                    <a:pt x="74232" y="7403"/>
                    <a:pt x="74269" y="7419"/>
                    <a:pt x="74305" y="7419"/>
                  </a:cubicBezTo>
                  <a:cubicBezTo>
                    <a:pt x="74369" y="7419"/>
                    <a:pt x="74426" y="7369"/>
                    <a:pt x="74466" y="7302"/>
                  </a:cubicBezTo>
                  <a:cubicBezTo>
                    <a:pt x="76328" y="9144"/>
                    <a:pt x="77918" y="11173"/>
                    <a:pt x="79257" y="13391"/>
                  </a:cubicBezTo>
                  <a:lnTo>
                    <a:pt x="79257" y="13433"/>
                  </a:lnTo>
                  <a:cubicBezTo>
                    <a:pt x="80659" y="15777"/>
                    <a:pt x="81789" y="18371"/>
                    <a:pt x="82626" y="21196"/>
                  </a:cubicBezTo>
                  <a:cubicBezTo>
                    <a:pt x="82103" y="21070"/>
                    <a:pt x="81559" y="20966"/>
                    <a:pt x="81036" y="20819"/>
                  </a:cubicBezTo>
                  <a:lnTo>
                    <a:pt x="81036" y="20777"/>
                  </a:lnTo>
                  <a:cubicBezTo>
                    <a:pt x="80994" y="20756"/>
                    <a:pt x="80931" y="20694"/>
                    <a:pt x="80868" y="20694"/>
                  </a:cubicBezTo>
                  <a:cubicBezTo>
                    <a:pt x="80847" y="20694"/>
                    <a:pt x="80847" y="20694"/>
                    <a:pt x="80827" y="20714"/>
                  </a:cubicBezTo>
                  <a:cubicBezTo>
                    <a:pt x="80785" y="20756"/>
                    <a:pt x="80743" y="20777"/>
                    <a:pt x="80722" y="20798"/>
                  </a:cubicBezTo>
                  <a:cubicBezTo>
                    <a:pt x="79885" y="20610"/>
                    <a:pt x="79006" y="20463"/>
                    <a:pt x="78169" y="20275"/>
                  </a:cubicBezTo>
                  <a:lnTo>
                    <a:pt x="78169" y="20254"/>
                  </a:lnTo>
                  <a:cubicBezTo>
                    <a:pt x="78169" y="20254"/>
                    <a:pt x="78169" y="20233"/>
                    <a:pt x="78211" y="20233"/>
                  </a:cubicBezTo>
                  <a:cubicBezTo>
                    <a:pt x="78839" y="14416"/>
                    <a:pt x="76579" y="9834"/>
                    <a:pt x="73043" y="6152"/>
                  </a:cubicBezTo>
                  <a:lnTo>
                    <a:pt x="72729" y="5754"/>
                  </a:lnTo>
                  <a:close/>
                  <a:moveTo>
                    <a:pt x="72311" y="19857"/>
                  </a:moveTo>
                  <a:cubicBezTo>
                    <a:pt x="73985" y="20066"/>
                    <a:pt x="75637" y="20338"/>
                    <a:pt x="77311" y="20610"/>
                  </a:cubicBezTo>
                  <a:cubicBezTo>
                    <a:pt x="76935" y="21091"/>
                    <a:pt x="76579" y="21531"/>
                    <a:pt x="76223" y="22012"/>
                  </a:cubicBezTo>
                  <a:cubicBezTo>
                    <a:pt x="74884" y="23644"/>
                    <a:pt x="73524" y="25297"/>
                    <a:pt x="72164" y="26929"/>
                  </a:cubicBezTo>
                  <a:lnTo>
                    <a:pt x="72164" y="26950"/>
                  </a:lnTo>
                  <a:cubicBezTo>
                    <a:pt x="71516" y="27703"/>
                    <a:pt x="70867" y="28456"/>
                    <a:pt x="70218" y="29230"/>
                  </a:cubicBezTo>
                  <a:cubicBezTo>
                    <a:pt x="69465" y="30109"/>
                    <a:pt x="68712" y="30967"/>
                    <a:pt x="67917" y="31867"/>
                  </a:cubicBezTo>
                  <a:lnTo>
                    <a:pt x="67896" y="31888"/>
                  </a:lnTo>
                  <a:cubicBezTo>
                    <a:pt x="66640" y="33331"/>
                    <a:pt x="65364" y="34733"/>
                    <a:pt x="64067" y="36156"/>
                  </a:cubicBezTo>
                  <a:cubicBezTo>
                    <a:pt x="65615" y="34210"/>
                    <a:pt x="67080" y="32181"/>
                    <a:pt x="68335" y="30067"/>
                  </a:cubicBezTo>
                  <a:cubicBezTo>
                    <a:pt x="68440" y="29879"/>
                    <a:pt x="68586" y="29670"/>
                    <a:pt x="68691" y="29481"/>
                  </a:cubicBezTo>
                  <a:cubicBezTo>
                    <a:pt x="68754" y="29356"/>
                    <a:pt x="68816" y="29251"/>
                    <a:pt x="68900" y="29126"/>
                  </a:cubicBezTo>
                  <a:cubicBezTo>
                    <a:pt x="69047" y="28854"/>
                    <a:pt x="69172" y="28603"/>
                    <a:pt x="69319" y="28331"/>
                  </a:cubicBezTo>
                  <a:lnTo>
                    <a:pt x="69465" y="28017"/>
                  </a:lnTo>
                  <a:lnTo>
                    <a:pt x="69779" y="27389"/>
                  </a:lnTo>
                  <a:cubicBezTo>
                    <a:pt x="69821" y="27285"/>
                    <a:pt x="69883" y="27201"/>
                    <a:pt x="69904" y="27096"/>
                  </a:cubicBezTo>
                  <a:cubicBezTo>
                    <a:pt x="70051" y="26824"/>
                    <a:pt x="70176" y="26552"/>
                    <a:pt x="70302" y="26259"/>
                  </a:cubicBezTo>
                  <a:cubicBezTo>
                    <a:pt x="70344" y="26155"/>
                    <a:pt x="70386" y="26092"/>
                    <a:pt x="70428" y="25987"/>
                  </a:cubicBezTo>
                  <a:cubicBezTo>
                    <a:pt x="70574" y="25715"/>
                    <a:pt x="70679" y="25422"/>
                    <a:pt x="70783" y="25171"/>
                  </a:cubicBezTo>
                  <a:cubicBezTo>
                    <a:pt x="70804" y="25108"/>
                    <a:pt x="70804" y="25088"/>
                    <a:pt x="70825" y="25046"/>
                  </a:cubicBezTo>
                  <a:cubicBezTo>
                    <a:pt x="70930" y="24753"/>
                    <a:pt x="71055" y="24460"/>
                    <a:pt x="71160" y="24167"/>
                  </a:cubicBezTo>
                  <a:cubicBezTo>
                    <a:pt x="71202" y="24104"/>
                    <a:pt x="71223" y="24041"/>
                    <a:pt x="71244" y="23958"/>
                  </a:cubicBezTo>
                  <a:cubicBezTo>
                    <a:pt x="71348" y="23644"/>
                    <a:pt x="71453" y="23330"/>
                    <a:pt x="71557" y="23058"/>
                  </a:cubicBezTo>
                  <a:cubicBezTo>
                    <a:pt x="71557" y="22995"/>
                    <a:pt x="71578" y="22974"/>
                    <a:pt x="71578" y="22911"/>
                  </a:cubicBezTo>
                  <a:cubicBezTo>
                    <a:pt x="71683" y="22598"/>
                    <a:pt x="71767" y="22326"/>
                    <a:pt x="71850" y="22012"/>
                  </a:cubicBezTo>
                  <a:cubicBezTo>
                    <a:pt x="71850" y="21970"/>
                    <a:pt x="71871" y="21949"/>
                    <a:pt x="71871" y="21928"/>
                  </a:cubicBezTo>
                  <a:cubicBezTo>
                    <a:pt x="71955" y="21593"/>
                    <a:pt x="72039" y="21279"/>
                    <a:pt x="72101" y="20924"/>
                  </a:cubicBezTo>
                  <a:cubicBezTo>
                    <a:pt x="72101" y="20903"/>
                    <a:pt x="72143" y="20882"/>
                    <a:pt x="72143" y="20819"/>
                  </a:cubicBezTo>
                  <a:cubicBezTo>
                    <a:pt x="72206" y="20505"/>
                    <a:pt x="72269" y="20170"/>
                    <a:pt x="72311" y="19857"/>
                  </a:cubicBezTo>
                  <a:close/>
                  <a:moveTo>
                    <a:pt x="64761" y="0"/>
                  </a:moveTo>
                  <a:cubicBezTo>
                    <a:pt x="64113" y="0"/>
                    <a:pt x="63614" y="912"/>
                    <a:pt x="64213" y="1423"/>
                  </a:cubicBezTo>
                  <a:cubicBezTo>
                    <a:pt x="65238" y="2281"/>
                    <a:pt x="66180" y="3243"/>
                    <a:pt x="67059" y="4269"/>
                  </a:cubicBezTo>
                  <a:lnTo>
                    <a:pt x="67080" y="4269"/>
                  </a:lnTo>
                  <a:lnTo>
                    <a:pt x="67122" y="4289"/>
                  </a:lnTo>
                  <a:cubicBezTo>
                    <a:pt x="67122" y="4331"/>
                    <a:pt x="67143" y="4331"/>
                    <a:pt x="67143" y="4331"/>
                  </a:cubicBezTo>
                  <a:lnTo>
                    <a:pt x="67143" y="4352"/>
                  </a:lnTo>
                  <a:lnTo>
                    <a:pt x="67163" y="4373"/>
                  </a:lnTo>
                  <a:cubicBezTo>
                    <a:pt x="69904" y="7574"/>
                    <a:pt x="72143" y="11299"/>
                    <a:pt x="74382" y="14940"/>
                  </a:cubicBezTo>
                  <a:cubicBezTo>
                    <a:pt x="75031" y="16007"/>
                    <a:pt x="75700" y="17053"/>
                    <a:pt x="76349" y="18078"/>
                  </a:cubicBezTo>
                  <a:cubicBezTo>
                    <a:pt x="76433" y="18183"/>
                    <a:pt x="76474" y="18287"/>
                    <a:pt x="76558" y="18392"/>
                  </a:cubicBezTo>
                  <a:cubicBezTo>
                    <a:pt x="76746" y="18664"/>
                    <a:pt x="76893" y="18915"/>
                    <a:pt x="77081" y="19187"/>
                  </a:cubicBezTo>
                  <a:cubicBezTo>
                    <a:pt x="77102" y="19229"/>
                    <a:pt x="77165" y="19292"/>
                    <a:pt x="77186" y="19334"/>
                  </a:cubicBezTo>
                  <a:cubicBezTo>
                    <a:pt x="77374" y="19606"/>
                    <a:pt x="77542" y="19878"/>
                    <a:pt x="77730" y="20150"/>
                  </a:cubicBezTo>
                  <a:cubicBezTo>
                    <a:pt x="77709" y="20150"/>
                    <a:pt x="77688" y="20170"/>
                    <a:pt x="77625" y="20191"/>
                  </a:cubicBezTo>
                  <a:cubicBezTo>
                    <a:pt x="75575" y="19815"/>
                    <a:pt x="73524" y="19501"/>
                    <a:pt x="71453" y="19229"/>
                  </a:cubicBezTo>
                  <a:cubicBezTo>
                    <a:pt x="72039" y="13956"/>
                    <a:pt x="68963" y="9248"/>
                    <a:pt x="64862" y="5796"/>
                  </a:cubicBezTo>
                  <a:lnTo>
                    <a:pt x="64841" y="5754"/>
                  </a:lnTo>
                  <a:lnTo>
                    <a:pt x="64820" y="5754"/>
                  </a:lnTo>
                  <a:cubicBezTo>
                    <a:pt x="62016" y="3411"/>
                    <a:pt x="58710" y="1611"/>
                    <a:pt x="55739" y="565"/>
                  </a:cubicBezTo>
                  <a:cubicBezTo>
                    <a:pt x="55650" y="534"/>
                    <a:pt x="55563" y="520"/>
                    <a:pt x="55478" y="520"/>
                  </a:cubicBezTo>
                  <a:cubicBezTo>
                    <a:pt x="54985" y="520"/>
                    <a:pt x="54588" y="997"/>
                    <a:pt x="54588" y="1444"/>
                  </a:cubicBezTo>
                  <a:cubicBezTo>
                    <a:pt x="54588" y="1674"/>
                    <a:pt x="54693" y="1946"/>
                    <a:pt x="54986" y="2072"/>
                  </a:cubicBezTo>
                  <a:cubicBezTo>
                    <a:pt x="55509" y="2364"/>
                    <a:pt x="55990" y="2678"/>
                    <a:pt x="56492" y="2992"/>
                  </a:cubicBezTo>
                  <a:cubicBezTo>
                    <a:pt x="56513" y="2992"/>
                    <a:pt x="56513" y="3013"/>
                    <a:pt x="56555" y="3034"/>
                  </a:cubicBezTo>
                  <a:cubicBezTo>
                    <a:pt x="57811" y="4038"/>
                    <a:pt x="59087" y="4980"/>
                    <a:pt x="60342" y="5942"/>
                  </a:cubicBezTo>
                  <a:lnTo>
                    <a:pt x="60363" y="5942"/>
                  </a:lnTo>
                  <a:cubicBezTo>
                    <a:pt x="61849" y="7261"/>
                    <a:pt x="63272" y="8683"/>
                    <a:pt x="64611" y="10211"/>
                  </a:cubicBezTo>
                  <a:cubicBezTo>
                    <a:pt x="66619" y="12450"/>
                    <a:pt x="68021" y="15128"/>
                    <a:pt x="69758" y="17576"/>
                  </a:cubicBezTo>
                  <a:cubicBezTo>
                    <a:pt x="69779" y="17618"/>
                    <a:pt x="69800" y="17639"/>
                    <a:pt x="69800" y="17681"/>
                  </a:cubicBezTo>
                  <a:cubicBezTo>
                    <a:pt x="69883" y="17827"/>
                    <a:pt x="69988" y="17932"/>
                    <a:pt x="70072" y="18057"/>
                  </a:cubicBezTo>
                  <a:cubicBezTo>
                    <a:pt x="70114" y="18141"/>
                    <a:pt x="70176" y="18183"/>
                    <a:pt x="70218" y="18266"/>
                  </a:cubicBezTo>
                  <a:cubicBezTo>
                    <a:pt x="70302" y="18371"/>
                    <a:pt x="70344" y="18455"/>
                    <a:pt x="70428" y="18559"/>
                  </a:cubicBezTo>
                  <a:cubicBezTo>
                    <a:pt x="70511" y="18664"/>
                    <a:pt x="70595" y="18769"/>
                    <a:pt x="70700" y="18873"/>
                  </a:cubicBezTo>
                  <a:cubicBezTo>
                    <a:pt x="70741" y="18915"/>
                    <a:pt x="70804" y="18999"/>
                    <a:pt x="70846" y="19041"/>
                  </a:cubicBezTo>
                  <a:cubicBezTo>
                    <a:pt x="70909" y="19103"/>
                    <a:pt x="70930" y="19145"/>
                    <a:pt x="70992" y="19208"/>
                  </a:cubicBezTo>
                  <a:cubicBezTo>
                    <a:pt x="69570" y="19020"/>
                    <a:pt x="68147" y="18894"/>
                    <a:pt x="66745" y="18769"/>
                  </a:cubicBezTo>
                  <a:lnTo>
                    <a:pt x="66766" y="18769"/>
                  </a:lnTo>
                  <a:cubicBezTo>
                    <a:pt x="66763" y="18768"/>
                    <a:pt x="66761" y="18768"/>
                    <a:pt x="66758" y="18768"/>
                  </a:cubicBezTo>
                  <a:lnTo>
                    <a:pt x="66758" y="18768"/>
                  </a:lnTo>
                  <a:cubicBezTo>
                    <a:pt x="66814" y="18763"/>
                    <a:pt x="66854" y="18725"/>
                    <a:pt x="66912" y="18706"/>
                  </a:cubicBezTo>
                  <a:lnTo>
                    <a:pt x="66933" y="18685"/>
                  </a:lnTo>
                  <a:cubicBezTo>
                    <a:pt x="66975" y="18601"/>
                    <a:pt x="67017" y="18497"/>
                    <a:pt x="66954" y="18413"/>
                  </a:cubicBezTo>
                  <a:cubicBezTo>
                    <a:pt x="63837" y="14228"/>
                    <a:pt x="59673" y="10608"/>
                    <a:pt x="55216" y="7512"/>
                  </a:cubicBezTo>
                  <a:cubicBezTo>
                    <a:pt x="55174" y="7491"/>
                    <a:pt x="55153" y="7491"/>
                    <a:pt x="55132" y="7470"/>
                  </a:cubicBezTo>
                  <a:cubicBezTo>
                    <a:pt x="54233" y="6842"/>
                    <a:pt x="53333" y="6256"/>
                    <a:pt x="52412" y="5691"/>
                  </a:cubicBezTo>
                  <a:cubicBezTo>
                    <a:pt x="52391" y="5691"/>
                    <a:pt x="52391" y="5649"/>
                    <a:pt x="52350" y="5629"/>
                  </a:cubicBezTo>
                  <a:cubicBezTo>
                    <a:pt x="51701" y="5210"/>
                    <a:pt x="51052" y="4813"/>
                    <a:pt x="50404" y="4436"/>
                  </a:cubicBezTo>
                  <a:cubicBezTo>
                    <a:pt x="49211" y="3745"/>
                    <a:pt x="48039" y="3076"/>
                    <a:pt x="46888" y="2469"/>
                  </a:cubicBezTo>
                  <a:cubicBezTo>
                    <a:pt x="46771" y="2407"/>
                    <a:pt x="46661" y="2379"/>
                    <a:pt x="46560" y="2379"/>
                  </a:cubicBezTo>
                  <a:cubicBezTo>
                    <a:pt x="46119" y="2379"/>
                    <a:pt x="45860" y="2901"/>
                    <a:pt x="46031" y="3327"/>
                  </a:cubicBezTo>
                  <a:lnTo>
                    <a:pt x="46051" y="3348"/>
                  </a:lnTo>
                  <a:cubicBezTo>
                    <a:pt x="46072" y="3432"/>
                    <a:pt x="46114" y="3515"/>
                    <a:pt x="46177" y="3599"/>
                  </a:cubicBezTo>
                  <a:cubicBezTo>
                    <a:pt x="50445" y="8118"/>
                    <a:pt x="55551" y="12722"/>
                    <a:pt x="61137" y="16007"/>
                  </a:cubicBezTo>
                  <a:cubicBezTo>
                    <a:pt x="61179" y="16049"/>
                    <a:pt x="61200" y="16049"/>
                    <a:pt x="61221" y="16069"/>
                  </a:cubicBezTo>
                  <a:cubicBezTo>
                    <a:pt x="61514" y="16258"/>
                    <a:pt x="61807" y="16404"/>
                    <a:pt x="62121" y="16572"/>
                  </a:cubicBezTo>
                  <a:cubicBezTo>
                    <a:pt x="62184" y="16613"/>
                    <a:pt x="62267" y="16634"/>
                    <a:pt x="62351" y="16697"/>
                  </a:cubicBezTo>
                  <a:cubicBezTo>
                    <a:pt x="62644" y="16844"/>
                    <a:pt x="62916" y="17011"/>
                    <a:pt x="63230" y="17157"/>
                  </a:cubicBezTo>
                  <a:cubicBezTo>
                    <a:pt x="63376" y="17220"/>
                    <a:pt x="63481" y="17304"/>
                    <a:pt x="63606" y="17346"/>
                  </a:cubicBezTo>
                  <a:cubicBezTo>
                    <a:pt x="63816" y="17450"/>
                    <a:pt x="64004" y="17555"/>
                    <a:pt x="64213" y="17639"/>
                  </a:cubicBezTo>
                  <a:cubicBezTo>
                    <a:pt x="64360" y="17722"/>
                    <a:pt x="64548" y="17785"/>
                    <a:pt x="64715" y="17869"/>
                  </a:cubicBezTo>
                  <a:cubicBezTo>
                    <a:pt x="64946" y="17973"/>
                    <a:pt x="65155" y="18078"/>
                    <a:pt x="65385" y="18183"/>
                  </a:cubicBezTo>
                  <a:cubicBezTo>
                    <a:pt x="65531" y="18266"/>
                    <a:pt x="65699" y="18308"/>
                    <a:pt x="65866" y="18392"/>
                  </a:cubicBezTo>
                  <a:lnTo>
                    <a:pt x="66410" y="18622"/>
                  </a:lnTo>
                  <a:cubicBezTo>
                    <a:pt x="66512" y="18683"/>
                    <a:pt x="66615" y="18705"/>
                    <a:pt x="66717" y="18764"/>
                  </a:cubicBezTo>
                  <a:lnTo>
                    <a:pt x="66717" y="18764"/>
                  </a:lnTo>
                  <a:cubicBezTo>
                    <a:pt x="63282" y="18461"/>
                    <a:pt x="59832" y="18310"/>
                    <a:pt x="56381" y="18310"/>
                  </a:cubicBezTo>
                  <a:cubicBezTo>
                    <a:pt x="45847" y="18310"/>
                    <a:pt x="35302" y="19722"/>
                    <a:pt x="25149" y="22556"/>
                  </a:cubicBezTo>
                  <a:cubicBezTo>
                    <a:pt x="25756" y="22221"/>
                    <a:pt x="26341" y="21865"/>
                    <a:pt x="26906" y="21510"/>
                  </a:cubicBezTo>
                  <a:cubicBezTo>
                    <a:pt x="26927" y="21489"/>
                    <a:pt x="26969" y="21447"/>
                    <a:pt x="26969" y="21426"/>
                  </a:cubicBezTo>
                  <a:lnTo>
                    <a:pt x="26969" y="21321"/>
                  </a:lnTo>
                  <a:cubicBezTo>
                    <a:pt x="26969" y="21300"/>
                    <a:pt x="26969" y="21300"/>
                    <a:pt x="26927" y="21279"/>
                  </a:cubicBezTo>
                  <a:cubicBezTo>
                    <a:pt x="27409" y="21196"/>
                    <a:pt x="27848" y="21112"/>
                    <a:pt x="28287" y="21007"/>
                  </a:cubicBezTo>
                  <a:cubicBezTo>
                    <a:pt x="28664" y="20924"/>
                    <a:pt x="28999" y="20861"/>
                    <a:pt x="29375" y="20756"/>
                  </a:cubicBezTo>
                  <a:cubicBezTo>
                    <a:pt x="29396" y="20756"/>
                    <a:pt x="29396" y="20714"/>
                    <a:pt x="29417" y="20714"/>
                  </a:cubicBezTo>
                  <a:cubicBezTo>
                    <a:pt x="29543" y="20673"/>
                    <a:pt x="29543" y="20547"/>
                    <a:pt x="29501" y="20442"/>
                  </a:cubicBezTo>
                  <a:cubicBezTo>
                    <a:pt x="29480" y="20380"/>
                    <a:pt x="29417" y="20338"/>
                    <a:pt x="29375" y="20296"/>
                  </a:cubicBezTo>
                  <a:cubicBezTo>
                    <a:pt x="27701" y="19710"/>
                    <a:pt x="25881" y="19354"/>
                    <a:pt x="23998" y="19208"/>
                  </a:cubicBezTo>
                  <a:lnTo>
                    <a:pt x="23935" y="19208"/>
                  </a:lnTo>
                  <a:cubicBezTo>
                    <a:pt x="23580" y="19187"/>
                    <a:pt x="23224" y="19145"/>
                    <a:pt x="22889" y="19124"/>
                  </a:cubicBezTo>
                  <a:lnTo>
                    <a:pt x="22722" y="19124"/>
                  </a:lnTo>
                  <a:cubicBezTo>
                    <a:pt x="22408" y="19124"/>
                    <a:pt x="22073" y="19103"/>
                    <a:pt x="21759" y="19103"/>
                  </a:cubicBezTo>
                  <a:lnTo>
                    <a:pt x="20295" y="19103"/>
                  </a:lnTo>
                  <a:cubicBezTo>
                    <a:pt x="20002" y="19103"/>
                    <a:pt x="19751" y="19124"/>
                    <a:pt x="19458" y="19124"/>
                  </a:cubicBezTo>
                  <a:cubicBezTo>
                    <a:pt x="19332" y="19124"/>
                    <a:pt x="19186" y="19145"/>
                    <a:pt x="19060" y="19145"/>
                  </a:cubicBezTo>
                  <a:cubicBezTo>
                    <a:pt x="18830" y="19187"/>
                    <a:pt x="18558" y="19187"/>
                    <a:pt x="18328" y="19208"/>
                  </a:cubicBezTo>
                  <a:cubicBezTo>
                    <a:pt x="18181" y="19229"/>
                    <a:pt x="18014" y="19229"/>
                    <a:pt x="17867" y="19250"/>
                  </a:cubicBezTo>
                  <a:cubicBezTo>
                    <a:pt x="17658" y="19292"/>
                    <a:pt x="17407" y="19313"/>
                    <a:pt x="17198" y="19334"/>
                  </a:cubicBezTo>
                  <a:cubicBezTo>
                    <a:pt x="17030" y="19354"/>
                    <a:pt x="16842" y="19396"/>
                    <a:pt x="16654" y="19396"/>
                  </a:cubicBezTo>
                  <a:cubicBezTo>
                    <a:pt x="16466" y="19417"/>
                    <a:pt x="16256" y="19438"/>
                    <a:pt x="16089" y="19459"/>
                  </a:cubicBezTo>
                  <a:cubicBezTo>
                    <a:pt x="15880" y="19501"/>
                    <a:pt x="15670" y="19522"/>
                    <a:pt x="15482" y="19543"/>
                  </a:cubicBezTo>
                  <a:cubicBezTo>
                    <a:pt x="15294" y="19564"/>
                    <a:pt x="15147" y="19606"/>
                    <a:pt x="14959" y="19626"/>
                  </a:cubicBezTo>
                  <a:cubicBezTo>
                    <a:pt x="14750" y="19647"/>
                    <a:pt x="14520" y="19710"/>
                    <a:pt x="14310" y="19731"/>
                  </a:cubicBezTo>
                  <a:cubicBezTo>
                    <a:pt x="14143" y="19752"/>
                    <a:pt x="13955" y="19773"/>
                    <a:pt x="13808" y="19836"/>
                  </a:cubicBezTo>
                  <a:cubicBezTo>
                    <a:pt x="13599" y="19878"/>
                    <a:pt x="13390" y="19919"/>
                    <a:pt x="13181" y="19961"/>
                  </a:cubicBezTo>
                  <a:cubicBezTo>
                    <a:pt x="12971" y="20024"/>
                    <a:pt x="12741" y="20045"/>
                    <a:pt x="12532" y="20087"/>
                  </a:cubicBezTo>
                  <a:cubicBezTo>
                    <a:pt x="12364" y="20129"/>
                    <a:pt x="12218" y="20170"/>
                    <a:pt x="12051" y="20191"/>
                  </a:cubicBezTo>
                  <a:cubicBezTo>
                    <a:pt x="12030" y="20191"/>
                    <a:pt x="12009" y="20191"/>
                    <a:pt x="11967" y="20233"/>
                  </a:cubicBezTo>
                  <a:cubicBezTo>
                    <a:pt x="11611" y="20296"/>
                    <a:pt x="11276" y="20380"/>
                    <a:pt x="10900" y="20484"/>
                  </a:cubicBezTo>
                  <a:cubicBezTo>
                    <a:pt x="10889" y="20474"/>
                    <a:pt x="10863" y="20469"/>
                    <a:pt x="10829" y="20469"/>
                  </a:cubicBezTo>
                  <a:cubicBezTo>
                    <a:pt x="10795" y="20469"/>
                    <a:pt x="10753" y="20474"/>
                    <a:pt x="10712" y="20484"/>
                  </a:cubicBezTo>
                  <a:cubicBezTo>
                    <a:pt x="10544" y="20568"/>
                    <a:pt x="10293" y="20610"/>
                    <a:pt x="10126" y="20694"/>
                  </a:cubicBezTo>
                  <a:cubicBezTo>
                    <a:pt x="7092" y="21489"/>
                    <a:pt x="4204" y="22493"/>
                    <a:pt x="1756" y="23581"/>
                  </a:cubicBezTo>
                  <a:cubicBezTo>
                    <a:pt x="1401" y="23719"/>
                    <a:pt x="1381" y="24341"/>
                    <a:pt x="1801" y="24341"/>
                  </a:cubicBezTo>
                  <a:cubicBezTo>
                    <a:pt x="1826" y="24341"/>
                    <a:pt x="1853" y="24339"/>
                    <a:pt x="1882" y="24334"/>
                  </a:cubicBezTo>
                  <a:cubicBezTo>
                    <a:pt x="2279" y="24272"/>
                    <a:pt x="2656" y="24209"/>
                    <a:pt x="3053" y="24146"/>
                  </a:cubicBezTo>
                  <a:lnTo>
                    <a:pt x="3074" y="24146"/>
                  </a:lnTo>
                  <a:cubicBezTo>
                    <a:pt x="7510" y="23476"/>
                    <a:pt x="11925" y="22786"/>
                    <a:pt x="16340" y="22221"/>
                  </a:cubicBezTo>
                  <a:cubicBezTo>
                    <a:pt x="16926" y="22137"/>
                    <a:pt x="17470" y="22075"/>
                    <a:pt x="18077" y="22033"/>
                  </a:cubicBezTo>
                  <a:lnTo>
                    <a:pt x="18244" y="22033"/>
                  </a:lnTo>
                  <a:cubicBezTo>
                    <a:pt x="19960" y="21907"/>
                    <a:pt x="21696" y="21823"/>
                    <a:pt x="23412" y="21698"/>
                  </a:cubicBezTo>
                  <a:lnTo>
                    <a:pt x="23433" y="21698"/>
                  </a:lnTo>
                  <a:cubicBezTo>
                    <a:pt x="22994" y="21761"/>
                    <a:pt x="22575" y="21844"/>
                    <a:pt x="22115" y="21928"/>
                  </a:cubicBezTo>
                  <a:cubicBezTo>
                    <a:pt x="21906" y="21949"/>
                    <a:pt x="21696" y="22012"/>
                    <a:pt x="21487" y="22054"/>
                  </a:cubicBezTo>
                  <a:cubicBezTo>
                    <a:pt x="21278" y="22116"/>
                    <a:pt x="21069" y="22137"/>
                    <a:pt x="20859" y="22179"/>
                  </a:cubicBezTo>
                  <a:cubicBezTo>
                    <a:pt x="20587" y="22242"/>
                    <a:pt x="20295" y="22284"/>
                    <a:pt x="20002" y="22367"/>
                  </a:cubicBezTo>
                  <a:cubicBezTo>
                    <a:pt x="19897" y="22388"/>
                    <a:pt x="19792" y="22430"/>
                    <a:pt x="19667" y="22451"/>
                  </a:cubicBezTo>
                  <a:cubicBezTo>
                    <a:pt x="13160" y="23811"/>
                    <a:pt x="6631" y="25883"/>
                    <a:pt x="501" y="27829"/>
                  </a:cubicBezTo>
                  <a:cubicBezTo>
                    <a:pt x="292" y="27912"/>
                    <a:pt x="145" y="28080"/>
                    <a:pt x="103" y="28226"/>
                  </a:cubicBezTo>
                  <a:cubicBezTo>
                    <a:pt x="1" y="28615"/>
                    <a:pt x="199" y="29064"/>
                    <a:pt x="677" y="29064"/>
                  </a:cubicBezTo>
                  <a:cubicBezTo>
                    <a:pt x="688" y="29064"/>
                    <a:pt x="699" y="29063"/>
                    <a:pt x="710" y="29063"/>
                  </a:cubicBezTo>
                  <a:cubicBezTo>
                    <a:pt x="1714" y="29021"/>
                    <a:pt x="2761" y="28937"/>
                    <a:pt x="3807" y="28833"/>
                  </a:cubicBezTo>
                  <a:cubicBezTo>
                    <a:pt x="6631" y="28561"/>
                    <a:pt x="9498" y="28101"/>
                    <a:pt x="12281" y="27452"/>
                  </a:cubicBezTo>
                  <a:lnTo>
                    <a:pt x="12323" y="27452"/>
                  </a:lnTo>
                  <a:cubicBezTo>
                    <a:pt x="12657" y="27368"/>
                    <a:pt x="13013" y="27285"/>
                    <a:pt x="13369" y="27180"/>
                  </a:cubicBezTo>
                  <a:cubicBezTo>
                    <a:pt x="13411" y="27159"/>
                    <a:pt x="13473" y="27159"/>
                    <a:pt x="13536" y="27138"/>
                  </a:cubicBezTo>
                  <a:cubicBezTo>
                    <a:pt x="14206" y="26971"/>
                    <a:pt x="14854" y="26782"/>
                    <a:pt x="15482" y="26615"/>
                  </a:cubicBezTo>
                  <a:cubicBezTo>
                    <a:pt x="15524" y="26573"/>
                    <a:pt x="15587" y="26573"/>
                    <a:pt x="15629" y="26552"/>
                  </a:cubicBezTo>
                  <a:cubicBezTo>
                    <a:pt x="15880" y="26468"/>
                    <a:pt x="16089" y="26427"/>
                    <a:pt x="16319" y="26343"/>
                  </a:cubicBezTo>
                  <a:cubicBezTo>
                    <a:pt x="16549" y="26259"/>
                    <a:pt x="16758" y="26217"/>
                    <a:pt x="16989" y="26134"/>
                  </a:cubicBezTo>
                  <a:cubicBezTo>
                    <a:pt x="17177" y="26092"/>
                    <a:pt x="17365" y="26008"/>
                    <a:pt x="17554" y="25945"/>
                  </a:cubicBezTo>
                  <a:cubicBezTo>
                    <a:pt x="17888" y="25841"/>
                    <a:pt x="18223" y="25715"/>
                    <a:pt x="18558" y="25590"/>
                  </a:cubicBezTo>
                  <a:lnTo>
                    <a:pt x="18809" y="25506"/>
                  </a:lnTo>
                  <a:cubicBezTo>
                    <a:pt x="19248" y="25360"/>
                    <a:pt x="19688" y="25171"/>
                    <a:pt x="20127" y="24983"/>
                  </a:cubicBezTo>
                  <a:lnTo>
                    <a:pt x="20295" y="24899"/>
                  </a:lnTo>
                  <a:cubicBezTo>
                    <a:pt x="20713" y="24753"/>
                    <a:pt x="21111" y="24564"/>
                    <a:pt x="21529" y="24376"/>
                  </a:cubicBezTo>
                  <a:cubicBezTo>
                    <a:pt x="21550" y="24355"/>
                    <a:pt x="21592" y="24355"/>
                    <a:pt x="21634" y="24334"/>
                  </a:cubicBezTo>
                  <a:cubicBezTo>
                    <a:pt x="22094" y="24125"/>
                    <a:pt x="22596" y="23895"/>
                    <a:pt x="23036" y="23686"/>
                  </a:cubicBezTo>
                  <a:cubicBezTo>
                    <a:pt x="24458" y="23267"/>
                    <a:pt x="25860" y="22891"/>
                    <a:pt x="27283" y="22535"/>
                  </a:cubicBezTo>
                  <a:lnTo>
                    <a:pt x="27283" y="22535"/>
                  </a:lnTo>
                  <a:cubicBezTo>
                    <a:pt x="25839" y="23414"/>
                    <a:pt x="24458" y="24460"/>
                    <a:pt x="23119" y="25527"/>
                  </a:cubicBezTo>
                  <a:cubicBezTo>
                    <a:pt x="22115" y="26343"/>
                    <a:pt x="21131" y="27180"/>
                    <a:pt x="20127" y="28017"/>
                  </a:cubicBezTo>
                  <a:cubicBezTo>
                    <a:pt x="18558" y="29356"/>
                    <a:pt x="16968" y="30653"/>
                    <a:pt x="15294" y="31804"/>
                  </a:cubicBezTo>
                  <a:cubicBezTo>
                    <a:pt x="15001" y="31992"/>
                    <a:pt x="14750" y="32181"/>
                    <a:pt x="14457" y="32369"/>
                  </a:cubicBezTo>
                  <a:cubicBezTo>
                    <a:pt x="14373" y="32411"/>
                    <a:pt x="14310" y="32474"/>
                    <a:pt x="14206" y="32536"/>
                  </a:cubicBezTo>
                  <a:cubicBezTo>
                    <a:pt x="13934" y="32704"/>
                    <a:pt x="13683" y="32892"/>
                    <a:pt x="13411" y="33038"/>
                  </a:cubicBezTo>
                  <a:cubicBezTo>
                    <a:pt x="13285" y="33122"/>
                    <a:pt x="13118" y="33227"/>
                    <a:pt x="12992" y="33311"/>
                  </a:cubicBezTo>
                  <a:cubicBezTo>
                    <a:pt x="12364" y="33687"/>
                    <a:pt x="11737" y="34085"/>
                    <a:pt x="11109" y="34461"/>
                  </a:cubicBezTo>
                  <a:lnTo>
                    <a:pt x="11130" y="34461"/>
                  </a:lnTo>
                  <a:cubicBezTo>
                    <a:pt x="8787" y="35884"/>
                    <a:pt x="6380" y="37244"/>
                    <a:pt x="4058" y="38667"/>
                  </a:cubicBezTo>
                  <a:cubicBezTo>
                    <a:pt x="4016" y="38667"/>
                    <a:pt x="3995" y="38667"/>
                    <a:pt x="3995" y="38688"/>
                  </a:cubicBezTo>
                  <a:cubicBezTo>
                    <a:pt x="3346" y="39064"/>
                    <a:pt x="2719" y="39441"/>
                    <a:pt x="2091" y="39860"/>
                  </a:cubicBezTo>
                  <a:cubicBezTo>
                    <a:pt x="1453" y="40285"/>
                    <a:pt x="1834" y="41175"/>
                    <a:pt x="2490" y="41175"/>
                  </a:cubicBezTo>
                  <a:cubicBezTo>
                    <a:pt x="2543" y="41175"/>
                    <a:pt x="2599" y="41170"/>
                    <a:pt x="2656" y="41157"/>
                  </a:cubicBezTo>
                  <a:cubicBezTo>
                    <a:pt x="2949" y="41094"/>
                    <a:pt x="3263" y="41010"/>
                    <a:pt x="3556" y="40906"/>
                  </a:cubicBezTo>
                  <a:cubicBezTo>
                    <a:pt x="10168" y="39190"/>
                    <a:pt x="17826" y="34838"/>
                    <a:pt x="22994" y="29272"/>
                  </a:cubicBezTo>
                  <a:lnTo>
                    <a:pt x="23015" y="29251"/>
                  </a:lnTo>
                  <a:cubicBezTo>
                    <a:pt x="23224" y="29021"/>
                    <a:pt x="23454" y="28770"/>
                    <a:pt x="23663" y="28540"/>
                  </a:cubicBezTo>
                  <a:cubicBezTo>
                    <a:pt x="23768" y="28435"/>
                    <a:pt x="23852" y="28331"/>
                    <a:pt x="23956" y="28205"/>
                  </a:cubicBezTo>
                  <a:cubicBezTo>
                    <a:pt x="24040" y="28121"/>
                    <a:pt x="24103" y="28017"/>
                    <a:pt x="24165" y="27933"/>
                  </a:cubicBezTo>
                  <a:cubicBezTo>
                    <a:pt x="24312" y="27724"/>
                    <a:pt x="24479" y="27557"/>
                    <a:pt x="24626" y="27347"/>
                  </a:cubicBezTo>
                  <a:cubicBezTo>
                    <a:pt x="24688" y="27285"/>
                    <a:pt x="24709" y="27243"/>
                    <a:pt x="24772" y="27180"/>
                  </a:cubicBezTo>
                  <a:cubicBezTo>
                    <a:pt x="25128" y="26720"/>
                    <a:pt x="25463" y="26238"/>
                    <a:pt x="25777" y="25778"/>
                  </a:cubicBezTo>
                  <a:cubicBezTo>
                    <a:pt x="25777" y="25778"/>
                    <a:pt x="25777" y="25736"/>
                    <a:pt x="25818" y="25736"/>
                  </a:cubicBezTo>
                  <a:cubicBezTo>
                    <a:pt x="26488" y="24732"/>
                    <a:pt x="27095" y="23644"/>
                    <a:pt x="27555" y="22577"/>
                  </a:cubicBezTo>
                  <a:cubicBezTo>
                    <a:pt x="27597" y="22535"/>
                    <a:pt x="27555" y="22472"/>
                    <a:pt x="27534" y="22451"/>
                  </a:cubicBezTo>
                  <a:cubicBezTo>
                    <a:pt x="29020" y="22075"/>
                    <a:pt x="30526" y="21740"/>
                    <a:pt x="32012" y="21426"/>
                  </a:cubicBezTo>
                  <a:lnTo>
                    <a:pt x="32012" y="21426"/>
                  </a:lnTo>
                  <a:cubicBezTo>
                    <a:pt x="28329" y="25171"/>
                    <a:pt x="25463" y="29649"/>
                    <a:pt x="22052" y="33583"/>
                  </a:cubicBezTo>
                  <a:cubicBezTo>
                    <a:pt x="21947" y="33729"/>
                    <a:pt x="21843" y="33834"/>
                    <a:pt x="21738" y="33959"/>
                  </a:cubicBezTo>
                  <a:cubicBezTo>
                    <a:pt x="21027" y="34775"/>
                    <a:pt x="20315" y="35549"/>
                    <a:pt x="19604" y="36365"/>
                  </a:cubicBezTo>
                  <a:cubicBezTo>
                    <a:pt x="17365" y="38876"/>
                    <a:pt x="15085" y="41366"/>
                    <a:pt x="12804" y="43835"/>
                  </a:cubicBezTo>
                  <a:lnTo>
                    <a:pt x="12783" y="43835"/>
                  </a:lnTo>
                  <a:cubicBezTo>
                    <a:pt x="12323" y="44358"/>
                    <a:pt x="11841" y="44860"/>
                    <a:pt x="11381" y="45383"/>
                  </a:cubicBezTo>
                  <a:cubicBezTo>
                    <a:pt x="11130" y="45655"/>
                    <a:pt x="11297" y="46074"/>
                    <a:pt x="11590" y="46179"/>
                  </a:cubicBezTo>
                  <a:cubicBezTo>
                    <a:pt x="11631" y="46195"/>
                    <a:pt x="11678" y="46205"/>
                    <a:pt x="11727" y="46205"/>
                  </a:cubicBezTo>
                  <a:cubicBezTo>
                    <a:pt x="11805" y="46205"/>
                    <a:pt x="11890" y="46180"/>
                    <a:pt x="11967" y="46116"/>
                  </a:cubicBezTo>
                  <a:cubicBezTo>
                    <a:pt x="20211" y="40173"/>
                    <a:pt x="28873" y="31218"/>
                    <a:pt x="32137" y="21384"/>
                  </a:cubicBezTo>
                  <a:cubicBezTo>
                    <a:pt x="37138" y="20338"/>
                    <a:pt x="42243" y="19626"/>
                    <a:pt x="47391" y="19229"/>
                  </a:cubicBezTo>
                  <a:lnTo>
                    <a:pt x="47391" y="19229"/>
                  </a:lnTo>
                  <a:cubicBezTo>
                    <a:pt x="47370" y="19250"/>
                    <a:pt x="47328" y="19250"/>
                    <a:pt x="47307" y="19292"/>
                  </a:cubicBezTo>
                  <a:cubicBezTo>
                    <a:pt x="46951" y="19543"/>
                    <a:pt x="46596" y="19815"/>
                    <a:pt x="46240" y="20066"/>
                  </a:cubicBezTo>
                  <a:cubicBezTo>
                    <a:pt x="46156" y="20129"/>
                    <a:pt x="46156" y="20254"/>
                    <a:pt x="46261" y="20275"/>
                  </a:cubicBezTo>
                  <a:cubicBezTo>
                    <a:pt x="46344" y="20296"/>
                    <a:pt x="43185" y="26217"/>
                    <a:pt x="41260" y="29691"/>
                  </a:cubicBezTo>
                  <a:cubicBezTo>
                    <a:pt x="40590" y="30946"/>
                    <a:pt x="40067" y="31888"/>
                    <a:pt x="39900" y="32097"/>
                  </a:cubicBezTo>
                  <a:cubicBezTo>
                    <a:pt x="39170" y="33200"/>
                    <a:pt x="38427" y="34291"/>
                    <a:pt x="37682" y="35388"/>
                  </a:cubicBezTo>
                  <a:lnTo>
                    <a:pt x="37682" y="35388"/>
                  </a:lnTo>
                  <a:cubicBezTo>
                    <a:pt x="38801" y="33696"/>
                    <a:pt x="39806" y="31949"/>
                    <a:pt x="40632" y="30172"/>
                  </a:cubicBezTo>
                  <a:cubicBezTo>
                    <a:pt x="40779" y="29900"/>
                    <a:pt x="40883" y="29649"/>
                    <a:pt x="41009" y="29377"/>
                  </a:cubicBezTo>
                  <a:cubicBezTo>
                    <a:pt x="41030" y="29356"/>
                    <a:pt x="41030" y="29293"/>
                    <a:pt x="41051" y="29272"/>
                  </a:cubicBezTo>
                  <a:cubicBezTo>
                    <a:pt x="41155" y="29042"/>
                    <a:pt x="41260" y="28770"/>
                    <a:pt x="41365" y="28540"/>
                  </a:cubicBezTo>
                  <a:cubicBezTo>
                    <a:pt x="41406" y="28498"/>
                    <a:pt x="41427" y="28435"/>
                    <a:pt x="41427" y="28393"/>
                  </a:cubicBezTo>
                  <a:cubicBezTo>
                    <a:pt x="41532" y="28142"/>
                    <a:pt x="41616" y="27912"/>
                    <a:pt x="41720" y="27661"/>
                  </a:cubicBezTo>
                  <a:lnTo>
                    <a:pt x="41720" y="27619"/>
                  </a:lnTo>
                  <a:cubicBezTo>
                    <a:pt x="41867" y="27201"/>
                    <a:pt x="41992" y="26824"/>
                    <a:pt x="42139" y="26406"/>
                  </a:cubicBezTo>
                  <a:cubicBezTo>
                    <a:pt x="42181" y="26238"/>
                    <a:pt x="42243" y="26050"/>
                    <a:pt x="42285" y="25904"/>
                  </a:cubicBezTo>
                  <a:cubicBezTo>
                    <a:pt x="42306" y="25778"/>
                    <a:pt x="42369" y="25632"/>
                    <a:pt x="42390" y="25506"/>
                  </a:cubicBezTo>
                  <a:cubicBezTo>
                    <a:pt x="42453" y="25318"/>
                    <a:pt x="42494" y="25108"/>
                    <a:pt x="42557" y="24941"/>
                  </a:cubicBezTo>
                  <a:cubicBezTo>
                    <a:pt x="42578" y="24795"/>
                    <a:pt x="42599" y="24690"/>
                    <a:pt x="42620" y="24564"/>
                  </a:cubicBezTo>
                  <a:cubicBezTo>
                    <a:pt x="42683" y="24355"/>
                    <a:pt x="42725" y="24146"/>
                    <a:pt x="42766" y="23958"/>
                  </a:cubicBezTo>
                  <a:cubicBezTo>
                    <a:pt x="42787" y="23853"/>
                    <a:pt x="42808" y="23748"/>
                    <a:pt x="42808" y="23644"/>
                  </a:cubicBezTo>
                  <a:cubicBezTo>
                    <a:pt x="42871" y="23435"/>
                    <a:pt x="42892" y="23204"/>
                    <a:pt x="42913" y="22995"/>
                  </a:cubicBezTo>
                  <a:cubicBezTo>
                    <a:pt x="42934" y="22891"/>
                    <a:pt x="42934" y="22807"/>
                    <a:pt x="42976" y="22702"/>
                  </a:cubicBezTo>
                  <a:cubicBezTo>
                    <a:pt x="42997" y="22451"/>
                    <a:pt x="43038" y="22179"/>
                    <a:pt x="43080" y="21949"/>
                  </a:cubicBezTo>
                  <a:cubicBezTo>
                    <a:pt x="43080" y="21907"/>
                    <a:pt x="43101" y="21844"/>
                    <a:pt x="43101" y="21761"/>
                  </a:cubicBezTo>
                  <a:cubicBezTo>
                    <a:pt x="43122" y="21447"/>
                    <a:pt x="43143" y="21112"/>
                    <a:pt x="43185" y="20798"/>
                  </a:cubicBezTo>
                  <a:cubicBezTo>
                    <a:pt x="43185" y="20652"/>
                    <a:pt x="43080" y="20547"/>
                    <a:pt x="42934" y="20484"/>
                  </a:cubicBezTo>
                  <a:cubicBezTo>
                    <a:pt x="42894" y="20471"/>
                    <a:pt x="42852" y="20464"/>
                    <a:pt x="42810" y="20464"/>
                  </a:cubicBezTo>
                  <a:cubicBezTo>
                    <a:pt x="42720" y="20464"/>
                    <a:pt x="42629" y="20497"/>
                    <a:pt x="42557" y="20568"/>
                  </a:cubicBezTo>
                  <a:cubicBezTo>
                    <a:pt x="42474" y="20673"/>
                    <a:pt x="42390" y="20756"/>
                    <a:pt x="42306" y="20861"/>
                  </a:cubicBezTo>
                  <a:cubicBezTo>
                    <a:pt x="42097" y="21091"/>
                    <a:pt x="41930" y="21300"/>
                    <a:pt x="41720" y="21531"/>
                  </a:cubicBezTo>
                  <a:cubicBezTo>
                    <a:pt x="41658" y="21593"/>
                    <a:pt x="41720" y="21656"/>
                    <a:pt x="41783" y="21656"/>
                  </a:cubicBezTo>
                  <a:cubicBezTo>
                    <a:pt x="41344" y="21865"/>
                    <a:pt x="40883" y="22242"/>
                    <a:pt x="40423" y="22744"/>
                  </a:cubicBezTo>
                  <a:cubicBezTo>
                    <a:pt x="38205" y="25192"/>
                    <a:pt x="36134" y="30632"/>
                    <a:pt x="34836" y="32787"/>
                  </a:cubicBezTo>
                  <a:cubicBezTo>
                    <a:pt x="33581" y="34817"/>
                    <a:pt x="32305" y="36826"/>
                    <a:pt x="31007" y="38813"/>
                  </a:cubicBezTo>
                  <a:cubicBezTo>
                    <a:pt x="31070" y="38772"/>
                    <a:pt x="31091" y="38709"/>
                    <a:pt x="31154" y="38667"/>
                  </a:cubicBezTo>
                  <a:lnTo>
                    <a:pt x="31154" y="38667"/>
                  </a:lnTo>
                  <a:cubicBezTo>
                    <a:pt x="30422" y="39818"/>
                    <a:pt x="29647" y="40969"/>
                    <a:pt x="28894" y="42119"/>
                  </a:cubicBezTo>
                  <a:lnTo>
                    <a:pt x="28873" y="42119"/>
                  </a:lnTo>
                  <a:cubicBezTo>
                    <a:pt x="28162" y="43186"/>
                    <a:pt x="27450" y="44254"/>
                    <a:pt x="26718" y="45342"/>
                  </a:cubicBezTo>
                  <a:lnTo>
                    <a:pt x="26697" y="45342"/>
                  </a:lnTo>
                  <a:cubicBezTo>
                    <a:pt x="26509" y="45614"/>
                    <a:pt x="26341" y="45886"/>
                    <a:pt x="26153" y="46137"/>
                  </a:cubicBezTo>
                  <a:cubicBezTo>
                    <a:pt x="26153" y="46179"/>
                    <a:pt x="26132" y="46179"/>
                    <a:pt x="26132" y="46199"/>
                  </a:cubicBezTo>
                  <a:lnTo>
                    <a:pt x="26090" y="46199"/>
                  </a:lnTo>
                  <a:cubicBezTo>
                    <a:pt x="25944" y="46492"/>
                    <a:pt x="26028" y="46764"/>
                    <a:pt x="26195" y="46953"/>
                  </a:cubicBezTo>
                  <a:cubicBezTo>
                    <a:pt x="26237" y="46953"/>
                    <a:pt x="26237" y="46974"/>
                    <a:pt x="26258" y="47015"/>
                  </a:cubicBezTo>
                  <a:cubicBezTo>
                    <a:pt x="26362" y="47120"/>
                    <a:pt x="26488" y="47162"/>
                    <a:pt x="26655" y="47183"/>
                  </a:cubicBezTo>
                  <a:cubicBezTo>
                    <a:pt x="26736" y="47203"/>
                    <a:pt x="26820" y="47215"/>
                    <a:pt x="26902" y="47215"/>
                  </a:cubicBezTo>
                  <a:cubicBezTo>
                    <a:pt x="27075" y="47215"/>
                    <a:pt x="27246" y="47164"/>
                    <a:pt x="27388" y="47036"/>
                  </a:cubicBezTo>
                  <a:cubicBezTo>
                    <a:pt x="30422" y="44358"/>
                    <a:pt x="33665" y="40969"/>
                    <a:pt x="36427" y="37181"/>
                  </a:cubicBezTo>
                  <a:lnTo>
                    <a:pt x="36427" y="37181"/>
                  </a:lnTo>
                  <a:cubicBezTo>
                    <a:pt x="35046" y="39127"/>
                    <a:pt x="33602" y="41073"/>
                    <a:pt x="32137" y="42998"/>
                  </a:cubicBezTo>
                  <a:lnTo>
                    <a:pt x="32137" y="43040"/>
                  </a:lnTo>
                  <a:cubicBezTo>
                    <a:pt x="31635" y="43689"/>
                    <a:pt x="31154" y="44316"/>
                    <a:pt x="30652" y="44965"/>
                  </a:cubicBezTo>
                  <a:cubicBezTo>
                    <a:pt x="30463" y="45195"/>
                    <a:pt x="30484" y="45509"/>
                    <a:pt x="30631" y="45760"/>
                  </a:cubicBezTo>
                  <a:cubicBezTo>
                    <a:pt x="30673" y="45823"/>
                    <a:pt x="30735" y="45886"/>
                    <a:pt x="30798" y="45927"/>
                  </a:cubicBezTo>
                  <a:cubicBezTo>
                    <a:pt x="30895" y="46003"/>
                    <a:pt x="31004" y="46045"/>
                    <a:pt x="31121" y="46045"/>
                  </a:cubicBezTo>
                  <a:cubicBezTo>
                    <a:pt x="31230" y="46045"/>
                    <a:pt x="31346" y="46008"/>
                    <a:pt x="31468" y="45927"/>
                  </a:cubicBezTo>
                  <a:cubicBezTo>
                    <a:pt x="32535" y="45153"/>
                    <a:pt x="33581" y="44337"/>
                    <a:pt x="34606" y="43458"/>
                  </a:cubicBezTo>
                  <a:lnTo>
                    <a:pt x="34606" y="43417"/>
                  </a:lnTo>
                  <a:cubicBezTo>
                    <a:pt x="34920" y="43166"/>
                    <a:pt x="35234" y="42873"/>
                    <a:pt x="35506" y="42622"/>
                  </a:cubicBezTo>
                  <a:cubicBezTo>
                    <a:pt x="35506" y="42622"/>
                    <a:pt x="35506" y="42580"/>
                    <a:pt x="35548" y="42580"/>
                  </a:cubicBezTo>
                  <a:cubicBezTo>
                    <a:pt x="36908" y="41324"/>
                    <a:pt x="38184" y="40006"/>
                    <a:pt x="39377" y="38604"/>
                  </a:cubicBezTo>
                  <a:cubicBezTo>
                    <a:pt x="41762" y="35779"/>
                    <a:pt x="43813" y="32683"/>
                    <a:pt x="45382" y="29356"/>
                  </a:cubicBezTo>
                  <a:cubicBezTo>
                    <a:pt x="45424" y="29251"/>
                    <a:pt x="45487" y="29147"/>
                    <a:pt x="45507" y="29063"/>
                  </a:cubicBezTo>
                  <a:cubicBezTo>
                    <a:pt x="45612" y="28833"/>
                    <a:pt x="45717" y="28624"/>
                    <a:pt x="45821" y="28393"/>
                  </a:cubicBezTo>
                  <a:cubicBezTo>
                    <a:pt x="45863" y="28247"/>
                    <a:pt x="45926" y="28121"/>
                    <a:pt x="46010" y="27975"/>
                  </a:cubicBezTo>
                  <a:cubicBezTo>
                    <a:pt x="46072" y="27766"/>
                    <a:pt x="46177" y="27557"/>
                    <a:pt x="46261" y="27305"/>
                  </a:cubicBezTo>
                  <a:cubicBezTo>
                    <a:pt x="46324" y="27159"/>
                    <a:pt x="46386" y="26992"/>
                    <a:pt x="46449" y="26845"/>
                  </a:cubicBezTo>
                  <a:lnTo>
                    <a:pt x="46679" y="26217"/>
                  </a:lnTo>
                  <a:lnTo>
                    <a:pt x="46993" y="25360"/>
                  </a:lnTo>
                  <a:lnTo>
                    <a:pt x="47223" y="24648"/>
                  </a:lnTo>
                  <a:cubicBezTo>
                    <a:pt x="47286" y="24460"/>
                    <a:pt x="47328" y="24272"/>
                    <a:pt x="47412" y="24104"/>
                  </a:cubicBezTo>
                  <a:cubicBezTo>
                    <a:pt x="47474" y="23895"/>
                    <a:pt x="47516" y="23707"/>
                    <a:pt x="47579" y="23497"/>
                  </a:cubicBezTo>
                  <a:lnTo>
                    <a:pt x="47725" y="22953"/>
                  </a:lnTo>
                  <a:cubicBezTo>
                    <a:pt x="47788" y="22744"/>
                    <a:pt x="47830" y="22556"/>
                    <a:pt x="47893" y="22347"/>
                  </a:cubicBezTo>
                  <a:cubicBezTo>
                    <a:pt x="47935" y="22158"/>
                    <a:pt x="47956" y="21970"/>
                    <a:pt x="48018" y="21823"/>
                  </a:cubicBezTo>
                  <a:cubicBezTo>
                    <a:pt x="48060" y="21614"/>
                    <a:pt x="48123" y="21405"/>
                    <a:pt x="48144" y="21196"/>
                  </a:cubicBezTo>
                  <a:cubicBezTo>
                    <a:pt x="48165" y="21028"/>
                    <a:pt x="48207" y="20861"/>
                    <a:pt x="48248" y="20694"/>
                  </a:cubicBezTo>
                  <a:cubicBezTo>
                    <a:pt x="48269" y="20484"/>
                    <a:pt x="48332" y="20296"/>
                    <a:pt x="48353" y="20087"/>
                  </a:cubicBezTo>
                  <a:cubicBezTo>
                    <a:pt x="48416" y="19752"/>
                    <a:pt x="48207" y="19417"/>
                    <a:pt x="47893" y="19292"/>
                  </a:cubicBezTo>
                  <a:cubicBezTo>
                    <a:pt x="50720" y="19079"/>
                    <a:pt x="53566" y="18973"/>
                    <a:pt x="56425" y="18973"/>
                  </a:cubicBezTo>
                  <a:cubicBezTo>
                    <a:pt x="59744" y="18973"/>
                    <a:pt x="63082" y="19115"/>
                    <a:pt x="66431" y="19396"/>
                  </a:cubicBezTo>
                  <a:cubicBezTo>
                    <a:pt x="66159" y="19647"/>
                    <a:pt x="65908" y="19940"/>
                    <a:pt x="65678" y="20233"/>
                  </a:cubicBezTo>
                  <a:cubicBezTo>
                    <a:pt x="65615" y="20275"/>
                    <a:pt x="65594" y="20338"/>
                    <a:pt x="65531" y="20380"/>
                  </a:cubicBezTo>
                  <a:cubicBezTo>
                    <a:pt x="65406" y="20547"/>
                    <a:pt x="65301" y="20694"/>
                    <a:pt x="65176" y="20861"/>
                  </a:cubicBezTo>
                  <a:cubicBezTo>
                    <a:pt x="65113" y="20924"/>
                    <a:pt x="65071" y="20986"/>
                    <a:pt x="65008" y="21070"/>
                  </a:cubicBezTo>
                  <a:cubicBezTo>
                    <a:pt x="64904" y="21217"/>
                    <a:pt x="64778" y="21384"/>
                    <a:pt x="64674" y="21531"/>
                  </a:cubicBezTo>
                  <a:lnTo>
                    <a:pt x="64527" y="21761"/>
                  </a:lnTo>
                  <a:lnTo>
                    <a:pt x="64213" y="22242"/>
                  </a:lnTo>
                  <a:cubicBezTo>
                    <a:pt x="64150" y="22326"/>
                    <a:pt x="64109" y="22388"/>
                    <a:pt x="64046" y="22493"/>
                  </a:cubicBezTo>
                  <a:cubicBezTo>
                    <a:pt x="63941" y="22660"/>
                    <a:pt x="63837" y="22807"/>
                    <a:pt x="63753" y="22995"/>
                  </a:cubicBezTo>
                  <a:cubicBezTo>
                    <a:pt x="63711" y="23079"/>
                    <a:pt x="63648" y="23183"/>
                    <a:pt x="63606" y="23267"/>
                  </a:cubicBezTo>
                  <a:cubicBezTo>
                    <a:pt x="63502" y="23414"/>
                    <a:pt x="63418" y="23581"/>
                    <a:pt x="63313" y="23748"/>
                  </a:cubicBezTo>
                  <a:cubicBezTo>
                    <a:pt x="63272" y="23853"/>
                    <a:pt x="63209" y="23937"/>
                    <a:pt x="63167" y="24041"/>
                  </a:cubicBezTo>
                  <a:cubicBezTo>
                    <a:pt x="63021" y="24272"/>
                    <a:pt x="62895" y="24523"/>
                    <a:pt x="62790" y="24753"/>
                  </a:cubicBezTo>
                  <a:cubicBezTo>
                    <a:pt x="62686" y="24941"/>
                    <a:pt x="62602" y="25108"/>
                    <a:pt x="62497" y="25297"/>
                  </a:cubicBezTo>
                  <a:cubicBezTo>
                    <a:pt x="62456" y="25380"/>
                    <a:pt x="62435" y="25485"/>
                    <a:pt x="62372" y="25569"/>
                  </a:cubicBezTo>
                  <a:cubicBezTo>
                    <a:pt x="62267" y="25778"/>
                    <a:pt x="62184" y="25945"/>
                    <a:pt x="62079" y="26155"/>
                  </a:cubicBezTo>
                  <a:lnTo>
                    <a:pt x="62016" y="26322"/>
                  </a:lnTo>
                  <a:cubicBezTo>
                    <a:pt x="61430" y="27494"/>
                    <a:pt x="60886" y="28665"/>
                    <a:pt x="60342" y="29795"/>
                  </a:cubicBezTo>
                  <a:cubicBezTo>
                    <a:pt x="60342" y="29816"/>
                    <a:pt x="60300" y="29858"/>
                    <a:pt x="60300" y="29858"/>
                  </a:cubicBezTo>
                  <a:cubicBezTo>
                    <a:pt x="60196" y="30088"/>
                    <a:pt x="60070" y="30298"/>
                    <a:pt x="59966" y="30528"/>
                  </a:cubicBezTo>
                  <a:cubicBezTo>
                    <a:pt x="59715" y="31051"/>
                    <a:pt x="59443" y="31553"/>
                    <a:pt x="59150" y="32013"/>
                  </a:cubicBezTo>
                  <a:cubicBezTo>
                    <a:pt x="57371" y="35110"/>
                    <a:pt x="55446" y="38123"/>
                    <a:pt x="53458" y="41094"/>
                  </a:cubicBezTo>
                  <a:cubicBezTo>
                    <a:pt x="53458" y="41115"/>
                    <a:pt x="53438" y="41115"/>
                    <a:pt x="53396" y="41157"/>
                  </a:cubicBezTo>
                  <a:lnTo>
                    <a:pt x="50257" y="45865"/>
                  </a:lnTo>
                  <a:cubicBezTo>
                    <a:pt x="50071" y="46144"/>
                    <a:pt x="50357" y="46412"/>
                    <a:pt x="50645" y="46412"/>
                  </a:cubicBezTo>
                  <a:cubicBezTo>
                    <a:pt x="50745" y="46412"/>
                    <a:pt x="50846" y="46380"/>
                    <a:pt x="50927" y="46304"/>
                  </a:cubicBezTo>
                  <a:cubicBezTo>
                    <a:pt x="53479" y="43898"/>
                    <a:pt x="55781" y="41261"/>
                    <a:pt x="57852" y="38437"/>
                  </a:cubicBezTo>
                  <a:lnTo>
                    <a:pt x="57852" y="38395"/>
                  </a:lnTo>
                  <a:cubicBezTo>
                    <a:pt x="59087" y="36721"/>
                    <a:pt x="60259" y="34984"/>
                    <a:pt x="61326" y="33143"/>
                  </a:cubicBezTo>
                  <a:cubicBezTo>
                    <a:pt x="62916" y="30444"/>
                    <a:pt x="64966" y="27243"/>
                    <a:pt x="66034" y="23937"/>
                  </a:cubicBezTo>
                  <a:lnTo>
                    <a:pt x="66034" y="23916"/>
                  </a:lnTo>
                  <a:cubicBezTo>
                    <a:pt x="66117" y="23707"/>
                    <a:pt x="66159" y="23497"/>
                    <a:pt x="66222" y="23288"/>
                  </a:cubicBezTo>
                  <a:cubicBezTo>
                    <a:pt x="66222" y="23225"/>
                    <a:pt x="66243" y="23204"/>
                    <a:pt x="66243" y="23163"/>
                  </a:cubicBezTo>
                  <a:cubicBezTo>
                    <a:pt x="66306" y="22995"/>
                    <a:pt x="66326" y="22849"/>
                    <a:pt x="66368" y="22702"/>
                  </a:cubicBezTo>
                  <a:cubicBezTo>
                    <a:pt x="66410" y="22639"/>
                    <a:pt x="66410" y="22577"/>
                    <a:pt x="66431" y="22493"/>
                  </a:cubicBezTo>
                  <a:cubicBezTo>
                    <a:pt x="66452" y="22347"/>
                    <a:pt x="66515" y="22179"/>
                    <a:pt x="66536" y="22054"/>
                  </a:cubicBezTo>
                  <a:cubicBezTo>
                    <a:pt x="66557" y="21928"/>
                    <a:pt x="66578" y="21823"/>
                    <a:pt x="66619" y="21698"/>
                  </a:cubicBezTo>
                  <a:cubicBezTo>
                    <a:pt x="66640" y="21614"/>
                    <a:pt x="66640" y="21531"/>
                    <a:pt x="66661" y="21447"/>
                  </a:cubicBezTo>
                  <a:cubicBezTo>
                    <a:pt x="66682" y="21321"/>
                    <a:pt x="66682" y="21217"/>
                    <a:pt x="66724" y="21091"/>
                  </a:cubicBezTo>
                  <a:lnTo>
                    <a:pt x="66724" y="20986"/>
                  </a:lnTo>
                  <a:cubicBezTo>
                    <a:pt x="66745" y="20714"/>
                    <a:pt x="66766" y="20442"/>
                    <a:pt x="66787" y="20170"/>
                  </a:cubicBezTo>
                  <a:cubicBezTo>
                    <a:pt x="66787" y="19940"/>
                    <a:pt x="66829" y="19668"/>
                    <a:pt x="66787" y="19438"/>
                  </a:cubicBezTo>
                  <a:lnTo>
                    <a:pt x="66787" y="19438"/>
                  </a:lnTo>
                  <a:cubicBezTo>
                    <a:pt x="68565" y="19606"/>
                    <a:pt x="70344" y="19773"/>
                    <a:pt x="72122" y="20024"/>
                  </a:cubicBezTo>
                  <a:cubicBezTo>
                    <a:pt x="72018" y="20129"/>
                    <a:pt x="71955" y="20233"/>
                    <a:pt x="71850" y="20338"/>
                  </a:cubicBezTo>
                  <a:cubicBezTo>
                    <a:pt x="71788" y="20380"/>
                    <a:pt x="71767" y="20442"/>
                    <a:pt x="71704" y="20484"/>
                  </a:cubicBezTo>
                  <a:lnTo>
                    <a:pt x="71390" y="20882"/>
                  </a:lnTo>
                  <a:cubicBezTo>
                    <a:pt x="71348" y="20924"/>
                    <a:pt x="71285" y="21007"/>
                    <a:pt x="71244" y="21070"/>
                  </a:cubicBezTo>
                  <a:cubicBezTo>
                    <a:pt x="71139" y="21196"/>
                    <a:pt x="71034" y="21342"/>
                    <a:pt x="70909" y="21489"/>
                  </a:cubicBezTo>
                  <a:cubicBezTo>
                    <a:pt x="70867" y="21531"/>
                    <a:pt x="70825" y="21593"/>
                    <a:pt x="70804" y="21635"/>
                  </a:cubicBezTo>
                  <a:cubicBezTo>
                    <a:pt x="70658" y="21803"/>
                    <a:pt x="70553" y="21949"/>
                    <a:pt x="70428" y="22116"/>
                  </a:cubicBezTo>
                  <a:cubicBezTo>
                    <a:pt x="70407" y="22137"/>
                    <a:pt x="70407" y="22158"/>
                    <a:pt x="70386" y="22179"/>
                  </a:cubicBezTo>
                  <a:cubicBezTo>
                    <a:pt x="69821" y="22953"/>
                    <a:pt x="69298" y="23748"/>
                    <a:pt x="68775" y="24564"/>
                  </a:cubicBezTo>
                  <a:cubicBezTo>
                    <a:pt x="68356" y="25171"/>
                    <a:pt x="68000" y="25799"/>
                    <a:pt x="67666" y="26448"/>
                  </a:cubicBezTo>
                  <a:cubicBezTo>
                    <a:pt x="66850" y="27829"/>
                    <a:pt x="66034" y="29230"/>
                    <a:pt x="65176" y="30528"/>
                  </a:cubicBezTo>
                  <a:cubicBezTo>
                    <a:pt x="62393" y="34796"/>
                    <a:pt x="59443" y="38918"/>
                    <a:pt x="56492" y="43061"/>
                  </a:cubicBezTo>
                  <a:cubicBezTo>
                    <a:pt x="56492" y="43061"/>
                    <a:pt x="56492" y="43082"/>
                    <a:pt x="56471" y="43082"/>
                  </a:cubicBezTo>
                  <a:lnTo>
                    <a:pt x="56074" y="43626"/>
                  </a:lnTo>
                  <a:cubicBezTo>
                    <a:pt x="55822" y="43988"/>
                    <a:pt x="56079" y="44373"/>
                    <a:pt x="56400" y="44373"/>
                  </a:cubicBezTo>
                  <a:cubicBezTo>
                    <a:pt x="56506" y="44373"/>
                    <a:pt x="56619" y="44331"/>
                    <a:pt x="56723" y="44233"/>
                  </a:cubicBezTo>
                  <a:cubicBezTo>
                    <a:pt x="58668" y="42412"/>
                    <a:pt x="60719" y="40257"/>
                    <a:pt x="62707" y="37956"/>
                  </a:cubicBezTo>
                  <a:cubicBezTo>
                    <a:pt x="62707" y="37935"/>
                    <a:pt x="62749" y="37935"/>
                    <a:pt x="62749" y="37935"/>
                  </a:cubicBezTo>
                  <a:cubicBezTo>
                    <a:pt x="62790" y="37872"/>
                    <a:pt x="62853" y="37830"/>
                    <a:pt x="62895" y="37746"/>
                  </a:cubicBezTo>
                  <a:cubicBezTo>
                    <a:pt x="62895" y="37949"/>
                    <a:pt x="63058" y="38129"/>
                    <a:pt x="63236" y="38129"/>
                  </a:cubicBezTo>
                  <a:cubicBezTo>
                    <a:pt x="63297" y="38129"/>
                    <a:pt x="63360" y="38108"/>
                    <a:pt x="63418" y="38060"/>
                  </a:cubicBezTo>
                  <a:lnTo>
                    <a:pt x="63816" y="37746"/>
                  </a:lnTo>
                  <a:lnTo>
                    <a:pt x="63816" y="37725"/>
                  </a:lnTo>
                  <a:cubicBezTo>
                    <a:pt x="64318" y="37328"/>
                    <a:pt x="64799" y="36909"/>
                    <a:pt x="65301" y="36491"/>
                  </a:cubicBezTo>
                  <a:cubicBezTo>
                    <a:pt x="65406" y="36386"/>
                    <a:pt x="65531" y="36282"/>
                    <a:pt x="65636" y="36198"/>
                  </a:cubicBezTo>
                  <a:lnTo>
                    <a:pt x="65636" y="36198"/>
                  </a:lnTo>
                  <a:cubicBezTo>
                    <a:pt x="65636" y="36240"/>
                    <a:pt x="65615" y="36240"/>
                    <a:pt x="65615" y="36261"/>
                  </a:cubicBezTo>
                  <a:cubicBezTo>
                    <a:pt x="66452" y="35528"/>
                    <a:pt x="67289" y="34733"/>
                    <a:pt x="68084" y="33959"/>
                  </a:cubicBezTo>
                  <a:lnTo>
                    <a:pt x="68126" y="33896"/>
                  </a:lnTo>
                  <a:lnTo>
                    <a:pt x="68879" y="33143"/>
                  </a:lnTo>
                  <a:cubicBezTo>
                    <a:pt x="68942" y="33101"/>
                    <a:pt x="68984" y="33038"/>
                    <a:pt x="69047" y="32955"/>
                  </a:cubicBezTo>
                  <a:cubicBezTo>
                    <a:pt x="69256" y="32725"/>
                    <a:pt x="69465" y="32515"/>
                    <a:pt x="69674" y="32285"/>
                  </a:cubicBezTo>
                  <a:cubicBezTo>
                    <a:pt x="69758" y="32202"/>
                    <a:pt x="69821" y="32097"/>
                    <a:pt x="69925" y="32013"/>
                  </a:cubicBezTo>
                  <a:cubicBezTo>
                    <a:pt x="70114" y="31804"/>
                    <a:pt x="70302" y="31637"/>
                    <a:pt x="70448" y="31427"/>
                  </a:cubicBezTo>
                  <a:cubicBezTo>
                    <a:pt x="70553" y="31281"/>
                    <a:pt x="70658" y="31176"/>
                    <a:pt x="70762" y="31051"/>
                  </a:cubicBezTo>
                  <a:cubicBezTo>
                    <a:pt x="70930" y="30862"/>
                    <a:pt x="71055" y="30716"/>
                    <a:pt x="71223" y="30528"/>
                  </a:cubicBezTo>
                  <a:cubicBezTo>
                    <a:pt x="71348" y="30381"/>
                    <a:pt x="71474" y="30235"/>
                    <a:pt x="71578" y="30088"/>
                  </a:cubicBezTo>
                  <a:cubicBezTo>
                    <a:pt x="71704" y="29921"/>
                    <a:pt x="71850" y="29774"/>
                    <a:pt x="71955" y="29607"/>
                  </a:cubicBezTo>
                  <a:cubicBezTo>
                    <a:pt x="72080" y="29440"/>
                    <a:pt x="72227" y="29272"/>
                    <a:pt x="72373" y="29084"/>
                  </a:cubicBezTo>
                  <a:cubicBezTo>
                    <a:pt x="72478" y="28958"/>
                    <a:pt x="72583" y="28812"/>
                    <a:pt x="72687" y="28665"/>
                  </a:cubicBezTo>
                  <a:cubicBezTo>
                    <a:pt x="72834" y="28498"/>
                    <a:pt x="73001" y="28289"/>
                    <a:pt x="73127" y="28101"/>
                  </a:cubicBezTo>
                  <a:cubicBezTo>
                    <a:pt x="73231" y="27975"/>
                    <a:pt x="73315" y="27829"/>
                    <a:pt x="73420" y="27724"/>
                  </a:cubicBezTo>
                  <a:lnTo>
                    <a:pt x="73880" y="27096"/>
                  </a:lnTo>
                  <a:cubicBezTo>
                    <a:pt x="73964" y="26992"/>
                    <a:pt x="74047" y="26866"/>
                    <a:pt x="74110" y="26761"/>
                  </a:cubicBezTo>
                  <a:cubicBezTo>
                    <a:pt x="74277" y="26531"/>
                    <a:pt x="74424" y="26301"/>
                    <a:pt x="74591" y="26092"/>
                  </a:cubicBezTo>
                  <a:cubicBezTo>
                    <a:pt x="74675" y="25987"/>
                    <a:pt x="74717" y="25883"/>
                    <a:pt x="74801" y="25778"/>
                  </a:cubicBezTo>
                  <a:cubicBezTo>
                    <a:pt x="74947" y="25527"/>
                    <a:pt x="75135" y="25276"/>
                    <a:pt x="75303" y="25046"/>
                  </a:cubicBezTo>
                  <a:cubicBezTo>
                    <a:pt x="75345" y="24962"/>
                    <a:pt x="75407" y="24857"/>
                    <a:pt x="75470" y="24774"/>
                  </a:cubicBezTo>
                  <a:cubicBezTo>
                    <a:pt x="75637" y="24523"/>
                    <a:pt x="75826" y="24251"/>
                    <a:pt x="75972" y="23999"/>
                  </a:cubicBezTo>
                  <a:cubicBezTo>
                    <a:pt x="76035" y="23916"/>
                    <a:pt x="76056" y="23853"/>
                    <a:pt x="76098" y="23790"/>
                  </a:cubicBezTo>
                  <a:cubicBezTo>
                    <a:pt x="76286" y="23497"/>
                    <a:pt x="76454" y="23204"/>
                    <a:pt x="76621" y="22911"/>
                  </a:cubicBezTo>
                  <a:cubicBezTo>
                    <a:pt x="76621" y="22891"/>
                    <a:pt x="76663" y="22891"/>
                    <a:pt x="76663" y="22870"/>
                  </a:cubicBezTo>
                  <a:cubicBezTo>
                    <a:pt x="77018" y="22263"/>
                    <a:pt x="77353" y="21635"/>
                    <a:pt x="77667" y="21028"/>
                  </a:cubicBezTo>
                  <a:cubicBezTo>
                    <a:pt x="78483" y="21196"/>
                    <a:pt x="79299" y="21321"/>
                    <a:pt x="80115" y="21510"/>
                  </a:cubicBezTo>
                  <a:cubicBezTo>
                    <a:pt x="80031" y="21593"/>
                    <a:pt x="79927" y="21656"/>
                    <a:pt x="79843" y="21740"/>
                  </a:cubicBezTo>
                  <a:cubicBezTo>
                    <a:pt x="79801" y="21803"/>
                    <a:pt x="79739" y="21844"/>
                    <a:pt x="79655" y="21907"/>
                  </a:cubicBezTo>
                  <a:cubicBezTo>
                    <a:pt x="79550" y="22012"/>
                    <a:pt x="79446" y="22075"/>
                    <a:pt x="79383" y="22179"/>
                  </a:cubicBezTo>
                  <a:cubicBezTo>
                    <a:pt x="79299" y="22263"/>
                    <a:pt x="79215" y="22347"/>
                    <a:pt x="79174" y="22430"/>
                  </a:cubicBezTo>
                  <a:cubicBezTo>
                    <a:pt x="79090" y="22493"/>
                    <a:pt x="79006" y="22598"/>
                    <a:pt x="78922" y="22681"/>
                  </a:cubicBezTo>
                  <a:cubicBezTo>
                    <a:pt x="78818" y="22786"/>
                    <a:pt x="78755" y="22891"/>
                    <a:pt x="78650" y="22995"/>
                  </a:cubicBezTo>
                  <a:cubicBezTo>
                    <a:pt x="78588" y="23058"/>
                    <a:pt x="78546" y="23121"/>
                    <a:pt x="78483" y="23183"/>
                  </a:cubicBezTo>
                  <a:cubicBezTo>
                    <a:pt x="78337" y="23372"/>
                    <a:pt x="78169" y="23539"/>
                    <a:pt x="78044" y="23727"/>
                  </a:cubicBezTo>
                  <a:lnTo>
                    <a:pt x="77981" y="23790"/>
                  </a:lnTo>
                  <a:cubicBezTo>
                    <a:pt x="77855" y="23958"/>
                    <a:pt x="77709" y="24146"/>
                    <a:pt x="77562" y="24334"/>
                  </a:cubicBezTo>
                  <a:cubicBezTo>
                    <a:pt x="77542" y="24355"/>
                    <a:pt x="77521" y="24418"/>
                    <a:pt x="77500" y="24439"/>
                  </a:cubicBezTo>
                  <a:cubicBezTo>
                    <a:pt x="77353" y="24627"/>
                    <a:pt x="77228" y="24774"/>
                    <a:pt x="77102" y="24962"/>
                  </a:cubicBezTo>
                  <a:cubicBezTo>
                    <a:pt x="77081" y="24983"/>
                    <a:pt x="77081" y="25004"/>
                    <a:pt x="77039" y="25046"/>
                  </a:cubicBezTo>
                  <a:cubicBezTo>
                    <a:pt x="76140" y="26343"/>
                    <a:pt x="75261" y="27766"/>
                    <a:pt x="74403" y="29084"/>
                  </a:cubicBezTo>
                  <a:cubicBezTo>
                    <a:pt x="74005" y="29712"/>
                    <a:pt x="73587" y="30318"/>
                    <a:pt x="73210" y="30904"/>
                  </a:cubicBezTo>
                  <a:cubicBezTo>
                    <a:pt x="70532" y="34629"/>
                    <a:pt x="67687" y="38228"/>
                    <a:pt x="64841" y="41805"/>
                  </a:cubicBezTo>
                  <a:cubicBezTo>
                    <a:pt x="64841" y="41826"/>
                    <a:pt x="64799" y="41826"/>
                    <a:pt x="64778" y="41847"/>
                  </a:cubicBezTo>
                  <a:cubicBezTo>
                    <a:pt x="64653" y="42015"/>
                    <a:pt x="64548" y="42161"/>
                    <a:pt x="64422" y="42329"/>
                  </a:cubicBezTo>
                  <a:cubicBezTo>
                    <a:pt x="64052" y="42766"/>
                    <a:pt x="64426" y="43500"/>
                    <a:pt x="64913" y="43500"/>
                  </a:cubicBezTo>
                  <a:cubicBezTo>
                    <a:pt x="65031" y="43500"/>
                    <a:pt x="65157" y="43457"/>
                    <a:pt x="65280" y="43354"/>
                  </a:cubicBezTo>
                  <a:cubicBezTo>
                    <a:pt x="66368" y="42433"/>
                    <a:pt x="67582" y="41408"/>
                    <a:pt x="68816" y="40257"/>
                  </a:cubicBezTo>
                  <a:cubicBezTo>
                    <a:pt x="68816" y="40257"/>
                    <a:pt x="68816" y="40236"/>
                    <a:pt x="68837" y="40236"/>
                  </a:cubicBezTo>
                  <a:lnTo>
                    <a:pt x="68921" y="40153"/>
                  </a:lnTo>
                  <a:lnTo>
                    <a:pt x="68942" y="40153"/>
                  </a:lnTo>
                  <a:cubicBezTo>
                    <a:pt x="73838" y="35612"/>
                    <a:pt x="79132" y="29440"/>
                    <a:pt x="80575" y="23393"/>
                  </a:cubicBezTo>
                  <a:cubicBezTo>
                    <a:pt x="80596" y="23309"/>
                    <a:pt x="80638" y="23204"/>
                    <a:pt x="80638" y="23121"/>
                  </a:cubicBezTo>
                  <a:cubicBezTo>
                    <a:pt x="80659" y="23058"/>
                    <a:pt x="80659" y="22995"/>
                    <a:pt x="80680" y="22911"/>
                  </a:cubicBezTo>
                  <a:cubicBezTo>
                    <a:pt x="80764" y="22472"/>
                    <a:pt x="80847" y="22054"/>
                    <a:pt x="80889" y="21614"/>
                  </a:cubicBezTo>
                  <a:cubicBezTo>
                    <a:pt x="81894" y="21823"/>
                    <a:pt x="82877" y="22033"/>
                    <a:pt x="83881" y="22263"/>
                  </a:cubicBezTo>
                  <a:cubicBezTo>
                    <a:pt x="83777" y="22451"/>
                    <a:pt x="83693" y="22660"/>
                    <a:pt x="83588" y="22849"/>
                  </a:cubicBezTo>
                  <a:cubicBezTo>
                    <a:pt x="83526" y="22974"/>
                    <a:pt x="83484" y="23079"/>
                    <a:pt x="83400" y="23204"/>
                  </a:cubicBezTo>
                  <a:cubicBezTo>
                    <a:pt x="83275" y="23497"/>
                    <a:pt x="83107" y="23811"/>
                    <a:pt x="82982" y="24125"/>
                  </a:cubicBezTo>
                  <a:cubicBezTo>
                    <a:pt x="82961" y="24167"/>
                    <a:pt x="82940" y="24230"/>
                    <a:pt x="82940" y="24251"/>
                  </a:cubicBezTo>
                  <a:cubicBezTo>
                    <a:pt x="81831" y="26678"/>
                    <a:pt x="80889" y="29168"/>
                    <a:pt x="79529" y="31490"/>
                  </a:cubicBezTo>
                  <a:cubicBezTo>
                    <a:pt x="77521" y="34922"/>
                    <a:pt x="75010" y="37872"/>
                    <a:pt x="72290" y="40759"/>
                  </a:cubicBezTo>
                  <a:lnTo>
                    <a:pt x="72290" y="40780"/>
                  </a:lnTo>
                  <a:lnTo>
                    <a:pt x="72269" y="40801"/>
                  </a:lnTo>
                  <a:cubicBezTo>
                    <a:pt x="72050" y="41105"/>
                    <a:pt x="72320" y="41558"/>
                    <a:pt x="72630" y="41558"/>
                  </a:cubicBezTo>
                  <a:cubicBezTo>
                    <a:pt x="72705" y="41558"/>
                    <a:pt x="72782" y="41532"/>
                    <a:pt x="72855" y="41471"/>
                  </a:cubicBezTo>
                  <a:cubicBezTo>
                    <a:pt x="74257" y="40383"/>
                    <a:pt x="75637" y="39169"/>
                    <a:pt x="76914" y="37746"/>
                  </a:cubicBezTo>
                  <a:cubicBezTo>
                    <a:pt x="76914" y="37746"/>
                    <a:pt x="76914" y="37725"/>
                    <a:pt x="76935" y="37725"/>
                  </a:cubicBezTo>
                  <a:cubicBezTo>
                    <a:pt x="80785" y="33583"/>
                    <a:pt x="83840" y="28205"/>
                    <a:pt x="84216" y="22807"/>
                  </a:cubicBezTo>
                  <a:lnTo>
                    <a:pt x="84216" y="22744"/>
                  </a:lnTo>
                  <a:cubicBezTo>
                    <a:pt x="84216" y="22598"/>
                    <a:pt x="84237" y="22493"/>
                    <a:pt x="84237" y="22367"/>
                  </a:cubicBezTo>
                  <a:cubicBezTo>
                    <a:pt x="85785" y="22744"/>
                    <a:pt x="87355" y="23163"/>
                    <a:pt x="88903" y="23581"/>
                  </a:cubicBezTo>
                  <a:cubicBezTo>
                    <a:pt x="88254" y="24230"/>
                    <a:pt x="87689" y="24941"/>
                    <a:pt x="87166" y="25673"/>
                  </a:cubicBezTo>
                  <a:lnTo>
                    <a:pt x="87145" y="25694"/>
                  </a:lnTo>
                  <a:cubicBezTo>
                    <a:pt x="87062" y="25820"/>
                    <a:pt x="86957" y="25924"/>
                    <a:pt x="86894" y="26050"/>
                  </a:cubicBezTo>
                  <a:cubicBezTo>
                    <a:pt x="86853" y="26113"/>
                    <a:pt x="86832" y="26155"/>
                    <a:pt x="86790" y="26196"/>
                  </a:cubicBezTo>
                  <a:cubicBezTo>
                    <a:pt x="86727" y="26301"/>
                    <a:pt x="86643" y="26364"/>
                    <a:pt x="86601" y="26468"/>
                  </a:cubicBezTo>
                  <a:cubicBezTo>
                    <a:pt x="86539" y="26552"/>
                    <a:pt x="86518" y="26615"/>
                    <a:pt x="86476" y="26678"/>
                  </a:cubicBezTo>
                  <a:cubicBezTo>
                    <a:pt x="86434" y="26740"/>
                    <a:pt x="86413" y="26761"/>
                    <a:pt x="86392" y="26824"/>
                  </a:cubicBezTo>
                  <a:cubicBezTo>
                    <a:pt x="85555" y="28101"/>
                    <a:pt x="84802" y="29398"/>
                    <a:pt x="83944" y="30716"/>
                  </a:cubicBezTo>
                  <a:cubicBezTo>
                    <a:pt x="83254" y="31804"/>
                    <a:pt x="82521" y="32913"/>
                    <a:pt x="81747" y="33980"/>
                  </a:cubicBezTo>
                  <a:cubicBezTo>
                    <a:pt x="81287" y="34671"/>
                    <a:pt x="80806" y="35340"/>
                    <a:pt x="80345" y="35989"/>
                  </a:cubicBezTo>
                  <a:cubicBezTo>
                    <a:pt x="79529" y="37098"/>
                    <a:pt x="78713" y="38186"/>
                    <a:pt x="77876" y="39295"/>
                  </a:cubicBezTo>
                  <a:cubicBezTo>
                    <a:pt x="77834" y="39378"/>
                    <a:pt x="77772" y="39420"/>
                    <a:pt x="77730" y="39504"/>
                  </a:cubicBezTo>
                  <a:cubicBezTo>
                    <a:pt x="77426" y="39909"/>
                    <a:pt x="77735" y="40546"/>
                    <a:pt x="78163" y="40546"/>
                  </a:cubicBezTo>
                  <a:cubicBezTo>
                    <a:pt x="78265" y="40546"/>
                    <a:pt x="78374" y="40509"/>
                    <a:pt x="78483" y="40425"/>
                  </a:cubicBezTo>
                  <a:cubicBezTo>
                    <a:pt x="79885" y="39399"/>
                    <a:pt x="81308" y="38165"/>
                    <a:pt x="82647" y="36826"/>
                  </a:cubicBezTo>
                  <a:cubicBezTo>
                    <a:pt x="86225" y="33206"/>
                    <a:pt x="89175" y="28603"/>
                    <a:pt x="89154" y="23644"/>
                  </a:cubicBezTo>
                  <a:lnTo>
                    <a:pt x="89154" y="23623"/>
                  </a:lnTo>
                  <a:cubicBezTo>
                    <a:pt x="93632" y="24899"/>
                    <a:pt x="98068" y="26448"/>
                    <a:pt x="102420" y="28310"/>
                  </a:cubicBezTo>
                  <a:cubicBezTo>
                    <a:pt x="102545" y="28101"/>
                    <a:pt x="102629" y="27870"/>
                    <a:pt x="102503" y="27808"/>
                  </a:cubicBezTo>
                  <a:cubicBezTo>
                    <a:pt x="97837" y="25778"/>
                    <a:pt x="93025" y="24041"/>
                    <a:pt x="88171" y="22660"/>
                  </a:cubicBezTo>
                  <a:cubicBezTo>
                    <a:pt x="88254" y="22639"/>
                    <a:pt x="88317" y="22598"/>
                    <a:pt x="88380" y="22535"/>
                  </a:cubicBezTo>
                  <a:cubicBezTo>
                    <a:pt x="88401" y="22493"/>
                    <a:pt x="88401" y="22472"/>
                    <a:pt x="88401" y="22451"/>
                  </a:cubicBezTo>
                  <a:cubicBezTo>
                    <a:pt x="88464" y="22137"/>
                    <a:pt x="88485" y="21823"/>
                    <a:pt x="88526" y="21489"/>
                  </a:cubicBezTo>
                  <a:lnTo>
                    <a:pt x="88526" y="21426"/>
                  </a:lnTo>
                  <a:cubicBezTo>
                    <a:pt x="88568" y="21133"/>
                    <a:pt x="88589" y="20819"/>
                    <a:pt x="88589" y="20547"/>
                  </a:cubicBezTo>
                  <a:lnTo>
                    <a:pt x="88589" y="20359"/>
                  </a:lnTo>
                  <a:lnTo>
                    <a:pt x="88589" y="19626"/>
                  </a:lnTo>
                  <a:lnTo>
                    <a:pt x="88589" y="19187"/>
                  </a:lnTo>
                  <a:cubicBezTo>
                    <a:pt x="88589" y="19041"/>
                    <a:pt x="88589" y="18936"/>
                    <a:pt x="88568" y="18810"/>
                  </a:cubicBezTo>
                  <a:cubicBezTo>
                    <a:pt x="88359" y="14730"/>
                    <a:pt x="86790" y="10755"/>
                    <a:pt x="84174" y="7595"/>
                  </a:cubicBezTo>
                  <a:cubicBezTo>
                    <a:pt x="83881" y="7219"/>
                    <a:pt x="83588" y="6884"/>
                    <a:pt x="83254" y="6570"/>
                  </a:cubicBezTo>
                  <a:lnTo>
                    <a:pt x="83065" y="6382"/>
                  </a:lnTo>
                  <a:cubicBezTo>
                    <a:pt x="83024" y="6340"/>
                    <a:pt x="82940" y="6277"/>
                    <a:pt x="82856" y="6256"/>
                  </a:cubicBezTo>
                  <a:cubicBezTo>
                    <a:pt x="82782" y="6226"/>
                    <a:pt x="82702" y="6211"/>
                    <a:pt x="82621" y="6211"/>
                  </a:cubicBezTo>
                  <a:cubicBezTo>
                    <a:pt x="82315" y="6211"/>
                    <a:pt x="81993" y="6414"/>
                    <a:pt x="81894" y="6696"/>
                  </a:cubicBezTo>
                  <a:cubicBezTo>
                    <a:pt x="81873" y="6696"/>
                    <a:pt x="81894" y="6696"/>
                    <a:pt x="81894" y="6738"/>
                  </a:cubicBezTo>
                  <a:cubicBezTo>
                    <a:pt x="81831" y="6842"/>
                    <a:pt x="81831" y="6989"/>
                    <a:pt x="81873" y="7114"/>
                  </a:cubicBezTo>
                  <a:cubicBezTo>
                    <a:pt x="82124" y="7909"/>
                    <a:pt x="82396" y="8725"/>
                    <a:pt x="82668" y="9499"/>
                  </a:cubicBezTo>
                  <a:lnTo>
                    <a:pt x="82668" y="9520"/>
                  </a:lnTo>
                  <a:cubicBezTo>
                    <a:pt x="84195" y="13914"/>
                    <a:pt x="85911" y="18350"/>
                    <a:pt x="87857" y="22535"/>
                  </a:cubicBezTo>
                  <a:cubicBezTo>
                    <a:pt x="87857" y="22550"/>
                    <a:pt x="87867" y="22564"/>
                    <a:pt x="87881" y="22572"/>
                  </a:cubicBezTo>
                  <a:lnTo>
                    <a:pt x="87881" y="22572"/>
                  </a:lnTo>
                  <a:cubicBezTo>
                    <a:pt x="86673" y="22239"/>
                    <a:pt x="85445" y="21926"/>
                    <a:pt x="84216" y="21614"/>
                  </a:cubicBezTo>
                  <a:cubicBezTo>
                    <a:pt x="84205" y="21580"/>
                    <a:pt x="84180" y="21564"/>
                    <a:pt x="84154" y="21564"/>
                  </a:cubicBezTo>
                  <a:cubicBezTo>
                    <a:pt x="84132" y="21564"/>
                    <a:pt x="84109" y="21574"/>
                    <a:pt x="84091" y="21593"/>
                  </a:cubicBezTo>
                  <a:cubicBezTo>
                    <a:pt x="83693" y="21489"/>
                    <a:pt x="83337" y="21405"/>
                    <a:pt x="82940" y="21300"/>
                  </a:cubicBezTo>
                  <a:cubicBezTo>
                    <a:pt x="82961" y="21279"/>
                    <a:pt x="82982" y="21238"/>
                    <a:pt x="82982" y="21196"/>
                  </a:cubicBezTo>
                  <a:cubicBezTo>
                    <a:pt x="83086" y="20568"/>
                    <a:pt x="83149" y="19961"/>
                    <a:pt x="83170" y="19334"/>
                  </a:cubicBezTo>
                  <a:lnTo>
                    <a:pt x="83170" y="19208"/>
                  </a:lnTo>
                  <a:lnTo>
                    <a:pt x="83170" y="18727"/>
                  </a:lnTo>
                  <a:lnTo>
                    <a:pt x="83170" y="18497"/>
                  </a:lnTo>
                  <a:lnTo>
                    <a:pt x="83170" y="18141"/>
                  </a:lnTo>
                  <a:cubicBezTo>
                    <a:pt x="83170" y="17994"/>
                    <a:pt x="83170" y="17890"/>
                    <a:pt x="83149" y="17764"/>
                  </a:cubicBezTo>
                  <a:cubicBezTo>
                    <a:pt x="83149" y="17681"/>
                    <a:pt x="83149" y="17576"/>
                    <a:pt x="83128" y="17513"/>
                  </a:cubicBezTo>
                  <a:cubicBezTo>
                    <a:pt x="83128" y="17346"/>
                    <a:pt x="83086" y="17157"/>
                    <a:pt x="83065" y="17011"/>
                  </a:cubicBezTo>
                  <a:lnTo>
                    <a:pt x="83065" y="16885"/>
                  </a:lnTo>
                  <a:cubicBezTo>
                    <a:pt x="82438" y="11550"/>
                    <a:pt x="79215" y="6758"/>
                    <a:pt x="74549" y="4059"/>
                  </a:cubicBezTo>
                  <a:cubicBezTo>
                    <a:pt x="74131" y="3829"/>
                    <a:pt x="73713" y="3620"/>
                    <a:pt x="73252" y="3411"/>
                  </a:cubicBezTo>
                  <a:cubicBezTo>
                    <a:pt x="73148" y="3348"/>
                    <a:pt x="73085" y="3306"/>
                    <a:pt x="72980" y="3285"/>
                  </a:cubicBezTo>
                  <a:cubicBezTo>
                    <a:pt x="72311" y="2992"/>
                    <a:pt x="71641" y="2720"/>
                    <a:pt x="70930" y="2511"/>
                  </a:cubicBezTo>
                  <a:cubicBezTo>
                    <a:pt x="70873" y="2496"/>
                    <a:pt x="70818" y="2489"/>
                    <a:pt x="70763" y="2489"/>
                  </a:cubicBezTo>
                  <a:cubicBezTo>
                    <a:pt x="70292" y="2489"/>
                    <a:pt x="69915" y="3021"/>
                    <a:pt x="70009" y="3453"/>
                  </a:cubicBezTo>
                  <a:cubicBezTo>
                    <a:pt x="68482" y="2239"/>
                    <a:pt x="66829" y="1130"/>
                    <a:pt x="65134" y="105"/>
                  </a:cubicBezTo>
                  <a:cubicBezTo>
                    <a:pt x="65008" y="32"/>
                    <a:pt x="64882" y="0"/>
                    <a:pt x="647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15"/>
            <p:cNvSpPr/>
            <p:nvPr/>
          </p:nvSpPr>
          <p:spPr>
            <a:xfrm>
              <a:off x="19388400" y="28623625"/>
              <a:ext cx="714775" cy="158125"/>
            </a:xfrm>
            <a:custGeom>
              <a:avLst/>
              <a:gdLst/>
              <a:ahLst/>
              <a:cxnLst/>
              <a:rect l="l" t="t" r="r" b="b"/>
              <a:pathLst>
                <a:path w="28591" h="6325" extrusionOk="0">
                  <a:moveTo>
                    <a:pt x="9416" y="0"/>
                  </a:moveTo>
                  <a:cubicBezTo>
                    <a:pt x="6592" y="0"/>
                    <a:pt x="3725" y="272"/>
                    <a:pt x="942" y="711"/>
                  </a:cubicBezTo>
                  <a:cubicBezTo>
                    <a:pt x="1" y="837"/>
                    <a:pt x="1" y="2176"/>
                    <a:pt x="1026" y="2218"/>
                  </a:cubicBezTo>
                  <a:cubicBezTo>
                    <a:pt x="1193" y="2218"/>
                    <a:pt x="1361" y="2260"/>
                    <a:pt x="1549" y="2281"/>
                  </a:cubicBezTo>
                  <a:lnTo>
                    <a:pt x="1675" y="2281"/>
                  </a:lnTo>
                  <a:cubicBezTo>
                    <a:pt x="5336" y="2490"/>
                    <a:pt x="8998" y="3055"/>
                    <a:pt x="12618" y="3683"/>
                  </a:cubicBezTo>
                  <a:lnTo>
                    <a:pt x="12513" y="3683"/>
                  </a:lnTo>
                  <a:cubicBezTo>
                    <a:pt x="16070" y="4310"/>
                    <a:pt x="19606" y="5022"/>
                    <a:pt x="23163" y="5587"/>
                  </a:cubicBezTo>
                  <a:lnTo>
                    <a:pt x="23644" y="5670"/>
                  </a:lnTo>
                  <a:cubicBezTo>
                    <a:pt x="24000" y="5733"/>
                    <a:pt x="24335" y="5775"/>
                    <a:pt x="24711" y="5838"/>
                  </a:cubicBezTo>
                  <a:cubicBezTo>
                    <a:pt x="25130" y="5880"/>
                    <a:pt x="25548" y="5963"/>
                    <a:pt x="25967" y="6026"/>
                  </a:cubicBezTo>
                  <a:cubicBezTo>
                    <a:pt x="26113" y="6047"/>
                    <a:pt x="26302" y="6068"/>
                    <a:pt x="26469" y="6089"/>
                  </a:cubicBezTo>
                  <a:lnTo>
                    <a:pt x="28352" y="6319"/>
                  </a:lnTo>
                  <a:cubicBezTo>
                    <a:pt x="28364" y="6323"/>
                    <a:pt x="28377" y="6325"/>
                    <a:pt x="28389" y="6325"/>
                  </a:cubicBezTo>
                  <a:cubicBezTo>
                    <a:pt x="28500" y="6325"/>
                    <a:pt x="28591" y="6162"/>
                    <a:pt x="28478" y="6068"/>
                  </a:cubicBezTo>
                  <a:cubicBezTo>
                    <a:pt x="23142" y="1716"/>
                    <a:pt x="16760" y="105"/>
                    <a:pt x="102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21" name="Google Shape;221;p15"/>
          <p:cNvSpPr txBox="1">
            <a:spLocks noGrp="1"/>
          </p:cNvSpPr>
          <p:nvPr>
            <p:ph type="title"/>
          </p:nvPr>
        </p:nvSpPr>
        <p:spPr>
          <a:xfrm>
            <a:off x="4369051" y="5315212"/>
            <a:ext cx="34532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222" name="Google Shape;222;p15"/>
          <p:cNvSpPr txBox="1">
            <a:spLocks noGrp="1"/>
          </p:cNvSpPr>
          <p:nvPr>
            <p:ph type="subTitle" idx="1"/>
          </p:nvPr>
        </p:nvSpPr>
        <p:spPr>
          <a:xfrm>
            <a:off x="2068951" y="3215988"/>
            <a:ext cx="8053600" cy="19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33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40058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17"/>
          <p:cNvGrpSpPr/>
          <p:nvPr/>
        </p:nvGrpSpPr>
        <p:grpSpPr>
          <a:xfrm>
            <a:off x="-166" y="-46379"/>
            <a:ext cx="14677020" cy="8649508"/>
            <a:chOff x="-125" y="-34785"/>
            <a:chExt cx="11007765" cy="6487131"/>
          </a:xfrm>
        </p:grpSpPr>
        <p:sp>
          <p:nvSpPr>
            <p:cNvPr id="236" name="Google Shape;236;p17"/>
            <p:cNvSpPr/>
            <p:nvPr/>
          </p:nvSpPr>
          <p:spPr>
            <a:xfrm>
              <a:off x="-125" y="2156950"/>
              <a:ext cx="9144000" cy="3000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237" name="Google Shape;237;p17"/>
            <p:cNvGrpSpPr/>
            <p:nvPr/>
          </p:nvGrpSpPr>
          <p:grpSpPr>
            <a:xfrm rot="-1642488">
              <a:off x="7106243" y="482386"/>
              <a:ext cx="2565674" cy="1298224"/>
              <a:chOff x="19279125" y="28273675"/>
              <a:chExt cx="2565725" cy="1298250"/>
            </a:xfrm>
          </p:grpSpPr>
          <p:sp>
            <p:nvSpPr>
              <p:cNvPr id="238" name="Google Shape;238;p17"/>
              <p:cNvSpPr/>
              <p:nvPr/>
            </p:nvSpPr>
            <p:spPr>
              <a:xfrm>
                <a:off x="19715375" y="28798125"/>
                <a:ext cx="506850" cy="665075"/>
              </a:xfrm>
              <a:custGeom>
                <a:avLst/>
                <a:gdLst/>
                <a:ahLst/>
                <a:cxnLst/>
                <a:rect l="l" t="t" r="r" b="b"/>
                <a:pathLst>
                  <a:path w="20274" h="26603" extrusionOk="0">
                    <a:moveTo>
                      <a:pt x="20102" y="0"/>
                    </a:moveTo>
                    <a:cubicBezTo>
                      <a:pt x="20089" y="0"/>
                      <a:pt x="20076" y="3"/>
                      <a:pt x="20065" y="8"/>
                    </a:cubicBezTo>
                    <a:cubicBezTo>
                      <a:pt x="20002" y="8"/>
                      <a:pt x="19981" y="29"/>
                      <a:pt x="19918" y="50"/>
                    </a:cubicBezTo>
                    <a:cubicBezTo>
                      <a:pt x="18014" y="1975"/>
                      <a:pt x="16194" y="4026"/>
                      <a:pt x="14415" y="6181"/>
                    </a:cubicBezTo>
                    <a:cubicBezTo>
                      <a:pt x="14060" y="6537"/>
                      <a:pt x="13746" y="6934"/>
                      <a:pt x="13474" y="7332"/>
                    </a:cubicBezTo>
                    <a:cubicBezTo>
                      <a:pt x="13264" y="7583"/>
                      <a:pt x="13055" y="7876"/>
                      <a:pt x="12846" y="8148"/>
                    </a:cubicBezTo>
                    <a:lnTo>
                      <a:pt x="12804" y="8169"/>
                    </a:lnTo>
                    <a:cubicBezTo>
                      <a:pt x="9561" y="12270"/>
                      <a:pt x="6506" y="16643"/>
                      <a:pt x="3577" y="20911"/>
                    </a:cubicBezTo>
                    <a:cubicBezTo>
                      <a:pt x="3577" y="20911"/>
                      <a:pt x="3577" y="20932"/>
                      <a:pt x="3556" y="20932"/>
                    </a:cubicBezTo>
                    <a:cubicBezTo>
                      <a:pt x="3556" y="20953"/>
                      <a:pt x="3535" y="20953"/>
                      <a:pt x="3535" y="20974"/>
                    </a:cubicBezTo>
                    <a:cubicBezTo>
                      <a:pt x="2447" y="22522"/>
                      <a:pt x="1401" y="24050"/>
                      <a:pt x="355" y="25535"/>
                    </a:cubicBezTo>
                    <a:cubicBezTo>
                      <a:pt x="0" y="26042"/>
                      <a:pt x="531" y="26603"/>
                      <a:pt x="1046" y="26603"/>
                    </a:cubicBezTo>
                    <a:cubicBezTo>
                      <a:pt x="1169" y="26603"/>
                      <a:pt x="1292" y="26571"/>
                      <a:pt x="1401" y="26498"/>
                    </a:cubicBezTo>
                    <a:cubicBezTo>
                      <a:pt x="1987" y="26142"/>
                      <a:pt x="2593" y="25745"/>
                      <a:pt x="3137" y="25347"/>
                    </a:cubicBezTo>
                    <a:cubicBezTo>
                      <a:pt x="3158" y="25347"/>
                      <a:pt x="3158" y="25326"/>
                      <a:pt x="3158" y="25326"/>
                    </a:cubicBezTo>
                    <a:cubicBezTo>
                      <a:pt x="11423" y="19593"/>
                      <a:pt x="18746" y="10177"/>
                      <a:pt x="20274" y="239"/>
                    </a:cubicBezTo>
                    <a:cubicBezTo>
                      <a:pt x="20274" y="155"/>
                      <a:pt x="20232" y="113"/>
                      <a:pt x="20211" y="50"/>
                    </a:cubicBezTo>
                    <a:cubicBezTo>
                      <a:pt x="20180" y="20"/>
                      <a:pt x="20139" y="0"/>
                      <a:pt x="201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" name="Google Shape;239;p17"/>
              <p:cNvSpPr/>
              <p:nvPr/>
            </p:nvSpPr>
            <p:spPr>
              <a:xfrm>
                <a:off x="20308800" y="28749150"/>
                <a:ext cx="511325" cy="822775"/>
              </a:xfrm>
              <a:custGeom>
                <a:avLst/>
                <a:gdLst/>
                <a:ahLst/>
                <a:cxnLst/>
                <a:rect l="l" t="t" r="r" b="b"/>
                <a:pathLst>
                  <a:path w="20453" h="32911" extrusionOk="0">
                    <a:moveTo>
                      <a:pt x="20227" y="1"/>
                    </a:moveTo>
                    <a:cubicBezTo>
                      <a:pt x="20190" y="1"/>
                      <a:pt x="20153" y="8"/>
                      <a:pt x="20118" y="22"/>
                    </a:cubicBezTo>
                    <a:cubicBezTo>
                      <a:pt x="20097" y="22"/>
                      <a:pt x="20097" y="63"/>
                      <a:pt x="20076" y="84"/>
                    </a:cubicBezTo>
                    <a:cubicBezTo>
                      <a:pt x="19804" y="335"/>
                      <a:pt x="19574" y="607"/>
                      <a:pt x="19302" y="900"/>
                    </a:cubicBezTo>
                    <a:cubicBezTo>
                      <a:pt x="19302" y="900"/>
                      <a:pt x="19302" y="921"/>
                      <a:pt x="19281" y="921"/>
                    </a:cubicBezTo>
                    <a:cubicBezTo>
                      <a:pt x="19051" y="1172"/>
                      <a:pt x="18841" y="1444"/>
                      <a:pt x="18632" y="1695"/>
                    </a:cubicBezTo>
                    <a:cubicBezTo>
                      <a:pt x="18569" y="1758"/>
                      <a:pt x="18528" y="1842"/>
                      <a:pt x="18465" y="1884"/>
                    </a:cubicBezTo>
                    <a:cubicBezTo>
                      <a:pt x="18318" y="2093"/>
                      <a:pt x="18130" y="2302"/>
                      <a:pt x="17984" y="2512"/>
                    </a:cubicBezTo>
                    <a:cubicBezTo>
                      <a:pt x="17921" y="2595"/>
                      <a:pt x="17837" y="2679"/>
                      <a:pt x="17795" y="2784"/>
                    </a:cubicBezTo>
                    <a:cubicBezTo>
                      <a:pt x="17628" y="2993"/>
                      <a:pt x="17502" y="3160"/>
                      <a:pt x="17356" y="3369"/>
                    </a:cubicBezTo>
                    <a:cubicBezTo>
                      <a:pt x="17293" y="3453"/>
                      <a:pt x="17209" y="3558"/>
                      <a:pt x="17168" y="3641"/>
                    </a:cubicBezTo>
                    <a:cubicBezTo>
                      <a:pt x="17000" y="3851"/>
                      <a:pt x="16875" y="4060"/>
                      <a:pt x="16749" y="4269"/>
                    </a:cubicBezTo>
                    <a:cubicBezTo>
                      <a:pt x="16686" y="4353"/>
                      <a:pt x="16644" y="4436"/>
                      <a:pt x="16561" y="4520"/>
                    </a:cubicBezTo>
                    <a:lnTo>
                      <a:pt x="16100" y="5232"/>
                    </a:lnTo>
                    <a:cubicBezTo>
                      <a:pt x="16059" y="5273"/>
                      <a:pt x="16017" y="5336"/>
                      <a:pt x="15996" y="5420"/>
                    </a:cubicBezTo>
                    <a:cubicBezTo>
                      <a:pt x="15598" y="6006"/>
                      <a:pt x="15222" y="6633"/>
                      <a:pt x="14866" y="7282"/>
                    </a:cubicBezTo>
                    <a:cubicBezTo>
                      <a:pt x="14803" y="7345"/>
                      <a:pt x="14782" y="7429"/>
                      <a:pt x="14740" y="7512"/>
                    </a:cubicBezTo>
                    <a:cubicBezTo>
                      <a:pt x="14594" y="7742"/>
                      <a:pt x="14468" y="7973"/>
                      <a:pt x="14322" y="8203"/>
                    </a:cubicBezTo>
                    <a:cubicBezTo>
                      <a:pt x="14259" y="8286"/>
                      <a:pt x="14217" y="8391"/>
                      <a:pt x="14155" y="8475"/>
                    </a:cubicBezTo>
                    <a:lnTo>
                      <a:pt x="13757" y="9186"/>
                    </a:lnTo>
                    <a:cubicBezTo>
                      <a:pt x="13715" y="9249"/>
                      <a:pt x="13652" y="9333"/>
                      <a:pt x="13631" y="9416"/>
                    </a:cubicBezTo>
                    <a:cubicBezTo>
                      <a:pt x="13485" y="9709"/>
                      <a:pt x="13318" y="9960"/>
                      <a:pt x="13171" y="10253"/>
                    </a:cubicBezTo>
                    <a:cubicBezTo>
                      <a:pt x="12962" y="10609"/>
                      <a:pt x="12753" y="10986"/>
                      <a:pt x="12564" y="11341"/>
                    </a:cubicBezTo>
                    <a:cubicBezTo>
                      <a:pt x="12502" y="11488"/>
                      <a:pt x="12439" y="11592"/>
                      <a:pt x="12376" y="11718"/>
                    </a:cubicBezTo>
                    <a:lnTo>
                      <a:pt x="12062" y="12262"/>
                    </a:lnTo>
                    <a:cubicBezTo>
                      <a:pt x="11539" y="13224"/>
                      <a:pt x="10995" y="14166"/>
                      <a:pt x="10409" y="15108"/>
                    </a:cubicBezTo>
                    <a:cubicBezTo>
                      <a:pt x="8568" y="18183"/>
                      <a:pt x="6622" y="21217"/>
                      <a:pt x="4718" y="24251"/>
                    </a:cubicBezTo>
                    <a:lnTo>
                      <a:pt x="4718" y="24272"/>
                    </a:lnTo>
                    <a:lnTo>
                      <a:pt x="4718" y="24293"/>
                    </a:lnTo>
                    <a:lnTo>
                      <a:pt x="4718" y="24314"/>
                    </a:lnTo>
                    <a:lnTo>
                      <a:pt x="4718" y="24356"/>
                    </a:lnTo>
                    <a:lnTo>
                      <a:pt x="4718" y="24377"/>
                    </a:lnTo>
                    <a:cubicBezTo>
                      <a:pt x="3693" y="26030"/>
                      <a:pt x="2668" y="27641"/>
                      <a:pt x="1684" y="29315"/>
                    </a:cubicBezTo>
                    <a:lnTo>
                      <a:pt x="1684" y="29336"/>
                    </a:lnTo>
                    <a:lnTo>
                      <a:pt x="1684" y="29377"/>
                    </a:lnTo>
                    <a:lnTo>
                      <a:pt x="1684" y="29398"/>
                    </a:lnTo>
                    <a:lnTo>
                      <a:pt x="1684" y="29419"/>
                    </a:lnTo>
                    <a:lnTo>
                      <a:pt x="1684" y="29461"/>
                    </a:lnTo>
                    <a:cubicBezTo>
                      <a:pt x="1621" y="29503"/>
                      <a:pt x="1600" y="29587"/>
                      <a:pt x="1559" y="29670"/>
                    </a:cubicBezTo>
                    <a:lnTo>
                      <a:pt x="1559" y="29691"/>
                    </a:lnTo>
                    <a:cubicBezTo>
                      <a:pt x="1140" y="30361"/>
                      <a:pt x="743" y="31072"/>
                      <a:pt x="345" y="31763"/>
                    </a:cubicBezTo>
                    <a:cubicBezTo>
                      <a:pt x="1" y="32365"/>
                      <a:pt x="520" y="32911"/>
                      <a:pt x="1088" y="32911"/>
                    </a:cubicBezTo>
                    <a:cubicBezTo>
                      <a:pt x="1210" y="32911"/>
                      <a:pt x="1335" y="32886"/>
                      <a:pt x="1454" y="32830"/>
                    </a:cubicBezTo>
                    <a:cubicBezTo>
                      <a:pt x="1517" y="32809"/>
                      <a:pt x="1600" y="32746"/>
                      <a:pt x="1684" y="32662"/>
                    </a:cubicBezTo>
                    <a:cubicBezTo>
                      <a:pt x="6476" y="28038"/>
                      <a:pt x="10388" y="22556"/>
                      <a:pt x="13757" y="16844"/>
                    </a:cubicBezTo>
                    <a:cubicBezTo>
                      <a:pt x="16247" y="12408"/>
                      <a:pt x="19051" y="7721"/>
                      <a:pt x="20097" y="2700"/>
                    </a:cubicBezTo>
                    <a:cubicBezTo>
                      <a:pt x="20097" y="2658"/>
                      <a:pt x="20118" y="2616"/>
                      <a:pt x="20118" y="2595"/>
                    </a:cubicBezTo>
                    <a:cubicBezTo>
                      <a:pt x="20160" y="2365"/>
                      <a:pt x="20222" y="2093"/>
                      <a:pt x="20243" y="1863"/>
                    </a:cubicBezTo>
                    <a:cubicBezTo>
                      <a:pt x="20243" y="1800"/>
                      <a:pt x="20264" y="1779"/>
                      <a:pt x="20264" y="1737"/>
                    </a:cubicBezTo>
                    <a:lnTo>
                      <a:pt x="20348" y="1172"/>
                    </a:lnTo>
                    <a:cubicBezTo>
                      <a:pt x="20390" y="1068"/>
                      <a:pt x="20390" y="1005"/>
                      <a:pt x="20390" y="879"/>
                    </a:cubicBezTo>
                    <a:cubicBezTo>
                      <a:pt x="20411" y="733"/>
                      <a:pt x="20411" y="607"/>
                      <a:pt x="20432" y="440"/>
                    </a:cubicBezTo>
                    <a:cubicBezTo>
                      <a:pt x="20432" y="356"/>
                      <a:pt x="20453" y="294"/>
                      <a:pt x="20453" y="210"/>
                    </a:cubicBezTo>
                    <a:lnTo>
                      <a:pt x="20453" y="126"/>
                    </a:lnTo>
                    <a:cubicBezTo>
                      <a:pt x="20453" y="105"/>
                      <a:pt x="20432" y="105"/>
                      <a:pt x="20432" y="84"/>
                    </a:cubicBezTo>
                    <a:cubicBezTo>
                      <a:pt x="20376" y="29"/>
                      <a:pt x="20301" y="1"/>
                      <a:pt x="20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0" name="Google Shape;240;p17"/>
              <p:cNvSpPr/>
              <p:nvPr/>
            </p:nvSpPr>
            <p:spPr>
              <a:xfrm>
                <a:off x="20182700" y="28375125"/>
                <a:ext cx="603425" cy="350075"/>
              </a:xfrm>
              <a:custGeom>
                <a:avLst/>
                <a:gdLst/>
                <a:ahLst/>
                <a:cxnLst/>
                <a:rect l="l" t="t" r="r" b="b"/>
                <a:pathLst>
                  <a:path w="24137" h="14003" extrusionOk="0">
                    <a:moveTo>
                      <a:pt x="808" y="1"/>
                    </a:moveTo>
                    <a:cubicBezTo>
                      <a:pt x="364" y="1"/>
                      <a:pt x="1" y="496"/>
                      <a:pt x="137" y="922"/>
                    </a:cubicBezTo>
                    <a:cubicBezTo>
                      <a:pt x="179" y="1027"/>
                      <a:pt x="263" y="1131"/>
                      <a:pt x="367" y="1215"/>
                    </a:cubicBezTo>
                    <a:cubicBezTo>
                      <a:pt x="6623" y="6404"/>
                      <a:pt x="13131" y="11070"/>
                      <a:pt x="20935" y="13288"/>
                    </a:cubicBezTo>
                    <a:cubicBezTo>
                      <a:pt x="20977" y="13309"/>
                      <a:pt x="21040" y="13309"/>
                      <a:pt x="21103" y="13351"/>
                    </a:cubicBezTo>
                    <a:cubicBezTo>
                      <a:pt x="21500" y="13434"/>
                      <a:pt x="21919" y="13560"/>
                      <a:pt x="22316" y="13643"/>
                    </a:cubicBezTo>
                    <a:cubicBezTo>
                      <a:pt x="22421" y="13685"/>
                      <a:pt x="22484" y="13706"/>
                      <a:pt x="22588" y="13727"/>
                    </a:cubicBezTo>
                    <a:cubicBezTo>
                      <a:pt x="22965" y="13811"/>
                      <a:pt x="23362" y="13895"/>
                      <a:pt x="23718" y="13957"/>
                    </a:cubicBezTo>
                    <a:cubicBezTo>
                      <a:pt x="23781" y="13957"/>
                      <a:pt x="23802" y="13999"/>
                      <a:pt x="23823" y="13999"/>
                    </a:cubicBezTo>
                    <a:cubicBezTo>
                      <a:pt x="23838" y="14001"/>
                      <a:pt x="23852" y="14002"/>
                      <a:pt x="23867" y="14002"/>
                    </a:cubicBezTo>
                    <a:cubicBezTo>
                      <a:pt x="23990" y="14002"/>
                      <a:pt x="24078" y="13923"/>
                      <a:pt x="24116" y="13811"/>
                    </a:cubicBezTo>
                    <a:cubicBezTo>
                      <a:pt x="24137" y="13769"/>
                      <a:pt x="24137" y="13727"/>
                      <a:pt x="24116" y="13685"/>
                    </a:cubicBezTo>
                    <a:cubicBezTo>
                      <a:pt x="24116" y="13643"/>
                      <a:pt x="24095" y="13602"/>
                      <a:pt x="24032" y="13581"/>
                    </a:cubicBezTo>
                    <a:cubicBezTo>
                      <a:pt x="23676" y="13309"/>
                      <a:pt x="23341" y="13037"/>
                      <a:pt x="22965" y="12765"/>
                    </a:cubicBezTo>
                    <a:cubicBezTo>
                      <a:pt x="22923" y="12744"/>
                      <a:pt x="22860" y="12681"/>
                      <a:pt x="22818" y="12660"/>
                    </a:cubicBezTo>
                    <a:cubicBezTo>
                      <a:pt x="22525" y="12451"/>
                      <a:pt x="22212" y="12221"/>
                      <a:pt x="21919" y="12011"/>
                    </a:cubicBezTo>
                    <a:lnTo>
                      <a:pt x="21688" y="11844"/>
                    </a:lnTo>
                    <a:cubicBezTo>
                      <a:pt x="21333" y="11614"/>
                      <a:pt x="21019" y="11384"/>
                      <a:pt x="20684" y="11175"/>
                    </a:cubicBezTo>
                    <a:lnTo>
                      <a:pt x="20663" y="11133"/>
                    </a:lnTo>
                    <a:cubicBezTo>
                      <a:pt x="16876" y="8580"/>
                      <a:pt x="12859" y="6404"/>
                      <a:pt x="8841" y="4228"/>
                    </a:cubicBezTo>
                    <a:cubicBezTo>
                      <a:pt x="8841" y="4228"/>
                      <a:pt x="8820" y="4228"/>
                      <a:pt x="8820" y="4207"/>
                    </a:cubicBezTo>
                    <a:lnTo>
                      <a:pt x="8800" y="4207"/>
                    </a:lnTo>
                    <a:cubicBezTo>
                      <a:pt x="6226" y="2847"/>
                      <a:pt x="3673" y="1508"/>
                      <a:pt x="1121" y="85"/>
                    </a:cubicBezTo>
                    <a:cubicBezTo>
                      <a:pt x="1016" y="27"/>
                      <a:pt x="910" y="1"/>
                      <a:pt x="8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1" name="Google Shape;241;p17"/>
              <p:cNvSpPr/>
              <p:nvPr/>
            </p:nvSpPr>
            <p:spPr>
              <a:xfrm>
                <a:off x="19914100" y="28430850"/>
                <a:ext cx="673250" cy="292175"/>
              </a:xfrm>
              <a:custGeom>
                <a:avLst/>
                <a:gdLst/>
                <a:ahLst/>
                <a:cxnLst/>
                <a:rect l="l" t="t" r="r" b="b"/>
                <a:pathLst>
                  <a:path w="26930" h="11687" extrusionOk="0">
                    <a:moveTo>
                      <a:pt x="1364" y="1"/>
                    </a:moveTo>
                    <a:cubicBezTo>
                      <a:pt x="1157" y="1"/>
                      <a:pt x="953" y="11"/>
                      <a:pt x="754" y="32"/>
                    </a:cubicBezTo>
                    <a:cubicBezTo>
                      <a:pt x="210" y="53"/>
                      <a:pt x="1" y="492"/>
                      <a:pt x="106" y="911"/>
                    </a:cubicBezTo>
                    <a:cubicBezTo>
                      <a:pt x="210" y="1141"/>
                      <a:pt x="357" y="1392"/>
                      <a:pt x="650" y="1476"/>
                    </a:cubicBezTo>
                    <a:cubicBezTo>
                      <a:pt x="3683" y="2522"/>
                      <a:pt x="6696" y="3610"/>
                      <a:pt x="9647" y="4782"/>
                    </a:cubicBezTo>
                    <a:lnTo>
                      <a:pt x="9626" y="4782"/>
                    </a:lnTo>
                    <a:cubicBezTo>
                      <a:pt x="11802" y="5640"/>
                      <a:pt x="13936" y="6581"/>
                      <a:pt x="16091" y="7606"/>
                    </a:cubicBezTo>
                    <a:cubicBezTo>
                      <a:pt x="16970" y="8025"/>
                      <a:pt x="17807" y="8464"/>
                      <a:pt x="18644" y="8925"/>
                    </a:cubicBezTo>
                    <a:cubicBezTo>
                      <a:pt x="21238" y="10222"/>
                      <a:pt x="23770" y="11394"/>
                      <a:pt x="26783" y="11686"/>
                    </a:cubicBezTo>
                    <a:cubicBezTo>
                      <a:pt x="26825" y="11686"/>
                      <a:pt x="26867" y="11686"/>
                      <a:pt x="26888" y="11666"/>
                    </a:cubicBezTo>
                    <a:cubicBezTo>
                      <a:pt x="26909" y="11645"/>
                      <a:pt x="26930" y="11582"/>
                      <a:pt x="26930" y="11498"/>
                    </a:cubicBezTo>
                    <a:cubicBezTo>
                      <a:pt x="26930" y="11414"/>
                      <a:pt x="26888" y="11373"/>
                      <a:pt x="26804" y="11352"/>
                    </a:cubicBezTo>
                    <a:lnTo>
                      <a:pt x="26783" y="11352"/>
                    </a:lnTo>
                    <a:cubicBezTo>
                      <a:pt x="26553" y="11268"/>
                      <a:pt x="26344" y="11184"/>
                      <a:pt x="26093" y="11080"/>
                    </a:cubicBezTo>
                    <a:cubicBezTo>
                      <a:pt x="26051" y="11059"/>
                      <a:pt x="25988" y="11038"/>
                      <a:pt x="25946" y="11038"/>
                    </a:cubicBezTo>
                    <a:cubicBezTo>
                      <a:pt x="25737" y="10954"/>
                      <a:pt x="25528" y="10850"/>
                      <a:pt x="25318" y="10745"/>
                    </a:cubicBezTo>
                    <a:cubicBezTo>
                      <a:pt x="25256" y="10724"/>
                      <a:pt x="25214" y="10682"/>
                      <a:pt x="25130" y="10661"/>
                    </a:cubicBezTo>
                    <a:cubicBezTo>
                      <a:pt x="24921" y="10557"/>
                      <a:pt x="24733" y="10452"/>
                      <a:pt x="24523" y="10347"/>
                    </a:cubicBezTo>
                    <a:lnTo>
                      <a:pt x="24377" y="10264"/>
                    </a:lnTo>
                    <a:cubicBezTo>
                      <a:pt x="24189" y="10159"/>
                      <a:pt x="24042" y="10054"/>
                      <a:pt x="23854" y="9950"/>
                    </a:cubicBezTo>
                    <a:cubicBezTo>
                      <a:pt x="23791" y="9929"/>
                      <a:pt x="23749" y="9908"/>
                      <a:pt x="23686" y="9845"/>
                    </a:cubicBezTo>
                    <a:cubicBezTo>
                      <a:pt x="23519" y="9762"/>
                      <a:pt x="23331" y="9615"/>
                      <a:pt x="23142" y="9510"/>
                    </a:cubicBezTo>
                    <a:cubicBezTo>
                      <a:pt x="23059" y="9469"/>
                      <a:pt x="23017" y="9427"/>
                      <a:pt x="22933" y="9385"/>
                    </a:cubicBezTo>
                    <a:cubicBezTo>
                      <a:pt x="22745" y="9280"/>
                      <a:pt x="22598" y="9155"/>
                      <a:pt x="22410" y="9029"/>
                    </a:cubicBezTo>
                    <a:cubicBezTo>
                      <a:pt x="22326" y="8966"/>
                      <a:pt x="22264" y="8925"/>
                      <a:pt x="22180" y="8841"/>
                    </a:cubicBezTo>
                    <a:cubicBezTo>
                      <a:pt x="22054" y="8757"/>
                      <a:pt x="21950" y="8673"/>
                      <a:pt x="21845" y="8569"/>
                    </a:cubicBezTo>
                    <a:cubicBezTo>
                      <a:pt x="21678" y="8443"/>
                      <a:pt x="21531" y="8339"/>
                      <a:pt x="21364" y="8213"/>
                    </a:cubicBezTo>
                    <a:cubicBezTo>
                      <a:pt x="21343" y="8192"/>
                      <a:pt x="21280" y="8150"/>
                      <a:pt x="21259" y="8129"/>
                    </a:cubicBezTo>
                    <a:cubicBezTo>
                      <a:pt x="18769" y="6246"/>
                      <a:pt x="16363" y="4112"/>
                      <a:pt x="13559" y="2773"/>
                    </a:cubicBezTo>
                    <a:cubicBezTo>
                      <a:pt x="10023" y="1078"/>
                      <a:pt x="6006" y="137"/>
                      <a:pt x="2051" y="32"/>
                    </a:cubicBezTo>
                    <a:lnTo>
                      <a:pt x="1989" y="32"/>
                    </a:lnTo>
                    <a:cubicBezTo>
                      <a:pt x="1779" y="11"/>
                      <a:pt x="1570" y="1"/>
                      <a:pt x="13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2" name="Google Shape;242;p17"/>
              <p:cNvSpPr/>
              <p:nvPr/>
            </p:nvSpPr>
            <p:spPr>
              <a:xfrm>
                <a:off x="19600250" y="28499650"/>
                <a:ext cx="774200" cy="245875"/>
              </a:xfrm>
              <a:custGeom>
                <a:avLst/>
                <a:gdLst/>
                <a:ahLst/>
                <a:cxnLst/>
                <a:rect l="l" t="t" r="r" b="b"/>
                <a:pathLst>
                  <a:path w="30968" h="9835" extrusionOk="0">
                    <a:moveTo>
                      <a:pt x="6613" y="0"/>
                    </a:moveTo>
                    <a:cubicBezTo>
                      <a:pt x="4520" y="0"/>
                      <a:pt x="2532" y="63"/>
                      <a:pt x="733" y="251"/>
                    </a:cubicBezTo>
                    <a:cubicBezTo>
                      <a:pt x="252" y="272"/>
                      <a:pt x="1" y="753"/>
                      <a:pt x="105" y="1151"/>
                    </a:cubicBezTo>
                    <a:cubicBezTo>
                      <a:pt x="105" y="1318"/>
                      <a:pt x="252" y="1507"/>
                      <a:pt x="545" y="1590"/>
                    </a:cubicBezTo>
                    <a:cubicBezTo>
                      <a:pt x="5859" y="2678"/>
                      <a:pt x="11007" y="4080"/>
                      <a:pt x="16154" y="5712"/>
                    </a:cubicBezTo>
                    <a:cubicBezTo>
                      <a:pt x="16509" y="5817"/>
                      <a:pt x="16844" y="5963"/>
                      <a:pt x="17179" y="6068"/>
                    </a:cubicBezTo>
                    <a:lnTo>
                      <a:pt x="17158" y="6068"/>
                    </a:lnTo>
                    <a:cubicBezTo>
                      <a:pt x="18518" y="6528"/>
                      <a:pt x="19878" y="7051"/>
                      <a:pt x="21259" y="7574"/>
                    </a:cubicBezTo>
                    <a:cubicBezTo>
                      <a:pt x="21343" y="7595"/>
                      <a:pt x="21385" y="7637"/>
                      <a:pt x="21468" y="7658"/>
                    </a:cubicBezTo>
                    <a:cubicBezTo>
                      <a:pt x="21489" y="7658"/>
                      <a:pt x="21531" y="7679"/>
                      <a:pt x="21573" y="7679"/>
                    </a:cubicBezTo>
                    <a:cubicBezTo>
                      <a:pt x="24000" y="8579"/>
                      <a:pt x="26490" y="9416"/>
                      <a:pt x="29022" y="9730"/>
                    </a:cubicBezTo>
                    <a:lnTo>
                      <a:pt x="29064" y="9730"/>
                    </a:lnTo>
                    <a:cubicBezTo>
                      <a:pt x="29182" y="9747"/>
                      <a:pt x="29355" y="9777"/>
                      <a:pt x="29528" y="9777"/>
                    </a:cubicBezTo>
                    <a:cubicBezTo>
                      <a:pt x="29569" y="9777"/>
                      <a:pt x="29610" y="9775"/>
                      <a:pt x="29649" y="9771"/>
                    </a:cubicBezTo>
                    <a:cubicBezTo>
                      <a:pt x="29838" y="9792"/>
                      <a:pt x="30026" y="9792"/>
                      <a:pt x="30173" y="9834"/>
                    </a:cubicBezTo>
                    <a:lnTo>
                      <a:pt x="30319" y="9834"/>
                    </a:lnTo>
                    <a:cubicBezTo>
                      <a:pt x="30361" y="9834"/>
                      <a:pt x="30424" y="9834"/>
                      <a:pt x="30466" y="9792"/>
                    </a:cubicBezTo>
                    <a:cubicBezTo>
                      <a:pt x="30758" y="9730"/>
                      <a:pt x="30968" y="9374"/>
                      <a:pt x="30905" y="9060"/>
                    </a:cubicBezTo>
                    <a:cubicBezTo>
                      <a:pt x="30884" y="8997"/>
                      <a:pt x="30884" y="8914"/>
                      <a:pt x="30821" y="8851"/>
                    </a:cubicBezTo>
                    <a:cubicBezTo>
                      <a:pt x="30779" y="8788"/>
                      <a:pt x="30717" y="8725"/>
                      <a:pt x="30675" y="8642"/>
                    </a:cubicBezTo>
                    <a:cubicBezTo>
                      <a:pt x="30445" y="8328"/>
                      <a:pt x="30173" y="8056"/>
                      <a:pt x="29942" y="7763"/>
                    </a:cubicBezTo>
                    <a:cubicBezTo>
                      <a:pt x="29733" y="7428"/>
                      <a:pt x="29440" y="7135"/>
                      <a:pt x="29105" y="6905"/>
                    </a:cubicBezTo>
                    <a:cubicBezTo>
                      <a:pt x="23686" y="1716"/>
                      <a:pt x="14501" y="42"/>
                      <a:pt x="66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3" name="Google Shape;243;p17"/>
              <p:cNvSpPr/>
              <p:nvPr/>
            </p:nvSpPr>
            <p:spPr>
              <a:xfrm>
                <a:off x="20149825" y="28752300"/>
                <a:ext cx="462625" cy="768775"/>
              </a:xfrm>
              <a:custGeom>
                <a:avLst/>
                <a:gdLst/>
                <a:ahLst/>
                <a:cxnLst/>
                <a:rect l="l" t="t" r="r" b="b"/>
                <a:pathLst>
                  <a:path w="18505" h="30751" extrusionOk="0">
                    <a:moveTo>
                      <a:pt x="13598" y="8453"/>
                    </a:moveTo>
                    <a:cubicBezTo>
                      <a:pt x="13593" y="8459"/>
                      <a:pt x="13588" y="8464"/>
                      <a:pt x="13588" y="8474"/>
                    </a:cubicBezTo>
                    <a:lnTo>
                      <a:pt x="13588" y="8474"/>
                    </a:lnTo>
                    <a:cubicBezTo>
                      <a:pt x="13591" y="8467"/>
                      <a:pt x="13595" y="8460"/>
                      <a:pt x="13598" y="8453"/>
                    </a:cubicBezTo>
                    <a:close/>
                    <a:moveTo>
                      <a:pt x="18233" y="0"/>
                    </a:moveTo>
                    <a:cubicBezTo>
                      <a:pt x="18170" y="0"/>
                      <a:pt x="18066" y="42"/>
                      <a:pt x="18003" y="84"/>
                    </a:cubicBezTo>
                    <a:cubicBezTo>
                      <a:pt x="17773" y="293"/>
                      <a:pt x="17563" y="481"/>
                      <a:pt x="17333" y="691"/>
                    </a:cubicBezTo>
                    <a:cubicBezTo>
                      <a:pt x="17255" y="769"/>
                      <a:pt x="17323" y="902"/>
                      <a:pt x="17418" y="902"/>
                    </a:cubicBezTo>
                    <a:cubicBezTo>
                      <a:pt x="17424" y="902"/>
                      <a:pt x="17431" y="901"/>
                      <a:pt x="17438" y="900"/>
                    </a:cubicBezTo>
                    <a:lnTo>
                      <a:pt x="17438" y="900"/>
                    </a:lnTo>
                    <a:cubicBezTo>
                      <a:pt x="17375" y="921"/>
                      <a:pt x="17354" y="942"/>
                      <a:pt x="17291" y="984"/>
                    </a:cubicBezTo>
                    <a:cubicBezTo>
                      <a:pt x="17291" y="984"/>
                      <a:pt x="17270" y="984"/>
                      <a:pt x="17270" y="1005"/>
                    </a:cubicBezTo>
                    <a:cubicBezTo>
                      <a:pt x="17229" y="1025"/>
                      <a:pt x="17187" y="1046"/>
                      <a:pt x="17145" y="1109"/>
                    </a:cubicBezTo>
                    <a:lnTo>
                      <a:pt x="17124" y="1130"/>
                    </a:lnTo>
                    <a:lnTo>
                      <a:pt x="16977" y="1256"/>
                    </a:lnTo>
                    <a:cubicBezTo>
                      <a:pt x="16957" y="1297"/>
                      <a:pt x="16936" y="1318"/>
                      <a:pt x="16915" y="1360"/>
                    </a:cubicBezTo>
                    <a:lnTo>
                      <a:pt x="16852" y="1423"/>
                    </a:lnTo>
                    <a:cubicBezTo>
                      <a:pt x="16203" y="2302"/>
                      <a:pt x="15471" y="4143"/>
                      <a:pt x="14927" y="5524"/>
                    </a:cubicBezTo>
                    <a:cubicBezTo>
                      <a:pt x="14760" y="5922"/>
                      <a:pt x="14613" y="6340"/>
                      <a:pt x="14446" y="6738"/>
                    </a:cubicBezTo>
                    <a:cubicBezTo>
                      <a:pt x="14446" y="6759"/>
                      <a:pt x="14425" y="6779"/>
                      <a:pt x="14425" y="6800"/>
                    </a:cubicBezTo>
                    <a:cubicBezTo>
                      <a:pt x="14425" y="6842"/>
                      <a:pt x="14404" y="6842"/>
                      <a:pt x="14404" y="6863"/>
                    </a:cubicBezTo>
                    <a:cubicBezTo>
                      <a:pt x="14341" y="6968"/>
                      <a:pt x="14320" y="7051"/>
                      <a:pt x="14299" y="7093"/>
                    </a:cubicBezTo>
                    <a:cubicBezTo>
                      <a:pt x="14236" y="7219"/>
                      <a:pt x="14153" y="7365"/>
                      <a:pt x="14111" y="7470"/>
                    </a:cubicBezTo>
                    <a:cubicBezTo>
                      <a:pt x="13930" y="7793"/>
                      <a:pt x="13787" y="8115"/>
                      <a:pt x="13608" y="8438"/>
                    </a:cubicBezTo>
                    <a:lnTo>
                      <a:pt x="13608" y="8438"/>
                    </a:lnTo>
                    <a:cubicBezTo>
                      <a:pt x="13609" y="8436"/>
                      <a:pt x="13609" y="8434"/>
                      <a:pt x="13609" y="8432"/>
                    </a:cubicBezTo>
                    <a:lnTo>
                      <a:pt x="13609" y="8432"/>
                    </a:lnTo>
                    <a:cubicBezTo>
                      <a:pt x="13605" y="8439"/>
                      <a:pt x="13602" y="8446"/>
                      <a:pt x="13598" y="8453"/>
                    </a:cubicBezTo>
                    <a:lnTo>
                      <a:pt x="13598" y="8453"/>
                    </a:lnTo>
                    <a:cubicBezTo>
                      <a:pt x="13599" y="8452"/>
                      <a:pt x="13600" y="8451"/>
                      <a:pt x="13601" y="8450"/>
                    </a:cubicBezTo>
                    <a:lnTo>
                      <a:pt x="13601" y="8450"/>
                    </a:lnTo>
                    <a:cubicBezTo>
                      <a:pt x="13597" y="8458"/>
                      <a:pt x="13592" y="8466"/>
                      <a:pt x="13588" y="8474"/>
                    </a:cubicBezTo>
                    <a:cubicBezTo>
                      <a:pt x="13588" y="8474"/>
                      <a:pt x="13588" y="8474"/>
                      <a:pt x="13588" y="8474"/>
                    </a:cubicBezTo>
                    <a:lnTo>
                      <a:pt x="13588" y="8474"/>
                    </a:lnTo>
                    <a:cubicBezTo>
                      <a:pt x="12527" y="10595"/>
                      <a:pt x="11404" y="12735"/>
                      <a:pt x="10261" y="14814"/>
                    </a:cubicBezTo>
                    <a:cubicBezTo>
                      <a:pt x="8294" y="18308"/>
                      <a:pt x="6181" y="21635"/>
                      <a:pt x="3900" y="24878"/>
                    </a:cubicBezTo>
                    <a:cubicBezTo>
                      <a:pt x="2729" y="26552"/>
                      <a:pt x="1536" y="28226"/>
                      <a:pt x="301" y="29879"/>
                    </a:cubicBezTo>
                    <a:cubicBezTo>
                      <a:pt x="1" y="30291"/>
                      <a:pt x="299" y="30750"/>
                      <a:pt x="688" y="30750"/>
                    </a:cubicBezTo>
                    <a:cubicBezTo>
                      <a:pt x="813" y="30750"/>
                      <a:pt x="948" y="30703"/>
                      <a:pt x="1076" y="30591"/>
                    </a:cubicBezTo>
                    <a:cubicBezTo>
                      <a:pt x="2540" y="29251"/>
                      <a:pt x="4047" y="27787"/>
                      <a:pt x="5532" y="26155"/>
                    </a:cubicBezTo>
                    <a:lnTo>
                      <a:pt x="5532" y="26134"/>
                    </a:lnTo>
                    <a:lnTo>
                      <a:pt x="5616" y="26050"/>
                    </a:lnTo>
                    <a:cubicBezTo>
                      <a:pt x="11726" y="19355"/>
                      <a:pt x="17375" y="10546"/>
                      <a:pt x="18379" y="1988"/>
                    </a:cubicBezTo>
                    <a:lnTo>
                      <a:pt x="18379" y="1883"/>
                    </a:lnTo>
                    <a:cubicBezTo>
                      <a:pt x="18421" y="1360"/>
                      <a:pt x="18484" y="816"/>
                      <a:pt x="18505" y="293"/>
                    </a:cubicBezTo>
                    <a:lnTo>
                      <a:pt x="18505" y="189"/>
                    </a:lnTo>
                    <a:cubicBezTo>
                      <a:pt x="18484" y="84"/>
                      <a:pt x="18379" y="0"/>
                      <a:pt x="18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4" name="Google Shape;244;p17"/>
              <p:cNvSpPr/>
              <p:nvPr/>
            </p:nvSpPr>
            <p:spPr>
              <a:xfrm>
                <a:off x="19279125" y="28273675"/>
                <a:ext cx="2565725" cy="1180375"/>
              </a:xfrm>
              <a:custGeom>
                <a:avLst/>
                <a:gdLst/>
                <a:ahLst/>
                <a:cxnLst/>
                <a:rect l="l" t="t" r="r" b="b"/>
                <a:pathLst>
                  <a:path w="102629" h="47215" extrusionOk="0">
                    <a:moveTo>
                      <a:pt x="72729" y="5754"/>
                    </a:moveTo>
                    <a:lnTo>
                      <a:pt x="72729" y="5754"/>
                    </a:lnTo>
                    <a:cubicBezTo>
                      <a:pt x="73231" y="6277"/>
                      <a:pt x="73733" y="6800"/>
                      <a:pt x="74194" y="7365"/>
                    </a:cubicBezTo>
                    <a:cubicBezTo>
                      <a:pt x="74232" y="7403"/>
                      <a:pt x="74269" y="7419"/>
                      <a:pt x="74305" y="7419"/>
                    </a:cubicBezTo>
                    <a:cubicBezTo>
                      <a:pt x="74369" y="7419"/>
                      <a:pt x="74426" y="7369"/>
                      <a:pt x="74466" y="7302"/>
                    </a:cubicBezTo>
                    <a:cubicBezTo>
                      <a:pt x="76328" y="9144"/>
                      <a:pt x="77918" y="11173"/>
                      <a:pt x="79257" y="13391"/>
                    </a:cubicBezTo>
                    <a:lnTo>
                      <a:pt x="79257" y="13433"/>
                    </a:lnTo>
                    <a:cubicBezTo>
                      <a:pt x="80659" y="15777"/>
                      <a:pt x="81789" y="18371"/>
                      <a:pt x="82626" y="21196"/>
                    </a:cubicBezTo>
                    <a:cubicBezTo>
                      <a:pt x="82103" y="21070"/>
                      <a:pt x="81559" y="20966"/>
                      <a:pt x="81036" y="20819"/>
                    </a:cubicBezTo>
                    <a:lnTo>
                      <a:pt x="81036" y="20777"/>
                    </a:lnTo>
                    <a:cubicBezTo>
                      <a:pt x="80994" y="20756"/>
                      <a:pt x="80931" y="20694"/>
                      <a:pt x="80868" y="20694"/>
                    </a:cubicBezTo>
                    <a:cubicBezTo>
                      <a:pt x="80847" y="20694"/>
                      <a:pt x="80847" y="20694"/>
                      <a:pt x="80827" y="20714"/>
                    </a:cubicBezTo>
                    <a:cubicBezTo>
                      <a:pt x="80785" y="20756"/>
                      <a:pt x="80743" y="20777"/>
                      <a:pt x="80722" y="20798"/>
                    </a:cubicBezTo>
                    <a:cubicBezTo>
                      <a:pt x="79885" y="20610"/>
                      <a:pt x="79006" y="20463"/>
                      <a:pt x="78169" y="20275"/>
                    </a:cubicBezTo>
                    <a:lnTo>
                      <a:pt x="78169" y="20254"/>
                    </a:lnTo>
                    <a:cubicBezTo>
                      <a:pt x="78169" y="20254"/>
                      <a:pt x="78169" y="20233"/>
                      <a:pt x="78211" y="20233"/>
                    </a:cubicBezTo>
                    <a:cubicBezTo>
                      <a:pt x="78839" y="14416"/>
                      <a:pt x="76579" y="9834"/>
                      <a:pt x="73043" y="6152"/>
                    </a:cubicBezTo>
                    <a:lnTo>
                      <a:pt x="72729" y="5754"/>
                    </a:lnTo>
                    <a:close/>
                    <a:moveTo>
                      <a:pt x="72311" y="19857"/>
                    </a:moveTo>
                    <a:cubicBezTo>
                      <a:pt x="73985" y="20066"/>
                      <a:pt x="75637" y="20338"/>
                      <a:pt x="77311" y="20610"/>
                    </a:cubicBezTo>
                    <a:cubicBezTo>
                      <a:pt x="76935" y="21091"/>
                      <a:pt x="76579" y="21531"/>
                      <a:pt x="76223" y="22012"/>
                    </a:cubicBezTo>
                    <a:cubicBezTo>
                      <a:pt x="74884" y="23644"/>
                      <a:pt x="73524" y="25297"/>
                      <a:pt x="72164" y="26929"/>
                    </a:cubicBezTo>
                    <a:lnTo>
                      <a:pt x="72164" y="26950"/>
                    </a:lnTo>
                    <a:cubicBezTo>
                      <a:pt x="71516" y="27703"/>
                      <a:pt x="70867" y="28456"/>
                      <a:pt x="70218" y="29230"/>
                    </a:cubicBezTo>
                    <a:cubicBezTo>
                      <a:pt x="69465" y="30109"/>
                      <a:pt x="68712" y="30967"/>
                      <a:pt x="67917" y="31867"/>
                    </a:cubicBezTo>
                    <a:lnTo>
                      <a:pt x="67896" y="31888"/>
                    </a:lnTo>
                    <a:cubicBezTo>
                      <a:pt x="66640" y="33331"/>
                      <a:pt x="65364" y="34733"/>
                      <a:pt x="64067" y="36156"/>
                    </a:cubicBezTo>
                    <a:cubicBezTo>
                      <a:pt x="65615" y="34210"/>
                      <a:pt x="67080" y="32181"/>
                      <a:pt x="68335" y="30067"/>
                    </a:cubicBezTo>
                    <a:cubicBezTo>
                      <a:pt x="68440" y="29879"/>
                      <a:pt x="68586" y="29670"/>
                      <a:pt x="68691" y="29481"/>
                    </a:cubicBezTo>
                    <a:cubicBezTo>
                      <a:pt x="68754" y="29356"/>
                      <a:pt x="68816" y="29251"/>
                      <a:pt x="68900" y="29126"/>
                    </a:cubicBezTo>
                    <a:cubicBezTo>
                      <a:pt x="69047" y="28854"/>
                      <a:pt x="69172" y="28603"/>
                      <a:pt x="69319" y="28331"/>
                    </a:cubicBezTo>
                    <a:lnTo>
                      <a:pt x="69465" y="28017"/>
                    </a:lnTo>
                    <a:lnTo>
                      <a:pt x="69779" y="27389"/>
                    </a:lnTo>
                    <a:cubicBezTo>
                      <a:pt x="69821" y="27285"/>
                      <a:pt x="69883" y="27201"/>
                      <a:pt x="69904" y="27096"/>
                    </a:cubicBezTo>
                    <a:cubicBezTo>
                      <a:pt x="70051" y="26824"/>
                      <a:pt x="70176" y="26552"/>
                      <a:pt x="70302" y="26259"/>
                    </a:cubicBezTo>
                    <a:cubicBezTo>
                      <a:pt x="70344" y="26155"/>
                      <a:pt x="70386" y="26092"/>
                      <a:pt x="70428" y="25987"/>
                    </a:cubicBezTo>
                    <a:cubicBezTo>
                      <a:pt x="70574" y="25715"/>
                      <a:pt x="70679" y="25422"/>
                      <a:pt x="70783" y="25171"/>
                    </a:cubicBezTo>
                    <a:cubicBezTo>
                      <a:pt x="70804" y="25108"/>
                      <a:pt x="70804" y="25088"/>
                      <a:pt x="70825" y="25046"/>
                    </a:cubicBezTo>
                    <a:cubicBezTo>
                      <a:pt x="70930" y="24753"/>
                      <a:pt x="71055" y="24460"/>
                      <a:pt x="71160" y="24167"/>
                    </a:cubicBezTo>
                    <a:cubicBezTo>
                      <a:pt x="71202" y="24104"/>
                      <a:pt x="71223" y="24041"/>
                      <a:pt x="71244" y="23958"/>
                    </a:cubicBezTo>
                    <a:cubicBezTo>
                      <a:pt x="71348" y="23644"/>
                      <a:pt x="71453" y="23330"/>
                      <a:pt x="71557" y="23058"/>
                    </a:cubicBezTo>
                    <a:cubicBezTo>
                      <a:pt x="71557" y="22995"/>
                      <a:pt x="71578" y="22974"/>
                      <a:pt x="71578" y="22911"/>
                    </a:cubicBezTo>
                    <a:cubicBezTo>
                      <a:pt x="71683" y="22598"/>
                      <a:pt x="71767" y="22326"/>
                      <a:pt x="71850" y="22012"/>
                    </a:cubicBezTo>
                    <a:cubicBezTo>
                      <a:pt x="71850" y="21970"/>
                      <a:pt x="71871" y="21949"/>
                      <a:pt x="71871" y="21928"/>
                    </a:cubicBezTo>
                    <a:cubicBezTo>
                      <a:pt x="71955" y="21593"/>
                      <a:pt x="72039" y="21279"/>
                      <a:pt x="72101" y="20924"/>
                    </a:cubicBezTo>
                    <a:cubicBezTo>
                      <a:pt x="72101" y="20903"/>
                      <a:pt x="72143" y="20882"/>
                      <a:pt x="72143" y="20819"/>
                    </a:cubicBezTo>
                    <a:cubicBezTo>
                      <a:pt x="72206" y="20505"/>
                      <a:pt x="72269" y="20170"/>
                      <a:pt x="72311" y="19857"/>
                    </a:cubicBezTo>
                    <a:close/>
                    <a:moveTo>
                      <a:pt x="64761" y="0"/>
                    </a:moveTo>
                    <a:cubicBezTo>
                      <a:pt x="64113" y="0"/>
                      <a:pt x="63614" y="912"/>
                      <a:pt x="64213" y="1423"/>
                    </a:cubicBezTo>
                    <a:cubicBezTo>
                      <a:pt x="65238" y="2281"/>
                      <a:pt x="66180" y="3243"/>
                      <a:pt x="67059" y="4269"/>
                    </a:cubicBezTo>
                    <a:lnTo>
                      <a:pt x="67080" y="4269"/>
                    </a:lnTo>
                    <a:lnTo>
                      <a:pt x="67122" y="4289"/>
                    </a:lnTo>
                    <a:cubicBezTo>
                      <a:pt x="67122" y="4331"/>
                      <a:pt x="67143" y="4331"/>
                      <a:pt x="67143" y="4331"/>
                    </a:cubicBezTo>
                    <a:lnTo>
                      <a:pt x="67143" y="4352"/>
                    </a:lnTo>
                    <a:lnTo>
                      <a:pt x="67163" y="4373"/>
                    </a:lnTo>
                    <a:cubicBezTo>
                      <a:pt x="69904" y="7574"/>
                      <a:pt x="72143" y="11299"/>
                      <a:pt x="74382" y="14940"/>
                    </a:cubicBezTo>
                    <a:cubicBezTo>
                      <a:pt x="75031" y="16007"/>
                      <a:pt x="75700" y="17053"/>
                      <a:pt x="76349" y="18078"/>
                    </a:cubicBezTo>
                    <a:cubicBezTo>
                      <a:pt x="76433" y="18183"/>
                      <a:pt x="76474" y="18287"/>
                      <a:pt x="76558" y="18392"/>
                    </a:cubicBezTo>
                    <a:cubicBezTo>
                      <a:pt x="76746" y="18664"/>
                      <a:pt x="76893" y="18915"/>
                      <a:pt x="77081" y="19187"/>
                    </a:cubicBezTo>
                    <a:cubicBezTo>
                      <a:pt x="77102" y="19229"/>
                      <a:pt x="77165" y="19292"/>
                      <a:pt x="77186" y="19334"/>
                    </a:cubicBezTo>
                    <a:cubicBezTo>
                      <a:pt x="77374" y="19606"/>
                      <a:pt x="77542" y="19878"/>
                      <a:pt x="77730" y="20150"/>
                    </a:cubicBezTo>
                    <a:cubicBezTo>
                      <a:pt x="77709" y="20150"/>
                      <a:pt x="77688" y="20170"/>
                      <a:pt x="77625" y="20191"/>
                    </a:cubicBezTo>
                    <a:cubicBezTo>
                      <a:pt x="75575" y="19815"/>
                      <a:pt x="73524" y="19501"/>
                      <a:pt x="71453" y="19229"/>
                    </a:cubicBezTo>
                    <a:cubicBezTo>
                      <a:pt x="72039" y="13956"/>
                      <a:pt x="68963" y="9248"/>
                      <a:pt x="64862" y="5796"/>
                    </a:cubicBezTo>
                    <a:lnTo>
                      <a:pt x="64841" y="5754"/>
                    </a:lnTo>
                    <a:lnTo>
                      <a:pt x="64820" y="5754"/>
                    </a:lnTo>
                    <a:cubicBezTo>
                      <a:pt x="62016" y="3411"/>
                      <a:pt x="58710" y="1611"/>
                      <a:pt x="55739" y="565"/>
                    </a:cubicBezTo>
                    <a:cubicBezTo>
                      <a:pt x="55650" y="534"/>
                      <a:pt x="55563" y="520"/>
                      <a:pt x="55478" y="520"/>
                    </a:cubicBezTo>
                    <a:cubicBezTo>
                      <a:pt x="54985" y="520"/>
                      <a:pt x="54588" y="997"/>
                      <a:pt x="54588" y="1444"/>
                    </a:cubicBezTo>
                    <a:cubicBezTo>
                      <a:pt x="54588" y="1674"/>
                      <a:pt x="54693" y="1946"/>
                      <a:pt x="54986" y="2072"/>
                    </a:cubicBezTo>
                    <a:cubicBezTo>
                      <a:pt x="55509" y="2364"/>
                      <a:pt x="55990" y="2678"/>
                      <a:pt x="56492" y="2992"/>
                    </a:cubicBezTo>
                    <a:cubicBezTo>
                      <a:pt x="56513" y="2992"/>
                      <a:pt x="56513" y="3013"/>
                      <a:pt x="56555" y="3034"/>
                    </a:cubicBezTo>
                    <a:cubicBezTo>
                      <a:pt x="57811" y="4038"/>
                      <a:pt x="59087" y="4980"/>
                      <a:pt x="60342" y="5942"/>
                    </a:cubicBezTo>
                    <a:lnTo>
                      <a:pt x="60363" y="5942"/>
                    </a:lnTo>
                    <a:cubicBezTo>
                      <a:pt x="61849" y="7261"/>
                      <a:pt x="63272" y="8683"/>
                      <a:pt x="64611" y="10211"/>
                    </a:cubicBezTo>
                    <a:cubicBezTo>
                      <a:pt x="66619" y="12450"/>
                      <a:pt x="68021" y="15128"/>
                      <a:pt x="69758" y="17576"/>
                    </a:cubicBezTo>
                    <a:cubicBezTo>
                      <a:pt x="69779" y="17618"/>
                      <a:pt x="69800" y="17639"/>
                      <a:pt x="69800" y="17681"/>
                    </a:cubicBezTo>
                    <a:cubicBezTo>
                      <a:pt x="69883" y="17827"/>
                      <a:pt x="69988" y="17932"/>
                      <a:pt x="70072" y="18057"/>
                    </a:cubicBezTo>
                    <a:cubicBezTo>
                      <a:pt x="70114" y="18141"/>
                      <a:pt x="70176" y="18183"/>
                      <a:pt x="70218" y="18266"/>
                    </a:cubicBezTo>
                    <a:cubicBezTo>
                      <a:pt x="70302" y="18371"/>
                      <a:pt x="70344" y="18455"/>
                      <a:pt x="70428" y="18559"/>
                    </a:cubicBezTo>
                    <a:cubicBezTo>
                      <a:pt x="70511" y="18664"/>
                      <a:pt x="70595" y="18769"/>
                      <a:pt x="70700" y="18873"/>
                    </a:cubicBezTo>
                    <a:cubicBezTo>
                      <a:pt x="70741" y="18915"/>
                      <a:pt x="70804" y="18999"/>
                      <a:pt x="70846" y="19041"/>
                    </a:cubicBezTo>
                    <a:cubicBezTo>
                      <a:pt x="70909" y="19103"/>
                      <a:pt x="70930" y="19145"/>
                      <a:pt x="70992" y="19208"/>
                    </a:cubicBezTo>
                    <a:cubicBezTo>
                      <a:pt x="69570" y="19020"/>
                      <a:pt x="68147" y="18894"/>
                      <a:pt x="66745" y="18769"/>
                    </a:cubicBezTo>
                    <a:lnTo>
                      <a:pt x="66766" y="18769"/>
                    </a:lnTo>
                    <a:cubicBezTo>
                      <a:pt x="66763" y="18768"/>
                      <a:pt x="66761" y="18768"/>
                      <a:pt x="66758" y="18768"/>
                    </a:cubicBezTo>
                    <a:lnTo>
                      <a:pt x="66758" y="18768"/>
                    </a:lnTo>
                    <a:cubicBezTo>
                      <a:pt x="66814" y="18763"/>
                      <a:pt x="66854" y="18725"/>
                      <a:pt x="66912" y="18706"/>
                    </a:cubicBezTo>
                    <a:lnTo>
                      <a:pt x="66933" y="18685"/>
                    </a:lnTo>
                    <a:cubicBezTo>
                      <a:pt x="66975" y="18601"/>
                      <a:pt x="67017" y="18497"/>
                      <a:pt x="66954" y="18413"/>
                    </a:cubicBezTo>
                    <a:cubicBezTo>
                      <a:pt x="63837" y="14228"/>
                      <a:pt x="59673" y="10608"/>
                      <a:pt x="55216" y="7512"/>
                    </a:cubicBezTo>
                    <a:cubicBezTo>
                      <a:pt x="55174" y="7491"/>
                      <a:pt x="55153" y="7491"/>
                      <a:pt x="55132" y="7470"/>
                    </a:cubicBezTo>
                    <a:cubicBezTo>
                      <a:pt x="54233" y="6842"/>
                      <a:pt x="53333" y="6256"/>
                      <a:pt x="52412" y="5691"/>
                    </a:cubicBezTo>
                    <a:cubicBezTo>
                      <a:pt x="52391" y="5691"/>
                      <a:pt x="52391" y="5649"/>
                      <a:pt x="52350" y="5629"/>
                    </a:cubicBezTo>
                    <a:cubicBezTo>
                      <a:pt x="51701" y="5210"/>
                      <a:pt x="51052" y="4813"/>
                      <a:pt x="50404" y="4436"/>
                    </a:cubicBezTo>
                    <a:cubicBezTo>
                      <a:pt x="49211" y="3745"/>
                      <a:pt x="48039" y="3076"/>
                      <a:pt x="46888" y="2469"/>
                    </a:cubicBezTo>
                    <a:cubicBezTo>
                      <a:pt x="46771" y="2407"/>
                      <a:pt x="46661" y="2379"/>
                      <a:pt x="46560" y="2379"/>
                    </a:cubicBezTo>
                    <a:cubicBezTo>
                      <a:pt x="46119" y="2379"/>
                      <a:pt x="45860" y="2901"/>
                      <a:pt x="46031" y="3327"/>
                    </a:cubicBezTo>
                    <a:lnTo>
                      <a:pt x="46051" y="3348"/>
                    </a:lnTo>
                    <a:cubicBezTo>
                      <a:pt x="46072" y="3432"/>
                      <a:pt x="46114" y="3515"/>
                      <a:pt x="46177" y="3599"/>
                    </a:cubicBezTo>
                    <a:cubicBezTo>
                      <a:pt x="50445" y="8118"/>
                      <a:pt x="55551" y="12722"/>
                      <a:pt x="61137" y="16007"/>
                    </a:cubicBezTo>
                    <a:cubicBezTo>
                      <a:pt x="61179" y="16049"/>
                      <a:pt x="61200" y="16049"/>
                      <a:pt x="61221" y="16069"/>
                    </a:cubicBezTo>
                    <a:cubicBezTo>
                      <a:pt x="61514" y="16258"/>
                      <a:pt x="61807" y="16404"/>
                      <a:pt x="62121" y="16572"/>
                    </a:cubicBezTo>
                    <a:cubicBezTo>
                      <a:pt x="62184" y="16613"/>
                      <a:pt x="62267" y="16634"/>
                      <a:pt x="62351" y="16697"/>
                    </a:cubicBezTo>
                    <a:cubicBezTo>
                      <a:pt x="62644" y="16844"/>
                      <a:pt x="62916" y="17011"/>
                      <a:pt x="63230" y="17157"/>
                    </a:cubicBezTo>
                    <a:cubicBezTo>
                      <a:pt x="63376" y="17220"/>
                      <a:pt x="63481" y="17304"/>
                      <a:pt x="63606" y="17346"/>
                    </a:cubicBezTo>
                    <a:cubicBezTo>
                      <a:pt x="63816" y="17450"/>
                      <a:pt x="64004" y="17555"/>
                      <a:pt x="64213" y="17639"/>
                    </a:cubicBezTo>
                    <a:cubicBezTo>
                      <a:pt x="64360" y="17722"/>
                      <a:pt x="64548" y="17785"/>
                      <a:pt x="64715" y="17869"/>
                    </a:cubicBezTo>
                    <a:cubicBezTo>
                      <a:pt x="64946" y="17973"/>
                      <a:pt x="65155" y="18078"/>
                      <a:pt x="65385" y="18183"/>
                    </a:cubicBezTo>
                    <a:cubicBezTo>
                      <a:pt x="65531" y="18266"/>
                      <a:pt x="65699" y="18308"/>
                      <a:pt x="65866" y="18392"/>
                    </a:cubicBezTo>
                    <a:lnTo>
                      <a:pt x="66410" y="18622"/>
                    </a:lnTo>
                    <a:cubicBezTo>
                      <a:pt x="66512" y="18683"/>
                      <a:pt x="66615" y="18705"/>
                      <a:pt x="66717" y="18764"/>
                    </a:cubicBezTo>
                    <a:lnTo>
                      <a:pt x="66717" y="18764"/>
                    </a:lnTo>
                    <a:cubicBezTo>
                      <a:pt x="63282" y="18461"/>
                      <a:pt x="59832" y="18310"/>
                      <a:pt x="56381" y="18310"/>
                    </a:cubicBezTo>
                    <a:cubicBezTo>
                      <a:pt x="45847" y="18310"/>
                      <a:pt x="35302" y="19722"/>
                      <a:pt x="25149" y="22556"/>
                    </a:cubicBezTo>
                    <a:cubicBezTo>
                      <a:pt x="25756" y="22221"/>
                      <a:pt x="26341" y="21865"/>
                      <a:pt x="26906" y="21510"/>
                    </a:cubicBezTo>
                    <a:cubicBezTo>
                      <a:pt x="26927" y="21489"/>
                      <a:pt x="26969" y="21447"/>
                      <a:pt x="26969" y="21426"/>
                    </a:cubicBezTo>
                    <a:lnTo>
                      <a:pt x="26969" y="21321"/>
                    </a:lnTo>
                    <a:cubicBezTo>
                      <a:pt x="26969" y="21300"/>
                      <a:pt x="26969" y="21300"/>
                      <a:pt x="26927" y="21279"/>
                    </a:cubicBezTo>
                    <a:cubicBezTo>
                      <a:pt x="27409" y="21196"/>
                      <a:pt x="27848" y="21112"/>
                      <a:pt x="28287" y="21007"/>
                    </a:cubicBezTo>
                    <a:cubicBezTo>
                      <a:pt x="28664" y="20924"/>
                      <a:pt x="28999" y="20861"/>
                      <a:pt x="29375" y="20756"/>
                    </a:cubicBezTo>
                    <a:cubicBezTo>
                      <a:pt x="29396" y="20756"/>
                      <a:pt x="29396" y="20714"/>
                      <a:pt x="29417" y="20714"/>
                    </a:cubicBezTo>
                    <a:cubicBezTo>
                      <a:pt x="29543" y="20673"/>
                      <a:pt x="29543" y="20547"/>
                      <a:pt x="29501" y="20442"/>
                    </a:cubicBezTo>
                    <a:cubicBezTo>
                      <a:pt x="29480" y="20380"/>
                      <a:pt x="29417" y="20338"/>
                      <a:pt x="29375" y="20296"/>
                    </a:cubicBezTo>
                    <a:cubicBezTo>
                      <a:pt x="27701" y="19710"/>
                      <a:pt x="25881" y="19354"/>
                      <a:pt x="23998" y="19208"/>
                    </a:cubicBezTo>
                    <a:lnTo>
                      <a:pt x="23935" y="19208"/>
                    </a:lnTo>
                    <a:cubicBezTo>
                      <a:pt x="23580" y="19187"/>
                      <a:pt x="23224" y="19145"/>
                      <a:pt x="22889" y="19124"/>
                    </a:cubicBezTo>
                    <a:lnTo>
                      <a:pt x="22722" y="19124"/>
                    </a:lnTo>
                    <a:cubicBezTo>
                      <a:pt x="22408" y="19124"/>
                      <a:pt x="22073" y="19103"/>
                      <a:pt x="21759" y="19103"/>
                    </a:cubicBezTo>
                    <a:lnTo>
                      <a:pt x="20295" y="19103"/>
                    </a:lnTo>
                    <a:cubicBezTo>
                      <a:pt x="20002" y="19103"/>
                      <a:pt x="19751" y="19124"/>
                      <a:pt x="19458" y="19124"/>
                    </a:cubicBezTo>
                    <a:cubicBezTo>
                      <a:pt x="19332" y="19124"/>
                      <a:pt x="19186" y="19145"/>
                      <a:pt x="19060" y="19145"/>
                    </a:cubicBezTo>
                    <a:cubicBezTo>
                      <a:pt x="18830" y="19187"/>
                      <a:pt x="18558" y="19187"/>
                      <a:pt x="18328" y="19208"/>
                    </a:cubicBezTo>
                    <a:cubicBezTo>
                      <a:pt x="18181" y="19229"/>
                      <a:pt x="18014" y="19229"/>
                      <a:pt x="17867" y="19250"/>
                    </a:cubicBezTo>
                    <a:cubicBezTo>
                      <a:pt x="17658" y="19292"/>
                      <a:pt x="17407" y="19313"/>
                      <a:pt x="17198" y="19334"/>
                    </a:cubicBezTo>
                    <a:cubicBezTo>
                      <a:pt x="17030" y="19354"/>
                      <a:pt x="16842" y="19396"/>
                      <a:pt x="16654" y="19396"/>
                    </a:cubicBezTo>
                    <a:cubicBezTo>
                      <a:pt x="16466" y="19417"/>
                      <a:pt x="16256" y="19438"/>
                      <a:pt x="16089" y="19459"/>
                    </a:cubicBezTo>
                    <a:cubicBezTo>
                      <a:pt x="15880" y="19501"/>
                      <a:pt x="15670" y="19522"/>
                      <a:pt x="15482" y="19543"/>
                    </a:cubicBezTo>
                    <a:cubicBezTo>
                      <a:pt x="15294" y="19564"/>
                      <a:pt x="15147" y="19606"/>
                      <a:pt x="14959" y="19626"/>
                    </a:cubicBezTo>
                    <a:cubicBezTo>
                      <a:pt x="14750" y="19647"/>
                      <a:pt x="14520" y="19710"/>
                      <a:pt x="14310" y="19731"/>
                    </a:cubicBezTo>
                    <a:cubicBezTo>
                      <a:pt x="14143" y="19752"/>
                      <a:pt x="13955" y="19773"/>
                      <a:pt x="13808" y="19836"/>
                    </a:cubicBezTo>
                    <a:cubicBezTo>
                      <a:pt x="13599" y="19878"/>
                      <a:pt x="13390" y="19919"/>
                      <a:pt x="13181" y="19961"/>
                    </a:cubicBezTo>
                    <a:cubicBezTo>
                      <a:pt x="12971" y="20024"/>
                      <a:pt x="12741" y="20045"/>
                      <a:pt x="12532" y="20087"/>
                    </a:cubicBezTo>
                    <a:cubicBezTo>
                      <a:pt x="12364" y="20129"/>
                      <a:pt x="12218" y="20170"/>
                      <a:pt x="12051" y="20191"/>
                    </a:cubicBezTo>
                    <a:cubicBezTo>
                      <a:pt x="12030" y="20191"/>
                      <a:pt x="12009" y="20191"/>
                      <a:pt x="11967" y="20233"/>
                    </a:cubicBezTo>
                    <a:cubicBezTo>
                      <a:pt x="11611" y="20296"/>
                      <a:pt x="11276" y="20380"/>
                      <a:pt x="10900" y="20484"/>
                    </a:cubicBezTo>
                    <a:cubicBezTo>
                      <a:pt x="10889" y="20474"/>
                      <a:pt x="10863" y="20469"/>
                      <a:pt x="10829" y="20469"/>
                    </a:cubicBezTo>
                    <a:cubicBezTo>
                      <a:pt x="10795" y="20469"/>
                      <a:pt x="10753" y="20474"/>
                      <a:pt x="10712" y="20484"/>
                    </a:cubicBezTo>
                    <a:cubicBezTo>
                      <a:pt x="10544" y="20568"/>
                      <a:pt x="10293" y="20610"/>
                      <a:pt x="10126" y="20694"/>
                    </a:cubicBezTo>
                    <a:cubicBezTo>
                      <a:pt x="7092" y="21489"/>
                      <a:pt x="4204" y="22493"/>
                      <a:pt x="1756" y="23581"/>
                    </a:cubicBezTo>
                    <a:cubicBezTo>
                      <a:pt x="1401" y="23719"/>
                      <a:pt x="1381" y="24341"/>
                      <a:pt x="1801" y="24341"/>
                    </a:cubicBezTo>
                    <a:cubicBezTo>
                      <a:pt x="1826" y="24341"/>
                      <a:pt x="1853" y="24339"/>
                      <a:pt x="1882" y="24334"/>
                    </a:cubicBezTo>
                    <a:cubicBezTo>
                      <a:pt x="2279" y="24272"/>
                      <a:pt x="2656" y="24209"/>
                      <a:pt x="3053" y="24146"/>
                    </a:cubicBezTo>
                    <a:lnTo>
                      <a:pt x="3074" y="24146"/>
                    </a:lnTo>
                    <a:cubicBezTo>
                      <a:pt x="7510" y="23476"/>
                      <a:pt x="11925" y="22786"/>
                      <a:pt x="16340" y="22221"/>
                    </a:cubicBezTo>
                    <a:cubicBezTo>
                      <a:pt x="16926" y="22137"/>
                      <a:pt x="17470" y="22075"/>
                      <a:pt x="18077" y="22033"/>
                    </a:cubicBezTo>
                    <a:lnTo>
                      <a:pt x="18244" y="22033"/>
                    </a:lnTo>
                    <a:cubicBezTo>
                      <a:pt x="19960" y="21907"/>
                      <a:pt x="21696" y="21823"/>
                      <a:pt x="23412" y="21698"/>
                    </a:cubicBezTo>
                    <a:lnTo>
                      <a:pt x="23433" y="21698"/>
                    </a:lnTo>
                    <a:cubicBezTo>
                      <a:pt x="22994" y="21761"/>
                      <a:pt x="22575" y="21844"/>
                      <a:pt x="22115" y="21928"/>
                    </a:cubicBezTo>
                    <a:cubicBezTo>
                      <a:pt x="21906" y="21949"/>
                      <a:pt x="21696" y="22012"/>
                      <a:pt x="21487" y="22054"/>
                    </a:cubicBezTo>
                    <a:cubicBezTo>
                      <a:pt x="21278" y="22116"/>
                      <a:pt x="21069" y="22137"/>
                      <a:pt x="20859" y="22179"/>
                    </a:cubicBezTo>
                    <a:cubicBezTo>
                      <a:pt x="20587" y="22242"/>
                      <a:pt x="20295" y="22284"/>
                      <a:pt x="20002" y="22367"/>
                    </a:cubicBezTo>
                    <a:cubicBezTo>
                      <a:pt x="19897" y="22388"/>
                      <a:pt x="19792" y="22430"/>
                      <a:pt x="19667" y="22451"/>
                    </a:cubicBezTo>
                    <a:cubicBezTo>
                      <a:pt x="13160" y="23811"/>
                      <a:pt x="6631" y="25883"/>
                      <a:pt x="501" y="27829"/>
                    </a:cubicBezTo>
                    <a:cubicBezTo>
                      <a:pt x="292" y="27912"/>
                      <a:pt x="145" y="28080"/>
                      <a:pt x="103" y="28226"/>
                    </a:cubicBezTo>
                    <a:cubicBezTo>
                      <a:pt x="1" y="28615"/>
                      <a:pt x="199" y="29064"/>
                      <a:pt x="677" y="29064"/>
                    </a:cubicBezTo>
                    <a:cubicBezTo>
                      <a:pt x="688" y="29064"/>
                      <a:pt x="699" y="29063"/>
                      <a:pt x="710" y="29063"/>
                    </a:cubicBezTo>
                    <a:cubicBezTo>
                      <a:pt x="1714" y="29021"/>
                      <a:pt x="2761" y="28937"/>
                      <a:pt x="3807" y="28833"/>
                    </a:cubicBezTo>
                    <a:cubicBezTo>
                      <a:pt x="6631" y="28561"/>
                      <a:pt x="9498" y="28101"/>
                      <a:pt x="12281" y="27452"/>
                    </a:cubicBezTo>
                    <a:lnTo>
                      <a:pt x="12323" y="27452"/>
                    </a:lnTo>
                    <a:cubicBezTo>
                      <a:pt x="12657" y="27368"/>
                      <a:pt x="13013" y="27285"/>
                      <a:pt x="13369" y="27180"/>
                    </a:cubicBezTo>
                    <a:cubicBezTo>
                      <a:pt x="13411" y="27159"/>
                      <a:pt x="13473" y="27159"/>
                      <a:pt x="13536" y="27138"/>
                    </a:cubicBezTo>
                    <a:cubicBezTo>
                      <a:pt x="14206" y="26971"/>
                      <a:pt x="14854" y="26782"/>
                      <a:pt x="15482" y="26615"/>
                    </a:cubicBezTo>
                    <a:cubicBezTo>
                      <a:pt x="15524" y="26573"/>
                      <a:pt x="15587" y="26573"/>
                      <a:pt x="15629" y="26552"/>
                    </a:cubicBezTo>
                    <a:cubicBezTo>
                      <a:pt x="15880" y="26468"/>
                      <a:pt x="16089" y="26427"/>
                      <a:pt x="16319" y="26343"/>
                    </a:cubicBezTo>
                    <a:cubicBezTo>
                      <a:pt x="16549" y="26259"/>
                      <a:pt x="16758" y="26217"/>
                      <a:pt x="16989" y="26134"/>
                    </a:cubicBezTo>
                    <a:cubicBezTo>
                      <a:pt x="17177" y="26092"/>
                      <a:pt x="17365" y="26008"/>
                      <a:pt x="17554" y="25945"/>
                    </a:cubicBezTo>
                    <a:cubicBezTo>
                      <a:pt x="17888" y="25841"/>
                      <a:pt x="18223" y="25715"/>
                      <a:pt x="18558" y="25590"/>
                    </a:cubicBezTo>
                    <a:lnTo>
                      <a:pt x="18809" y="25506"/>
                    </a:lnTo>
                    <a:cubicBezTo>
                      <a:pt x="19248" y="25360"/>
                      <a:pt x="19688" y="25171"/>
                      <a:pt x="20127" y="24983"/>
                    </a:cubicBezTo>
                    <a:lnTo>
                      <a:pt x="20295" y="24899"/>
                    </a:lnTo>
                    <a:cubicBezTo>
                      <a:pt x="20713" y="24753"/>
                      <a:pt x="21111" y="24564"/>
                      <a:pt x="21529" y="24376"/>
                    </a:cubicBezTo>
                    <a:cubicBezTo>
                      <a:pt x="21550" y="24355"/>
                      <a:pt x="21592" y="24355"/>
                      <a:pt x="21634" y="24334"/>
                    </a:cubicBezTo>
                    <a:cubicBezTo>
                      <a:pt x="22094" y="24125"/>
                      <a:pt x="22596" y="23895"/>
                      <a:pt x="23036" y="23686"/>
                    </a:cubicBezTo>
                    <a:cubicBezTo>
                      <a:pt x="24458" y="23267"/>
                      <a:pt x="25860" y="22891"/>
                      <a:pt x="27283" y="22535"/>
                    </a:cubicBezTo>
                    <a:lnTo>
                      <a:pt x="27283" y="22535"/>
                    </a:lnTo>
                    <a:cubicBezTo>
                      <a:pt x="25839" y="23414"/>
                      <a:pt x="24458" y="24460"/>
                      <a:pt x="23119" y="25527"/>
                    </a:cubicBezTo>
                    <a:cubicBezTo>
                      <a:pt x="22115" y="26343"/>
                      <a:pt x="21131" y="27180"/>
                      <a:pt x="20127" y="28017"/>
                    </a:cubicBezTo>
                    <a:cubicBezTo>
                      <a:pt x="18558" y="29356"/>
                      <a:pt x="16968" y="30653"/>
                      <a:pt x="15294" y="31804"/>
                    </a:cubicBezTo>
                    <a:cubicBezTo>
                      <a:pt x="15001" y="31992"/>
                      <a:pt x="14750" y="32181"/>
                      <a:pt x="14457" y="32369"/>
                    </a:cubicBezTo>
                    <a:cubicBezTo>
                      <a:pt x="14373" y="32411"/>
                      <a:pt x="14310" y="32474"/>
                      <a:pt x="14206" y="32536"/>
                    </a:cubicBezTo>
                    <a:cubicBezTo>
                      <a:pt x="13934" y="32704"/>
                      <a:pt x="13683" y="32892"/>
                      <a:pt x="13411" y="33038"/>
                    </a:cubicBezTo>
                    <a:cubicBezTo>
                      <a:pt x="13285" y="33122"/>
                      <a:pt x="13118" y="33227"/>
                      <a:pt x="12992" y="33311"/>
                    </a:cubicBezTo>
                    <a:cubicBezTo>
                      <a:pt x="12364" y="33687"/>
                      <a:pt x="11737" y="34085"/>
                      <a:pt x="11109" y="34461"/>
                    </a:cubicBezTo>
                    <a:lnTo>
                      <a:pt x="11130" y="34461"/>
                    </a:lnTo>
                    <a:cubicBezTo>
                      <a:pt x="8787" y="35884"/>
                      <a:pt x="6380" y="37244"/>
                      <a:pt x="4058" y="38667"/>
                    </a:cubicBezTo>
                    <a:cubicBezTo>
                      <a:pt x="4016" y="38667"/>
                      <a:pt x="3995" y="38667"/>
                      <a:pt x="3995" y="38688"/>
                    </a:cubicBezTo>
                    <a:cubicBezTo>
                      <a:pt x="3346" y="39064"/>
                      <a:pt x="2719" y="39441"/>
                      <a:pt x="2091" y="39860"/>
                    </a:cubicBezTo>
                    <a:cubicBezTo>
                      <a:pt x="1453" y="40285"/>
                      <a:pt x="1834" y="41175"/>
                      <a:pt x="2490" y="41175"/>
                    </a:cubicBezTo>
                    <a:cubicBezTo>
                      <a:pt x="2543" y="41175"/>
                      <a:pt x="2599" y="41170"/>
                      <a:pt x="2656" y="41157"/>
                    </a:cubicBezTo>
                    <a:cubicBezTo>
                      <a:pt x="2949" y="41094"/>
                      <a:pt x="3263" y="41010"/>
                      <a:pt x="3556" y="40906"/>
                    </a:cubicBezTo>
                    <a:cubicBezTo>
                      <a:pt x="10168" y="39190"/>
                      <a:pt x="17826" y="34838"/>
                      <a:pt x="22994" y="29272"/>
                    </a:cubicBezTo>
                    <a:lnTo>
                      <a:pt x="23015" y="29251"/>
                    </a:lnTo>
                    <a:cubicBezTo>
                      <a:pt x="23224" y="29021"/>
                      <a:pt x="23454" y="28770"/>
                      <a:pt x="23663" y="28540"/>
                    </a:cubicBezTo>
                    <a:cubicBezTo>
                      <a:pt x="23768" y="28435"/>
                      <a:pt x="23852" y="28331"/>
                      <a:pt x="23956" y="28205"/>
                    </a:cubicBezTo>
                    <a:cubicBezTo>
                      <a:pt x="24040" y="28121"/>
                      <a:pt x="24103" y="28017"/>
                      <a:pt x="24165" y="27933"/>
                    </a:cubicBezTo>
                    <a:cubicBezTo>
                      <a:pt x="24312" y="27724"/>
                      <a:pt x="24479" y="27557"/>
                      <a:pt x="24626" y="27347"/>
                    </a:cubicBezTo>
                    <a:cubicBezTo>
                      <a:pt x="24688" y="27285"/>
                      <a:pt x="24709" y="27243"/>
                      <a:pt x="24772" y="27180"/>
                    </a:cubicBezTo>
                    <a:cubicBezTo>
                      <a:pt x="25128" y="26720"/>
                      <a:pt x="25463" y="26238"/>
                      <a:pt x="25777" y="25778"/>
                    </a:cubicBezTo>
                    <a:cubicBezTo>
                      <a:pt x="25777" y="25778"/>
                      <a:pt x="25777" y="25736"/>
                      <a:pt x="25818" y="25736"/>
                    </a:cubicBezTo>
                    <a:cubicBezTo>
                      <a:pt x="26488" y="24732"/>
                      <a:pt x="27095" y="23644"/>
                      <a:pt x="27555" y="22577"/>
                    </a:cubicBezTo>
                    <a:cubicBezTo>
                      <a:pt x="27597" y="22535"/>
                      <a:pt x="27555" y="22472"/>
                      <a:pt x="27534" y="22451"/>
                    </a:cubicBezTo>
                    <a:cubicBezTo>
                      <a:pt x="29020" y="22075"/>
                      <a:pt x="30526" y="21740"/>
                      <a:pt x="32012" y="21426"/>
                    </a:cubicBezTo>
                    <a:lnTo>
                      <a:pt x="32012" y="21426"/>
                    </a:lnTo>
                    <a:cubicBezTo>
                      <a:pt x="28329" y="25171"/>
                      <a:pt x="25463" y="29649"/>
                      <a:pt x="22052" y="33583"/>
                    </a:cubicBezTo>
                    <a:cubicBezTo>
                      <a:pt x="21947" y="33729"/>
                      <a:pt x="21843" y="33834"/>
                      <a:pt x="21738" y="33959"/>
                    </a:cubicBezTo>
                    <a:cubicBezTo>
                      <a:pt x="21027" y="34775"/>
                      <a:pt x="20315" y="35549"/>
                      <a:pt x="19604" y="36365"/>
                    </a:cubicBezTo>
                    <a:cubicBezTo>
                      <a:pt x="17365" y="38876"/>
                      <a:pt x="15085" y="41366"/>
                      <a:pt x="12804" y="43835"/>
                    </a:cubicBezTo>
                    <a:lnTo>
                      <a:pt x="12783" y="43835"/>
                    </a:lnTo>
                    <a:cubicBezTo>
                      <a:pt x="12323" y="44358"/>
                      <a:pt x="11841" y="44860"/>
                      <a:pt x="11381" y="45383"/>
                    </a:cubicBezTo>
                    <a:cubicBezTo>
                      <a:pt x="11130" y="45655"/>
                      <a:pt x="11297" y="46074"/>
                      <a:pt x="11590" y="46179"/>
                    </a:cubicBezTo>
                    <a:cubicBezTo>
                      <a:pt x="11631" y="46195"/>
                      <a:pt x="11678" y="46205"/>
                      <a:pt x="11727" y="46205"/>
                    </a:cubicBezTo>
                    <a:cubicBezTo>
                      <a:pt x="11805" y="46205"/>
                      <a:pt x="11890" y="46180"/>
                      <a:pt x="11967" y="46116"/>
                    </a:cubicBezTo>
                    <a:cubicBezTo>
                      <a:pt x="20211" y="40173"/>
                      <a:pt x="28873" y="31218"/>
                      <a:pt x="32137" y="21384"/>
                    </a:cubicBezTo>
                    <a:cubicBezTo>
                      <a:pt x="37138" y="20338"/>
                      <a:pt x="42243" y="19626"/>
                      <a:pt x="47391" y="19229"/>
                    </a:cubicBezTo>
                    <a:lnTo>
                      <a:pt x="47391" y="19229"/>
                    </a:lnTo>
                    <a:cubicBezTo>
                      <a:pt x="47370" y="19250"/>
                      <a:pt x="47328" y="19250"/>
                      <a:pt x="47307" y="19292"/>
                    </a:cubicBezTo>
                    <a:cubicBezTo>
                      <a:pt x="46951" y="19543"/>
                      <a:pt x="46596" y="19815"/>
                      <a:pt x="46240" y="20066"/>
                    </a:cubicBezTo>
                    <a:cubicBezTo>
                      <a:pt x="46156" y="20129"/>
                      <a:pt x="46156" y="20254"/>
                      <a:pt x="46261" y="20275"/>
                    </a:cubicBezTo>
                    <a:cubicBezTo>
                      <a:pt x="46344" y="20296"/>
                      <a:pt x="43185" y="26217"/>
                      <a:pt x="41260" y="29691"/>
                    </a:cubicBezTo>
                    <a:cubicBezTo>
                      <a:pt x="40590" y="30946"/>
                      <a:pt x="40067" y="31888"/>
                      <a:pt x="39900" y="32097"/>
                    </a:cubicBezTo>
                    <a:cubicBezTo>
                      <a:pt x="39170" y="33200"/>
                      <a:pt x="38427" y="34291"/>
                      <a:pt x="37682" y="35388"/>
                    </a:cubicBezTo>
                    <a:lnTo>
                      <a:pt x="37682" y="35388"/>
                    </a:lnTo>
                    <a:cubicBezTo>
                      <a:pt x="38801" y="33696"/>
                      <a:pt x="39806" y="31949"/>
                      <a:pt x="40632" y="30172"/>
                    </a:cubicBezTo>
                    <a:cubicBezTo>
                      <a:pt x="40779" y="29900"/>
                      <a:pt x="40883" y="29649"/>
                      <a:pt x="41009" y="29377"/>
                    </a:cubicBezTo>
                    <a:cubicBezTo>
                      <a:pt x="41030" y="29356"/>
                      <a:pt x="41030" y="29293"/>
                      <a:pt x="41051" y="29272"/>
                    </a:cubicBezTo>
                    <a:cubicBezTo>
                      <a:pt x="41155" y="29042"/>
                      <a:pt x="41260" y="28770"/>
                      <a:pt x="41365" y="28540"/>
                    </a:cubicBezTo>
                    <a:cubicBezTo>
                      <a:pt x="41406" y="28498"/>
                      <a:pt x="41427" y="28435"/>
                      <a:pt x="41427" y="28393"/>
                    </a:cubicBezTo>
                    <a:cubicBezTo>
                      <a:pt x="41532" y="28142"/>
                      <a:pt x="41616" y="27912"/>
                      <a:pt x="41720" y="27661"/>
                    </a:cubicBezTo>
                    <a:lnTo>
                      <a:pt x="41720" y="27619"/>
                    </a:lnTo>
                    <a:cubicBezTo>
                      <a:pt x="41867" y="27201"/>
                      <a:pt x="41992" y="26824"/>
                      <a:pt x="42139" y="26406"/>
                    </a:cubicBezTo>
                    <a:cubicBezTo>
                      <a:pt x="42181" y="26238"/>
                      <a:pt x="42243" y="26050"/>
                      <a:pt x="42285" y="25904"/>
                    </a:cubicBezTo>
                    <a:cubicBezTo>
                      <a:pt x="42306" y="25778"/>
                      <a:pt x="42369" y="25632"/>
                      <a:pt x="42390" y="25506"/>
                    </a:cubicBezTo>
                    <a:cubicBezTo>
                      <a:pt x="42453" y="25318"/>
                      <a:pt x="42494" y="25108"/>
                      <a:pt x="42557" y="24941"/>
                    </a:cubicBezTo>
                    <a:cubicBezTo>
                      <a:pt x="42578" y="24795"/>
                      <a:pt x="42599" y="24690"/>
                      <a:pt x="42620" y="24564"/>
                    </a:cubicBezTo>
                    <a:cubicBezTo>
                      <a:pt x="42683" y="24355"/>
                      <a:pt x="42725" y="24146"/>
                      <a:pt x="42766" y="23958"/>
                    </a:cubicBezTo>
                    <a:cubicBezTo>
                      <a:pt x="42787" y="23853"/>
                      <a:pt x="42808" y="23748"/>
                      <a:pt x="42808" y="23644"/>
                    </a:cubicBezTo>
                    <a:cubicBezTo>
                      <a:pt x="42871" y="23435"/>
                      <a:pt x="42892" y="23204"/>
                      <a:pt x="42913" y="22995"/>
                    </a:cubicBezTo>
                    <a:cubicBezTo>
                      <a:pt x="42934" y="22891"/>
                      <a:pt x="42934" y="22807"/>
                      <a:pt x="42976" y="22702"/>
                    </a:cubicBezTo>
                    <a:cubicBezTo>
                      <a:pt x="42997" y="22451"/>
                      <a:pt x="43038" y="22179"/>
                      <a:pt x="43080" y="21949"/>
                    </a:cubicBezTo>
                    <a:cubicBezTo>
                      <a:pt x="43080" y="21907"/>
                      <a:pt x="43101" y="21844"/>
                      <a:pt x="43101" y="21761"/>
                    </a:cubicBezTo>
                    <a:cubicBezTo>
                      <a:pt x="43122" y="21447"/>
                      <a:pt x="43143" y="21112"/>
                      <a:pt x="43185" y="20798"/>
                    </a:cubicBezTo>
                    <a:cubicBezTo>
                      <a:pt x="43185" y="20652"/>
                      <a:pt x="43080" y="20547"/>
                      <a:pt x="42934" y="20484"/>
                    </a:cubicBezTo>
                    <a:cubicBezTo>
                      <a:pt x="42894" y="20471"/>
                      <a:pt x="42852" y="20464"/>
                      <a:pt x="42810" y="20464"/>
                    </a:cubicBezTo>
                    <a:cubicBezTo>
                      <a:pt x="42720" y="20464"/>
                      <a:pt x="42629" y="20497"/>
                      <a:pt x="42557" y="20568"/>
                    </a:cubicBezTo>
                    <a:cubicBezTo>
                      <a:pt x="42474" y="20673"/>
                      <a:pt x="42390" y="20756"/>
                      <a:pt x="42306" y="20861"/>
                    </a:cubicBezTo>
                    <a:cubicBezTo>
                      <a:pt x="42097" y="21091"/>
                      <a:pt x="41930" y="21300"/>
                      <a:pt x="41720" y="21531"/>
                    </a:cubicBezTo>
                    <a:cubicBezTo>
                      <a:pt x="41658" y="21593"/>
                      <a:pt x="41720" y="21656"/>
                      <a:pt x="41783" y="21656"/>
                    </a:cubicBezTo>
                    <a:cubicBezTo>
                      <a:pt x="41344" y="21865"/>
                      <a:pt x="40883" y="22242"/>
                      <a:pt x="40423" y="22744"/>
                    </a:cubicBezTo>
                    <a:cubicBezTo>
                      <a:pt x="38205" y="25192"/>
                      <a:pt x="36134" y="30632"/>
                      <a:pt x="34836" y="32787"/>
                    </a:cubicBezTo>
                    <a:cubicBezTo>
                      <a:pt x="33581" y="34817"/>
                      <a:pt x="32305" y="36826"/>
                      <a:pt x="31007" y="38813"/>
                    </a:cubicBezTo>
                    <a:cubicBezTo>
                      <a:pt x="31070" y="38772"/>
                      <a:pt x="31091" y="38709"/>
                      <a:pt x="31154" y="38667"/>
                    </a:cubicBezTo>
                    <a:lnTo>
                      <a:pt x="31154" y="38667"/>
                    </a:lnTo>
                    <a:cubicBezTo>
                      <a:pt x="30422" y="39818"/>
                      <a:pt x="29647" y="40969"/>
                      <a:pt x="28894" y="42119"/>
                    </a:cubicBezTo>
                    <a:lnTo>
                      <a:pt x="28873" y="42119"/>
                    </a:lnTo>
                    <a:cubicBezTo>
                      <a:pt x="28162" y="43186"/>
                      <a:pt x="27450" y="44254"/>
                      <a:pt x="26718" y="45342"/>
                    </a:cubicBezTo>
                    <a:lnTo>
                      <a:pt x="26697" y="45342"/>
                    </a:lnTo>
                    <a:cubicBezTo>
                      <a:pt x="26509" y="45614"/>
                      <a:pt x="26341" y="45886"/>
                      <a:pt x="26153" y="46137"/>
                    </a:cubicBezTo>
                    <a:cubicBezTo>
                      <a:pt x="26153" y="46179"/>
                      <a:pt x="26132" y="46179"/>
                      <a:pt x="26132" y="46199"/>
                    </a:cubicBezTo>
                    <a:lnTo>
                      <a:pt x="26090" y="46199"/>
                    </a:lnTo>
                    <a:cubicBezTo>
                      <a:pt x="25944" y="46492"/>
                      <a:pt x="26028" y="46764"/>
                      <a:pt x="26195" y="46953"/>
                    </a:cubicBezTo>
                    <a:cubicBezTo>
                      <a:pt x="26237" y="46953"/>
                      <a:pt x="26237" y="46974"/>
                      <a:pt x="26258" y="47015"/>
                    </a:cubicBezTo>
                    <a:cubicBezTo>
                      <a:pt x="26362" y="47120"/>
                      <a:pt x="26488" y="47162"/>
                      <a:pt x="26655" y="47183"/>
                    </a:cubicBezTo>
                    <a:cubicBezTo>
                      <a:pt x="26736" y="47203"/>
                      <a:pt x="26820" y="47215"/>
                      <a:pt x="26902" y="47215"/>
                    </a:cubicBezTo>
                    <a:cubicBezTo>
                      <a:pt x="27075" y="47215"/>
                      <a:pt x="27246" y="47164"/>
                      <a:pt x="27388" y="47036"/>
                    </a:cubicBezTo>
                    <a:cubicBezTo>
                      <a:pt x="30422" y="44358"/>
                      <a:pt x="33665" y="40969"/>
                      <a:pt x="36427" y="37181"/>
                    </a:cubicBezTo>
                    <a:lnTo>
                      <a:pt x="36427" y="37181"/>
                    </a:lnTo>
                    <a:cubicBezTo>
                      <a:pt x="35046" y="39127"/>
                      <a:pt x="33602" y="41073"/>
                      <a:pt x="32137" y="42998"/>
                    </a:cubicBezTo>
                    <a:lnTo>
                      <a:pt x="32137" y="43040"/>
                    </a:lnTo>
                    <a:cubicBezTo>
                      <a:pt x="31635" y="43689"/>
                      <a:pt x="31154" y="44316"/>
                      <a:pt x="30652" y="44965"/>
                    </a:cubicBezTo>
                    <a:cubicBezTo>
                      <a:pt x="30463" y="45195"/>
                      <a:pt x="30484" y="45509"/>
                      <a:pt x="30631" y="45760"/>
                    </a:cubicBezTo>
                    <a:cubicBezTo>
                      <a:pt x="30673" y="45823"/>
                      <a:pt x="30735" y="45886"/>
                      <a:pt x="30798" y="45927"/>
                    </a:cubicBezTo>
                    <a:cubicBezTo>
                      <a:pt x="30895" y="46003"/>
                      <a:pt x="31004" y="46045"/>
                      <a:pt x="31121" y="46045"/>
                    </a:cubicBezTo>
                    <a:cubicBezTo>
                      <a:pt x="31230" y="46045"/>
                      <a:pt x="31346" y="46008"/>
                      <a:pt x="31468" y="45927"/>
                    </a:cubicBezTo>
                    <a:cubicBezTo>
                      <a:pt x="32535" y="45153"/>
                      <a:pt x="33581" y="44337"/>
                      <a:pt x="34606" y="43458"/>
                    </a:cubicBezTo>
                    <a:lnTo>
                      <a:pt x="34606" y="43417"/>
                    </a:lnTo>
                    <a:cubicBezTo>
                      <a:pt x="34920" y="43166"/>
                      <a:pt x="35234" y="42873"/>
                      <a:pt x="35506" y="42622"/>
                    </a:cubicBezTo>
                    <a:cubicBezTo>
                      <a:pt x="35506" y="42622"/>
                      <a:pt x="35506" y="42580"/>
                      <a:pt x="35548" y="42580"/>
                    </a:cubicBezTo>
                    <a:cubicBezTo>
                      <a:pt x="36908" y="41324"/>
                      <a:pt x="38184" y="40006"/>
                      <a:pt x="39377" y="38604"/>
                    </a:cubicBezTo>
                    <a:cubicBezTo>
                      <a:pt x="41762" y="35779"/>
                      <a:pt x="43813" y="32683"/>
                      <a:pt x="45382" y="29356"/>
                    </a:cubicBezTo>
                    <a:cubicBezTo>
                      <a:pt x="45424" y="29251"/>
                      <a:pt x="45487" y="29147"/>
                      <a:pt x="45507" y="29063"/>
                    </a:cubicBezTo>
                    <a:cubicBezTo>
                      <a:pt x="45612" y="28833"/>
                      <a:pt x="45717" y="28624"/>
                      <a:pt x="45821" y="28393"/>
                    </a:cubicBezTo>
                    <a:cubicBezTo>
                      <a:pt x="45863" y="28247"/>
                      <a:pt x="45926" y="28121"/>
                      <a:pt x="46010" y="27975"/>
                    </a:cubicBezTo>
                    <a:cubicBezTo>
                      <a:pt x="46072" y="27766"/>
                      <a:pt x="46177" y="27557"/>
                      <a:pt x="46261" y="27305"/>
                    </a:cubicBezTo>
                    <a:cubicBezTo>
                      <a:pt x="46324" y="27159"/>
                      <a:pt x="46386" y="26992"/>
                      <a:pt x="46449" y="26845"/>
                    </a:cubicBezTo>
                    <a:lnTo>
                      <a:pt x="46679" y="26217"/>
                    </a:lnTo>
                    <a:lnTo>
                      <a:pt x="46993" y="25360"/>
                    </a:lnTo>
                    <a:lnTo>
                      <a:pt x="47223" y="24648"/>
                    </a:lnTo>
                    <a:cubicBezTo>
                      <a:pt x="47286" y="24460"/>
                      <a:pt x="47328" y="24272"/>
                      <a:pt x="47412" y="24104"/>
                    </a:cubicBezTo>
                    <a:cubicBezTo>
                      <a:pt x="47474" y="23895"/>
                      <a:pt x="47516" y="23707"/>
                      <a:pt x="47579" y="23497"/>
                    </a:cubicBezTo>
                    <a:lnTo>
                      <a:pt x="47725" y="22953"/>
                    </a:lnTo>
                    <a:cubicBezTo>
                      <a:pt x="47788" y="22744"/>
                      <a:pt x="47830" y="22556"/>
                      <a:pt x="47893" y="22347"/>
                    </a:cubicBezTo>
                    <a:cubicBezTo>
                      <a:pt x="47935" y="22158"/>
                      <a:pt x="47956" y="21970"/>
                      <a:pt x="48018" y="21823"/>
                    </a:cubicBezTo>
                    <a:cubicBezTo>
                      <a:pt x="48060" y="21614"/>
                      <a:pt x="48123" y="21405"/>
                      <a:pt x="48144" y="21196"/>
                    </a:cubicBezTo>
                    <a:cubicBezTo>
                      <a:pt x="48165" y="21028"/>
                      <a:pt x="48207" y="20861"/>
                      <a:pt x="48248" y="20694"/>
                    </a:cubicBezTo>
                    <a:cubicBezTo>
                      <a:pt x="48269" y="20484"/>
                      <a:pt x="48332" y="20296"/>
                      <a:pt x="48353" y="20087"/>
                    </a:cubicBezTo>
                    <a:cubicBezTo>
                      <a:pt x="48416" y="19752"/>
                      <a:pt x="48207" y="19417"/>
                      <a:pt x="47893" y="19292"/>
                    </a:cubicBezTo>
                    <a:cubicBezTo>
                      <a:pt x="50720" y="19079"/>
                      <a:pt x="53566" y="18973"/>
                      <a:pt x="56425" y="18973"/>
                    </a:cubicBezTo>
                    <a:cubicBezTo>
                      <a:pt x="59744" y="18973"/>
                      <a:pt x="63082" y="19115"/>
                      <a:pt x="66431" y="19396"/>
                    </a:cubicBezTo>
                    <a:cubicBezTo>
                      <a:pt x="66159" y="19647"/>
                      <a:pt x="65908" y="19940"/>
                      <a:pt x="65678" y="20233"/>
                    </a:cubicBezTo>
                    <a:cubicBezTo>
                      <a:pt x="65615" y="20275"/>
                      <a:pt x="65594" y="20338"/>
                      <a:pt x="65531" y="20380"/>
                    </a:cubicBezTo>
                    <a:cubicBezTo>
                      <a:pt x="65406" y="20547"/>
                      <a:pt x="65301" y="20694"/>
                      <a:pt x="65176" y="20861"/>
                    </a:cubicBezTo>
                    <a:cubicBezTo>
                      <a:pt x="65113" y="20924"/>
                      <a:pt x="65071" y="20986"/>
                      <a:pt x="65008" y="21070"/>
                    </a:cubicBezTo>
                    <a:cubicBezTo>
                      <a:pt x="64904" y="21217"/>
                      <a:pt x="64778" y="21384"/>
                      <a:pt x="64674" y="21531"/>
                    </a:cubicBezTo>
                    <a:lnTo>
                      <a:pt x="64527" y="21761"/>
                    </a:lnTo>
                    <a:lnTo>
                      <a:pt x="64213" y="22242"/>
                    </a:lnTo>
                    <a:cubicBezTo>
                      <a:pt x="64150" y="22326"/>
                      <a:pt x="64109" y="22388"/>
                      <a:pt x="64046" y="22493"/>
                    </a:cubicBezTo>
                    <a:cubicBezTo>
                      <a:pt x="63941" y="22660"/>
                      <a:pt x="63837" y="22807"/>
                      <a:pt x="63753" y="22995"/>
                    </a:cubicBezTo>
                    <a:cubicBezTo>
                      <a:pt x="63711" y="23079"/>
                      <a:pt x="63648" y="23183"/>
                      <a:pt x="63606" y="23267"/>
                    </a:cubicBezTo>
                    <a:cubicBezTo>
                      <a:pt x="63502" y="23414"/>
                      <a:pt x="63418" y="23581"/>
                      <a:pt x="63313" y="23748"/>
                    </a:cubicBezTo>
                    <a:cubicBezTo>
                      <a:pt x="63272" y="23853"/>
                      <a:pt x="63209" y="23937"/>
                      <a:pt x="63167" y="24041"/>
                    </a:cubicBezTo>
                    <a:cubicBezTo>
                      <a:pt x="63021" y="24272"/>
                      <a:pt x="62895" y="24523"/>
                      <a:pt x="62790" y="24753"/>
                    </a:cubicBezTo>
                    <a:cubicBezTo>
                      <a:pt x="62686" y="24941"/>
                      <a:pt x="62602" y="25108"/>
                      <a:pt x="62497" y="25297"/>
                    </a:cubicBezTo>
                    <a:cubicBezTo>
                      <a:pt x="62456" y="25380"/>
                      <a:pt x="62435" y="25485"/>
                      <a:pt x="62372" y="25569"/>
                    </a:cubicBezTo>
                    <a:cubicBezTo>
                      <a:pt x="62267" y="25778"/>
                      <a:pt x="62184" y="25945"/>
                      <a:pt x="62079" y="26155"/>
                    </a:cubicBezTo>
                    <a:lnTo>
                      <a:pt x="62016" y="26322"/>
                    </a:lnTo>
                    <a:cubicBezTo>
                      <a:pt x="61430" y="27494"/>
                      <a:pt x="60886" y="28665"/>
                      <a:pt x="60342" y="29795"/>
                    </a:cubicBezTo>
                    <a:cubicBezTo>
                      <a:pt x="60342" y="29816"/>
                      <a:pt x="60300" y="29858"/>
                      <a:pt x="60300" y="29858"/>
                    </a:cubicBezTo>
                    <a:cubicBezTo>
                      <a:pt x="60196" y="30088"/>
                      <a:pt x="60070" y="30298"/>
                      <a:pt x="59966" y="30528"/>
                    </a:cubicBezTo>
                    <a:cubicBezTo>
                      <a:pt x="59715" y="31051"/>
                      <a:pt x="59443" y="31553"/>
                      <a:pt x="59150" y="32013"/>
                    </a:cubicBezTo>
                    <a:cubicBezTo>
                      <a:pt x="57371" y="35110"/>
                      <a:pt x="55446" y="38123"/>
                      <a:pt x="53458" y="41094"/>
                    </a:cubicBezTo>
                    <a:cubicBezTo>
                      <a:pt x="53458" y="41115"/>
                      <a:pt x="53438" y="41115"/>
                      <a:pt x="53396" y="41157"/>
                    </a:cubicBezTo>
                    <a:lnTo>
                      <a:pt x="50257" y="45865"/>
                    </a:lnTo>
                    <a:cubicBezTo>
                      <a:pt x="50071" y="46144"/>
                      <a:pt x="50357" y="46412"/>
                      <a:pt x="50645" y="46412"/>
                    </a:cubicBezTo>
                    <a:cubicBezTo>
                      <a:pt x="50745" y="46412"/>
                      <a:pt x="50846" y="46380"/>
                      <a:pt x="50927" y="46304"/>
                    </a:cubicBezTo>
                    <a:cubicBezTo>
                      <a:pt x="53479" y="43898"/>
                      <a:pt x="55781" y="41261"/>
                      <a:pt x="57852" y="38437"/>
                    </a:cubicBezTo>
                    <a:lnTo>
                      <a:pt x="57852" y="38395"/>
                    </a:lnTo>
                    <a:cubicBezTo>
                      <a:pt x="59087" y="36721"/>
                      <a:pt x="60259" y="34984"/>
                      <a:pt x="61326" y="33143"/>
                    </a:cubicBezTo>
                    <a:cubicBezTo>
                      <a:pt x="62916" y="30444"/>
                      <a:pt x="64966" y="27243"/>
                      <a:pt x="66034" y="23937"/>
                    </a:cubicBezTo>
                    <a:lnTo>
                      <a:pt x="66034" y="23916"/>
                    </a:lnTo>
                    <a:cubicBezTo>
                      <a:pt x="66117" y="23707"/>
                      <a:pt x="66159" y="23497"/>
                      <a:pt x="66222" y="23288"/>
                    </a:cubicBezTo>
                    <a:cubicBezTo>
                      <a:pt x="66222" y="23225"/>
                      <a:pt x="66243" y="23204"/>
                      <a:pt x="66243" y="23163"/>
                    </a:cubicBezTo>
                    <a:cubicBezTo>
                      <a:pt x="66306" y="22995"/>
                      <a:pt x="66326" y="22849"/>
                      <a:pt x="66368" y="22702"/>
                    </a:cubicBezTo>
                    <a:cubicBezTo>
                      <a:pt x="66410" y="22639"/>
                      <a:pt x="66410" y="22577"/>
                      <a:pt x="66431" y="22493"/>
                    </a:cubicBezTo>
                    <a:cubicBezTo>
                      <a:pt x="66452" y="22347"/>
                      <a:pt x="66515" y="22179"/>
                      <a:pt x="66536" y="22054"/>
                    </a:cubicBezTo>
                    <a:cubicBezTo>
                      <a:pt x="66557" y="21928"/>
                      <a:pt x="66578" y="21823"/>
                      <a:pt x="66619" y="21698"/>
                    </a:cubicBezTo>
                    <a:cubicBezTo>
                      <a:pt x="66640" y="21614"/>
                      <a:pt x="66640" y="21531"/>
                      <a:pt x="66661" y="21447"/>
                    </a:cubicBezTo>
                    <a:cubicBezTo>
                      <a:pt x="66682" y="21321"/>
                      <a:pt x="66682" y="21217"/>
                      <a:pt x="66724" y="21091"/>
                    </a:cubicBezTo>
                    <a:lnTo>
                      <a:pt x="66724" y="20986"/>
                    </a:lnTo>
                    <a:cubicBezTo>
                      <a:pt x="66745" y="20714"/>
                      <a:pt x="66766" y="20442"/>
                      <a:pt x="66787" y="20170"/>
                    </a:cubicBezTo>
                    <a:cubicBezTo>
                      <a:pt x="66787" y="19940"/>
                      <a:pt x="66829" y="19668"/>
                      <a:pt x="66787" y="19438"/>
                    </a:cubicBezTo>
                    <a:lnTo>
                      <a:pt x="66787" y="19438"/>
                    </a:lnTo>
                    <a:cubicBezTo>
                      <a:pt x="68565" y="19606"/>
                      <a:pt x="70344" y="19773"/>
                      <a:pt x="72122" y="20024"/>
                    </a:cubicBezTo>
                    <a:cubicBezTo>
                      <a:pt x="72018" y="20129"/>
                      <a:pt x="71955" y="20233"/>
                      <a:pt x="71850" y="20338"/>
                    </a:cubicBezTo>
                    <a:cubicBezTo>
                      <a:pt x="71788" y="20380"/>
                      <a:pt x="71767" y="20442"/>
                      <a:pt x="71704" y="20484"/>
                    </a:cubicBezTo>
                    <a:lnTo>
                      <a:pt x="71390" y="20882"/>
                    </a:lnTo>
                    <a:cubicBezTo>
                      <a:pt x="71348" y="20924"/>
                      <a:pt x="71285" y="21007"/>
                      <a:pt x="71244" y="21070"/>
                    </a:cubicBezTo>
                    <a:cubicBezTo>
                      <a:pt x="71139" y="21196"/>
                      <a:pt x="71034" y="21342"/>
                      <a:pt x="70909" y="21489"/>
                    </a:cubicBezTo>
                    <a:cubicBezTo>
                      <a:pt x="70867" y="21531"/>
                      <a:pt x="70825" y="21593"/>
                      <a:pt x="70804" y="21635"/>
                    </a:cubicBezTo>
                    <a:cubicBezTo>
                      <a:pt x="70658" y="21803"/>
                      <a:pt x="70553" y="21949"/>
                      <a:pt x="70428" y="22116"/>
                    </a:cubicBezTo>
                    <a:cubicBezTo>
                      <a:pt x="70407" y="22137"/>
                      <a:pt x="70407" y="22158"/>
                      <a:pt x="70386" y="22179"/>
                    </a:cubicBezTo>
                    <a:cubicBezTo>
                      <a:pt x="69821" y="22953"/>
                      <a:pt x="69298" y="23748"/>
                      <a:pt x="68775" y="24564"/>
                    </a:cubicBezTo>
                    <a:cubicBezTo>
                      <a:pt x="68356" y="25171"/>
                      <a:pt x="68000" y="25799"/>
                      <a:pt x="67666" y="26448"/>
                    </a:cubicBezTo>
                    <a:cubicBezTo>
                      <a:pt x="66850" y="27829"/>
                      <a:pt x="66034" y="29230"/>
                      <a:pt x="65176" y="30528"/>
                    </a:cubicBezTo>
                    <a:cubicBezTo>
                      <a:pt x="62393" y="34796"/>
                      <a:pt x="59443" y="38918"/>
                      <a:pt x="56492" y="43061"/>
                    </a:cubicBezTo>
                    <a:cubicBezTo>
                      <a:pt x="56492" y="43061"/>
                      <a:pt x="56492" y="43082"/>
                      <a:pt x="56471" y="43082"/>
                    </a:cubicBezTo>
                    <a:lnTo>
                      <a:pt x="56074" y="43626"/>
                    </a:lnTo>
                    <a:cubicBezTo>
                      <a:pt x="55822" y="43988"/>
                      <a:pt x="56079" y="44373"/>
                      <a:pt x="56400" y="44373"/>
                    </a:cubicBezTo>
                    <a:cubicBezTo>
                      <a:pt x="56506" y="44373"/>
                      <a:pt x="56619" y="44331"/>
                      <a:pt x="56723" y="44233"/>
                    </a:cubicBezTo>
                    <a:cubicBezTo>
                      <a:pt x="58668" y="42412"/>
                      <a:pt x="60719" y="40257"/>
                      <a:pt x="62707" y="37956"/>
                    </a:cubicBezTo>
                    <a:cubicBezTo>
                      <a:pt x="62707" y="37935"/>
                      <a:pt x="62749" y="37935"/>
                      <a:pt x="62749" y="37935"/>
                    </a:cubicBezTo>
                    <a:cubicBezTo>
                      <a:pt x="62790" y="37872"/>
                      <a:pt x="62853" y="37830"/>
                      <a:pt x="62895" y="37746"/>
                    </a:cubicBezTo>
                    <a:cubicBezTo>
                      <a:pt x="62895" y="37949"/>
                      <a:pt x="63058" y="38129"/>
                      <a:pt x="63236" y="38129"/>
                    </a:cubicBezTo>
                    <a:cubicBezTo>
                      <a:pt x="63297" y="38129"/>
                      <a:pt x="63360" y="38108"/>
                      <a:pt x="63418" y="38060"/>
                    </a:cubicBezTo>
                    <a:lnTo>
                      <a:pt x="63816" y="37746"/>
                    </a:lnTo>
                    <a:lnTo>
                      <a:pt x="63816" y="37725"/>
                    </a:lnTo>
                    <a:cubicBezTo>
                      <a:pt x="64318" y="37328"/>
                      <a:pt x="64799" y="36909"/>
                      <a:pt x="65301" y="36491"/>
                    </a:cubicBezTo>
                    <a:cubicBezTo>
                      <a:pt x="65406" y="36386"/>
                      <a:pt x="65531" y="36282"/>
                      <a:pt x="65636" y="36198"/>
                    </a:cubicBezTo>
                    <a:lnTo>
                      <a:pt x="65636" y="36198"/>
                    </a:lnTo>
                    <a:cubicBezTo>
                      <a:pt x="65636" y="36240"/>
                      <a:pt x="65615" y="36240"/>
                      <a:pt x="65615" y="36261"/>
                    </a:cubicBezTo>
                    <a:cubicBezTo>
                      <a:pt x="66452" y="35528"/>
                      <a:pt x="67289" y="34733"/>
                      <a:pt x="68084" y="33959"/>
                    </a:cubicBezTo>
                    <a:lnTo>
                      <a:pt x="68126" y="33896"/>
                    </a:lnTo>
                    <a:lnTo>
                      <a:pt x="68879" y="33143"/>
                    </a:lnTo>
                    <a:cubicBezTo>
                      <a:pt x="68942" y="33101"/>
                      <a:pt x="68984" y="33038"/>
                      <a:pt x="69047" y="32955"/>
                    </a:cubicBezTo>
                    <a:cubicBezTo>
                      <a:pt x="69256" y="32725"/>
                      <a:pt x="69465" y="32515"/>
                      <a:pt x="69674" y="32285"/>
                    </a:cubicBezTo>
                    <a:cubicBezTo>
                      <a:pt x="69758" y="32202"/>
                      <a:pt x="69821" y="32097"/>
                      <a:pt x="69925" y="32013"/>
                    </a:cubicBezTo>
                    <a:cubicBezTo>
                      <a:pt x="70114" y="31804"/>
                      <a:pt x="70302" y="31637"/>
                      <a:pt x="70448" y="31427"/>
                    </a:cubicBezTo>
                    <a:cubicBezTo>
                      <a:pt x="70553" y="31281"/>
                      <a:pt x="70658" y="31176"/>
                      <a:pt x="70762" y="31051"/>
                    </a:cubicBezTo>
                    <a:cubicBezTo>
                      <a:pt x="70930" y="30862"/>
                      <a:pt x="71055" y="30716"/>
                      <a:pt x="71223" y="30528"/>
                    </a:cubicBezTo>
                    <a:cubicBezTo>
                      <a:pt x="71348" y="30381"/>
                      <a:pt x="71474" y="30235"/>
                      <a:pt x="71578" y="30088"/>
                    </a:cubicBezTo>
                    <a:cubicBezTo>
                      <a:pt x="71704" y="29921"/>
                      <a:pt x="71850" y="29774"/>
                      <a:pt x="71955" y="29607"/>
                    </a:cubicBezTo>
                    <a:cubicBezTo>
                      <a:pt x="72080" y="29440"/>
                      <a:pt x="72227" y="29272"/>
                      <a:pt x="72373" y="29084"/>
                    </a:cubicBezTo>
                    <a:cubicBezTo>
                      <a:pt x="72478" y="28958"/>
                      <a:pt x="72583" y="28812"/>
                      <a:pt x="72687" y="28665"/>
                    </a:cubicBezTo>
                    <a:cubicBezTo>
                      <a:pt x="72834" y="28498"/>
                      <a:pt x="73001" y="28289"/>
                      <a:pt x="73127" y="28101"/>
                    </a:cubicBezTo>
                    <a:cubicBezTo>
                      <a:pt x="73231" y="27975"/>
                      <a:pt x="73315" y="27829"/>
                      <a:pt x="73420" y="27724"/>
                    </a:cubicBezTo>
                    <a:lnTo>
                      <a:pt x="73880" y="27096"/>
                    </a:lnTo>
                    <a:cubicBezTo>
                      <a:pt x="73964" y="26992"/>
                      <a:pt x="74047" y="26866"/>
                      <a:pt x="74110" y="26761"/>
                    </a:cubicBezTo>
                    <a:cubicBezTo>
                      <a:pt x="74277" y="26531"/>
                      <a:pt x="74424" y="26301"/>
                      <a:pt x="74591" y="26092"/>
                    </a:cubicBezTo>
                    <a:cubicBezTo>
                      <a:pt x="74675" y="25987"/>
                      <a:pt x="74717" y="25883"/>
                      <a:pt x="74801" y="25778"/>
                    </a:cubicBezTo>
                    <a:cubicBezTo>
                      <a:pt x="74947" y="25527"/>
                      <a:pt x="75135" y="25276"/>
                      <a:pt x="75303" y="25046"/>
                    </a:cubicBezTo>
                    <a:cubicBezTo>
                      <a:pt x="75345" y="24962"/>
                      <a:pt x="75407" y="24857"/>
                      <a:pt x="75470" y="24774"/>
                    </a:cubicBezTo>
                    <a:cubicBezTo>
                      <a:pt x="75637" y="24523"/>
                      <a:pt x="75826" y="24251"/>
                      <a:pt x="75972" y="23999"/>
                    </a:cubicBezTo>
                    <a:cubicBezTo>
                      <a:pt x="76035" y="23916"/>
                      <a:pt x="76056" y="23853"/>
                      <a:pt x="76098" y="23790"/>
                    </a:cubicBezTo>
                    <a:cubicBezTo>
                      <a:pt x="76286" y="23497"/>
                      <a:pt x="76454" y="23204"/>
                      <a:pt x="76621" y="22911"/>
                    </a:cubicBezTo>
                    <a:cubicBezTo>
                      <a:pt x="76621" y="22891"/>
                      <a:pt x="76663" y="22891"/>
                      <a:pt x="76663" y="22870"/>
                    </a:cubicBezTo>
                    <a:cubicBezTo>
                      <a:pt x="77018" y="22263"/>
                      <a:pt x="77353" y="21635"/>
                      <a:pt x="77667" y="21028"/>
                    </a:cubicBezTo>
                    <a:cubicBezTo>
                      <a:pt x="78483" y="21196"/>
                      <a:pt x="79299" y="21321"/>
                      <a:pt x="80115" y="21510"/>
                    </a:cubicBezTo>
                    <a:cubicBezTo>
                      <a:pt x="80031" y="21593"/>
                      <a:pt x="79927" y="21656"/>
                      <a:pt x="79843" y="21740"/>
                    </a:cubicBezTo>
                    <a:cubicBezTo>
                      <a:pt x="79801" y="21803"/>
                      <a:pt x="79739" y="21844"/>
                      <a:pt x="79655" y="21907"/>
                    </a:cubicBezTo>
                    <a:cubicBezTo>
                      <a:pt x="79550" y="22012"/>
                      <a:pt x="79446" y="22075"/>
                      <a:pt x="79383" y="22179"/>
                    </a:cubicBezTo>
                    <a:cubicBezTo>
                      <a:pt x="79299" y="22263"/>
                      <a:pt x="79215" y="22347"/>
                      <a:pt x="79174" y="22430"/>
                    </a:cubicBezTo>
                    <a:cubicBezTo>
                      <a:pt x="79090" y="22493"/>
                      <a:pt x="79006" y="22598"/>
                      <a:pt x="78922" y="22681"/>
                    </a:cubicBezTo>
                    <a:cubicBezTo>
                      <a:pt x="78818" y="22786"/>
                      <a:pt x="78755" y="22891"/>
                      <a:pt x="78650" y="22995"/>
                    </a:cubicBezTo>
                    <a:cubicBezTo>
                      <a:pt x="78588" y="23058"/>
                      <a:pt x="78546" y="23121"/>
                      <a:pt x="78483" y="23183"/>
                    </a:cubicBezTo>
                    <a:cubicBezTo>
                      <a:pt x="78337" y="23372"/>
                      <a:pt x="78169" y="23539"/>
                      <a:pt x="78044" y="23727"/>
                    </a:cubicBezTo>
                    <a:lnTo>
                      <a:pt x="77981" y="23790"/>
                    </a:lnTo>
                    <a:cubicBezTo>
                      <a:pt x="77855" y="23958"/>
                      <a:pt x="77709" y="24146"/>
                      <a:pt x="77562" y="24334"/>
                    </a:cubicBezTo>
                    <a:cubicBezTo>
                      <a:pt x="77542" y="24355"/>
                      <a:pt x="77521" y="24418"/>
                      <a:pt x="77500" y="24439"/>
                    </a:cubicBezTo>
                    <a:cubicBezTo>
                      <a:pt x="77353" y="24627"/>
                      <a:pt x="77228" y="24774"/>
                      <a:pt x="77102" y="24962"/>
                    </a:cubicBezTo>
                    <a:cubicBezTo>
                      <a:pt x="77081" y="24983"/>
                      <a:pt x="77081" y="25004"/>
                      <a:pt x="77039" y="25046"/>
                    </a:cubicBezTo>
                    <a:cubicBezTo>
                      <a:pt x="76140" y="26343"/>
                      <a:pt x="75261" y="27766"/>
                      <a:pt x="74403" y="29084"/>
                    </a:cubicBezTo>
                    <a:cubicBezTo>
                      <a:pt x="74005" y="29712"/>
                      <a:pt x="73587" y="30318"/>
                      <a:pt x="73210" y="30904"/>
                    </a:cubicBezTo>
                    <a:cubicBezTo>
                      <a:pt x="70532" y="34629"/>
                      <a:pt x="67687" y="38228"/>
                      <a:pt x="64841" y="41805"/>
                    </a:cubicBezTo>
                    <a:cubicBezTo>
                      <a:pt x="64841" y="41826"/>
                      <a:pt x="64799" y="41826"/>
                      <a:pt x="64778" y="41847"/>
                    </a:cubicBezTo>
                    <a:cubicBezTo>
                      <a:pt x="64653" y="42015"/>
                      <a:pt x="64548" y="42161"/>
                      <a:pt x="64422" y="42329"/>
                    </a:cubicBezTo>
                    <a:cubicBezTo>
                      <a:pt x="64052" y="42766"/>
                      <a:pt x="64426" y="43500"/>
                      <a:pt x="64913" y="43500"/>
                    </a:cubicBezTo>
                    <a:cubicBezTo>
                      <a:pt x="65031" y="43500"/>
                      <a:pt x="65157" y="43457"/>
                      <a:pt x="65280" y="43354"/>
                    </a:cubicBezTo>
                    <a:cubicBezTo>
                      <a:pt x="66368" y="42433"/>
                      <a:pt x="67582" y="41408"/>
                      <a:pt x="68816" y="40257"/>
                    </a:cubicBezTo>
                    <a:cubicBezTo>
                      <a:pt x="68816" y="40257"/>
                      <a:pt x="68816" y="40236"/>
                      <a:pt x="68837" y="40236"/>
                    </a:cubicBezTo>
                    <a:lnTo>
                      <a:pt x="68921" y="40153"/>
                    </a:lnTo>
                    <a:lnTo>
                      <a:pt x="68942" y="40153"/>
                    </a:lnTo>
                    <a:cubicBezTo>
                      <a:pt x="73838" y="35612"/>
                      <a:pt x="79132" y="29440"/>
                      <a:pt x="80575" y="23393"/>
                    </a:cubicBezTo>
                    <a:cubicBezTo>
                      <a:pt x="80596" y="23309"/>
                      <a:pt x="80638" y="23204"/>
                      <a:pt x="80638" y="23121"/>
                    </a:cubicBezTo>
                    <a:cubicBezTo>
                      <a:pt x="80659" y="23058"/>
                      <a:pt x="80659" y="22995"/>
                      <a:pt x="80680" y="22911"/>
                    </a:cubicBezTo>
                    <a:cubicBezTo>
                      <a:pt x="80764" y="22472"/>
                      <a:pt x="80847" y="22054"/>
                      <a:pt x="80889" y="21614"/>
                    </a:cubicBezTo>
                    <a:cubicBezTo>
                      <a:pt x="81894" y="21823"/>
                      <a:pt x="82877" y="22033"/>
                      <a:pt x="83881" y="22263"/>
                    </a:cubicBezTo>
                    <a:cubicBezTo>
                      <a:pt x="83777" y="22451"/>
                      <a:pt x="83693" y="22660"/>
                      <a:pt x="83588" y="22849"/>
                    </a:cubicBezTo>
                    <a:cubicBezTo>
                      <a:pt x="83526" y="22974"/>
                      <a:pt x="83484" y="23079"/>
                      <a:pt x="83400" y="23204"/>
                    </a:cubicBezTo>
                    <a:cubicBezTo>
                      <a:pt x="83275" y="23497"/>
                      <a:pt x="83107" y="23811"/>
                      <a:pt x="82982" y="24125"/>
                    </a:cubicBezTo>
                    <a:cubicBezTo>
                      <a:pt x="82961" y="24167"/>
                      <a:pt x="82940" y="24230"/>
                      <a:pt x="82940" y="24251"/>
                    </a:cubicBezTo>
                    <a:cubicBezTo>
                      <a:pt x="81831" y="26678"/>
                      <a:pt x="80889" y="29168"/>
                      <a:pt x="79529" y="31490"/>
                    </a:cubicBezTo>
                    <a:cubicBezTo>
                      <a:pt x="77521" y="34922"/>
                      <a:pt x="75010" y="37872"/>
                      <a:pt x="72290" y="40759"/>
                    </a:cubicBezTo>
                    <a:lnTo>
                      <a:pt x="72290" y="40780"/>
                    </a:lnTo>
                    <a:lnTo>
                      <a:pt x="72269" y="40801"/>
                    </a:lnTo>
                    <a:cubicBezTo>
                      <a:pt x="72050" y="41105"/>
                      <a:pt x="72320" y="41558"/>
                      <a:pt x="72630" y="41558"/>
                    </a:cubicBezTo>
                    <a:cubicBezTo>
                      <a:pt x="72705" y="41558"/>
                      <a:pt x="72782" y="41532"/>
                      <a:pt x="72855" y="41471"/>
                    </a:cubicBezTo>
                    <a:cubicBezTo>
                      <a:pt x="74257" y="40383"/>
                      <a:pt x="75637" y="39169"/>
                      <a:pt x="76914" y="37746"/>
                    </a:cubicBezTo>
                    <a:cubicBezTo>
                      <a:pt x="76914" y="37746"/>
                      <a:pt x="76914" y="37725"/>
                      <a:pt x="76935" y="37725"/>
                    </a:cubicBezTo>
                    <a:cubicBezTo>
                      <a:pt x="80785" y="33583"/>
                      <a:pt x="83840" y="28205"/>
                      <a:pt x="84216" y="22807"/>
                    </a:cubicBezTo>
                    <a:lnTo>
                      <a:pt x="84216" y="22744"/>
                    </a:lnTo>
                    <a:cubicBezTo>
                      <a:pt x="84216" y="22598"/>
                      <a:pt x="84237" y="22493"/>
                      <a:pt x="84237" y="22367"/>
                    </a:cubicBezTo>
                    <a:cubicBezTo>
                      <a:pt x="85785" y="22744"/>
                      <a:pt x="87355" y="23163"/>
                      <a:pt x="88903" y="23581"/>
                    </a:cubicBezTo>
                    <a:cubicBezTo>
                      <a:pt x="88254" y="24230"/>
                      <a:pt x="87689" y="24941"/>
                      <a:pt x="87166" y="25673"/>
                    </a:cubicBezTo>
                    <a:lnTo>
                      <a:pt x="87145" y="25694"/>
                    </a:lnTo>
                    <a:cubicBezTo>
                      <a:pt x="87062" y="25820"/>
                      <a:pt x="86957" y="25924"/>
                      <a:pt x="86894" y="26050"/>
                    </a:cubicBezTo>
                    <a:cubicBezTo>
                      <a:pt x="86853" y="26113"/>
                      <a:pt x="86832" y="26155"/>
                      <a:pt x="86790" y="26196"/>
                    </a:cubicBezTo>
                    <a:cubicBezTo>
                      <a:pt x="86727" y="26301"/>
                      <a:pt x="86643" y="26364"/>
                      <a:pt x="86601" y="26468"/>
                    </a:cubicBezTo>
                    <a:cubicBezTo>
                      <a:pt x="86539" y="26552"/>
                      <a:pt x="86518" y="26615"/>
                      <a:pt x="86476" y="26678"/>
                    </a:cubicBezTo>
                    <a:cubicBezTo>
                      <a:pt x="86434" y="26740"/>
                      <a:pt x="86413" y="26761"/>
                      <a:pt x="86392" y="26824"/>
                    </a:cubicBezTo>
                    <a:cubicBezTo>
                      <a:pt x="85555" y="28101"/>
                      <a:pt x="84802" y="29398"/>
                      <a:pt x="83944" y="30716"/>
                    </a:cubicBezTo>
                    <a:cubicBezTo>
                      <a:pt x="83254" y="31804"/>
                      <a:pt x="82521" y="32913"/>
                      <a:pt x="81747" y="33980"/>
                    </a:cubicBezTo>
                    <a:cubicBezTo>
                      <a:pt x="81287" y="34671"/>
                      <a:pt x="80806" y="35340"/>
                      <a:pt x="80345" y="35989"/>
                    </a:cubicBezTo>
                    <a:cubicBezTo>
                      <a:pt x="79529" y="37098"/>
                      <a:pt x="78713" y="38186"/>
                      <a:pt x="77876" y="39295"/>
                    </a:cubicBezTo>
                    <a:cubicBezTo>
                      <a:pt x="77834" y="39378"/>
                      <a:pt x="77772" y="39420"/>
                      <a:pt x="77730" y="39504"/>
                    </a:cubicBezTo>
                    <a:cubicBezTo>
                      <a:pt x="77426" y="39909"/>
                      <a:pt x="77735" y="40546"/>
                      <a:pt x="78163" y="40546"/>
                    </a:cubicBezTo>
                    <a:cubicBezTo>
                      <a:pt x="78265" y="40546"/>
                      <a:pt x="78374" y="40509"/>
                      <a:pt x="78483" y="40425"/>
                    </a:cubicBezTo>
                    <a:cubicBezTo>
                      <a:pt x="79885" y="39399"/>
                      <a:pt x="81308" y="38165"/>
                      <a:pt x="82647" y="36826"/>
                    </a:cubicBezTo>
                    <a:cubicBezTo>
                      <a:pt x="86225" y="33206"/>
                      <a:pt x="89175" y="28603"/>
                      <a:pt x="89154" y="23644"/>
                    </a:cubicBezTo>
                    <a:lnTo>
                      <a:pt x="89154" y="23623"/>
                    </a:lnTo>
                    <a:cubicBezTo>
                      <a:pt x="93632" y="24899"/>
                      <a:pt x="98068" y="26448"/>
                      <a:pt x="102420" y="28310"/>
                    </a:cubicBezTo>
                    <a:cubicBezTo>
                      <a:pt x="102545" y="28101"/>
                      <a:pt x="102629" y="27870"/>
                      <a:pt x="102503" y="27808"/>
                    </a:cubicBezTo>
                    <a:cubicBezTo>
                      <a:pt x="97837" y="25778"/>
                      <a:pt x="93025" y="24041"/>
                      <a:pt x="88171" y="22660"/>
                    </a:cubicBezTo>
                    <a:cubicBezTo>
                      <a:pt x="88254" y="22639"/>
                      <a:pt x="88317" y="22598"/>
                      <a:pt x="88380" y="22535"/>
                    </a:cubicBezTo>
                    <a:cubicBezTo>
                      <a:pt x="88401" y="22493"/>
                      <a:pt x="88401" y="22472"/>
                      <a:pt x="88401" y="22451"/>
                    </a:cubicBezTo>
                    <a:cubicBezTo>
                      <a:pt x="88464" y="22137"/>
                      <a:pt x="88485" y="21823"/>
                      <a:pt x="88526" y="21489"/>
                    </a:cubicBezTo>
                    <a:lnTo>
                      <a:pt x="88526" y="21426"/>
                    </a:lnTo>
                    <a:cubicBezTo>
                      <a:pt x="88568" y="21133"/>
                      <a:pt x="88589" y="20819"/>
                      <a:pt x="88589" y="20547"/>
                    </a:cubicBezTo>
                    <a:lnTo>
                      <a:pt x="88589" y="20359"/>
                    </a:lnTo>
                    <a:lnTo>
                      <a:pt x="88589" y="19626"/>
                    </a:lnTo>
                    <a:lnTo>
                      <a:pt x="88589" y="19187"/>
                    </a:lnTo>
                    <a:cubicBezTo>
                      <a:pt x="88589" y="19041"/>
                      <a:pt x="88589" y="18936"/>
                      <a:pt x="88568" y="18810"/>
                    </a:cubicBezTo>
                    <a:cubicBezTo>
                      <a:pt x="88359" y="14730"/>
                      <a:pt x="86790" y="10755"/>
                      <a:pt x="84174" y="7595"/>
                    </a:cubicBezTo>
                    <a:cubicBezTo>
                      <a:pt x="83881" y="7219"/>
                      <a:pt x="83588" y="6884"/>
                      <a:pt x="83254" y="6570"/>
                    </a:cubicBezTo>
                    <a:lnTo>
                      <a:pt x="83065" y="6382"/>
                    </a:lnTo>
                    <a:cubicBezTo>
                      <a:pt x="83024" y="6340"/>
                      <a:pt x="82940" y="6277"/>
                      <a:pt x="82856" y="6256"/>
                    </a:cubicBezTo>
                    <a:cubicBezTo>
                      <a:pt x="82782" y="6226"/>
                      <a:pt x="82702" y="6211"/>
                      <a:pt x="82621" y="6211"/>
                    </a:cubicBezTo>
                    <a:cubicBezTo>
                      <a:pt x="82315" y="6211"/>
                      <a:pt x="81993" y="6414"/>
                      <a:pt x="81894" y="6696"/>
                    </a:cubicBezTo>
                    <a:cubicBezTo>
                      <a:pt x="81873" y="6696"/>
                      <a:pt x="81894" y="6696"/>
                      <a:pt x="81894" y="6738"/>
                    </a:cubicBezTo>
                    <a:cubicBezTo>
                      <a:pt x="81831" y="6842"/>
                      <a:pt x="81831" y="6989"/>
                      <a:pt x="81873" y="7114"/>
                    </a:cubicBezTo>
                    <a:cubicBezTo>
                      <a:pt x="82124" y="7909"/>
                      <a:pt x="82396" y="8725"/>
                      <a:pt x="82668" y="9499"/>
                    </a:cubicBezTo>
                    <a:lnTo>
                      <a:pt x="82668" y="9520"/>
                    </a:lnTo>
                    <a:cubicBezTo>
                      <a:pt x="84195" y="13914"/>
                      <a:pt x="85911" y="18350"/>
                      <a:pt x="87857" y="22535"/>
                    </a:cubicBezTo>
                    <a:cubicBezTo>
                      <a:pt x="87857" y="22550"/>
                      <a:pt x="87867" y="22564"/>
                      <a:pt x="87881" y="22572"/>
                    </a:cubicBezTo>
                    <a:lnTo>
                      <a:pt x="87881" y="22572"/>
                    </a:lnTo>
                    <a:cubicBezTo>
                      <a:pt x="86673" y="22239"/>
                      <a:pt x="85445" y="21926"/>
                      <a:pt x="84216" y="21614"/>
                    </a:cubicBezTo>
                    <a:cubicBezTo>
                      <a:pt x="84205" y="21580"/>
                      <a:pt x="84180" y="21564"/>
                      <a:pt x="84154" y="21564"/>
                    </a:cubicBezTo>
                    <a:cubicBezTo>
                      <a:pt x="84132" y="21564"/>
                      <a:pt x="84109" y="21574"/>
                      <a:pt x="84091" y="21593"/>
                    </a:cubicBezTo>
                    <a:cubicBezTo>
                      <a:pt x="83693" y="21489"/>
                      <a:pt x="83337" y="21405"/>
                      <a:pt x="82940" y="21300"/>
                    </a:cubicBezTo>
                    <a:cubicBezTo>
                      <a:pt x="82961" y="21279"/>
                      <a:pt x="82982" y="21238"/>
                      <a:pt x="82982" y="21196"/>
                    </a:cubicBezTo>
                    <a:cubicBezTo>
                      <a:pt x="83086" y="20568"/>
                      <a:pt x="83149" y="19961"/>
                      <a:pt x="83170" y="19334"/>
                    </a:cubicBezTo>
                    <a:lnTo>
                      <a:pt x="83170" y="19208"/>
                    </a:lnTo>
                    <a:lnTo>
                      <a:pt x="83170" y="18727"/>
                    </a:lnTo>
                    <a:lnTo>
                      <a:pt x="83170" y="18497"/>
                    </a:lnTo>
                    <a:lnTo>
                      <a:pt x="83170" y="18141"/>
                    </a:lnTo>
                    <a:cubicBezTo>
                      <a:pt x="83170" y="17994"/>
                      <a:pt x="83170" y="17890"/>
                      <a:pt x="83149" y="17764"/>
                    </a:cubicBezTo>
                    <a:cubicBezTo>
                      <a:pt x="83149" y="17681"/>
                      <a:pt x="83149" y="17576"/>
                      <a:pt x="83128" y="17513"/>
                    </a:cubicBezTo>
                    <a:cubicBezTo>
                      <a:pt x="83128" y="17346"/>
                      <a:pt x="83086" y="17157"/>
                      <a:pt x="83065" y="17011"/>
                    </a:cubicBezTo>
                    <a:lnTo>
                      <a:pt x="83065" y="16885"/>
                    </a:lnTo>
                    <a:cubicBezTo>
                      <a:pt x="82438" y="11550"/>
                      <a:pt x="79215" y="6758"/>
                      <a:pt x="74549" y="4059"/>
                    </a:cubicBezTo>
                    <a:cubicBezTo>
                      <a:pt x="74131" y="3829"/>
                      <a:pt x="73713" y="3620"/>
                      <a:pt x="73252" y="3411"/>
                    </a:cubicBezTo>
                    <a:cubicBezTo>
                      <a:pt x="73148" y="3348"/>
                      <a:pt x="73085" y="3306"/>
                      <a:pt x="72980" y="3285"/>
                    </a:cubicBezTo>
                    <a:cubicBezTo>
                      <a:pt x="72311" y="2992"/>
                      <a:pt x="71641" y="2720"/>
                      <a:pt x="70930" y="2511"/>
                    </a:cubicBezTo>
                    <a:cubicBezTo>
                      <a:pt x="70873" y="2496"/>
                      <a:pt x="70818" y="2489"/>
                      <a:pt x="70763" y="2489"/>
                    </a:cubicBezTo>
                    <a:cubicBezTo>
                      <a:pt x="70292" y="2489"/>
                      <a:pt x="69915" y="3021"/>
                      <a:pt x="70009" y="3453"/>
                    </a:cubicBezTo>
                    <a:cubicBezTo>
                      <a:pt x="68482" y="2239"/>
                      <a:pt x="66829" y="1130"/>
                      <a:pt x="65134" y="105"/>
                    </a:cubicBezTo>
                    <a:cubicBezTo>
                      <a:pt x="65008" y="32"/>
                      <a:pt x="64882" y="0"/>
                      <a:pt x="647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5" name="Google Shape;245;p17"/>
              <p:cNvSpPr/>
              <p:nvPr/>
            </p:nvSpPr>
            <p:spPr>
              <a:xfrm>
                <a:off x="19388400" y="28623625"/>
                <a:ext cx="714775" cy="158125"/>
              </a:xfrm>
              <a:custGeom>
                <a:avLst/>
                <a:gdLst/>
                <a:ahLst/>
                <a:cxnLst/>
                <a:rect l="l" t="t" r="r" b="b"/>
                <a:pathLst>
                  <a:path w="28591" h="6325" extrusionOk="0">
                    <a:moveTo>
                      <a:pt x="9416" y="0"/>
                    </a:moveTo>
                    <a:cubicBezTo>
                      <a:pt x="6592" y="0"/>
                      <a:pt x="3725" y="272"/>
                      <a:pt x="942" y="711"/>
                    </a:cubicBezTo>
                    <a:cubicBezTo>
                      <a:pt x="1" y="837"/>
                      <a:pt x="1" y="2176"/>
                      <a:pt x="1026" y="2218"/>
                    </a:cubicBezTo>
                    <a:cubicBezTo>
                      <a:pt x="1193" y="2218"/>
                      <a:pt x="1361" y="2260"/>
                      <a:pt x="1549" y="2281"/>
                    </a:cubicBezTo>
                    <a:lnTo>
                      <a:pt x="1675" y="2281"/>
                    </a:lnTo>
                    <a:cubicBezTo>
                      <a:pt x="5336" y="2490"/>
                      <a:pt x="8998" y="3055"/>
                      <a:pt x="12618" y="3683"/>
                    </a:cubicBezTo>
                    <a:lnTo>
                      <a:pt x="12513" y="3683"/>
                    </a:lnTo>
                    <a:cubicBezTo>
                      <a:pt x="16070" y="4310"/>
                      <a:pt x="19606" y="5022"/>
                      <a:pt x="23163" y="5587"/>
                    </a:cubicBezTo>
                    <a:lnTo>
                      <a:pt x="23644" y="5670"/>
                    </a:lnTo>
                    <a:cubicBezTo>
                      <a:pt x="24000" y="5733"/>
                      <a:pt x="24335" y="5775"/>
                      <a:pt x="24711" y="5838"/>
                    </a:cubicBezTo>
                    <a:cubicBezTo>
                      <a:pt x="25130" y="5880"/>
                      <a:pt x="25548" y="5963"/>
                      <a:pt x="25967" y="6026"/>
                    </a:cubicBezTo>
                    <a:cubicBezTo>
                      <a:pt x="26113" y="6047"/>
                      <a:pt x="26302" y="6068"/>
                      <a:pt x="26469" y="6089"/>
                    </a:cubicBezTo>
                    <a:lnTo>
                      <a:pt x="28352" y="6319"/>
                    </a:lnTo>
                    <a:cubicBezTo>
                      <a:pt x="28364" y="6323"/>
                      <a:pt x="28377" y="6325"/>
                      <a:pt x="28389" y="6325"/>
                    </a:cubicBezTo>
                    <a:cubicBezTo>
                      <a:pt x="28500" y="6325"/>
                      <a:pt x="28591" y="6162"/>
                      <a:pt x="28478" y="6068"/>
                    </a:cubicBezTo>
                    <a:cubicBezTo>
                      <a:pt x="23142" y="1716"/>
                      <a:pt x="16760" y="105"/>
                      <a:pt x="10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246" name="Google Shape;246;p17"/>
            <p:cNvSpPr/>
            <p:nvPr/>
          </p:nvSpPr>
          <p:spPr>
            <a:xfrm rot="-2699403">
              <a:off x="6519652" y="2963431"/>
              <a:ext cx="4302686" cy="2305598"/>
            </a:xfrm>
            <a:custGeom>
              <a:avLst/>
              <a:gdLst/>
              <a:ahLst/>
              <a:cxnLst/>
              <a:rect l="l" t="t" r="r" b="b"/>
              <a:pathLst>
                <a:path w="422637" h="70492" extrusionOk="0">
                  <a:moveTo>
                    <a:pt x="422636" y="0"/>
                  </a:moveTo>
                  <a:lnTo>
                    <a:pt x="422636" y="30130"/>
                  </a:lnTo>
                  <a:cubicBezTo>
                    <a:pt x="412907" y="34629"/>
                    <a:pt x="402424" y="37851"/>
                    <a:pt x="392255" y="41534"/>
                  </a:cubicBezTo>
                  <a:cubicBezTo>
                    <a:pt x="368926" y="50050"/>
                    <a:pt x="346767" y="61453"/>
                    <a:pt x="322475" y="67479"/>
                  </a:cubicBezTo>
                  <a:cubicBezTo>
                    <a:pt x="319713" y="68149"/>
                    <a:pt x="316951" y="68755"/>
                    <a:pt x="314168" y="69299"/>
                  </a:cubicBezTo>
                  <a:lnTo>
                    <a:pt x="185237" y="69299"/>
                  </a:lnTo>
                  <a:cubicBezTo>
                    <a:pt x="151153" y="68358"/>
                    <a:pt x="116901" y="70492"/>
                    <a:pt x="83109" y="66558"/>
                  </a:cubicBezTo>
                  <a:cubicBezTo>
                    <a:pt x="54716" y="63273"/>
                    <a:pt x="27264" y="55699"/>
                    <a:pt x="0" y="47748"/>
                  </a:cubicBezTo>
                  <a:lnTo>
                    <a:pt x="0" y="14793"/>
                  </a:lnTo>
                  <a:cubicBezTo>
                    <a:pt x="19145" y="14731"/>
                    <a:pt x="38332" y="11027"/>
                    <a:pt x="57373" y="12910"/>
                  </a:cubicBezTo>
                  <a:cubicBezTo>
                    <a:pt x="69362" y="14124"/>
                    <a:pt x="81163" y="17555"/>
                    <a:pt x="93257" y="17179"/>
                  </a:cubicBezTo>
                  <a:cubicBezTo>
                    <a:pt x="103426" y="16865"/>
                    <a:pt x="113260" y="13831"/>
                    <a:pt x="123345" y="12638"/>
                  </a:cubicBezTo>
                  <a:cubicBezTo>
                    <a:pt x="150525" y="9395"/>
                    <a:pt x="177391" y="19355"/>
                    <a:pt x="204717" y="21217"/>
                  </a:cubicBezTo>
                  <a:cubicBezTo>
                    <a:pt x="226268" y="22682"/>
                    <a:pt x="248154" y="19083"/>
                    <a:pt x="269476" y="22305"/>
                  </a:cubicBezTo>
                  <a:cubicBezTo>
                    <a:pt x="279603" y="23832"/>
                    <a:pt x="290567" y="26783"/>
                    <a:pt x="299710" y="22577"/>
                  </a:cubicBezTo>
                  <a:cubicBezTo>
                    <a:pt x="304732" y="20275"/>
                    <a:pt x="308373" y="16091"/>
                    <a:pt x="313059" y="13287"/>
                  </a:cubicBezTo>
                  <a:cubicBezTo>
                    <a:pt x="319881" y="9249"/>
                    <a:pt x="328355" y="8391"/>
                    <a:pt x="336452" y="7679"/>
                  </a:cubicBezTo>
                  <a:cubicBezTo>
                    <a:pt x="347793" y="6675"/>
                    <a:pt x="359091" y="5650"/>
                    <a:pt x="370390" y="4625"/>
                  </a:cubicBezTo>
                  <a:lnTo>
                    <a:pt x="416673" y="461"/>
                  </a:lnTo>
                  <a:cubicBezTo>
                    <a:pt x="418661" y="251"/>
                    <a:pt x="420649" y="63"/>
                    <a:pt x="422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47" name="Google Shape;247;p17"/>
          <p:cNvSpPr txBox="1">
            <a:spLocks noGrp="1"/>
          </p:cNvSpPr>
          <p:nvPr>
            <p:ph type="title"/>
          </p:nvPr>
        </p:nvSpPr>
        <p:spPr>
          <a:xfrm>
            <a:off x="966339" y="3891241"/>
            <a:ext cx="2476400" cy="59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8" name="Google Shape;248;p17"/>
          <p:cNvSpPr txBox="1">
            <a:spLocks noGrp="1"/>
          </p:cNvSpPr>
          <p:nvPr>
            <p:ph type="subTitle" idx="1"/>
          </p:nvPr>
        </p:nvSpPr>
        <p:spPr>
          <a:xfrm>
            <a:off x="966333" y="4387000"/>
            <a:ext cx="2476400" cy="13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249" name="Google Shape;249;p17"/>
          <p:cNvSpPr txBox="1">
            <a:spLocks noGrp="1"/>
          </p:cNvSpPr>
          <p:nvPr>
            <p:ph type="title" idx="2"/>
          </p:nvPr>
        </p:nvSpPr>
        <p:spPr>
          <a:xfrm>
            <a:off x="6691664" y="3891241"/>
            <a:ext cx="2476400" cy="59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0" name="Google Shape;250;p17"/>
          <p:cNvSpPr txBox="1">
            <a:spLocks noGrp="1"/>
          </p:cNvSpPr>
          <p:nvPr>
            <p:ph type="subTitle" idx="3"/>
          </p:nvPr>
        </p:nvSpPr>
        <p:spPr>
          <a:xfrm>
            <a:off x="6691663" y="4387000"/>
            <a:ext cx="2476400" cy="13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251" name="Google Shape;251;p17"/>
          <p:cNvSpPr txBox="1">
            <a:spLocks noGrp="1"/>
          </p:cNvSpPr>
          <p:nvPr>
            <p:ph type="title" idx="4"/>
          </p:nvPr>
        </p:nvSpPr>
        <p:spPr>
          <a:xfrm>
            <a:off x="3828995" y="3891241"/>
            <a:ext cx="2476400" cy="59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2" name="Google Shape;252;p17"/>
          <p:cNvSpPr txBox="1">
            <a:spLocks noGrp="1"/>
          </p:cNvSpPr>
          <p:nvPr>
            <p:ph type="subTitle" idx="5"/>
          </p:nvPr>
        </p:nvSpPr>
        <p:spPr>
          <a:xfrm>
            <a:off x="3828992" y="4387000"/>
            <a:ext cx="2476400" cy="13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253" name="Google Shape;253;p17"/>
          <p:cNvSpPr txBox="1">
            <a:spLocks noGrp="1"/>
          </p:cNvSpPr>
          <p:nvPr>
            <p:ph type="title" idx="6"/>
          </p:nvPr>
        </p:nvSpPr>
        <p:spPr>
          <a:xfrm>
            <a:off x="946000" y="946633"/>
            <a:ext cx="10300000" cy="59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3309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319;p24"/>
          <p:cNvGrpSpPr/>
          <p:nvPr/>
        </p:nvGrpSpPr>
        <p:grpSpPr>
          <a:xfrm>
            <a:off x="-947966" y="884451"/>
            <a:ext cx="14087900" cy="7113651"/>
            <a:chOff x="-710975" y="663338"/>
            <a:chExt cx="10565925" cy="5335238"/>
          </a:xfrm>
        </p:grpSpPr>
        <p:sp>
          <p:nvSpPr>
            <p:cNvPr id="320" name="Google Shape;320;p24"/>
            <p:cNvSpPr/>
            <p:nvPr/>
          </p:nvSpPr>
          <p:spPr>
            <a:xfrm>
              <a:off x="6941200" y="1160475"/>
              <a:ext cx="1736915" cy="289825"/>
            </a:xfrm>
            <a:custGeom>
              <a:avLst/>
              <a:gdLst/>
              <a:ahLst/>
              <a:cxnLst/>
              <a:rect l="l" t="t" r="r" b="b"/>
              <a:pathLst>
                <a:path w="129790" h="21657" extrusionOk="0">
                  <a:moveTo>
                    <a:pt x="129790" y="21092"/>
                  </a:moveTo>
                  <a:cubicBezTo>
                    <a:pt x="127467" y="20548"/>
                    <a:pt x="112277" y="19104"/>
                    <a:pt x="109954" y="18623"/>
                  </a:cubicBezTo>
                  <a:cubicBezTo>
                    <a:pt x="105372" y="17681"/>
                    <a:pt x="101752" y="13894"/>
                    <a:pt x="97944" y="10881"/>
                  </a:cubicBezTo>
                  <a:cubicBezTo>
                    <a:pt x="94115" y="7889"/>
                    <a:pt x="89093" y="5546"/>
                    <a:pt x="84909" y="7889"/>
                  </a:cubicBezTo>
                  <a:cubicBezTo>
                    <a:pt x="82816" y="9061"/>
                    <a:pt x="80933" y="11341"/>
                    <a:pt x="78652" y="10923"/>
                  </a:cubicBezTo>
                  <a:cubicBezTo>
                    <a:pt x="77460" y="10714"/>
                    <a:pt x="76497" y="9730"/>
                    <a:pt x="75556" y="8852"/>
                  </a:cubicBezTo>
                  <a:cubicBezTo>
                    <a:pt x="72062" y="5546"/>
                    <a:pt x="68149" y="2616"/>
                    <a:pt x="63692" y="1570"/>
                  </a:cubicBezTo>
                  <a:cubicBezTo>
                    <a:pt x="57101" y="1"/>
                    <a:pt x="53377" y="3453"/>
                    <a:pt x="48732" y="7512"/>
                  </a:cubicBezTo>
                  <a:cubicBezTo>
                    <a:pt x="48376" y="7826"/>
                    <a:pt x="47978" y="8161"/>
                    <a:pt x="47518" y="8349"/>
                  </a:cubicBezTo>
                  <a:cubicBezTo>
                    <a:pt x="46639" y="8663"/>
                    <a:pt x="45698" y="8349"/>
                    <a:pt x="44840" y="8056"/>
                  </a:cubicBezTo>
                  <a:cubicBezTo>
                    <a:pt x="42727" y="7366"/>
                    <a:pt x="40509" y="6738"/>
                    <a:pt x="38270" y="6801"/>
                  </a:cubicBezTo>
                  <a:cubicBezTo>
                    <a:pt x="36031" y="6885"/>
                    <a:pt x="33729" y="7743"/>
                    <a:pt x="32369" y="9521"/>
                  </a:cubicBezTo>
                  <a:cubicBezTo>
                    <a:pt x="31512" y="10651"/>
                    <a:pt x="31051" y="12074"/>
                    <a:pt x="30193" y="13162"/>
                  </a:cubicBezTo>
                  <a:cubicBezTo>
                    <a:pt x="29336" y="14292"/>
                    <a:pt x="27745" y="15087"/>
                    <a:pt x="26511" y="14396"/>
                  </a:cubicBezTo>
                  <a:cubicBezTo>
                    <a:pt x="26113" y="14166"/>
                    <a:pt x="25799" y="13810"/>
                    <a:pt x="25465" y="13497"/>
                  </a:cubicBezTo>
                  <a:cubicBezTo>
                    <a:pt x="24188" y="12429"/>
                    <a:pt x="22242" y="12325"/>
                    <a:pt x="20736" y="13036"/>
                  </a:cubicBezTo>
                  <a:cubicBezTo>
                    <a:pt x="19208" y="13727"/>
                    <a:pt x="18120" y="15150"/>
                    <a:pt x="17493" y="16698"/>
                  </a:cubicBezTo>
                  <a:cubicBezTo>
                    <a:pt x="17284" y="17179"/>
                    <a:pt x="17116" y="17744"/>
                    <a:pt x="16760" y="18121"/>
                  </a:cubicBezTo>
                  <a:cubicBezTo>
                    <a:pt x="16447" y="18476"/>
                    <a:pt x="16007" y="18644"/>
                    <a:pt x="15547" y="18790"/>
                  </a:cubicBezTo>
                  <a:cubicBezTo>
                    <a:pt x="12346" y="19836"/>
                    <a:pt x="9542" y="18309"/>
                    <a:pt x="6340" y="18100"/>
                  </a:cubicBezTo>
                  <a:cubicBezTo>
                    <a:pt x="4311" y="17974"/>
                    <a:pt x="691" y="17807"/>
                    <a:pt x="147" y="20464"/>
                  </a:cubicBezTo>
                  <a:cubicBezTo>
                    <a:pt x="1" y="21238"/>
                    <a:pt x="7031" y="20945"/>
                    <a:pt x="7763" y="20924"/>
                  </a:cubicBezTo>
                  <a:cubicBezTo>
                    <a:pt x="16865" y="20485"/>
                    <a:pt x="26009" y="21134"/>
                    <a:pt x="35152" y="21301"/>
                  </a:cubicBezTo>
                  <a:cubicBezTo>
                    <a:pt x="44568" y="21448"/>
                    <a:pt x="54004" y="21531"/>
                    <a:pt x="63420" y="21573"/>
                  </a:cubicBezTo>
                  <a:cubicBezTo>
                    <a:pt x="80347" y="21657"/>
                    <a:pt x="97295" y="21552"/>
                    <a:pt x="114202" y="21301"/>
                  </a:cubicBezTo>
                  <a:cubicBezTo>
                    <a:pt x="115457" y="21301"/>
                    <a:pt x="124517" y="21322"/>
                    <a:pt x="129790" y="210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1" name="Google Shape;321;p24"/>
            <p:cNvSpPr/>
            <p:nvPr/>
          </p:nvSpPr>
          <p:spPr>
            <a:xfrm flipH="1">
              <a:off x="619450" y="663338"/>
              <a:ext cx="1846559" cy="394163"/>
            </a:xfrm>
            <a:custGeom>
              <a:avLst/>
              <a:gdLst/>
              <a:ahLst/>
              <a:cxnLst/>
              <a:rect l="l" t="t" r="r" b="b"/>
              <a:pathLst>
                <a:path w="134687" h="28750" extrusionOk="0">
                  <a:moveTo>
                    <a:pt x="16112" y="28582"/>
                  </a:moveTo>
                  <a:cubicBezTo>
                    <a:pt x="54360" y="27641"/>
                    <a:pt x="93425" y="28750"/>
                    <a:pt x="131673" y="27808"/>
                  </a:cubicBezTo>
                  <a:cubicBezTo>
                    <a:pt x="132845" y="27787"/>
                    <a:pt x="134268" y="27578"/>
                    <a:pt x="134686" y="26469"/>
                  </a:cubicBezTo>
                  <a:cubicBezTo>
                    <a:pt x="132426" y="25277"/>
                    <a:pt x="129706" y="26323"/>
                    <a:pt x="127175" y="26448"/>
                  </a:cubicBezTo>
                  <a:cubicBezTo>
                    <a:pt x="122655" y="26678"/>
                    <a:pt x="118617" y="23917"/>
                    <a:pt x="114620" y="21761"/>
                  </a:cubicBezTo>
                  <a:cubicBezTo>
                    <a:pt x="110624" y="19627"/>
                    <a:pt x="105519" y="18100"/>
                    <a:pt x="101752" y="20611"/>
                  </a:cubicBezTo>
                  <a:cubicBezTo>
                    <a:pt x="101041" y="21092"/>
                    <a:pt x="100330" y="21720"/>
                    <a:pt x="99472" y="21678"/>
                  </a:cubicBezTo>
                  <a:cubicBezTo>
                    <a:pt x="98949" y="21657"/>
                    <a:pt x="98488" y="21364"/>
                    <a:pt x="98028" y="21113"/>
                  </a:cubicBezTo>
                  <a:cubicBezTo>
                    <a:pt x="94513" y="18895"/>
                    <a:pt x="91332" y="16091"/>
                    <a:pt x="88675" y="12869"/>
                  </a:cubicBezTo>
                  <a:cubicBezTo>
                    <a:pt x="86604" y="10379"/>
                    <a:pt x="84804" y="7596"/>
                    <a:pt x="82210" y="5650"/>
                  </a:cubicBezTo>
                  <a:cubicBezTo>
                    <a:pt x="76560" y="1424"/>
                    <a:pt x="67584" y="2700"/>
                    <a:pt x="63316" y="8287"/>
                  </a:cubicBezTo>
                  <a:cubicBezTo>
                    <a:pt x="62876" y="8893"/>
                    <a:pt x="62416" y="9584"/>
                    <a:pt x="61705" y="9814"/>
                  </a:cubicBezTo>
                  <a:cubicBezTo>
                    <a:pt x="60533" y="10232"/>
                    <a:pt x="59340" y="9270"/>
                    <a:pt x="58399" y="8454"/>
                  </a:cubicBezTo>
                  <a:cubicBezTo>
                    <a:pt x="49694" y="921"/>
                    <a:pt x="35655" y="1"/>
                    <a:pt x="26532" y="7031"/>
                  </a:cubicBezTo>
                  <a:cubicBezTo>
                    <a:pt x="23917" y="9061"/>
                    <a:pt x="21761" y="11592"/>
                    <a:pt x="19648" y="14124"/>
                  </a:cubicBezTo>
                  <a:cubicBezTo>
                    <a:pt x="16112" y="18372"/>
                    <a:pt x="5253" y="26888"/>
                    <a:pt x="1" y="28562"/>
                  </a:cubicBezTo>
                  <a:lnTo>
                    <a:pt x="16112" y="28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2" name="Google Shape;322;p24"/>
            <p:cNvSpPr/>
            <p:nvPr/>
          </p:nvSpPr>
          <p:spPr>
            <a:xfrm>
              <a:off x="-710975" y="4434000"/>
              <a:ext cx="10565925" cy="1564575"/>
            </a:xfrm>
            <a:custGeom>
              <a:avLst/>
              <a:gdLst/>
              <a:ahLst/>
              <a:cxnLst/>
              <a:rect l="l" t="t" r="r" b="b"/>
              <a:pathLst>
                <a:path w="422637" h="62583" extrusionOk="0">
                  <a:moveTo>
                    <a:pt x="422636" y="3055"/>
                  </a:moveTo>
                  <a:lnTo>
                    <a:pt x="422636" y="62583"/>
                  </a:lnTo>
                  <a:lnTo>
                    <a:pt x="0" y="62583"/>
                  </a:lnTo>
                  <a:lnTo>
                    <a:pt x="0" y="12471"/>
                  </a:lnTo>
                  <a:cubicBezTo>
                    <a:pt x="32223" y="0"/>
                    <a:pt x="69781" y="13308"/>
                    <a:pt x="105100" y="11111"/>
                  </a:cubicBezTo>
                  <a:cubicBezTo>
                    <a:pt x="119579" y="10190"/>
                    <a:pt x="133891" y="6612"/>
                    <a:pt x="148412" y="7051"/>
                  </a:cubicBezTo>
                  <a:cubicBezTo>
                    <a:pt x="159292" y="7386"/>
                    <a:pt x="169942" y="9960"/>
                    <a:pt x="180739" y="11069"/>
                  </a:cubicBezTo>
                  <a:cubicBezTo>
                    <a:pt x="198796" y="12952"/>
                    <a:pt x="217167" y="10776"/>
                    <a:pt x="235245" y="12492"/>
                  </a:cubicBezTo>
                  <a:cubicBezTo>
                    <a:pt x="263303" y="15128"/>
                    <a:pt x="291780" y="27054"/>
                    <a:pt x="318646" y="19229"/>
                  </a:cubicBezTo>
                  <a:cubicBezTo>
                    <a:pt x="326785" y="16885"/>
                    <a:pt x="334150" y="12784"/>
                    <a:pt x="342227" y="10274"/>
                  </a:cubicBezTo>
                  <a:cubicBezTo>
                    <a:pt x="352103" y="7198"/>
                    <a:pt x="362669" y="6570"/>
                    <a:pt x="373068" y="5942"/>
                  </a:cubicBezTo>
                  <a:cubicBezTo>
                    <a:pt x="389598" y="4980"/>
                    <a:pt x="406107" y="4017"/>
                    <a:pt x="422636" y="305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23" name="Google Shape;323;p24"/>
          <p:cNvSpPr txBox="1">
            <a:spLocks noGrp="1"/>
          </p:cNvSpPr>
          <p:nvPr>
            <p:ph type="title"/>
          </p:nvPr>
        </p:nvSpPr>
        <p:spPr>
          <a:xfrm>
            <a:off x="1315067" y="2477027"/>
            <a:ext cx="2740400" cy="596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324" name="Google Shape;324;p24"/>
          <p:cNvSpPr txBox="1">
            <a:spLocks noGrp="1"/>
          </p:cNvSpPr>
          <p:nvPr>
            <p:ph type="subTitle" idx="1"/>
          </p:nvPr>
        </p:nvSpPr>
        <p:spPr>
          <a:xfrm>
            <a:off x="1084867" y="3091089"/>
            <a:ext cx="3200800" cy="8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25" name="Google Shape;325;p24"/>
          <p:cNvSpPr txBox="1">
            <a:spLocks noGrp="1"/>
          </p:cNvSpPr>
          <p:nvPr>
            <p:ph type="title" idx="2"/>
          </p:nvPr>
        </p:nvSpPr>
        <p:spPr>
          <a:xfrm>
            <a:off x="4725800" y="2477027"/>
            <a:ext cx="2740400" cy="596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326" name="Google Shape;326;p24"/>
          <p:cNvSpPr txBox="1">
            <a:spLocks noGrp="1"/>
          </p:cNvSpPr>
          <p:nvPr>
            <p:ph type="subTitle" idx="3"/>
          </p:nvPr>
        </p:nvSpPr>
        <p:spPr>
          <a:xfrm>
            <a:off x="4495600" y="3091089"/>
            <a:ext cx="3200800" cy="8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27" name="Google Shape;327;p24"/>
          <p:cNvSpPr txBox="1">
            <a:spLocks noGrp="1"/>
          </p:cNvSpPr>
          <p:nvPr>
            <p:ph type="title" idx="4"/>
          </p:nvPr>
        </p:nvSpPr>
        <p:spPr>
          <a:xfrm>
            <a:off x="8136533" y="2477027"/>
            <a:ext cx="2740400" cy="596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328" name="Google Shape;328;p24"/>
          <p:cNvSpPr txBox="1">
            <a:spLocks noGrp="1"/>
          </p:cNvSpPr>
          <p:nvPr>
            <p:ph type="subTitle" idx="5"/>
          </p:nvPr>
        </p:nvSpPr>
        <p:spPr>
          <a:xfrm>
            <a:off x="7906333" y="3091089"/>
            <a:ext cx="3200800" cy="8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29" name="Google Shape;329;p24"/>
          <p:cNvSpPr txBox="1">
            <a:spLocks noGrp="1"/>
          </p:cNvSpPr>
          <p:nvPr>
            <p:ph type="title" idx="6"/>
          </p:nvPr>
        </p:nvSpPr>
        <p:spPr>
          <a:xfrm>
            <a:off x="1315067" y="4263193"/>
            <a:ext cx="2740400" cy="596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330" name="Google Shape;330;p24"/>
          <p:cNvSpPr txBox="1">
            <a:spLocks noGrp="1"/>
          </p:cNvSpPr>
          <p:nvPr>
            <p:ph type="subTitle" idx="7"/>
          </p:nvPr>
        </p:nvSpPr>
        <p:spPr>
          <a:xfrm>
            <a:off x="1084867" y="4877272"/>
            <a:ext cx="3200800" cy="8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31" name="Google Shape;331;p24"/>
          <p:cNvSpPr txBox="1">
            <a:spLocks noGrp="1"/>
          </p:cNvSpPr>
          <p:nvPr>
            <p:ph type="title" idx="8"/>
          </p:nvPr>
        </p:nvSpPr>
        <p:spPr>
          <a:xfrm>
            <a:off x="4725800" y="4263193"/>
            <a:ext cx="2740400" cy="596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332" name="Google Shape;332;p24"/>
          <p:cNvSpPr txBox="1">
            <a:spLocks noGrp="1"/>
          </p:cNvSpPr>
          <p:nvPr>
            <p:ph type="subTitle" idx="9"/>
          </p:nvPr>
        </p:nvSpPr>
        <p:spPr>
          <a:xfrm>
            <a:off x="4495600" y="4877272"/>
            <a:ext cx="3200800" cy="8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33" name="Google Shape;333;p24"/>
          <p:cNvSpPr txBox="1">
            <a:spLocks noGrp="1"/>
          </p:cNvSpPr>
          <p:nvPr>
            <p:ph type="title" idx="13"/>
          </p:nvPr>
        </p:nvSpPr>
        <p:spPr>
          <a:xfrm>
            <a:off x="8136533" y="4263193"/>
            <a:ext cx="2740400" cy="596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334" name="Google Shape;334;p24"/>
          <p:cNvSpPr txBox="1">
            <a:spLocks noGrp="1"/>
          </p:cNvSpPr>
          <p:nvPr>
            <p:ph type="subTitle" idx="14"/>
          </p:nvPr>
        </p:nvSpPr>
        <p:spPr>
          <a:xfrm>
            <a:off x="7906333" y="4877272"/>
            <a:ext cx="3200800" cy="8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35" name="Google Shape;335;p24"/>
          <p:cNvSpPr txBox="1">
            <a:spLocks noGrp="1"/>
          </p:cNvSpPr>
          <p:nvPr>
            <p:ph type="title" idx="15"/>
          </p:nvPr>
        </p:nvSpPr>
        <p:spPr>
          <a:xfrm>
            <a:off x="946000" y="946633"/>
            <a:ext cx="10300000" cy="59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42067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kcground">
  <p:cSld name="Bakcground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6"/>
          <p:cNvSpPr/>
          <p:nvPr/>
        </p:nvSpPr>
        <p:spPr>
          <a:xfrm>
            <a:off x="5233" y="2414267"/>
            <a:ext cx="12192000" cy="4443600"/>
          </a:xfrm>
          <a:prstGeom prst="rect">
            <a:avLst/>
          </a:prstGeom>
          <a:solidFill>
            <a:srgbClr val="68BDD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2" name="Google Shape;362;p26"/>
          <p:cNvSpPr/>
          <p:nvPr/>
        </p:nvSpPr>
        <p:spPr>
          <a:xfrm>
            <a:off x="-947966" y="4139367"/>
            <a:ext cx="14087900" cy="2718605"/>
          </a:xfrm>
          <a:custGeom>
            <a:avLst/>
            <a:gdLst/>
            <a:ahLst/>
            <a:cxnLst/>
            <a:rect l="l" t="t" r="r" b="b"/>
            <a:pathLst>
              <a:path w="422637" h="62583" extrusionOk="0">
                <a:moveTo>
                  <a:pt x="422636" y="3055"/>
                </a:moveTo>
                <a:lnTo>
                  <a:pt x="422636" y="62583"/>
                </a:lnTo>
                <a:lnTo>
                  <a:pt x="0" y="62583"/>
                </a:lnTo>
                <a:lnTo>
                  <a:pt x="0" y="12471"/>
                </a:lnTo>
                <a:cubicBezTo>
                  <a:pt x="32223" y="0"/>
                  <a:pt x="69781" y="13308"/>
                  <a:pt x="105100" y="11111"/>
                </a:cubicBezTo>
                <a:cubicBezTo>
                  <a:pt x="119579" y="10190"/>
                  <a:pt x="133891" y="6612"/>
                  <a:pt x="148412" y="7051"/>
                </a:cubicBezTo>
                <a:cubicBezTo>
                  <a:pt x="159292" y="7386"/>
                  <a:pt x="169942" y="9960"/>
                  <a:pt x="180739" y="11069"/>
                </a:cubicBezTo>
                <a:cubicBezTo>
                  <a:pt x="198796" y="12952"/>
                  <a:pt x="217167" y="10776"/>
                  <a:pt x="235245" y="12492"/>
                </a:cubicBezTo>
                <a:cubicBezTo>
                  <a:pt x="263303" y="15128"/>
                  <a:pt x="291780" y="27054"/>
                  <a:pt x="318646" y="19229"/>
                </a:cubicBezTo>
                <a:cubicBezTo>
                  <a:pt x="326785" y="16885"/>
                  <a:pt x="334150" y="12784"/>
                  <a:pt x="342227" y="10274"/>
                </a:cubicBezTo>
                <a:cubicBezTo>
                  <a:pt x="352103" y="7198"/>
                  <a:pt x="362669" y="6570"/>
                  <a:pt x="373068" y="5942"/>
                </a:cubicBezTo>
                <a:cubicBezTo>
                  <a:pt x="389598" y="4980"/>
                  <a:pt x="406107" y="4017"/>
                  <a:pt x="422636" y="305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3" name="Google Shape;363;p26"/>
          <p:cNvSpPr/>
          <p:nvPr/>
        </p:nvSpPr>
        <p:spPr>
          <a:xfrm flipH="1">
            <a:off x="8928285" y="1099538"/>
            <a:ext cx="2315887" cy="386433"/>
          </a:xfrm>
          <a:custGeom>
            <a:avLst/>
            <a:gdLst/>
            <a:ahLst/>
            <a:cxnLst/>
            <a:rect l="l" t="t" r="r" b="b"/>
            <a:pathLst>
              <a:path w="129790" h="21657" extrusionOk="0">
                <a:moveTo>
                  <a:pt x="129790" y="21092"/>
                </a:moveTo>
                <a:cubicBezTo>
                  <a:pt x="127467" y="20548"/>
                  <a:pt x="112277" y="19104"/>
                  <a:pt x="109954" y="18623"/>
                </a:cubicBezTo>
                <a:cubicBezTo>
                  <a:pt x="105372" y="17681"/>
                  <a:pt x="101752" y="13894"/>
                  <a:pt x="97944" y="10881"/>
                </a:cubicBezTo>
                <a:cubicBezTo>
                  <a:pt x="94115" y="7889"/>
                  <a:pt x="89093" y="5546"/>
                  <a:pt x="84909" y="7889"/>
                </a:cubicBezTo>
                <a:cubicBezTo>
                  <a:pt x="82816" y="9061"/>
                  <a:pt x="80933" y="11341"/>
                  <a:pt x="78652" y="10923"/>
                </a:cubicBezTo>
                <a:cubicBezTo>
                  <a:pt x="77460" y="10714"/>
                  <a:pt x="76497" y="9730"/>
                  <a:pt x="75556" y="8852"/>
                </a:cubicBezTo>
                <a:cubicBezTo>
                  <a:pt x="72062" y="5546"/>
                  <a:pt x="68149" y="2616"/>
                  <a:pt x="63692" y="1570"/>
                </a:cubicBezTo>
                <a:cubicBezTo>
                  <a:pt x="57101" y="1"/>
                  <a:pt x="53377" y="3453"/>
                  <a:pt x="48732" y="7512"/>
                </a:cubicBezTo>
                <a:cubicBezTo>
                  <a:pt x="48376" y="7826"/>
                  <a:pt x="47978" y="8161"/>
                  <a:pt x="47518" y="8349"/>
                </a:cubicBezTo>
                <a:cubicBezTo>
                  <a:pt x="46639" y="8663"/>
                  <a:pt x="45698" y="8349"/>
                  <a:pt x="44840" y="8056"/>
                </a:cubicBezTo>
                <a:cubicBezTo>
                  <a:pt x="42727" y="7366"/>
                  <a:pt x="40509" y="6738"/>
                  <a:pt x="38270" y="6801"/>
                </a:cubicBezTo>
                <a:cubicBezTo>
                  <a:pt x="36031" y="6885"/>
                  <a:pt x="33729" y="7743"/>
                  <a:pt x="32369" y="9521"/>
                </a:cubicBezTo>
                <a:cubicBezTo>
                  <a:pt x="31512" y="10651"/>
                  <a:pt x="31051" y="12074"/>
                  <a:pt x="30193" y="13162"/>
                </a:cubicBezTo>
                <a:cubicBezTo>
                  <a:pt x="29336" y="14292"/>
                  <a:pt x="27745" y="15087"/>
                  <a:pt x="26511" y="14396"/>
                </a:cubicBezTo>
                <a:cubicBezTo>
                  <a:pt x="26113" y="14166"/>
                  <a:pt x="25799" y="13810"/>
                  <a:pt x="25465" y="13497"/>
                </a:cubicBezTo>
                <a:cubicBezTo>
                  <a:pt x="24188" y="12429"/>
                  <a:pt x="22242" y="12325"/>
                  <a:pt x="20736" y="13036"/>
                </a:cubicBezTo>
                <a:cubicBezTo>
                  <a:pt x="19208" y="13727"/>
                  <a:pt x="18120" y="15150"/>
                  <a:pt x="17493" y="16698"/>
                </a:cubicBezTo>
                <a:cubicBezTo>
                  <a:pt x="17284" y="17179"/>
                  <a:pt x="17116" y="17744"/>
                  <a:pt x="16760" y="18121"/>
                </a:cubicBezTo>
                <a:cubicBezTo>
                  <a:pt x="16447" y="18476"/>
                  <a:pt x="16007" y="18644"/>
                  <a:pt x="15547" y="18790"/>
                </a:cubicBezTo>
                <a:cubicBezTo>
                  <a:pt x="12346" y="19836"/>
                  <a:pt x="9542" y="18309"/>
                  <a:pt x="6340" y="18100"/>
                </a:cubicBezTo>
                <a:cubicBezTo>
                  <a:pt x="4311" y="17974"/>
                  <a:pt x="691" y="17807"/>
                  <a:pt x="147" y="20464"/>
                </a:cubicBezTo>
                <a:cubicBezTo>
                  <a:pt x="1" y="21238"/>
                  <a:pt x="7031" y="20945"/>
                  <a:pt x="7763" y="20924"/>
                </a:cubicBezTo>
                <a:cubicBezTo>
                  <a:pt x="16865" y="20485"/>
                  <a:pt x="26009" y="21134"/>
                  <a:pt x="35152" y="21301"/>
                </a:cubicBezTo>
                <a:cubicBezTo>
                  <a:pt x="44568" y="21448"/>
                  <a:pt x="54004" y="21531"/>
                  <a:pt x="63420" y="21573"/>
                </a:cubicBezTo>
                <a:cubicBezTo>
                  <a:pt x="80347" y="21657"/>
                  <a:pt x="97295" y="21552"/>
                  <a:pt x="114202" y="21301"/>
                </a:cubicBezTo>
                <a:cubicBezTo>
                  <a:pt x="115457" y="21301"/>
                  <a:pt x="124517" y="21322"/>
                  <a:pt x="129790" y="2109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4" name="Google Shape;364;p26"/>
          <p:cNvSpPr/>
          <p:nvPr/>
        </p:nvSpPr>
        <p:spPr>
          <a:xfrm flipH="1">
            <a:off x="-599216" y="399772"/>
            <a:ext cx="2315887" cy="386433"/>
          </a:xfrm>
          <a:custGeom>
            <a:avLst/>
            <a:gdLst/>
            <a:ahLst/>
            <a:cxnLst/>
            <a:rect l="l" t="t" r="r" b="b"/>
            <a:pathLst>
              <a:path w="129790" h="21657" extrusionOk="0">
                <a:moveTo>
                  <a:pt x="129790" y="21092"/>
                </a:moveTo>
                <a:cubicBezTo>
                  <a:pt x="127467" y="20548"/>
                  <a:pt x="112277" y="19104"/>
                  <a:pt x="109954" y="18623"/>
                </a:cubicBezTo>
                <a:cubicBezTo>
                  <a:pt x="105372" y="17681"/>
                  <a:pt x="101752" y="13894"/>
                  <a:pt x="97944" y="10881"/>
                </a:cubicBezTo>
                <a:cubicBezTo>
                  <a:pt x="94115" y="7889"/>
                  <a:pt x="89093" y="5546"/>
                  <a:pt x="84909" y="7889"/>
                </a:cubicBezTo>
                <a:cubicBezTo>
                  <a:pt x="82816" y="9061"/>
                  <a:pt x="80933" y="11341"/>
                  <a:pt x="78652" y="10923"/>
                </a:cubicBezTo>
                <a:cubicBezTo>
                  <a:pt x="77460" y="10714"/>
                  <a:pt x="76497" y="9730"/>
                  <a:pt x="75556" y="8852"/>
                </a:cubicBezTo>
                <a:cubicBezTo>
                  <a:pt x="72062" y="5546"/>
                  <a:pt x="68149" y="2616"/>
                  <a:pt x="63692" y="1570"/>
                </a:cubicBezTo>
                <a:cubicBezTo>
                  <a:pt x="57101" y="1"/>
                  <a:pt x="53377" y="3453"/>
                  <a:pt x="48732" y="7512"/>
                </a:cubicBezTo>
                <a:cubicBezTo>
                  <a:pt x="48376" y="7826"/>
                  <a:pt x="47978" y="8161"/>
                  <a:pt x="47518" y="8349"/>
                </a:cubicBezTo>
                <a:cubicBezTo>
                  <a:pt x="46639" y="8663"/>
                  <a:pt x="45698" y="8349"/>
                  <a:pt x="44840" y="8056"/>
                </a:cubicBezTo>
                <a:cubicBezTo>
                  <a:pt x="42727" y="7366"/>
                  <a:pt x="40509" y="6738"/>
                  <a:pt x="38270" y="6801"/>
                </a:cubicBezTo>
                <a:cubicBezTo>
                  <a:pt x="36031" y="6885"/>
                  <a:pt x="33729" y="7743"/>
                  <a:pt x="32369" y="9521"/>
                </a:cubicBezTo>
                <a:cubicBezTo>
                  <a:pt x="31512" y="10651"/>
                  <a:pt x="31051" y="12074"/>
                  <a:pt x="30193" y="13162"/>
                </a:cubicBezTo>
                <a:cubicBezTo>
                  <a:pt x="29336" y="14292"/>
                  <a:pt x="27745" y="15087"/>
                  <a:pt x="26511" y="14396"/>
                </a:cubicBezTo>
                <a:cubicBezTo>
                  <a:pt x="26113" y="14166"/>
                  <a:pt x="25799" y="13810"/>
                  <a:pt x="25465" y="13497"/>
                </a:cubicBezTo>
                <a:cubicBezTo>
                  <a:pt x="24188" y="12429"/>
                  <a:pt x="22242" y="12325"/>
                  <a:pt x="20736" y="13036"/>
                </a:cubicBezTo>
                <a:cubicBezTo>
                  <a:pt x="19208" y="13727"/>
                  <a:pt x="18120" y="15150"/>
                  <a:pt x="17493" y="16698"/>
                </a:cubicBezTo>
                <a:cubicBezTo>
                  <a:pt x="17284" y="17179"/>
                  <a:pt x="17116" y="17744"/>
                  <a:pt x="16760" y="18121"/>
                </a:cubicBezTo>
                <a:cubicBezTo>
                  <a:pt x="16447" y="18476"/>
                  <a:pt x="16007" y="18644"/>
                  <a:pt x="15547" y="18790"/>
                </a:cubicBezTo>
                <a:cubicBezTo>
                  <a:pt x="12346" y="19836"/>
                  <a:pt x="9542" y="18309"/>
                  <a:pt x="6340" y="18100"/>
                </a:cubicBezTo>
                <a:cubicBezTo>
                  <a:pt x="4311" y="17974"/>
                  <a:pt x="691" y="17807"/>
                  <a:pt x="147" y="20464"/>
                </a:cubicBezTo>
                <a:cubicBezTo>
                  <a:pt x="1" y="21238"/>
                  <a:pt x="7031" y="20945"/>
                  <a:pt x="7763" y="20924"/>
                </a:cubicBezTo>
                <a:cubicBezTo>
                  <a:pt x="16865" y="20485"/>
                  <a:pt x="26009" y="21134"/>
                  <a:pt x="35152" y="21301"/>
                </a:cubicBezTo>
                <a:cubicBezTo>
                  <a:pt x="44568" y="21448"/>
                  <a:pt x="54004" y="21531"/>
                  <a:pt x="63420" y="21573"/>
                </a:cubicBezTo>
                <a:cubicBezTo>
                  <a:pt x="80347" y="21657"/>
                  <a:pt x="97295" y="21552"/>
                  <a:pt x="114202" y="21301"/>
                </a:cubicBezTo>
                <a:cubicBezTo>
                  <a:pt x="115457" y="21301"/>
                  <a:pt x="124517" y="21322"/>
                  <a:pt x="129790" y="2109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014941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kcground 1">
  <p:cSld name="Bakcground 1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" name="Google Shape;366;p27"/>
          <p:cNvGrpSpPr/>
          <p:nvPr/>
        </p:nvGrpSpPr>
        <p:grpSpPr>
          <a:xfrm>
            <a:off x="-1896033" y="4144468"/>
            <a:ext cx="14087900" cy="2737833"/>
            <a:chOff x="-1422025" y="3108350"/>
            <a:chExt cx="10565925" cy="2053375"/>
          </a:xfrm>
        </p:grpSpPr>
        <p:sp>
          <p:nvSpPr>
            <p:cNvPr id="367" name="Google Shape;367;p27"/>
            <p:cNvSpPr/>
            <p:nvPr/>
          </p:nvSpPr>
          <p:spPr>
            <a:xfrm>
              <a:off x="-62800" y="3108350"/>
              <a:ext cx="9206700" cy="2035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8" name="Google Shape;368;p27"/>
            <p:cNvSpPr/>
            <p:nvPr/>
          </p:nvSpPr>
          <p:spPr>
            <a:xfrm>
              <a:off x="-1422025" y="3597150"/>
              <a:ext cx="10565925" cy="1564575"/>
            </a:xfrm>
            <a:custGeom>
              <a:avLst/>
              <a:gdLst/>
              <a:ahLst/>
              <a:cxnLst/>
              <a:rect l="l" t="t" r="r" b="b"/>
              <a:pathLst>
                <a:path w="422637" h="62583" extrusionOk="0">
                  <a:moveTo>
                    <a:pt x="422636" y="3055"/>
                  </a:moveTo>
                  <a:lnTo>
                    <a:pt x="422636" y="62583"/>
                  </a:lnTo>
                  <a:lnTo>
                    <a:pt x="0" y="62583"/>
                  </a:lnTo>
                  <a:lnTo>
                    <a:pt x="0" y="12471"/>
                  </a:lnTo>
                  <a:cubicBezTo>
                    <a:pt x="32223" y="0"/>
                    <a:pt x="69781" y="13308"/>
                    <a:pt x="105100" y="11111"/>
                  </a:cubicBezTo>
                  <a:cubicBezTo>
                    <a:pt x="119579" y="10190"/>
                    <a:pt x="133891" y="6612"/>
                    <a:pt x="148412" y="7051"/>
                  </a:cubicBezTo>
                  <a:cubicBezTo>
                    <a:pt x="159292" y="7386"/>
                    <a:pt x="169942" y="9960"/>
                    <a:pt x="180739" y="11069"/>
                  </a:cubicBezTo>
                  <a:cubicBezTo>
                    <a:pt x="198796" y="12952"/>
                    <a:pt x="217167" y="10776"/>
                    <a:pt x="235245" y="12492"/>
                  </a:cubicBezTo>
                  <a:cubicBezTo>
                    <a:pt x="263303" y="15128"/>
                    <a:pt x="291780" y="27054"/>
                    <a:pt x="318646" y="19229"/>
                  </a:cubicBezTo>
                  <a:cubicBezTo>
                    <a:pt x="326785" y="16885"/>
                    <a:pt x="334150" y="12784"/>
                    <a:pt x="342227" y="10274"/>
                  </a:cubicBezTo>
                  <a:cubicBezTo>
                    <a:pt x="352103" y="7198"/>
                    <a:pt x="362669" y="6570"/>
                    <a:pt x="373068" y="5942"/>
                  </a:cubicBezTo>
                  <a:cubicBezTo>
                    <a:pt x="389598" y="4980"/>
                    <a:pt x="406107" y="4017"/>
                    <a:pt x="422636" y="305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69" name="Google Shape;369;p27"/>
          <p:cNvGrpSpPr/>
          <p:nvPr/>
        </p:nvGrpSpPr>
        <p:grpSpPr>
          <a:xfrm rot="-5400000" flipH="1">
            <a:off x="9344483" y="-1130796"/>
            <a:ext cx="3802991" cy="3845911"/>
            <a:chOff x="3562648" y="2340104"/>
            <a:chExt cx="3433128" cy="3471874"/>
          </a:xfrm>
        </p:grpSpPr>
        <p:grpSp>
          <p:nvGrpSpPr>
            <p:cNvPr id="370" name="Google Shape;370;p27"/>
            <p:cNvGrpSpPr/>
            <p:nvPr/>
          </p:nvGrpSpPr>
          <p:grpSpPr>
            <a:xfrm rot="-3600335" flipH="1">
              <a:off x="3470222" y="3256143"/>
              <a:ext cx="2988547" cy="1512197"/>
              <a:chOff x="19279125" y="28273675"/>
              <a:chExt cx="2565725" cy="1298250"/>
            </a:xfrm>
          </p:grpSpPr>
          <p:sp>
            <p:nvSpPr>
              <p:cNvPr id="371" name="Google Shape;371;p27"/>
              <p:cNvSpPr/>
              <p:nvPr/>
            </p:nvSpPr>
            <p:spPr>
              <a:xfrm>
                <a:off x="19715375" y="28798125"/>
                <a:ext cx="506850" cy="665075"/>
              </a:xfrm>
              <a:custGeom>
                <a:avLst/>
                <a:gdLst/>
                <a:ahLst/>
                <a:cxnLst/>
                <a:rect l="l" t="t" r="r" b="b"/>
                <a:pathLst>
                  <a:path w="20274" h="26603" extrusionOk="0">
                    <a:moveTo>
                      <a:pt x="20102" y="0"/>
                    </a:moveTo>
                    <a:cubicBezTo>
                      <a:pt x="20089" y="0"/>
                      <a:pt x="20076" y="3"/>
                      <a:pt x="20065" y="8"/>
                    </a:cubicBezTo>
                    <a:cubicBezTo>
                      <a:pt x="20002" y="8"/>
                      <a:pt x="19981" y="29"/>
                      <a:pt x="19918" y="50"/>
                    </a:cubicBezTo>
                    <a:cubicBezTo>
                      <a:pt x="18014" y="1975"/>
                      <a:pt x="16194" y="4026"/>
                      <a:pt x="14415" y="6181"/>
                    </a:cubicBezTo>
                    <a:cubicBezTo>
                      <a:pt x="14060" y="6537"/>
                      <a:pt x="13746" y="6934"/>
                      <a:pt x="13474" y="7332"/>
                    </a:cubicBezTo>
                    <a:cubicBezTo>
                      <a:pt x="13264" y="7583"/>
                      <a:pt x="13055" y="7876"/>
                      <a:pt x="12846" y="8148"/>
                    </a:cubicBezTo>
                    <a:lnTo>
                      <a:pt x="12804" y="8169"/>
                    </a:lnTo>
                    <a:cubicBezTo>
                      <a:pt x="9561" y="12270"/>
                      <a:pt x="6506" y="16643"/>
                      <a:pt x="3577" y="20911"/>
                    </a:cubicBezTo>
                    <a:cubicBezTo>
                      <a:pt x="3577" y="20911"/>
                      <a:pt x="3577" y="20932"/>
                      <a:pt x="3556" y="20932"/>
                    </a:cubicBezTo>
                    <a:cubicBezTo>
                      <a:pt x="3556" y="20953"/>
                      <a:pt x="3535" y="20953"/>
                      <a:pt x="3535" y="20974"/>
                    </a:cubicBezTo>
                    <a:cubicBezTo>
                      <a:pt x="2447" y="22522"/>
                      <a:pt x="1401" y="24050"/>
                      <a:pt x="355" y="25535"/>
                    </a:cubicBezTo>
                    <a:cubicBezTo>
                      <a:pt x="0" y="26042"/>
                      <a:pt x="531" y="26603"/>
                      <a:pt x="1046" y="26603"/>
                    </a:cubicBezTo>
                    <a:cubicBezTo>
                      <a:pt x="1169" y="26603"/>
                      <a:pt x="1292" y="26571"/>
                      <a:pt x="1401" y="26498"/>
                    </a:cubicBezTo>
                    <a:cubicBezTo>
                      <a:pt x="1987" y="26142"/>
                      <a:pt x="2593" y="25745"/>
                      <a:pt x="3137" y="25347"/>
                    </a:cubicBezTo>
                    <a:cubicBezTo>
                      <a:pt x="3158" y="25347"/>
                      <a:pt x="3158" y="25326"/>
                      <a:pt x="3158" y="25326"/>
                    </a:cubicBezTo>
                    <a:cubicBezTo>
                      <a:pt x="11423" y="19593"/>
                      <a:pt x="18746" y="10177"/>
                      <a:pt x="20274" y="239"/>
                    </a:cubicBezTo>
                    <a:cubicBezTo>
                      <a:pt x="20274" y="155"/>
                      <a:pt x="20232" y="113"/>
                      <a:pt x="20211" y="50"/>
                    </a:cubicBezTo>
                    <a:cubicBezTo>
                      <a:pt x="20180" y="20"/>
                      <a:pt x="20139" y="0"/>
                      <a:pt x="201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2" name="Google Shape;372;p27"/>
              <p:cNvSpPr/>
              <p:nvPr/>
            </p:nvSpPr>
            <p:spPr>
              <a:xfrm>
                <a:off x="20308800" y="28749150"/>
                <a:ext cx="511325" cy="822775"/>
              </a:xfrm>
              <a:custGeom>
                <a:avLst/>
                <a:gdLst/>
                <a:ahLst/>
                <a:cxnLst/>
                <a:rect l="l" t="t" r="r" b="b"/>
                <a:pathLst>
                  <a:path w="20453" h="32911" extrusionOk="0">
                    <a:moveTo>
                      <a:pt x="20227" y="1"/>
                    </a:moveTo>
                    <a:cubicBezTo>
                      <a:pt x="20190" y="1"/>
                      <a:pt x="20153" y="8"/>
                      <a:pt x="20118" y="22"/>
                    </a:cubicBezTo>
                    <a:cubicBezTo>
                      <a:pt x="20097" y="22"/>
                      <a:pt x="20097" y="63"/>
                      <a:pt x="20076" y="84"/>
                    </a:cubicBezTo>
                    <a:cubicBezTo>
                      <a:pt x="19804" y="335"/>
                      <a:pt x="19574" y="607"/>
                      <a:pt x="19302" y="900"/>
                    </a:cubicBezTo>
                    <a:cubicBezTo>
                      <a:pt x="19302" y="900"/>
                      <a:pt x="19302" y="921"/>
                      <a:pt x="19281" y="921"/>
                    </a:cubicBezTo>
                    <a:cubicBezTo>
                      <a:pt x="19051" y="1172"/>
                      <a:pt x="18841" y="1444"/>
                      <a:pt x="18632" y="1695"/>
                    </a:cubicBezTo>
                    <a:cubicBezTo>
                      <a:pt x="18569" y="1758"/>
                      <a:pt x="18528" y="1842"/>
                      <a:pt x="18465" y="1884"/>
                    </a:cubicBezTo>
                    <a:cubicBezTo>
                      <a:pt x="18318" y="2093"/>
                      <a:pt x="18130" y="2302"/>
                      <a:pt x="17984" y="2512"/>
                    </a:cubicBezTo>
                    <a:cubicBezTo>
                      <a:pt x="17921" y="2595"/>
                      <a:pt x="17837" y="2679"/>
                      <a:pt x="17795" y="2784"/>
                    </a:cubicBezTo>
                    <a:cubicBezTo>
                      <a:pt x="17628" y="2993"/>
                      <a:pt x="17502" y="3160"/>
                      <a:pt x="17356" y="3369"/>
                    </a:cubicBezTo>
                    <a:cubicBezTo>
                      <a:pt x="17293" y="3453"/>
                      <a:pt x="17209" y="3558"/>
                      <a:pt x="17168" y="3641"/>
                    </a:cubicBezTo>
                    <a:cubicBezTo>
                      <a:pt x="17000" y="3851"/>
                      <a:pt x="16875" y="4060"/>
                      <a:pt x="16749" y="4269"/>
                    </a:cubicBezTo>
                    <a:cubicBezTo>
                      <a:pt x="16686" y="4353"/>
                      <a:pt x="16644" y="4436"/>
                      <a:pt x="16561" y="4520"/>
                    </a:cubicBezTo>
                    <a:lnTo>
                      <a:pt x="16100" y="5232"/>
                    </a:lnTo>
                    <a:cubicBezTo>
                      <a:pt x="16059" y="5273"/>
                      <a:pt x="16017" y="5336"/>
                      <a:pt x="15996" y="5420"/>
                    </a:cubicBezTo>
                    <a:cubicBezTo>
                      <a:pt x="15598" y="6006"/>
                      <a:pt x="15222" y="6633"/>
                      <a:pt x="14866" y="7282"/>
                    </a:cubicBezTo>
                    <a:cubicBezTo>
                      <a:pt x="14803" y="7345"/>
                      <a:pt x="14782" y="7429"/>
                      <a:pt x="14740" y="7512"/>
                    </a:cubicBezTo>
                    <a:cubicBezTo>
                      <a:pt x="14594" y="7742"/>
                      <a:pt x="14468" y="7973"/>
                      <a:pt x="14322" y="8203"/>
                    </a:cubicBezTo>
                    <a:cubicBezTo>
                      <a:pt x="14259" y="8286"/>
                      <a:pt x="14217" y="8391"/>
                      <a:pt x="14155" y="8475"/>
                    </a:cubicBezTo>
                    <a:lnTo>
                      <a:pt x="13757" y="9186"/>
                    </a:lnTo>
                    <a:cubicBezTo>
                      <a:pt x="13715" y="9249"/>
                      <a:pt x="13652" y="9333"/>
                      <a:pt x="13631" y="9416"/>
                    </a:cubicBezTo>
                    <a:cubicBezTo>
                      <a:pt x="13485" y="9709"/>
                      <a:pt x="13318" y="9960"/>
                      <a:pt x="13171" y="10253"/>
                    </a:cubicBezTo>
                    <a:cubicBezTo>
                      <a:pt x="12962" y="10609"/>
                      <a:pt x="12753" y="10986"/>
                      <a:pt x="12564" y="11341"/>
                    </a:cubicBezTo>
                    <a:cubicBezTo>
                      <a:pt x="12502" y="11488"/>
                      <a:pt x="12439" y="11592"/>
                      <a:pt x="12376" y="11718"/>
                    </a:cubicBezTo>
                    <a:lnTo>
                      <a:pt x="12062" y="12262"/>
                    </a:lnTo>
                    <a:cubicBezTo>
                      <a:pt x="11539" y="13224"/>
                      <a:pt x="10995" y="14166"/>
                      <a:pt x="10409" y="15108"/>
                    </a:cubicBezTo>
                    <a:cubicBezTo>
                      <a:pt x="8568" y="18183"/>
                      <a:pt x="6622" y="21217"/>
                      <a:pt x="4718" y="24251"/>
                    </a:cubicBezTo>
                    <a:lnTo>
                      <a:pt x="4718" y="24272"/>
                    </a:lnTo>
                    <a:lnTo>
                      <a:pt x="4718" y="24293"/>
                    </a:lnTo>
                    <a:lnTo>
                      <a:pt x="4718" y="24314"/>
                    </a:lnTo>
                    <a:lnTo>
                      <a:pt x="4718" y="24356"/>
                    </a:lnTo>
                    <a:lnTo>
                      <a:pt x="4718" y="24377"/>
                    </a:lnTo>
                    <a:cubicBezTo>
                      <a:pt x="3693" y="26030"/>
                      <a:pt x="2668" y="27641"/>
                      <a:pt x="1684" y="29315"/>
                    </a:cubicBezTo>
                    <a:lnTo>
                      <a:pt x="1684" y="29336"/>
                    </a:lnTo>
                    <a:lnTo>
                      <a:pt x="1684" y="29377"/>
                    </a:lnTo>
                    <a:lnTo>
                      <a:pt x="1684" y="29398"/>
                    </a:lnTo>
                    <a:lnTo>
                      <a:pt x="1684" y="29419"/>
                    </a:lnTo>
                    <a:lnTo>
                      <a:pt x="1684" y="29461"/>
                    </a:lnTo>
                    <a:cubicBezTo>
                      <a:pt x="1621" y="29503"/>
                      <a:pt x="1600" y="29587"/>
                      <a:pt x="1559" y="29670"/>
                    </a:cubicBezTo>
                    <a:lnTo>
                      <a:pt x="1559" y="29691"/>
                    </a:lnTo>
                    <a:cubicBezTo>
                      <a:pt x="1140" y="30361"/>
                      <a:pt x="743" y="31072"/>
                      <a:pt x="345" y="31763"/>
                    </a:cubicBezTo>
                    <a:cubicBezTo>
                      <a:pt x="1" y="32365"/>
                      <a:pt x="520" y="32911"/>
                      <a:pt x="1088" y="32911"/>
                    </a:cubicBezTo>
                    <a:cubicBezTo>
                      <a:pt x="1210" y="32911"/>
                      <a:pt x="1335" y="32886"/>
                      <a:pt x="1454" y="32830"/>
                    </a:cubicBezTo>
                    <a:cubicBezTo>
                      <a:pt x="1517" y="32809"/>
                      <a:pt x="1600" y="32746"/>
                      <a:pt x="1684" y="32662"/>
                    </a:cubicBezTo>
                    <a:cubicBezTo>
                      <a:pt x="6476" y="28038"/>
                      <a:pt x="10388" y="22556"/>
                      <a:pt x="13757" y="16844"/>
                    </a:cubicBezTo>
                    <a:cubicBezTo>
                      <a:pt x="16247" y="12408"/>
                      <a:pt x="19051" y="7721"/>
                      <a:pt x="20097" y="2700"/>
                    </a:cubicBezTo>
                    <a:cubicBezTo>
                      <a:pt x="20097" y="2658"/>
                      <a:pt x="20118" y="2616"/>
                      <a:pt x="20118" y="2595"/>
                    </a:cubicBezTo>
                    <a:cubicBezTo>
                      <a:pt x="20160" y="2365"/>
                      <a:pt x="20222" y="2093"/>
                      <a:pt x="20243" y="1863"/>
                    </a:cubicBezTo>
                    <a:cubicBezTo>
                      <a:pt x="20243" y="1800"/>
                      <a:pt x="20264" y="1779"/>
                      <a:pt x="20264" y="1737"/>
                    </a:cubicBezTo>
                    <a:lnTo>
                      <a:pt x="20348" y="1172"/>
                    </a:lnTo>
                    <a:cubicBezTo>
                      <a:pt x="20390" y="1068"/>
                      <a:pt x="20390" y="1005"/>
                      <a:pt x="20390" y="879"/>
                    </a:cubicBezTo>
                    <a:cubicBezTo>
                      <a:pt x="20411" y="733"/>
                      <a:pt x="20411" y="607"/>
                      <a:pt x="20432" y="440"/>
                    </a:cubicBezTo>
                    <a:cubicBezTo>
                      <a:pt x="20432" y="356"/>
                      <a:pt x="20453" y="294"/>
                      <a:pt x="20453" y="210"/>
                    </a:cubicBezTo>
                    <a:lnTo>
                      <a:pt x="20453" y="126"/>
                    </a:lnTo>
                    <a:cubicBezTo>
                      <a:pt x="20453" y="105"/>
                      <a:pt x="20432" y="105"/>
                      <a:pt x="20432" y="84"/>
                    </a:cubicBezTo>
                    <a:cubicBezTo>
                      <a:pt x="20376" y="29"/>
                      <a:pt x="20301" y="1"/>
                      <a:pt x="20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3" name="Google Shape;373;p27"/>
              <p:cNvSpPr/>
              <p:nvPr/>
            </p:nvSpPr>
            <p:spPr>
              <a:xfrm>
                <a:off x="20182700" y="28375125"/>
                <a:ext cx="603425" cy="350075"/>
              </a:xfrm>
              <a:custGeom>
                <a:avLst/>
                <a:gdLst/>
                <a:ahLst/>
                <a:cxnLst/>
                <a:rect l="l" t="t" r="r" b="b"/>
                <a:pathLst>
                  <a:path w="24137" h="14003" extrusionOk="0">
                    <a:moveTo>
                      <a:pt x="808" y="1"/>
                    </a:moveTo>
                    <a:cubicBezTo>
                      <a:pt x="364" y="1"/>
                      <a:pt x="1" y="496"/>
                      <a:pt x="137" y="922"/>
                    </a:cubicBezTo>
                    <a:cubicBezTo>
                      <a:pt x="179" y="1027"/>
                      <a:pt x="263" y="1131"/>
                      <a:pt x="367" y="1215"/>
                    </a:cubicBezTo>
                    <a:cubicBezTo>
                      <a:pt x="6623" y="6404"/>
                      <a:pt x="13131" y="11070"/>
                      <a:pt x="20935" y="13288"/>
                    </a:cubicBezTo>
                    <a:cubicBezTo>
                      <a:pt x="20977" y="13309"/>
                      <a:pt x="21040" y="13309"/>
                      <a:pt x="21103" y="13351"/>
                    </a:cubicBezTo>
                    <a:cubicBezTo>
                      <a:pt x="21500" y="13434"/>
                      <a:pt x="21919" y="13560"/>
                      <a:pt x="22316" y="13643"/>
                    </a:cubicBezTo>
                    <a:cubicBezTo>
                      <a:pt x="22421" y="13685"/>
                      <a:pt x="22484" y="13706"/>
                      <a:pt x="22588" y="13727"/>
                    </a:cubicBezTo>
                    <a:cubicBezTo>
                      <a:pt x="22965" y="13811"/>
                      <a:pt x="23362" y="13895"/>
                      <a:pt x="23718" y="13957"/>
                    </a:cubicBezTo>
                    <a:cubicBezTo>
                      <a:pt x="23781" y="13957"/>
                      <a:pt x="23802" y="13999"/>
                      <a:pt x="23823" y="13999"/>
                    </a:cubicBezTo>
                    <a:cubicBezTo>
                      <a:pt x="23838" y="14001"/>
                      <a:pt x="23852" y="14002"/>
                      <a:pt x="23867" y="14002"/>
                    </a:cubicBezTo>
                    <a:cubicBezTo>
                      <a:pt x="23990" y="14002"/>
                      <a:pt x="24078" y="13923"/>
                      <a:pt x="24116" y="13811"/>
                    </a:cubicBezTo>
                    <a:cubicBezTo>
                      <a:pt x="24137" y="13769"/>
                      <a:pt x="24137" y="13727"/>
                      <a:pt x="24116" y="13685"/>
                    </a:cubicBezTo>
                    <a:cubicBezTo>
                      <a:pt x="24116" y="13643"/>
                      <a:pt x="24095" y="13602"/>
                      <a:pt x="24032" y="13581"/>
                    </a:cubicBezTo>
                    <a:cubicBezTo>
                      <a:pt x="23676" y="13309"/>
                      <a:pt x="23341" y="13037"/>
                      <a:pt x="22965" y="12765"/>
                    </a:cubicBezTo>
                    <a:cubicBezTo>
                      <a:pt x="22923" y="12744"/>
                      <a:pt x="22860" y="12681"/>
                      <a:pt x="22818" y="12660"/>
                    </a:cubicBezTo>
                    <a:cubicBezTo>
                      <a:pt x="22525" y="12451"/>
                      <a:pt x="22212" y="12221"/>
                      <a:pt x="21919" y="12011"/>
                    </a:cubicBezTo>
                    <a:lnTo>
                      <a:pt x="21688" y="11844"/>
                    </a:lnTo>
                    <a:cubicBezTo>
                      <a:pt x="21333" y="11614"/>
                      <a:pt x="21019" y="11384"/>
                      <a:pt x="20684" y="11175"/>
                    </a:cubicBezTo>
                    <a:lnTo>
                      <a:pt x="20663" y="11133"/>
                    </a:lnTo>
                    <a:cubicBezTo>
                      <a:pt x="16876" y="8580"/>
                      <a:pt x="12859" y="6404"/>
                      <a:pt x="8841" y="4228"/>
                    </a:cubicBezTo>
                    <a:cubicBezTo>
                      <a:pt x="8841" y="4228"/>
                      <a:pt x="8820" y="4228"/>
                      <a:pt x="8820" y="4207"/>
                    </a:cubicBezTo>
                    <a:lnTo>
                      <a:pt x="8800" y="4207"/>
                    </a:lnTo>
                    <a:cubicBezTo>
                      <a:pt x="6226" y="2847"/>
                      <a:pt x="3673" y="1508"/>
                      <a:pt x="1121" y="85"/>
                    </a:cubicBezTo>
                    <a:cubicBezTo>
                      <a:pt x="1016" y="27"/>
                      <a:pt x="910" y="1"/>
                      <a:pt x="8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4" name="Google Shape;374;p27"/>
              <p:cNvSpPr/>
              <p:nvPr/>
            </p:nvSpPr>
            <p:spPr>
              <a:xfrm>
                <a:off x="19914100" y="28430850"/>
                <a:ext cx="673250" cy="292175"/>
              </a:xfrm>
              <a:custGeom>
                <a:avLst/>
                <a:gdLst/>
                <a:ahLst/>
                <a:cxnLst/>
                <a:rect l="l" t="t" r="r" b="b"/>
                <a:pathLst>
                  <a:path w="26930" h="11687" extrusionOk="0">
                    <a:moveTo>
                      <a:pt x="1364" y="1"/>
                    </a:moveTo>
                    <a:cubicBezTo>
                      <a:pt x="1157" y="1"/>
                      <a:pt x="953" y="11"/>
                      <a:pt x="754" y="32"/>
                    </a:cubicBezTo>
                    <a:cubicBezTo>
                      <a:pt x="210" y="53"/>
                      <a:pt x="1" y="492"/>
                      <a:pt x="106" y="911"/>
                    </a:cubicBezTo>
                    <a:cubicBezTo>
                      <a:pt x="210" y="1141"/>
                      <a:pt x="357" y="1392"/>
                      <a:pt x="650" y="1476"/>
                    </a:cubicBezTo>
                    <a:cubicBezTo>
                      <a:pt x="3683" y="2522"/>
                      <a:pt x="6696" y="3610"/>
                      <a:pt x="9647" y="4782"/>
                    </a:cubicBezTo>
                    <a:lnTo>
                      <a:pt x="9626" y="4782"/>
                    </a:lnTo>
                    <a:cubicBezTo>
                      <a:pt x="11802" y="5640"/>
                      <a:pt x="13936" y="6581"/>
                      <a:pt x="16091" y="7606"/>
                    </a:cubicBezTo>
                    <a:cubicBezTo>
                      <a:pt x="16970" y="8025"/>
                      <a:pt x="17807" y="8464"/>
                      <a:pt x="18644" y="8925"/>
                    </a:cubicBezTo>
                    <a:cubicBezTo>
                      <a:pt x="21238" y="10222"/>
                      <a:pt x="23770" y="11394"/>
                      <a:pt x="26783" y="11686"/>
                    </a:cubicBezTo>
                    <a:cubicBezTo>
                      <a:pt x="26825" y="11686"/>
                      <a:pt x="26867" y="11686"/>
                      <a:pt x="26888" y="11666"/>
                    </a:cubicBezTo>
                    <a:cubicBezTo>
                      <a:pt x="26909" y="11645"/>
                      <a:pt x="26930" y="11582"/>
                      <a:pt x="26930" y="11498"/>
                    </a:cubicBezTo>
                    <a:cubicBezTo>
                      <a:pt x="26930" y="11414"/>
                      <a:pt x="26888" y="11373"/>
                      <a:pt x="26804" y="11352"/>
                    </a:cubicBezTo>
                    <a:lnTo>
                      <a:pt x="26783" y="11352"/>
                    </a:lnTo>
                    <a:cubicBezTo>
                      <a:pt x="26553" y="11268"/>
                      <a:pt x="26344" y="11184"/>
                      <a:pt x="26093" y="11080"/>
                    </a:cubicBezTo>
                    <a:cubicBezTo>
                      <a:pt x="26051" y="11059"/>
                      <a:pt x="25988" y="11038"/>
                      <a:pt x="25946" y="11038"/>
                    </a:cubicBezTo>
                    <a:cubicBezTo>
                      <a:pt x="25737" y="10954"/>
                      <a:pt x="25528" y="10850"/>
                      <a:pt x="25318" y="10745"/>
                    </a:cubicBezTo>
                    <a:cubicBezTo>
                      <a:pt x="25256" y="10724"/>
                      <a:pt x="25214" y="10682"/>
                      <a:pt x="25130" y="10661"/>
                    </a:cubicBezTo>
                    <a:cubicBezTo>
                      <a:pt x="24921" y="10557"/>
                      <a:pt x="24733" y="10452"/>
                      <a:pt x="24523" y="10347"/>
                    </a:cubicBezTo>
                    <a:lnTo>
                      <a:pt x="24377" y="10264"/>
                    </a:lnTo>
                    <a:cubicBezTo>
                      <a:pt x="24189" y="10159"/>
                      <a:pt x="24042" y="10054"/>
                      <a:pt x="23854" y="9950"/>
                    </a:cubicBezTo>
                    <a:cubicBezTo>
                      <a:pt x="23791" y="9929"/>
                      <a:pt x="23749" y="9908"/>
                      <a:pt x="23686" y="9845"/>
                    </a:cubicBezTo>
                    <a:cubicBezTo>
                      <a:pt x="23519" y="9762"/>
                      <a:pt x="23331" y="9615"/>
                      <a:pt x="23142" y="9510"/>
                    </a:cubicBezTo>
                    <a:cubicBezTo>
                      <a:pt x="23059" y="9469"/>
                      <a:pt x="23017" y="9427"/>
                      <a:pt x="22933" y="9385"/>
                    </a:cubicBezTo>
                    <a:cubicBezTo>
                      <a:pt x="22745" y="9280"/>
                      <a:pt x="22598" y="9155"/>
                      <a:pt x="22410" y="9029"/>
                    </a:cubicBezTo>
                    <a:cubicBezTo>
                      <a:pt x="22326" y="8966"/>
                      <a:pt x="22264" y="8925"/>
                      <a:pt x="22180" y="8841"/>
                    </a:cubicBezTo>
                    <a:cubicBezTo>
                      <a:pt x="22054" y="8757"/>
                      <a:pt x="21950" y="8673"/>
                      <a:pt x="21845" y="8569"/>
                    </a:cubicBezTo>
                    <a:cubicBezTo>
                      <a:pt x="21678" y="8443"/>
                      <a:pt x="21531" y="8339"/>
                      <a:pt x="21364" y="8213"/>
                    </a:cubicBezTo>
                    <a:cubicBezTo>
                      <a:pt x="21343" y="8192"/>
                      <a:pt x="21280" y="8150"/>
                      <a:pt x="21259" y="8129"/>
                    </a:cubicBezTo>
                    <a:cubicBezTo>
                      <a:pt x="18769" y="6246"/>
                      <a:pt x="16363" y="4112"/>
                      <a:pt x="13559" y="2773"/>
                    </a:cubicBezTo>
                    <a:cubicBezTo>
                      <a:pt x="10023" y="1078"/>
                      <a:pt x="6006" y="137"/>
                      <a:pt x="2051" y="32"/>
                    </a:cubicBezTo>
                    <a:lnTo>
                      <a:pt x="1989" y="32"/>
                    </a:lnTo>
                    <a:cubicBezTo>
                      <a:pt x="1779" y="11"/>
                      <a:pt x="1570" y="1"/>
                      <a:pt x="13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5" name="Google Shape;375;p27"/>
              <p:cNvSpPr/>
              <p:nvPr/>
            </p:nvSpPr>
            <p:spPr>
              <a:xfrm>
                <a:off x="19600250" y="28499650"/>
                <a:ext cx="774200" cy="245875"/>
              </a:xfrm>
              <a:custGeom>
                <a:avLst/>
                <a:gdLst/>
                <a:ahLst/>
                <a:cxnLst/>
                <a:rect l="l" t="t" r="r" b="b"/>
                <a:pathLst>
                  <a:path w="30968" h="9835" extrusionOk="0">
                    <a:moveTo>
                      <a:pt x="6613" y="0"/>
                    </a:moveTo>
                    <a:cubicBezTo>
                      <a:pt x="4520" y="0"/>
                      <a:pt x="2532" y="63"/>
                      <a:pt x="733" y="251"/>
                    </a:cubicBezTo>
                    <a:cubicBezTo>
                      <a:pt x="252" y="272"/>
                      <a:pt x="1" y="753"/>
                      <a:pt x="105" y="1151"/>
                    </a:cubicBezTo>
                    <a:cubicBezTo>
                      <a:pt x="105" y="1318"/>
                      <a:pt x="252" y="1507"/>
                      <a:pt x="545" y="1590"/>
                    </a:cubicBezTo>
                    <a:cubicBezTo>
                      <a:pt x="5859" y="2678"/>
                      <a:pt x="11007" y="4080"/>
                      <a:pt x="16154" y="5712"/>
                    </a:cubicBezTo>
                    <a:cubicBezTo>
                      <a:pt x="16509" y="5817"/>
                      <a:pt x="16844" y="5963"/>
                      <a:pt x="17179" y="6068"/>
                    </a:cubicBezTo>
                    <a:lnTo>
                      <a:pt x="17158" y="6068"/>
                    </a:lnTo>
                    <a:cubicBezTo>
                      <a:pt x="18518" y="6528"/>
                      <a:pt x="19878" y="7051"/>
                      <a:pt x="21259" y="7574"/>
                    </a:cubicBezTo>
                    <a:cubicBezTo>
                      <a:pt x="21343" y="7595"/>
                      <a:pt x="21385" y="7637"/>
                      <a:pt x="21468" y="7658"/>
                    </a:cubicBezTo>
                    <a:cubicBezTo>
                      <a:pt x="21489" y="7658"/>
                      <a:pt x="21531" y="7679"/>
                      <a:pt x="21573" y="7679"/>
                    </a:cubicBezTo>
                    <a:cubicBezTo>
                      <a:pt x="24000" y="8579"/>
                      <a:pt x="26490" y="9416"/>
                      <a:pt x="29022" y="9730"/>
                    </a:cubicBezTo>
                    <a:lnTo>
                      <a:pt x="29064" y="9730"/>
                    </a:lnTo>
                    <a:cubicBezTo>
                      <a:pt x="29182" y="9747"/>
                      <a:pt x="29355" y="9777"/>
                      <a:pt x="29528" y="9777"/>
                    </a:cubicBezTo>
                    <a:cubicBezTo>
                      <a:pt x="29569" y="9777"/>
                      <a:pt x="29610" y="9775"/>
                      <a:pt x="29649" y="9771"/>
                    </a:cubicBezTo>
                    <a:cubicBezTo>
                      <a:pt x="29838" y="9792"/>
                      <a:pt x="30026" y="9792"/>
                      <a:pt x="30173" y="9834"/>
                    </a:cubicBezTo>
                    <a:lnTo>
                      <a:pt x="30319" y="9834"/>
                    </a:lnTo>
                    <a:cubicBezTo>
                      <a:pt x="30361" y="9834"/>
                      <a:pt x="30424" y="9834"/>
                      <a:pt x="30466" y="9792"/>
                    </a:cubicBezTo>
                    <a:cubicBezTo>
                      <a:pt x="30758" y="9730"/>
                      <a:pt x="30968" y="9374"/>
                      <a:pt x="30905" y="9060"/>
                    </a:cubicBezTo>
                    <a:cubicBezTo>
                      <a:pt x="30884" y="8997"/>
                      <a:pt x="30884" y="8914"/>
                      <a:pt x="30821" y="8851"/>
                    </a:cubicBezTo>
                    <a:cubicBezTo>
                      <a:pt x="30779" y="8788"/>
                      <a:pt x="30717" y="8725"/>
                      <a:pt x="30675" y="8642"/>
                    </a:cubicBezTo>
                    <a:cubicBezTo>
                      <a:pt x="30445" y="8328"/>
                      <a:pt x="30173" y="8056"/>
                      <a:pt x="29942" y="7763"/>
                    </a:cubicBezTo>
                    <a:cubicBezTo>
                      <a:pt x="29733" y="7428"/>
                      <a:pt x="29440" y="7135"/>
                      <a:pt x="29105" y="6905"/>
                    </a:cubicBezTo>
                    <a:cubicBezTo>
                      <a:pt x="23686" y="1716"/>
                      <a:pt x="14501" y="42"/>
                      <a:pt x="66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6" name="Google Shape;376;p27"/>
              <p:cNvSpPr/>
              <p:nvPr/>
            </p:nvSpPr>
            <p:spPr>
              <a:xfrm>
                <a:off x="20149825" y="28752300"/>
                <a:ext cx="462625" cy="768775"/>
              </a:xfrm>
              <a:custGeom>
                <a:avLst/>
                <a:gdLst/>
                <a:ahLst/>
                <a:cxnLst/>
                <a:rect l="l" t="t" r="r" b="b"/>
                <a:pathLst>
                  <a:path w="18505" h="30751" extrusionOk="0">
                    <a:moveTo>
                      <a:pt x="13598" y="8453"/>
                    </a:moveTo>
                    <a:cubicBezTo>
                      <a:pt x="13593" y="8459"/>
                      <a:pt x="13588" y="8464"/>
                      <a:pt x="13588" y="8474"/>
                    </a:cubicBezTo>
                    <a:lnTo>
                      <a:pt x="13588" y="8474"/>
                    </a:lnTo>
                    <a:cubicBezTo>
                      <a:pt x="13591" y="8467"/>
                      <a:pt x="13595" y="8460"/>
                      <a:pt x="13598" y="8453"/>
                    </a:cubicBezTo>
                    <a:close/>
                    <a:moveTo>
                      <a:pt x="18233" y="0"/>
                    </a:moveTo>
                    <a:cubicBezTo>
                      <a:pt x="18170" y="0"/>
                      <a:pt x="18066" y="42"/>
                      <a:pt x="18003" y="84"/>
                    </a:cubicBezTo>
                    <a:cubicBezTo>
                      <a:pt x="17773" y="293"/>
                      <a:pt x="17563" y="481"/>
                      <a:pt x="17333" y="691"/>
                    </a:cubicBezTo>
                    <a:cubicBezTo>
                      <a:pt x="17255" y="769"/>
                      <a:pt x="17323" y="902"/>
                      <a:pt x="17418" y="902"/>
                    </a:cubicBezTo>
                    <a:cubicBezTo>
                      <a:pt x="17424" y="902"/>
                      <a:pt x="17431" y="901"/>
                      <a:pt x="17438" y="900"/>
                    </a:cubicBezTo>
                    <a:lnTo>
                      <a:pt x="17438" y="900"/>
                    </a:lnTo>
                    <a:cubicBezTo>
                      <a:pt x="17375" y="921"/>
                      <a:pt x="17354" y="942"/>
                      <a:pt x="17291" y="984"/>
                    </a:cubicBezTo>
                    <a:cubicBezTo>
                      <a:pt x="17291" y="984"/>
                      <a:pt x="17270" y="984"/>
                      <a:pt x="17270" y="1005"/>
                    </a:cubicBezTo>
                    <a:cubicBezTo>
                      <a:pt x="17229" y="1025"/>
                      <a:pt x="17187" y="1046"/>
                      <a:pt x="17145" y="1109"/>
                    </a:cubicBezTo>
                    <a:lnTo>
                      <a:pt x="17124" y="1130"/>
                    </a:lnTo>
                    <a:lnTo>
                      <a:pt x="16977" y="1256"/>
                    </a:lnTo>
                    <a:cubicBezTo>
                      <a:pt x="16957" y="1297"/>
                      <a:pt x="16936" y="1318"/>
                      <a:pt x="16915" y="1360"/>
                    </a:cubicBezTo>
                    <a:lnTo>
                      <a:pt x="16852" y="1423"/>
                    </a:lnTo>
                    <a:cubicBezTo>
                      <a:pt x="16203" y="2302"/>
                      <a:pt x="15471" y="4143"/>
                      <a:pt x="14927" y="5524"/>
                    </a:cubicBezTo>
                    <a:cubicBezTo>
                      <a:pt x="14760" y="5922"/>
                      <a:pt x="14613" y="6340"/>
                      <a:pt x="14446" y="6738"/>
                    </a:cubicBezTo>
                    <a:cubicBezTo>
                      <a:pt x="14446" y="6759"/>
                      <a:pt x="14425" y="6779"/>
                      <a:pt x="14425" y="6800"/>
                    </a:cubicBezTo>
                    <a:cubicBezTo>
                      <a:pt x="14425" y="6842"/>
                      <a:pt x="14404" y="6842"/>
                      <a:pt x="14404" y="6863"/>
                    </a:cubicBezTo>
                    <a:cubicBezTo>
                      <a:pt x="14341" y="6968"/>
                      <a:pt x="14320" y="7051"/>
                      <a:pt x="14299" y="7093"/>
                    </a:cubicBezTo>
                    <a:cubicBezTo>
                      <a:pt x="14236" y="7219"/>
                      <a:pt x="14153" y="7365"/>
                      <a:pt x="14111" y="7470"/>
                    </a:cubicBezTo>
                    <a:cubicBezTo>
                      <a:pt x="13930" y="7793"/>
                      <a:pt x="13787" y="8115"/>
                      <a:pt x="13608" y="8438"/>
                    </a:cubicBezTo>
                    <a:lnTo>
                      <a:pt x="13608" y="8438"/>
                    </a:lnTo>
                    <a:cubicBezTo>
                      <a:pt x="13609" y="8436"/>
                      <a:pt x="13609" y="8434"/>
                      <a:pt x="13609" y="8432"/>
                    </a:cubicBezTo>
                    <a:lnTo>
                      <a:pt x="13609" y="8432"/>
                    </a:lnTo>
                    <a:cubicBezTo>
                      <a:pt x="13605" y="8439"/>
                      <a:pt x="13602" y="8446"/>
                      <a:pt x="13598" y="8453"/>
                    </a:cubicBezTo>
                    <a:lnTo>
                      <a:pt x="13598" y="8453"/>
                    </a:lnTo>
                    <a:cubicBezTo>
                      <a:pt x="13599" y="8452"/>
                      <a:pt x="13600" y="8451"/>
                      <a:pt x="13601" y="8450"/>
                    </a:cubicBezTo>
                    <a:lnTo>
                      <a:pt x="13601" y="8450"/>
                    </a:lnTo>
                    <a:cubicBezTo>
                      <a:pt x="13597" y="8458"/>
                      <a:pt x="13592" y="8466"/>
                      <a:pt x="13588" y="8474"/>
                    </a:cubicBezTo>
                    <a:cubicBezTo>
                      <a:pt x="13588" y="8474"/>
                      <a:pt x="13588" y="8474"/>
                      <a:pt x="13588" y="8474"/>
                    </a:cubicBezTo>
                    <a:lnTo>
                      <a:pt x="13588" y="8474"/>
                    </a:lnTo>
                    <a:cubicBezTo>
                      <a:pt x="12527" y="10595"/>
                      <a:pt x="11404" y="12735"/>
                      <a:pt x="10261" y="14814"/>
                    </a:cubicBezTo>
                    <a:cubicBezTo>
                      <a:pt x="8294" y="18308"/>
                      <a:pt x="6181" y="21635"/>
                      <a:pt x="3900" y="24878"/>
                    </a:cubicBezTo>
                    <a:cubicBezTo>
                      <a:pt x="2729" y="26552"/>
                      <a:pt x="1536" y="28226"/>
                      <a:pt x="301" y="29879"/>
                    </a:cubicBezTo>
                    <a:cubicBezTo>
                      <a:pt x="1" y="30291"/>
                      <a:pt x="299" y="30750"/>
                      <a:pt x="688" y="30750"/>
                    </a:cubicBezTo>
                    <a:cubicBezTo>
                      <a:pt x="813" y="30750"/>
                      <a:pt x="948" y="30703"/>
                      <a:pt x="1076" y="30591"/>
                    </a:cubicBezTo>
                    <a:cubicBezTo>
                      <a:pt x="2540" y="29251"/>
                      <a:pt x="4047" y="27787"/>
                      <a:pt x="5532" y="26155"/>
                    </a:cubicBezTo>
                    <a:lnTo>
                      <a:pt x="5532" y="26134"/>
                    </a:lnTo>
                    <a:lnTo>
                      <a:pt x="5616" y="26050"/>
                    </a:lnTo>
                    <a:cubicBezTo>
                      <a:pt x="11726" y="19355"/>
                      <a:pt x="17375" y="10546"/>
                      <a:pt x="18379" y="1988"/>
                    </a:cubicBezTo>
                    <a:lnTo>
                      <a:pt x="18379" y="1883"/>
                    </a:lnTo>
                    <a:cubicBezTo>
                      <a:pt x="18421" y="1360"/>
                      <a:pt x="18484" y="816"/>
                      <a:pt x="18505" y="293"/>
                    </a:cubicBezTo>
                    <a:lnTo>
                      <a:pt x="18505" y="189"/>
                    </a:lnTo>
                    <a:cubicBezTo>
                      <a:pt x="18484" y="84"/>
                      <a:pt x="18379" y="0"/>
                      <a:pt x="18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7" name="Google Shape;377;p27"/>
              <p:cNvSpPr/>
              <p:nvPr/>
            </p:nvSpPr>
            <p:spPr>
              <a:xfrm>
                <a:off x="19279125" y="28273675"/>
                <a:ext cx="2565725" cy="1180375"/>
              </a:xfrm>
              <a:custGeom>
                <a:avLst/>
                <a:gdLst/>
                <a:ahLst/>
                <a:cxnLst/>
                <a:rect l="l" t="t" r="r" b="b"/>
                <a:pathLst>
                  <a:path w="102629" h="47215" extrusionOk="0">
                    <a:moveTo>
                      <a:pt x="72729" y="5754"/>
                    </a:moveTo>
                    <a:lnTo>
                      <a:pt x="72729" y="5754"/>
                    </a:lnTo>
                    <a:cubicBezTo>
                      <a:pt x="73231" y="6277"/>
                      <a:pt x="73733" y="6800"/>
                      <a:pt x="74194" y="7365"/>
                    </a:cubicBezTo>
                    <a:cubicBezTo>
                      <a:pt x="74232" y="7403"/>
                      <a:pt x="74269" y="7419"/>
                      <a:pt x="74305" y="7419"/>
                    </a:cubicBezTo>
                    <a:cubicBezTo>
                      <a:pt x="74369" y="7419"/>
                      <a:pt x="74426" y="7369"/>
                      <a:pt x="74466" y="7302"/>
                    </a:cubicBezTo>
                    <a:cubicBezTo>
                      <a:pt x="76328" y="9144"/>
                      <a:pt x="77918" y="11173"/>
                      <a:pt x="79257" y="13391"/>
                    </a:cubicBezTo>
                    <a:lnTo>
                      <a:pt x="79257" y="13433"/>
                    </a:lnTo>
                    <a:cubicBezTo>
                      <a:pt x="80659" y="15777"/>
                      <a:pt x="81789" y="18371"/>
                      <a:pt x="82626" y="21196"/>
                    </a:cubicBezTo>
                    <a:cubicBezTo>
                      <a:pt x="82103" y="21070"/>
                      <a:pt x="81559" y="20966"/>
                      <a:pt x="81036" y="20819"/>
                    </a:cubicBezTo>
                    <a:lnTo>
                      <a:pt x="81036" y="20777"/>
                    </a:lnTo>
                    <a:cubicBezTo>
                      <a:pt x="80994" y="20756"/>
                      <a:pt x="80931" y="20694"/>
                      <a:pt x="80868" y="20694"/>
                    </a:cubicBezTo>
                    <a:cubicBezTo>
                      <a:pt x="80847" y="20694"/>
                      <a:pt x="80847" y="20694"/>
                      <a:pt x="80827" y="20714"/>
                    </a:cubicBezTo>
                    <a:cubicBezTo>
                      <a:pt x="80785" y="20756"/>
                      <a:pt x="80743" y="20777"/>
                      <a:pt x="80722" y="20798"/>
                    </a:cubicBezTo>
                    <a:cubicBezTo>
                      <a:pt x="79885" y="20610"/>
                      <a:pt x="79006" y="20463"/>
                      <a:pt x="78169" y="20275"/>
                    </a:cubicBezTo>
                    <a:lnTo>
                      <a:pt x="78169" y="20254"/>
                    </a:lnTo>
                    <a:cubicBezTo>
                      <a:pt x="78169" y="20254"/>
                      <a:pt x="78169" y="20233"/>
                      <a:pt x="78211" y="20233"/>
                    </a:cubicBezTo>
                    <a:cubicBezTo>
                      <a:pt x="78839" y="14416"/>
                      <a:pt x="76579" y="9834"/>
                      <a:pt x="73043" y="6152"/>
                    </a:cubicBezTo>
                    <a:lnTo>
                      <a:pt x="72729" y="5754"/>
                    </a:lnTo>
                    <a:close/>
                    <a:moveTo>
                      <a:pt x="72311" y="19857"/>
                    </a:moveTo>
                    <a:cubicBezTo>
                      <a:pt x="73985" y="20066"/>
                      <a:pt x="75637" y="20338"/>
                      <a:pt x="77311" y="20610"/>
                    </a:cubicBezTo>
                    <a:cubicBezTo>
                      <a:pt x="76935" y="21091"/>
                      <a:pt x="76579" y="21531"/>
                      <a:pt x="76223" y="22012"/>
                    </a:cubicBezTo>
                    <a:cubicBezTo>
                      <a:pt x="74884" y="23644"/>
                      <a:pt x="73524" y="25297"/>
                      <a:pt x="72164" y="26929"/>
                    </a:cubicBezTo>
                    <a:lnTo>
                      <a:pt x="72164" y="26950"/>
                    </a:lnTo>
                    <a:cubicBezTo>
                      <a:pt x="71516" y="27703"/>
                      <a:pt x="70867" y="28456"/>
                      <a:pt x="70218" y="29230"/>
                    </a:cubicBezTo>
                    <a:cubicBezTo>
                      <a:pt x="69465" y="30109"/>
                      <a:pt x="68712" y="30967"/>
                      <a:pt x="67917" y="31867"/>
                    </a:cubicBezTo>
                    <a:lnTo>
                      <a:pt x="67896" y="31888"/>
                    </a:lnTo>
                    <a:cubicBezTo>
                      <a:pt x="66640" y="33331"/>
                      <a:pt x="65364" y="34733"/>
                      <a:pt x="64067" y="36156"/>
                    </a:cubicBezTo>
                    <a:cubicBezTo>
                      <a:pt x="65615" y="34210"/>
                      <a:pt x="67080" y="32181"/>
                      <a:pt x="68335" y="30067"/>
                    </a:cubicBezTo>
                    <a:cubicBezTo>
                      <a:pt x="68440" y="29879"/>
                      <a:pt x="68586" y="29670"/>
                      <a:pt x="68691" y="29481"/>
                    </a:cubicBezTo>
                    <a:cubicBezTo>
                      <a:pt x="68754" y="29356"/>
                      <a:pt x="68816" y="29251"/>
                      <a:pt x="68900" y="29126"/>
                    </a:cubicBezTo>
                    <a:cubicBezTo>
                      <a:pt x="69047" y="28854"/>
                      <a:pt x="69172" y="28603"/>
                      <a:pt x="69319" y="28331"/>
                    </a:cubicBezTo>
                    <a:lnTo>
                      <a:pt x="69465" y="28017"/>
                    </a:lnTo>
                    <a:lnTo>
                      <a:pt x="69779" y="27389"/>
                    </a:lnTo>
                    <a:cubicBezTo>
                      <a:pt x="69821" y="27285"/>
                      <a:pt x="69883" y="27201"/>
                      <a:pt x="69904" y="27096"/>
                    </a:cubicBezTo>
                    <a:cubicBezTo>
                      <a:pt x="70051" y="26824"/>
                      <a:pt x="70176" y="26552"/>
                      <a:pt x="70302" y="26259"/>
                    </a:cubicBezTo>
                    <a:cubicBezTo>
                      <a:pt x="70344" y="26155"/>
                      <a:pt x="70386" y="26092"/>
                      <a:pt x="70428" y="25987"/>
                    </a:cubicBezTo>
                    <a:cubicBezTo>
                      <a:pt x="70574" y="25715"/>
                      <a:pt x="70679" y="25422"/>
                      <a:pt x="70783" y="25171"/>
                    </a:cubicBezTo>
                    <a:cubicBezTo>
                      <a:pt x="70804" y="25108"/>
                      <a:pt x="70804" y="25088"/>
                      <a:pt x="70825" y="25046"/>
                    </a:cubicBezTo>
                    <a:cubicBezTo>
                      <a:pt x="70930" y="24753"/>
                      <a:pt x="71055" y="24460"/>
                      <a:pt x="71160" y="24167"/>
                    </a:cubicBezTo>
                    <a:cubicBezTo>
                      <a:pt x="71202" y="24104"/>
                      <a:pt x="71223" y="24041"/>
                      <a:pt x="71244" y="23958"/>
                    </a:cubicBezTo>
                    <a:cubicBezTo>
                      <a:pt x="71348" y="23644"/>
                      <a:pt x="71453" y="23330"/>
                      <a:pt x="71557" y="23058"/>
                    </a:cubicBezTo>
                    <a:cubicBezTo>
                      <a:pt x="71557" y="22995"/>
                      <a:pt x="71578" y="22974"/>
                      <a:pt x="71578" y="22911"/>
                    </a:cubicBezTo>
                    <a:cubicBezTo>
                      <a:pt x="71683" y="22598"/>
                      <a:pt x="71767" y="22326"/>
                      <a:pt x="71850" y="22012"/>
                    </a:cubicBezTo>
                    <a:cubicBezTo>
                      <a:pt x="71850" y="21970"/>
                      <a:pt x="71871" y="21949"/>
                      <a:pt x="71871" y="21928"/>
                    </a:cubicBezTo>
                    <a:cubicBezTo>
                      <a:pt x="71955" y="21593"/>
                      <a:pt x="72039" y="21279"/>
                      <a:pt x="72101" y="20924"/>
                    </a:cubicBezTo>
                    <a:cubicBezTo>
                      <a:pt x="72101" y="20903"/>
                      <a:pt x="72143" y="20882"/>
                      <a:pt x="72143" y="20819"/>
                    </a:cubicBezTo>
                    <a:cubicBezTo>
                      <a:pt x="72206" y="20505"/>
                      <a:pt x="72269" y="20170"/>
                      <a:pt x="72311" y="19857"/>
                    </a:cubicBezTo>
                    <a:close/>
                    <a:moveTo>
                      <a:pt x="64761" y="0"/>
                    </a:moveTo>
                    <a:cubicBezTo>
                      <a:pt x="64113" y="0"/>
                      <a:pt x="63614" y="912"/>
                      <a:pt x="64213" y="1423"/>
                    </a:cubicBezTo>
                    <a:cubicBezTo>
                      <a:pt x="65238" y="2281"/>
                      <a:pt x="66180" y="3243"/>
                      <a:pt x="67059" y="4269"/>
                    </a:cubicBezTo>
                    <a:lnTo>
                      <a:pt x="67080" y="4269"/>
                    </a:lnTo>
                    <a:lnTo>
                      <a:pt x="67122" y="4289"/>
                    </a:lnTo>
                    <a:cubicBezTo>
                      <a:pt x="67122" y="4331"/>
                      <a:pt x="67143" y="4331"/>
                      <a:pt x="67143" y="4331"/>
                    </a:cubicBezTo>
                    <a:lnTo>
                      <a:pt x="67143" y="4352"/>
                    </a:lnTo>
                    <a:lnTo>
                      <a:pt x="67163" y="4373"/>
                    </a:lnTo>
                    <a:cubicBezTo>
                      <a:pt x="69904" y="7574"/>
                      <a:pt x="72143" y="11299"/>
                      <a:pt x="74382" y="14940"/>
                    </a:cubicBezTo>
                    <a:cubicBezTo>
                      <a:pt x="75031" y="16007"/>
                      <a:pt x="75700" y="17053"/>
                      <a:pt x="76349" y="18078"/>
                    </a:cubicBezTo>
                    <a:cubicBezTo>
                      <a:pt x="76433" y="18183"/>
                      <a:pt x="76474" y="18287"/>
                      <a:pt x="76558" y="18392"/>
                    </a:cubicBezTo>
                    <a:cubicBezTo>
                      <a:pt x="76746" y="18664"/>
                      <a:pt x="76893" y="18915"/>
                      <a:pt x="77081" y="19187"/>
                    </a:cubicBezTo>
                    <a:cubicBezTo>
                      <a:pt x="77102" y="19229"/>
                      <a:pt x="77165" y="19292"/>
                      <a:pt x="77186" y="19334"/>
                    </a:cubicBezTo>
                    <a:cubicBezTo>
                      <a:pt x="77374" y="19606"/>
                      <a:pt x="77542" y="19878"/>
                      <a:pt x="77730" y="20150"/>
                    </a:cubicBezTo>
                    <a:cubicBezTo>
                      <a:pt x="77709" y="20150"/>
                      <a:pt x="77688" y="20170"/>
                      <a:pt x="77625" y="20191"/>
                    </a:cubicBezTo>
                    <a:cubicBezTo>
                      <a:pt x="75575" y="19815"/>
                      <a:pt x="73524" y="19501"/>
                      <a:pt x="71453" y="19229"/>
                    </a:cubicBezTo>
                    <a:cubicBezTo>
                      <a:pt x="72039" y="13956"/>
                      <a:pt x="68963" y="9248"/>
                      <a:pt x="64862" y="5796"/>
                    </a:cubicBezTo>
                    <a:lnTo>
                      <a:pt x="64841" y="5754"/>
                    </a:lnTo>
                    <a:lnTo>
                      <a:pt x="64820" y="5754"/>
                    </a:lnTo>
                    <a:cubicBezTo>
                      <a:pt x="62016" y="3411"/>
                      <a:pt x="58710" y="1611"/>
                      <a:pt x="55739" y="565"/>
                    </a:cubicBezTo>
                    <a:cubicBezTo>
                      <a:pt x="55650" y="534"/>
                      <a:pt x="55563" y="520"/>
                      <a:pt x="55478" y="520"/>
                    </a:cubicBezTo>
                    <a:cubicBezTo>
                      <a:pt x="54985" y="520"/>
                      <a:pt x="54588" y="997"/>
                      <a:pt x="54588" y="1444"/>
                    </a:cubicBezTo>
                    <a:cubicBezTo>
                      <a:pt x="54588" y="1674"/>
                      <a:pt x="54693" y="1946"/>
                      <a:pt x="54986" y="2072"/>
                    </a:cubicBezTo>
                    <a:cubicBezTo>
                      <a:pt x="55509" y="2364"/>
                      <a:pt x="55990" y="2678"/>
                      <a:pt x="56492" y="2992"/>
                    </a:cubicBezTo>
                    <a:cubicBezTo>
                      <a:pt x="56513" y="2992"/>
                      <a:pt x="56513" y="3013"/>
                      <a:pt x="56555" y="3034"/>
                    </a:cubicBezTo>
                    <a:cubicBezTo>
                      <a:pt x="57811" y="4038"/>
                      <a:pt x="59087" y="4980"/>
                      <a:pt x="60342" y="5942"/>
                    </a:cubicBezTo>
                    <a:lnTo>
                      <a:pt x="60363" y="5942"/>
                    </a:lnTo>
                    <a:cubicBezTo>
                      <a:pt x="61849" y="7261"/>
                      <a:pt x="63272" y="8683"/>
                      <a:pt x="64611" y="10211"/>
                    </a:cubicBezTo>
                    <a:cubicBezTo>
                      <a:pt x="66619" y="12450"/>
                      <a:pt x="68021" y="15128"/>
                      <a:pt x="69758" y="17576"/>
                    </a:cubicBezTo>
                    <a:cubicBezTo>
                      <a:pt x="69779" y="17618"/>
                      <a:pt x="69800" y="17639"/>
                      <a:pt x="69800" y="17681"/>
                    </a:cubicBezTo>
                    <a:cubicBezTo>
                      <a:pt x="69883" y="17827"/>
                      <a:pt x="69988" y="17932"/>
                      <a:pt x="70072" y="18057"/>
                    </a:cubicBezTo>
                    <a:cubicBezTo>
                      <a:pt x="70114" y="18141"/>
                      <a:pt x="70176" y="18183"/>
                      <a:pt x="70218" y="18266"/>
                    </a:cubicBezTo>
                    <a:cubicBezTo>
                      <a:pt x="70302" y="18371"/>
                      <a:pt x="70344" y="18455"/>
                      <a:pt x="70428" y="18559"/>
                    </a:cubicBezTo>
                    <a:cubicBezTo>
                      <a:pt x="70511" y="18664"/>
                      <a:pt x="70595" y="18769"/>
                      <a:pt x="70700" y="18873"/>
                    </a:cubicBezTo>
                    <a:cubicBezTo>
                      <a:pt x="70741" y="18915"/>
                      <a:pt x="70804" y="18999"/>
                      <a:pt x="70846" y="19041"/>
                    </a:cubicBezTo>
                    <a:cubicBezTo>
                      <a:pt x="70909" y="19103"/>
                      <a:pt x="70930" y="19145"/>
                      <a:pt x="70992" y="19208"/>
                    </a:cubicBezTo>
                    <a:cubicBezTo>
                      <a:pt x="69570" y="19020"/>
                      <a:pt x="68147" y="18894"/>
                      <a:pt x="66745" y="18769"/>
                    </a:cubicBezTo>
                    <a:lnTo>
                      <a:pt x="66766" y="18769"/>
                    </a:lnTo>
                    <a:cubicBezTo>
                      <a:pt x="66763" y="18768"/>
                      <a:pt x="66761" y="18768"/>
                      <a:pt x="66758" y="18768"/>
                    </a:cubicBezTo>
                    <a:lnTo>
                      <a:pt x="66758" y="18768"/>
                    </a:lnTo>
                    <a:cubicBezTo>
                      <a:pt x="66814" y="18763"/>
                      <a:pt x="66854" y="18725"/>
                      <a:pt x="66912" y="18706"/>
                    </a:cubicBezTo>
                    <a:lnTo>
                      <a:pt x="66933" y="18685"/>
                    </a:lnTo>
                    <a:cubicBezTo>
                      <a:pt x="66975" y="18601"/>
                      <a:pt x="67017" y="18497"/>
                      <a:pt x="66954" y="18413"/>
                    </a:cubicBezTo>
                    <a:cubicBezTo>
                      <a:pt x="63837" y="14228"/>
                      <a:pt x="59673" y="10608"/>
                      <a:pt x="55216" y="7512"/>
                    </a:cubicBezTo>
                    <a:cubicBezTo>
                      <a:pt x="55174" y="7491"/>
                      <a:pt x="55153" y="7491"/>
                      <a:pt x="55132" y="7470"/>
                    </a:cubicBezTo>
                    <a:cubicBezTo>
                      <a:pt x="54233" y="6842"/>
                      <a:pt x="53333" y="6256"/>
                      <a:pt x="52412" y="5691"/>
                    </a:cubicBezTo>
                    <a:cubicBezTo>
                      <a:pt x="52391" y="5691"/>
                      <a:pt x="52391" y="5649"/>
                      <a:pt x="52350" y="5629"/>
                    </a:cubicBezTo>
                    <a:cubicBezTo>
                      <a:pt x="51701" y="5210"/>
                      <a:pt x="51052" y="4813"/>
                      <a:pt x="50404" y="4436"/>
                    </a:cubicBezTo>
                    <a:cubicBezTo>
                      <a:pt x="49211" y="3745"/>
                      <a:pt x="48039" y="3076"/>
                      <a:pt x="46888" y="2469"/>
                    </a:cubicBezTo>
                    <a:cubicBezTo>
                      <a:pt x="46771" y="2407"/>
                      <a:pt x="46661" y="2379"/>
                      <a:pt x="46560" y="2379"/>
                    </a:cubicBezTo>
                    <a:cubicBezTo>
                      <a:pt x="46119" y="2379"/>
                      <a:pt x="45860" y="2901"/>
                      <a:pt x="46031" y="3327"/>
                    </a:cubicBezTo>
                    <a:lnTo>
                      <a:pt x="46051" y="3348"/>
                    </a:lnTo>
                    <a:cubicBezTo>
                      <a:pt x="46072" y="3432"/>
                      <a:pt x="46114" y="3515"/>
                      <a:pt x="46177" y="3599"/>
                    </a:cubicBezTo>
                    <a:cubicBezTo>
                      <a:pt x="50445" y="8118"/>
                      <a:pt x="55551" y="12722"/>
                      <a:pt x="61137" y="16007"/>
                    </a:cubicBezTo>
                    <a:cubicBezTo>
                      <a:pt x="61179" y="16049"/>
                      <a:pt x="61200" y="16049"/>
                      <a:pt x="61221" y="16069"/>
                    </a:cubicBezTo>
                    <a:cubicBezTo>
                      <a:pt x="61514" y="16258"/>
                      <a:pt x="61807" y="16404"/>
                      <a:pt x="62121" y="16572"/>
                    </a:cubicBezTo>
                    <a:cubicBezTo>
                      <a:pt x="62184" y="16613"/>
                      <a:pt x="62267" y="16634"/>
                      <a:pt x="62351" y="16697"/>
                    </a:cubicBezTo>
                    <a:cubicBezTo>
                      <a:pt x="62644" y="16844"/>
                      <a:pt x="62916" y="17011"/>
                      <a:pt x="63230" y="17157"/>
                    </a:cubicBezTo>
                    <a:cubicBezTo>
                      <a:pt x="63376" y="17220"/>
                      <a:pt x="63481" y="17304"/>
                      <a:pt x="63606" y="17346"/>
                    </a:cubicBezTo>
                    <a:cubicBezTo>
                      <a:pt x="63816" y="17450"/>
                      <a:pt x="64004" y="17555"/>
                      <a:pt x="64213" y="17639"/>
                    </a:cubicBezTo>
                    <a:cubicBezTo>
                      <a:pt x="64360" y="17722"/>
                      <a:pt x="64548" y="17785"/>
                      <a:pt x="64715" y="17869"/>
                    </a:cubicBezTo>
                    <a:cubicBezTo>
                      <a:pt x="64946" y="17973"/>
                      <a:pt x="65155" y="18078"/>
                      <a:pt x="65385" y="18183"/>
                    </a:cubicBezTo>
                    <a:cubicBezTo>
                      <a:pt x="65531" y="18266"/>
                      <a:pt x="65699" y="18308"/>
                      <a:pt x="65866" y="18392"/>
                    </a:cubicBezTo>
                    <a:lnTo>
                      <a:pt x="66410" y="18622"/>
                    </a:lnTo>
                    <a:cubicBezTo>
                      <a:pt x="66512" y="18683"/>
                      <a:pt x="66615" y="18705"/>
                      <a:pt x="66717" y="18764"/>
                    </a:cubicBezTo>
                    <a:lnTo>
                      <a:pt x="66717" y="18764"/>
                    </a:lnTo>
                    <a:cubicBezTo>
                      <a:pt x="63282" y="18461"/>
                      <a:pt x="59832" y="18310"/>
                      <a:pt x="56381" y="18310"/>
                    </a:cubicBezTo>
                    <a:cubicBezTo>
                      <a:pt x="45847" y="18310"/>
                      <a:pt x="35302" y="19722"/>
                      <a:pt x="25149" y="22556"/>
                    </a:cubicBezTo>
                    <a:cubicBezTo>
                      <a:pt x="25756" y="22221"/>
                      <a:pt x="26341" y="21865"/>
                      <a:pt x="26906" y="21510"/>
                    </a:cubicBezTo>
                    <a:cubicBezTo>
                      <a:pt x="26927" y="21489"/>
                      <a:pt x="26969" y="21447"/>
                      <a:pt x="26969" y="21426"/>
                    </a:cubicBezTo>
                    <a:lnTo>
                      <a:pt x="26969" y="21321"/>
                    </a:lnTo>
                    <a:cubicBezTo>
                      <a:pt x="26969" y="21300"/>
                      <a:pt x="26969" y="21300"/>
                      <a:pt x="26927" y="21279"/>
                    </a:cubicBezTo>
                    <a:cubicBezTo>
                      <a:pt x="27409" y="21196"/>
                      <a:pt x="27848" y="21112"/>
                      <a:pt x="28287" y="21007"/>
                    </a:cubicBezTo>
                    <a:cubicBezTo>
                      <a:pt x="28664" y="20924"/>
                      <a:pt x="28999" y="20861"/>
                      <a:pt x="29375" y="20756"/>
                    </a:cubicBezTo>
                    <a:cubicBezTo>
                      <a:pt x="29396" y="20756"/>
                      <a:pt x="29396" y="20714"/>
                      <a:pt x="29417" y="20714"/>
                    </a:cubicBezTo>
                    <a:cubicBezTo>
                      <a:pt x="29543" y="20673"/>
                      <a:pt x="29543" y="20547"/>
                      <a:pt x="29501" y="20442"/>
                    </a:cubicBezTo>
                    <a:cubicBezTo>
                      <a:pt x="29480" y="20380"/>
                      <a:pt x="29417" y="20338"/>
                      <a:pt x="29375" y="20296"/>
                    </a:cubicBezTo>
                    <a:cubicBezTo>
                      <a:pt x="27701" y="19710"/>
                      <a:pt x="25881" y="19354"/>
                      <a:pt x="23998" y="19208"/>
                    </a:cubicBezTo>
                    <a:lnTo>
                      <a:pt x="23935" y="19208"/>
                    </a:lnTo>
                    <a:cubicBezTo>
                      <a:pt x="23580" y="19187"/>
                      <a:pt x="23224" y="19145"/>
                      <a:pt x="22889" y="19124"/>
                    </a:cubicBezTo>
                    <a:lnTo>
                      <a:pt x="22722" y="19124"/>
                    </a:lnTo>
                    <a:cubicBezTo>
                      <a:pt x="22408" y="19124"/>
                      <a:pt x="22073" y="19103"/>
                      <a:pt x="21759" y="19103"/>
                    </a:cubicBezTo>
                    <a:lnTo>
                      <a:pt x="20295" y="19103"/>
                    </a:lnTo>
                    <a:cubicBezTo>
                      <a:pt x="20002" y="19103"/>
                      <a:pt x="19751" y="19124"/>
                      <a:pt x="19458" y="19124"/>
                    </a:cubicBezTo>
                    <a:cubicBezTo>
                      <a:pt x="19332" y="19124"/>
                      <a:pt x="19186" y="19145"/>
                      <a:pt x="19060" y="19145"/>
                    </a:cubicBezTo>
                    <a:cubicBezTo>
                      <a:pt x="18830" y="19187"/>
                      <a:pt x="18558" y="19187"/>
                      <a:pt x="18328" y="19208"/>
                    </a:cubicBezTo>
                    <a:cubicBezTo>
                      <a:pt x="18181" y="19229"/>
                      <a:pt x="18014" y="19229"/>
                      <a:pt x="17867" y="19250"/>
                    </a:cubicBezTo>
                    <a:cubicBezTo>
                      <a:pt x="17658" y="19292"/>
                      <a:pt x="17407" y="19313"/>
                      <a:pt x="17198" y="19334"/>
                    </a:cubicBezTo>
                    <a:cubicBezTo>
                      <a:pt x="17030" y="19354"/>
                      <a:pt x="16842" y="19396"/>
                      <a:pt x="16654" y="19396"/>
                    </a:cubicBezTo>
                    <a:cubicBezTo>
                      <a:pt x="16466" y="19417"/>
                      <a:pt x="16256" y="19438"/>
                      <a:pt x="16089" y="19459"/>
                    </a:cubicBezTo>
                    <a:cubicBezTo>
                      <a:pt x="15880" y="19501"/>
                      <a:pt x="15670" y="19522"/>
                      <a:pt x="15482" y="19543"/>
                    </a:cubicBezTo>
                    <a:cubicBezTo>
                      <a:pt x="15294" y="19564"/>
                      <a:pt x="15147" y="19606"/>
                      <a:pt x="14959" y="19626"/>
                    </a:cubicBezTo>
                    <a:cubicBezTo>
                      <a:pt x="14750" y="19647"/>
                      <a:pt x="14520" y="19710"/>
                      <a:pt x="14310" y="19731"/>
                    </a:cubicBezTo>
                    <a:cubicBezTo>
                      <a:pt x="14143" y="19752"/>
                      <a:pt x="13955" y="19773"/>
                      <a:pt x="13808" y="19836"/>
                    </a:cubicBezTo>
                    <a:cubicBezTo>
                      <a:pt x="13599" y="19878"/>
                      <a:pt x="13390" y="19919"/>
                      <a:pt x="13181" y="19961"/>
                    </a:cubicBezTo>
                    <a:cubicBezTo>
                      <a:pt x="12971" y="20024"/>
                      <a:pt x="12741" y="20045"/>
                      <a:pt x="12532" y="20087"/>
                    </a:cubicBezTo>
                    <a:cubicBezTo>
                      <a:pt x="12364" y="20129"/>
                      <a:pt x="12218" y="20170"/>
                      <a:pt x="12051" y="20191"/>
                    </a:cubicBezTo>
                    <a:cubicBezTo>
                      <a:pt x="12030" y="20191"/>
                      <a:pt x="12009" y="20191"/>
                      <a:pt x="11967" y="20233"/>
                    </a:cubicBezTo>
                    <a:cubicBezTo>
                      <a:pt x="11611" y="20296"/>
                      <a:pt x="11276" y="20380"/>
                      <a:pt x="10900" y="20484"/>
                    </a:cubicBezTo>
                    <a:cubicBezTo>
                      <a:pt x="10889" y="20474"/>
                      <a:pt x="10863" y="20469"/>
                      <a:pt x="10829" y="20469"/>
                    </a:cubicBezTo>
                    <a:cubicBezTo>
                      <a:pt x="10795" y="20469"/>
                      <a:pt x="10753" y="20474"/>
                      <a:pt x="10712" y="20484"/>
                    </a:cubicBezTo>
                    <a:cubicBezTo>
                      <a:pt x="10544" y="20568"/>
                      <a:pt x="10293" y="20610"/>
                      <a:pt x="10126" y="20694"/>
                    </a:cubicBezTo>
                    <a:cubicBezTo>
                      <a:pt x="7092" y="21489"/>
                      <a:pt x="4204" y="22493"/>
                      <a:pt x="1756" y="23581"/>
                    </a:cubicBezTo>
                    <a:cubicBezTo>
                      <a:pt x="1401" y="23719"/>
                      <a:pt x="1381" y="24341"/>
                      <a:pt x="1801" y="24341"/>
                    </a:cubicBezTo>
                    <a:cubicBezTo>
                      <a:pt x="1826" y="24341"/>
                      <a:pt x="1853" y="24339"/>
                      <a:pt x="1882" y="24334"/>
                    </a:cubicBezTo>
                    <a:cubicBezTo>
                      <a:pt x="2279" y="24272"/>
                      <a:pt x="2656" y="24209"/>
                      <a:pt x="3053" y="24146"/>
                    </a:cubicBezTo>
                    <a:lnTo>
                      <a:pt x="3074" y="24146"/>
                    </a:lnTo>
                    <a:cubicBezTo>
                      <a:pt x="7510" y="23476"/>
                      <a:pt x="11925" y="22786"/>
                      <a:pt x="16340" y="22221"/>
                    </a:cubicBezTo>
                    <a:cubicBezTo>
                      <a:pt x="16926" y="22137"/>
                      <a:pt x="17470" y="22075"/>
                      <a:pt x="18077" y="22033"/>
                    </a:cubicBezTo>
                    <a:lnTo>
                      <a:pt x="18244" y="22033"/>
                    </a:lnTo>
                    <a:cubicBezTo>
                      <a:pt x="19960" y="21907"/>
                      <a:pt x="21696" y="21823"/>
                      <a:pt x="23412" y="21698"/>
                    </a:cubicBezTo>
                    <a:lnTo>
                      <a:pt x="23433" y="21698"/>
                    </a:lnTo>
                    <a:cubicBezTo>
                      <a:pt x="22994" y="21761"/>
                      <a:pt x="22575" y="21844"/>
                      <a:pt x="22115" y="21928"/>
                    </a:cubicBezTo>
                    <a:cubicBezTo>
                      <a:pt x="21906" y="21949"/>
                      <a:pt x="21696" y="22012"/>
                      <a:pt x="21487" y="22054"/>
                    </a:cubicBezTo>
                    <a:cubicBezTo>
                      <a:pt x="21278" y="22116"/>
                      <a:pt x="21069" y="22137"/>
                      <a:pt x="20859" y="22179"/>
                    </a:cubicBezTo>
                    <a:cubicBezTo>
                      <a:pt x="20587" y="22242"/>
                      <a:pt x="20295" y="22284"/>
                      <a:pt x="20002" y="22367"/>
                    </a:cubicBezTo>
                    <a:cubicBezTo>
                      <a:pt x="19897" y="22388"/>
                      <a:pt x="19792" y="22430"/>
                      <a:pt x="19667" y="22451"/>
                    </a:cubicBezTo>
                    <a:cubicBezTo>
                      <a:pt x="13160" y="23811"/>
                      <a:pt x="6631" y="25883"/>
                      <a:pt x="501" y="27829"/>
                    </a:cubicBezTo>
                    <a:cubicBezTo>
                      <a:pt x="292" y="27912"/>
                      <a:pt x="145" y="28080"/>
                      <a:pt x="103" y="28226"/>
                    </a:cubicBezTo>
                    <a:cubicBezTo>
                      <a:pt x="1" y="28615"/>
                      <a:pt x="199" y="29064"/>
                      <a:pt x="677" y="29064"/>
                    </a:cubicBezTo>
                    <a:cubicBezTo>
                      <a:pt x="688" y="29064"/>
                      <a:pt x="699" y="29063"/>
                      <a:pt x="710" y="29063"/>
                    </a:cubicBezTo>
                    <a:cubicBezTo>
                      <a:pt x="1714" y="29021"/>
                      <a:pt x="2761" y="28937"/>
                      <a:pt x="3807" y="28833"/>
                    </a:cubicBezTo>
                    <a:cubicBezTo>
                      <a:pt x="6631" y="28561"/>
                      <a:pt x="9498" y="28101"/>
                      <a:pt x="12281" y="27452"/>
                    </a:cubicBezTo>
                    <a:lnTo>
                      <a:pt x="12323" y="27452"/>
                    </a:lnTo>
                    <a:cubicBezTo>
                      <a:pt x="12657" y="27368"/>
                      <a:pt x="13013" y="27285"/>
                      <a:pt x="13369" y="27180"/>
                    </a:cubicBezTo>
                    <a:cubicBezTo>
                      <a:pt x="13411" y="27159"/>
                      <a:pt x="13473" y="27159"/>
                      <a:pt x="13536" y="27138"/>
                    </a:cubicBezTo>
                    <a:cubicBezTo>
                      <a:pt x="14206" y="26971"/>
                      <a:pt x="14854" y="26782"/>
                      <a:pt x="15482" y="26615"/>
                    </a:cubicBezTo>
                    <a:cubicBezTo>
                      <a:pt x="15524" y="26573"/>
                      <a:pt x="15587" y="26573"/>
                      <a:pt x="15629" y="26552"/>
                    </a:cubicBezTo>
                    <a:cubicBezTo>
                      <a:pt x="15880" y="26468"/>
                      <a:pt x="16089" y="26427"/>
                      <a:pt x="16319" y="26343"/>
                    </a:cubicBezTo>
                    <a:cubicBezTo>
                      <a:pt x="16549" y="26259"/>
                      <a:pt x="16758" y="26217"/>
                      <a:pt x="16989" y="26134"/>
                    </a:cubicBezTo>
                    <a:cubicBezTo>
                      <a:pt x="17177" y="26092"/>
                      <a:pt x="17365" y="26008"/>
                      <a:pt x="17554" y="25945"/>
                    </a:cubicBezTo>
                    <a:cubicBezTo>
                      <a:pt x="17888" y="25841"/>
                      <a:pt x="18223" y="25715"/>
                      <a:pt x="18558" y="25590"/>
                    </a:cubicBezTo>
                    <a:lnTo>
                      <a:pt x="18809" y="25506"/>
                    </a:lnTo>
                    <a:cubicBezTo>
                      <a:pt x="19248" y="25360"/>
                      <a:pt x="19688" y="25171"/>
                      <a:pt x="20127" y="24983"/>
                    </a:cubicBezTo>
                    <a:lnTo>
                      <a:pt x="20295" y="24899"/>
                    </a:lnTo>
                    <a:cubicBezTo>
                      <a:pt x="20713" y="24753"/>
                      <a:pt x="21111" y="24564"/>
                      <a:pt x="21529" y="24376"/>
                    </a:cubicBezTo>
                    <a:cubicBezTo>
                      <a:pt x="21550" y="24355"/>
                      <a:pt x="21592" y="24355"/>
                      <a:pt x="21634" y="24334"/>
                    </a:cubicBezTo>
                    <a:cubicBezTo>
                      <a:pt x="22094" y="24125"/>
                      <a:pt x="22596" y="23895"/>
                      <a:pt x="23036" y="23686"/>
                    </a:cubicBezTo>
                    <a:cubicBezTo>
                      <a:pt x="24458" y="23267"/>
                      <a:pt x="25860" y="22891"/>
                      <a:pt x="27283" y="22535"/>
                    </a:cubicBezTo>
                    <a:lnTo>
                      <a:pt x="27283" y="22535"/>
                    </a:lnTo>
                    <a:cubicBezTo>
                      <a:pt x="25839" y="23414"/>
                      <a:pt x="24458" y="24460"/>
                      <a:pt x="23119" y="25527"/>
                    </a:cubicBezTo>
                    <a:cubicBezTo>
                      <a:pt x="22115" y="26343"/>
                      <a:pt x="21131" y="27180"/>
                      <a:pt x="20127" y="28017"/>
                    </a:cubicBezTo>
                    <a:cubicBezTo>
                      <a:pt x="18558" y="29356"/>
                      <a:pt x="16968" y="30653"/>
                      <a:pt x="15294" y="31804"/>
                    </a:cubicBezTo>
                    <a:cubicBezTo>
                      <a:pt x="15001" y="31992"/>
                      <a:pt x="14750" y="32181"/>
                      <a:pt x="14457" y="32369"/>
                    </a:cubicBezTo>
                    <a:cubicBezTo>
                      <a:pt x="14373" y="32411"/>
                      <a:pt x="14310" y="32474"/>
                      <a:pt x="14206" y="32536"/>
                    </a:cubicBezTo>
                    <a:cubicBezTo>
                      <a:pt x="13934" y="32704"/>
                      <a:pt x="13683" y="32892"/>
                      <a:pt x="13411" y="33038"/>
                    </a:cubicBezTo>
                    <a:cubicBezTo>
                      <a:pt x="13285" y="33122"/>
                      <a:pt x="13118" y="33227"/>
                      <a:pt x="12992" y="33311"/>
                    </a:cubicBezTo>
                    <a:cubicBezTo>
                      <a:pt x="12364" y="33687"/>
                      <a:pt x="11737" y="34085"/>
                      <a:pt x="11109" y="34461"/>
                    </a:cubicBezTo>
                    <a:lnTo>
                      <a:pt x="11130" y="34461"/>
                    </a:lnTo>
                    <a:cubicBezTo>
                      <a:pt x="8787" y="35884"/>
                      <a:pt x="6380" y="37244"/>
                      <a:pt x="4058" y="38667"/>
                    </a:cubicBezTo>
                    <a:cubicBezTo>
                      <a:pt x="4016" y="38667"/>
                      <a:pt x="3995" y="38667"/>
                      <a:pt x="3995" y="38688"/>
                    </a:cubicBezTo>
                    <a:cubicBezTo>
                      <a:pt x="3346" y="39064"/>
                      <a:pt x="2719" y="39441"/>
                      <a:pt x="2091" y="39860"/>
                    </a:cubicBezTo>
                    <a:cubicBezTo>
                      <a:pt x="1453" y="40285"/>
                      <a:pt x="1834" y="41175"/>
                      <a:pt x="2490" y="41175"/>
                    </a:cubicBezTo>
                    <a:cubicBezTo>
                      <a:pt x="2543" y="41175"/>
                      <a:pt x="2599" y="41170"/>
                      <a:pt x="2656" y="41157"/>
                    </a:cubicBezTo>
                    <a:cubicBezTo>
                      <a:pt x="2949" y="41094"/>
                      <a:pt x="3263" y="41010"/>
                      <a:pt x="3556" y="40906"/>
                    </a:cubicBezTo>
                    <a:cubicBezTo>
                      <a:pt x="10168" y="39190"/>
                      <a:pt x="17826" y="34838"/>
                      <a:pt x="22994" y="29272"/>
                    </a:cubicBezTo>
                    <a:lnTo>
                      <a:pt x="23015" y="29251"/>
                    </a:lnTo>
                    <a:cubicBezTo>
                      <a:pt x="23224" y="29021"/>
                      <a:pt x="23454" y="28770"/>
                      <a:pt x="23663" y="28540"/>
                    </a:cubicBezTo>
                    <a:cubicBezTo>
                      <a:pt x="23768" y="28435"/>
                      <a:pt x="23852" y="28331"/>
                      <a:pt x="23956" y="28205"/>
                    </a:cubicBezTo>
                    <a:cubicBezTo>
                      <a:pt x="24040" y="28121"/>
                      <a:pt x="24103" y="28017"/>
                      <a:pt x="24165" y="27933"/>
                    </a:cubicBezTo>
                    <a:cubicBezTo>
                      <a:pt x="24312" y="27724"/>
                      <a:pt x="24479" y="27557"/>
                      <a:pt x="24626" y="27347"/>
                    </a:cubicBezTo>
                    <a:cubicBezTo>
                      <a:pt x="24688" y="27285"/>
                      <a:pt x="24709" y="27243"/>
                      <a:pt x="24772" y="27180"/>
                    </a:cubicBezTo>
                    <a:cubicBezTo>
                      <a:pt x="25128" y="26720"/>
                      <a:pt x="25463" y="26238"/>
                      <a:pt x="25777" y="25778"/>
                    </a:cubicBezTo>
                    <a:cubicBezTo>
                      <a:pt x="25777" y="25778"/>
                      <a:pt x="25777" y="25736"/>
                      <a:pt x="25818" y="25736"/>
                    </a:cubicBezTo>
                    <a:cubicBezTo>
                      <a:pt x="26488" y="24732"/>
                      <a:pt x="27095" y="23644"/>
                      <a:pt x="27555" y="22577"/>
                    </a:cubicBezTo>
                    <a:cubicBezTo>
                      <a:pt x="27597" y="22535"/>
                      <a:pt x="27555" y="22472"/>
                      <a:pt x="27534" y="22451"/>
                    </a:cubicBezTo>
                    <a:cubicBezTo>
                      <a:pt x="29020" y="22075"/>
                      <a:pt x="30526" y="21740"/>
                      <a:pt x="32012" y="21426"/>
                    </a:cubicBezTo>
                    <a:lnTo>
                      <a:pt x="32012" y="21426"/>
                    </a:lnTo>
                    <a:cubicBezTo>
                      <a:pt x="28329" y="25171"/>
                      <a:pt x="25463" y="29649"/>
                      <a:pt x="22052" y="33583"/>
                    </a:cubicBezTo>
                    <a:cubicBezTo>
                      <a:pt x="21947" y="33729"/>
                      <a:pt x="21843" y="33834"/>
                      <a:pt x="21738" y="33959"/>
                    </a:cubicBezTo>
                    <a:cubicBezTo>
                      <a:pt x="21027" y="34775"/>
                      <a:pt x="20315" y="35549"/>
                      <a:pt x="19604" y="36365"/>
                    </a:cubicBezTo>
                    <a:cubicBezTo>
                      <a:pt x="17365" y="38876"/>
                      <a:pt x="15085" y="41366"/>
                      <a:pt x="12804" y="43835"/>
                    </a:cubicBezTo>
                    <a:lnTo>
                      <a:pt x="12783" y="43835"/>
                    </a:lnTo>
                    <a:cubicBezTo>
                      <a:pt x="12323" y="44358"/>
                      <a:pt x="11841" y="44860"/>
                      <a:pt x="11381" y="45383"/>
                    </a:cubicBezTo>
                    <a:cubicBezTo>
                      <a:pt x="11130" y="45655"/>
                      <a:pt x="11297" y="46074"/>
                      <a:pt x="11590" y="46179"/>
                    </a:cubicBezTo>
                    <a:cubicBezTo>
                      <a:pt x="11631" y="46195"/>
                      <a:pt x="11678" y="46205"/>
                      <a:pt x="11727" y="46205"/>
                    </a:cubicBezTo>
                    <a:cubicBezTo>
                      <a:pt x="11805" y="46205"/>
                      <a:pt x="11890" y="46180"/>
                      <a:pt x="11967" y="46116"/>
                    </a:cubicBezTo>
                    <a:cubicBezTo>
                      <a:pt x="20211" y="40173"/>
                      <a:pt x="28873" y="31218"/>
                      <a:pt x="32137" y="21384"/>
                    </a:cubicBezTo>
                    <a:cubicBezTo>
                      <a:pt x="37138" y="20338"/>
                      <a:pt x="42243" y="19626"/>
                      <a:pt x="47391" y="19229"/>
                    </a:cubicBezTo>
                    <a:lnTo>
                      <a:pt x="47391" y="19229"/>
                    </a:lnTo>
                    <a:cubicBezTo>
                      <a:pt x="47370" y="19250"/>
                      <a:pt x="47328" y="19250"/>
                      <a:pt x="47307" y="19292"/>
                    </a:cubicBezTo>
                    <a:cubicBezTo>
                      <a:pt x="46951" y="19543"/>
                      <a:pt x="46596" y="19815"/>
                      <a:pt x="46240" y="20066"/>
                    </a:cubicBezTo>
                    <a:cubicBezTo>
                      <a:pt x="46156" y="20129"/>
                      <a:pt x="46156" y="20254"/>
                      <a:pt x="46261" y="20275"/>
                    </a:cubicBezTo>
                    <a:cubicBezTo>
                      <a:pt x="46344" y="20296"/>
                      <a:pt x="43185" y="26217"/>
                      <a:pt x="41260" y="29691"/>
                    </a:cubicBezTo>
                    <a:cubicBezTo>
                      <a:pt x="40590" y="30946"/>
                      <a:pt x="40067" y="31888"/>
                      <a:pt x="39900" y="32097"/>
                    </a:cubicBezTo>
                    <a:cubicBezTo>
                      <a:pt x="39170" y="33200"/>
                      <a:pt x="38427" y="34291"/>
                      <a:pt x="37682" y="35388"/>
                    </a:cubicBezTo>
                    <a:lnTo>
                      <a:pt x="37682" y="35388"/>
                    </a:lnTo>
                    <a:cubicBezTo>
                      <a:pt x="38801" y="33696"/>
                      <a:pt x="39806" y="31949"/>
                      <a:pt x="40632" y="30172"/>
                    </a:cubicBezTo>
                    <a:cubicBezTo>
                      <a:pt x="40779" y="29900"/>
                      <a:pt x="40883" y="29649"/>
                      <a:pt x="41009" y="29377"/>
                    </a:cubicBezTo>
                    <a:cubicBezTo>
                      <a:pt x="41030" y="29356"/>
                      <a:pt x="41030" y="29293"/>
                      <a:pt x="41051" y="29272"/>
                    </a:cubicBezTo>
                    <a:cubicBezTo>
                      <a:pt x="41155" y="29042"/>
                      <a:pt x="41260" y="28770"/>
                      <a:pt x="41365" y="28540"/>
                    </a:cubicBezTo>
                    <a:cubicBezTo>
                      <a:pt x="41406" y="28498"/>
                      <a:pt x="41427" y="28435"/>
                      <a:pt x="41427" y="28393"/>
                    </a:cubicBezTo>
                    <a:cubicBezTo>
                      <a:pt x="41532" y="28142"/>
                      <a:pt x="41616" y="27912"/>
                      <a:pt x="41720" y="27661"/>
                    </a:cubicBezTo>
                    <a:lnTo>
                      <a:pt x="41720" y="27619"/>
                    </a:lnTo>
                    <a:cubicBezTo>
                      <a:pt x="41867" y="27201"/>
                      <a:pt x="41992" y="26824"/>
                      <a:pt x="42139" y="26406"/>
                    </a:cubicBezTo>
                    <a:cubicBezTo>
                      <a:pt x="42181" y="26238"/>
                      <a:pt x="42243" y="26050"/>
                      <a:pt x="42285" y="25904"/>
                    </a:cubicBezTo>
                    <a:cubicBezTo>
                      <a:pt x="42306" y="25778"/>
                      <a:pt x="42369" y="25632"/>
                      <a:pt x="42390" y="25506"/>
                    </a:cubicBezTo>
                    <a:cubicBezTo>
                      <a:pt x="42453" y="25318"/>
                      <a:pt x="42494" y="25108"/>
                      <a:pt x="42557" y="24941"/>
                    </a:cubicBezTo>
                    <a:cubicBezTo>
                      <a:pt x="42578" y="24795"/>
                      <a:pt x="42599" y="24690"/>
                      <a:pt x="42620" y="24564"/>
                    </a:cubicBezTo>
                    <a:cubicBezTo>
                      <a:pt x="42683" y="24355"/>
                      <a:pt x="42725" y="24146"/>
                      <a:pt x="42766" y="23958"/>
                    </a:cubicBezTo>
                    <a:cubicBezTo>
                      <a:pt x="42787" y="23853"/>
                      <a:pt x="42808" y="23748"/>
                      <a:pt x="42808" y="23644"/>
                    </a:cubicBezTo>
                    <a:cubicBezTo>
                      <a:pt x="42871" y="23435"/>
                      <a:pt x="42892" y="23204"/>
                      <a:pt x="42913" y="22995"/>
                    </a:cubicBezTo>
                    <a:cubicBezTo>
                      <a:pt x="42934" y="22891"/>
                      <a:pt x="42934" y="22807"/>
                      <a:pt x="42976" y="22702"/>
                    </a:cubicBezTo>
                    <a:cubicBezTo>
                      <a:pt x="42997" y="22451"/>
                      <a:pt x="43038" y="22179"/>
                      <a:pt x="43080" y="21949"/>
                    </a:cubicBezTo>
                    <a:cubicBezTo>
                      <a:pt x="43080" y="21907"/>
                      <a:pt x="43101" y="21844"/>
                      <a:pt x="43101" y="21761"/>
                    </a:cubicBezTo>
                    <a:cubicBezTo>
                      <a:pt x="43122" y="21447"/>
                      <a:pt x="43143" y="21112"/>
                      <a:pt x="43185" y="20798"/>
                    </a:cubicBezTo>
                    <a:cubicBezTo>
                      <a:pt x="43185" y="20652"/>
                      <a:pt x="43080" y="20547"/>
                      <a:pt x="42934" y="20484"/>
                    </a:cubicBezTo>
                    <a:cubicBezTo>
                      <a:pt x="42894" y="20471"/>
                      <a:pt x="42852" y="20464"/>
                      <a:pt x="42810" y="20464"/>
                    </a:cubicBezTo>
                    <a:cubicBezTo>
                      <a:pt x="42720" y="20464"/>
                      <a:pt x="42629" y="20497"/>
                      <a:pt x="42557" y="20568"/>
                    </a:cubicBezTo>
                    <a:cubicBezTo>
                      <a:pt x="42474" y="20673"/>
                      <a:pt x="42390" y="20756"/>
                      <a:pt x="42306" y="20861"/>
                    </a:cubicBezTo>
                    <a:cubicBezTo>
                      <a:pt x="42097" y="21091"/>
                      <a:pt x="41930" y="21300"/>
                      <a:pt x="41720" y="21531"/>
                    </a:cubicBezTo>
                    <a:cubicBezTo>
                      <a:pt x="41658" y="21593"/>
                      <a:pt x="41720" y="21656"/>
                      <a:pt x="41783" y="21656"/>
                    </a:cubicBezTo>
                    <a:cubicBezTo>
                      <a:pt x="41344" y="21865"/>
                      <a:pt x="40883" y="22242"/>
                      <a:pt x="40423" y="22744"/>
                    </a:cubicBezTo>
                    <a:cubicBezTo>
                      <a:pt x="38205" y="25192"/>
                      <a:pt x="36134" y="30632"/>
                      <a:pt x="34836" y="32787"/>
                    </a:cubicBezTo>
                    <a:cubicBezTo>
                      <a:pt x="33581" y="34817"/>
                      <a:pt x="32305" y="36826"/>
                      <a:pt x="31007" y="38813"/>
                    </a:cubicBezTo>
                    <a:cubicBezTo>
                      <a:pt x="31070" y="38772"/>
                      <a:pt x="31091" y="38709"/>
                      <a:pt x="31154" y="38667"/>
                    </a:cubicBezTo>
                    <a:lnTo>
                      <a:pt x="31154" y="38667"/>
                    </a:lnTo>
                    <a:cubicBezTo>
                      <a:pt x="30422" y="39818"/>
                      <a:pt x="29647" y="40969"/>
                      <a:pt x="28894" y="42119"/>
                    </a:cubicBezTo>
                    <a:lnTo>
                      <a:pt x="28873" y="42119"/>
                    </a:lnTo>
                    <a:cubicBezTo>
                      <a:pt x="28162" y="43186"/>
                      <a:pt x="27450" y="44254"/>
                      <a:pt x="26718" y="45342"/>
                    </a:cubicBezTo>
                    <a:lnTo>
                      <a:pt x="26697" y="45342"/>
                    </a:lnTo>
                    <a:cubicBezTo>
                      <a:pt x="26509" y="45614"/>
                      <a:pt x="26341" y="45886"/>
                      <a:pt x="26153" y="46137"/>
                    </a:cubicBezTo>
                    <a:cubicBezTo>
                      <a:pt x="26153" y="46179"/>
                      <a:pt x="26132" y="46179"/>
                      <a:pt x="26132" y="46199"/>
                    </a:cubicBezTo>
                    <a:lnTo>
                      <a:pt x="26090" y="46199"/>
                    </a:lnTo>
                    <a:cubicBezTo>
                      <a:pt x="25944" y="46492"/>
                      <a:pt x="26028" y="46764"/>
                      <a:pt x="26195" y="46953"/>
                    </a:cubicBezTo>
                    <a:cubicBezTo>
                      <a:pt x="26237" y="46953"/>
                      <a:pt x="26237" y="46974"/>
                      <a:pt x="26258" y="47015"/>
                    </a:cubicBezTo>
                    <a:cubicBezTo>
                      <a:pt x="26362" y="47120"/>
                      <a:pt x="26488" y="47162"/>
                      <a:pt x="26655" y="47183"/>
                    </a:cubicBezTo>
                    <a:cubicBezTo>
                      <a:pt x="26736" y="47203"/>
                      <a:pt x="26820" y="47215"/>
                      <a:pt x="26902" y="47215"/>
                    </a:cubicBezTo>
                    <a:cubicBezTo>
                      <a:pt x="27075" y="47215"/>
                      <a:pt x="27246" y="47164"/>
                      <a:pt x="27388" y="47036"/>
                    </a:cubicBezTo>
                    <a:cubicBezTo>
                      <a:pt x="30422" y="44358"/>
                      <a:pt x="33665" y="40969"/>
                      <a:pt x="36427" y="37181"/>
                    </a:cubicBezTo>
                    <a:lnTo>
                      <a:pt x="36427" y="37181"/>
                    </a:lnTo>
                    <a:cubicBezTo>
                      <a:pt x="35046" y="39127"/>
                      <a:pt x="33602" y="41073"/>
                      <a:pt x="32137" y="42998"/>
                    </a:cubicBezTo>
                    <a:lnTo>
                      <a:pt x="32137" y="43040"/>
                    </a:lnTo>
                    <a:cubicBezTo>
                      <a:pt x="31635" y="43689"/>
                      <a:pt x="31154" y="44316"/>
                      <a:pt x="30652" y="44965"/>
                    </a:cubicBezTo>
                    <a:cubicBezTo>
                      <a:pt x="30463" y="45195"/>
                      <a:pt x="30484" y="45509"/>
                      <a:pt x="30631" y="45760"/>
                    </a:cubicBezTo>
                    <a:cubicBezTo>
                      <a:pt x="30673" y="45823"/>
                      <a:pt x="30735" y="45886"/>
                      <a:pt x="30798" y="45927"/>
                    </a:cubicBezTo>
                    <a:cubicBezTo>
                      <a:pt x="30895" y="46003"/>
                      <a:pt x="31004" y="46045"/>
                      <a:pt x="31121" y="46045"/>
                    </a:cubicBezTo>
                    <a:cubicBezTo>
                      <a:pt x="31230" y="46045"/>
                      <a:pt x="31346" y="46008"/>
                      <a:pt x="31468" y="45927"/>
                    </a:cubicBezTo>
                    <a:cubicBezTo>
                      <a:pt x="32535" y="45153"/>
                      <a:pt x="33581" y="44337"/>
                      <a:pt x="34606" y="43458"/>
                    </a:cubicBezTo>
                    <a:lnTo>
                      <a:pt x="34606" y="43417"/>
                    </a:lnTo>
                    <a:cubicBezTo>
                      <a:pt x="34920" y="43166"/>
                      <a:pt x="35234" y="42873"/>
                      <a:pt x="35506" y="42622"/>
                    </a:cubicBezTo>
                    <a:cubicBezTo>
                      <a:pt x="35506" y="42622"/>
                      <a:pt x="35506" y="42580"/>
                      <a:pt x="35548" y="42580"/>
                    </a:cubicBezTo>
                    <a:cubicBezTo>
                      <a:pt x="36908" y="41324"/>
                      <a:pt x="38184" y="40006"/>
                      <a:pt x="39377" y="38604"/>
                    </a:cubicBezTo>
                    <a:cubicBezTo>
                      <a:pt x="41762" y="35779"/>
                      <a:pt x="43813" y="32683"/>
                      <a:pt x="45382" y="29356"/>
                    </a:cubicBezTo>
                    <a:cubicBezTo>
                      <a:pt x="45424" y="29251"/>
                      <a:pt x="45487" y="29147"/>
                      <a:pt x="45507" y="29063"/>
                    </a:cubicBezTo>
                    <a:cubicBezTo>
                      <a:pt x="45612" y="28833"/>
                      <a:pt x="45717" y="28624"/>
                      <a:pt x="45821" y="28393"/>
                    </a:cubicBezTo>
                    <a:cubicBezTo>
                      <a:pt x="45863" y="28247"/>
                      <a:pt x="45926" y="28121"/>
                      <a:pt x="46010" y="27975"/>
                    </a:cubicBezTo>
                    <a:cubicBezTo>
                      <a:pt x="46072" y="27766"/>
                      <a:pt x="46177" y="27557"/>
                      <a:pt x="46261" y="27305"/>
                    </a:cubicBezTo>
                    <a:cubicBezTo>
                      <a:pt x="46324" y="27159"/>
                      <a:pt x="46386" y="26992"/>
                      <a:pt x="46449" y="26845"/>
                    </a:cubicBezTo>
                    <a:lnTo>
                      <a:pt x="46679" y="26217"/>
                    </a:lnTo>
                    <a:lnTo>
                      <a:pt x="46993" y="25360"/>
                    </a:lnTo>
                    <a:lnTo>
                      <a:pt x="47223" y="24648"/>
                    </a:lnTo>
                    <a:cubicBezTo>
                      <a:pt x="47286" y="24460"/>
                      <a:pt x="47328" y="24272"/>
                      <a:pt x="47412" y="24104"/>
                    </a:cubicBezTo>
                    <a:cubicBezTo>
                      <a:pt x="47474" y="23895"/>
                      <a:pt x="47516" y="23707"/>
                      <a:pt x="47579" y="23497"/>
                    </a:cubicBezTo>
                    <a:lnTo>
                      <a:pt x="47725" y="22953"/>
                    </a:lnTo>
                    <a:cubicBezTo>
                      <a:pt x="47788" y="22744"/>
                      <a:pt x="47830" y="22556"/>
                      <a:pt x="47893" y="22347"/>
                    </a:cubicBezTo>
                    <a:cubicBezTo>
                      <a:pt x="47935" y="22158"/>
                      <a:pt x="47956" y="21970"/>
                      <a:pt x="48018" y="21823"/>
                    </a:cubicBezTo>
                    <a:cubicBezTo>
                      <a:pt x="48060" y="21614"/>
                      <a:pt x="48123" y="21405"/>
                      <a:pt x="48144" y="21196"/>
                    </a:cubicBezTo>
                    <a:cubicBezTo>
                      <a:pt x="48165" y="21028"/>
                      <a:pt x="48207" y="20861"/>
                      <a:pt x="48248" y="20694"/>
                    </a:cubicBezTo>
                    <a:cubicBezTo>
                      <a:pt x="48269" y="20484"/>
                      <a:pt x="48332" y="20296"/>
                      <a:pt x="48353" y="20087"/>
                    </a:cubicBezTo>
                    <a:cubicBezTo>
                      <a:pt x="48416" y="19752"/>
                      <a:pt x="48207" y="19417"/>
                      <a:pt x="47893" y="19292"/>
                    </a:cubicBezTo>
                    <a:cubicBezTo>
                      <a:pt x="50720" y="19079"/>
                      <a:pt x="53566" y="18973"/>
                      <a:pt x="56425" y="18973"/>
                    </a:cubicBezTo>
                    <a:cubicBezTo>
                      <a:pt x="59744" y="18973"/>
                      <a:pt x="63082" y="19115"/>
                      <a:pt x="66431" y="19396"/>
                    </a:cubicBezTo>
                    <a:cubicBezTo>
                      <a:pt x="66159" y="19647"/>
                      <a:pt x="65908" y="19940"/>
                      <a:pt x="65678" y="20233"/>
                    </a:cubicBezTo>
                    <a:cubicBezTo>
                      <a:pt x="65615" y="20275"/>
                      <a:pt x="65594" y="20338"/>
                      <a:pt x="65531" y="20380"/>
                    </a:cubicBezTo>
                    <a:cubicBezTo>
                      <a:pt x="65406" y="20547"/>
                      <a:pt x="65301" y="20694"/>
                      <a:pt x="65176" y="20861"/>
                    </a:cubicBezTo>
                    <a:cubicBezTo>
                      <a:pt x="65113" y="20924"/>
                      <a:pt x="65071" y="20986"/>
                      <a:pt x="65008" y="21070"/>
                    </a:cubicBezTo>
                    <a:cubicBezTo>
                      <a:pt x="64904" y="21217"/>
                      <a:pt x="64778" y="21384"/>
                      <a:pt x="64674" y="21531"/>
                    </a:cubicBezTo>
                    <a:lnTo>
                      <a:pt x="64527" y="21761"/>
                    </a:lnTo>
                    <a:lnTo>
                      <a:pt x="64213" y="22242"/>
                    </a:lnTo>
                    <a:cubicBezTo>
                      <a:pt x="64150" y="22326"/>
                      <a:pt x="64109" y="22388"/>
                      <a:pt x="64046" y="22493"/>
                    </a:cubicBezTo>
                    <a:cubicBezTo>
                      <a:pt x="63941" y="22660"/>
                      <a:pt x="63837" y="22807"/>
                      <a:pt x="63753" y="22995"/>
                    </a:cubicBezTo>
                    <a:cubicBezTo>
                      <a:pt x="63711" y="23079"/>
                      <a:pt x="63648" y="23183"/>
                      <a:pt x="63606" y="23267"/>
                    </a:cubicBezTo>
                    <a:cubicBezTo>
                      <a:pt x="63502" y="23414"/>
                      <a:pt x="63418" y="23581"/>
                      <a:pt x="63313" y="23748"/>
                    </a:cubicBezTo>
                    <a:cubicBezTo>
                      <a:pt x="63272" y="23853"/>
                      <a:pt x="63209" y="23937"/>
                      <a:pt x="63167" y="24041"/>
                    </a:cubicBezTo>
                    <a:cubicBezTo>
                      <a:pt x="63021" y="24272"/>
                      <a:pt x="62895" y="24523"/>
                      <a:pt x="62790" y="24753"/>
                    </a:cubicBezTo>
                    <a:cubicBezTo>
                      <a:pt x="62686" y="24941"/>
                      <a:pt x="62602" y="25108"/>
                      <a:pt x="62497" y="25297"/>
                    </a:cubicBezTo>
                    <a:cubicBezTo>
                      <a:pt x="62456" y="25380"/>
                      <a:pt x="62435" y="25485"/>
                      <a:pt x="62372" y="25569"/>
                    </a:cubicBezTo>
                    <a:cubicBezTo>
                      <a:pt x="62267" y="25778"/>
                      <a:pt x="62184" y="25945"/>
                      <a:pt x="62079" y="26155"/>
                    </a:cubicBezTo>
                    <a:lnTo>
                      <a:pt x="62016" y="26322"/>
                    </a:lnTo>
                    <a:cubicBezTo>
                      <a:pt x="61430" y="27494"/>
                      <a:pt x="60886" y="28665"/>
                      <a:pt x="60342" y="29795"/>
                    </a:cubicBezTo>
                    <a:cubicBezTo>
                      <a:pt x="60342" y="29816"/>
                      <a:pt x="60300" y="29858"/>
                      <a:pt x="60300" y="29858"/>
                    </a:cubicBezTo>
                    <a:cubicBezTo>
                      <a:pt x="60196" y="30088"/>
                      <a:pt x="60070" y="30298"/>
                      <a:pt x="59966" y="30528"/>
                    </a:cubicBezTo>
                    <a:cubicBezTo>
                      <a:pt x="59715" y="31051"/>
                      <a:pt x="59443" y="31553"/>
                      <a:pt x="59150" y="32013"/>
                    </a:cubicBezTo>
                    <a:cubicBezTo>
                      <a:pt x="57371" y="35110"/>
                      <a:pt x="55446" y="38123"/>
                      <a:pt x="53458" y="41094"/>
                    </a:cubicBezTo>
                    <a:cubicBezTo>
                      <a:pt x="53458" y="41115"/>
                      <a:pt x="53438" y="41115"/>
                      <a:pt x="53396" y="41157"/>
                    </a:cubicBezTo>
                    <a:lnTo>
                      <a:pt x="50257" y="45865"/>
                    </a:lnTo>
                    <a:cubicBezTo>
                      <a:pt x="50071" y="46144"/>
                      <a:pt x="50357" y="46412"/>
                      <a:pt x="50645" y="46412"/>
                    </a:cubicBezTo>
                    <a:cubicBezTo>
                      <a:pt x="50745" y="46412"/>
                      <a:pt x="50846" y="46380"/>
                      <a:pt x="50927" y="46304"/>
                    </a:cubicBezTo>
                    <a:cubicBezTo>
                      <a:pt x="53479" y="43898"/>
                      <a:pt x="55781" y="41261"/>
                      <a:pt x="57852" y="38437"/>
                    </a:cubicBezTo>
                    <a:lnTo>
                      <a:pt x="57852" y="38395"/>
                    </a:lnTo>
                    <a:cubicBezTo>
                      <a:pt x="59087" y="36721"/>
                      <a:pt x="60259" y="34984"/>
                      <a:pt x="61326" y="33143"/>
                    </a:cubicBezTo>
                    <a:cubicBezTo>
                      <a:pt x="62916" y="30444"/>
                      <a:pt x="64966" y="27243"/>
                      <a:pt x="66034" y="23937"/>
                    </a:cubicBezTo>
                    <a:lnTo>
                      <a:pt x="66034" y="23916"/>
                    </a:lnTo>
                    <a:cubicBezTo>
                      <a:pt x="66117" y="23707"/>
                      <a:pt x="66159" y="23497"/>
                      <a:pt x="66222" y="23288"/>
                    </a:cubicBezTo>
                    <a:cubicBezTo>
                      <a:pt x="66222" y="23225"/>
                      <a:pt x="66243" y="23204"/>
                      <a:pt x="66243" y="23163"/>
                    </a:cubicBezTo>
                    <a:cubicBezTo>
                      <a:pt x="66306" y="22995"/>
                      <a:pt x="66326" y="22849"/>
                      <a:pt x="66368" y="22702"/>
                    </a:cubicBezTo>
                    <a:cubicBezTo>
                      <a:pt x="66410" y="22639"/>
                      <a:pt x="66410" y="22577"/>
                      <a:pt x="66431" y="22493"/>
                    </a:cubicBezTo>
                    <a:cubicBezTo>
                      <a:pt x="66452" y="22347"/>
                      <a:pt x="66515" y="22179"/>
                      <a:pt x="66536" y="22054"/>
                    </a:cubicBezTo>
                    <a:cubicBezTo>
                      <a:pt x="66557" y="21928"/>
                      <a:pt x="66578" y="21823"/>
                      <a:pt x="66619" y="21698"/>
                    </a:cubicBezTo>
                    <a:cubicBezTo>
                      <a:pt x="66640" y="21614"/>
                      <a:pt x="66640" y="21531"/>
                      <a:pt x="66661" y="21447"/>
                    </a:cubicBezTo>
                    <a:cubicBezTo>
                      <a:pt x="66682" y="21321"/>
                      <a:pt x="66682" y="21217"/>
                      <a:pt x="66724" y="21091"/>
                    </a:cubicBezTo>
                    <a:lnTo>
                      <a:pt x="66724" y="20986"/>
                    </a:lnTo>
                    <a:cubicBezTo>
                      <a:pt x="66745" y="20714"/>
                      <a:pt x="66766" y="20442"/>
                      <a:pt x="66787" y="20170"/>
                    </a:cubicBezTo>
                    <a:cubicBezTo>
                      <a:pt x="66787" y="19940"/>
                      <a:pt x="66829" y="19668"/>
                      <a:pt x="66787" y="19438"/>
                    </a:cubicBezTo>
                    <a:lnTo>
                      <a:pt x="66787" y="19438"/>
                    </a:lnTo>
                    <a:cubicBezTo>
                      <a:pt x="68565" y="19606"/>
                      <a:pt x="70344" y="19773"/>
                      <a:pt x="72122" y="20024"/>
                    </a:cubicBezTo>
                    <a:cubicBezTo>
                      <a:pt x="72018" y="20129"/>
                      <a:pt x="71955" y="20233"/>
                      <a:pt x="71850" y="20338"/>
                    </a:cubicBezTo>
                    <a:cubicBezTo>
                      <a:pt x="71788" y="20380"/>
                      <a:pt x="71767" y="20442"/>
                      <a:pt x="71704" y="20484"/>
                    </a:cubicBezTo>
                    <a:lnTo>
                      <a:pt x="71390" y="20882"/>
                    </a:lnTo>
                    <a:cubicBezTo>
                      <a:pt x="71348" y="20924"/>
                      <a:pt x="71285" y="21007"/>
                      <a:pt x="71244" y="21070"/>
                    </a:cubicBezTo>
                    <a:cubicBezTo>
                      <a:pt x="71139" y="21196"/>
                      <a:pt x="71034" y="21342"/>
                      <a:pt x="70909" y="21489"/>
                    </a:cubicBezTo>
                    <a:cubicBezTo>
                      <a:pt x="70867" y="21531"/>
                      <a:pt x="70825" y="21593"/>
                      <a:pt x="70804" y="21635"/>
                    </a:cubicBezTo>
                    <a:cubicBezTo>
                      <a:pt x="70658" y="21803"/>
                      <a:pt x="70553" y="21949"/>
                      <a:pt x="70428" y="22116"/>
                    </a:cubicBezTo>
                    <a:cubicBezTo>
                      <a:pt x="70407" y="22137"/>
                      <a:pt x="70407" y="22158"/>
                      <a:pt x="70386" y="22179"/>
                    </a:cubicBezTo>
                    <a:cubicBezTo>
                      <a:pt x="69821" y="22953"/>
                      <a:pt x="69298" y="23748"/>
                      <a:pt x="68775" y="24564"/>
                    </a:cubicBezTo>
                    <a:cubicBezTo>
                      <a:pt x="68356" y="25171"/>
                      <a:pt x="68000" y="25799"/>
                      <a:pt x="67666" y="26448"/>
                    </a:cubicBezTo>
                    <a:cubicBezTo>
                      <a:pt x="66850" y="27829"/>
                      <a:pt x="66034" y="29230"/>
                      <a:pt x="65176" y="30528"/>
                    </a:cubicBezTo>
                    <a:cubicBezTo>
                      <a:pt x="62393" y="34796"/>
                      <a:pt x="59443" y="38918"/>
                      <a:pt x="56492" y="43061"/>
                    </a:cubicBezTo>
                    <a:cubicBezTo>
                      <a:pt x="56492" y="43061"/>
                      <a:pt x="56492" y="43082"/>
                      <a:pt x="56471" y="43082"/>
                    </a:cubicBezTo>
                    <a:lnTo>
                      <a:pt x="56074" y="43626"/>
                    </a:lnTo>
                    <a:cubicBezTo>
                      <a:pt x="55822" y="43988"/>
                      <a:pt x="56079" y="44373"/>
                      <a:pt x="56400" y="44373"/>
                    </a:cubicBezTo>
                    <a:cubicBezTo>
                      <a:pt x="56506" y="44373"/>
                      <a:pt x="56619" y="44331"/>
                      <a:pt x="56723" y="44233"/>
                    </a:cubicBezTo>
                    <a:cubicBezTo>
                      <a:pt x="58668" y="42412"/>
                      <a:pt x="60719" y="40257"/>
                      <a:pt x="62707" y="37956"/>
                    </a:cubicBezTo>
                    <a:cubicBezTo>
                      <a:pt x="62707" y="37935"/>
                      <a:pt x="62749" y="37935"/>
                      <a:pt x="62749" y="37935"/>
                    </a:cubicBezTo>
                    <a:cubicBezTo>
                      <a:pt x="62790" y="37872"/>
                      <a:pt x="62853" y="37830"/>
                      <a:pt x="62895" y="37746"/>
                    </a:cubicBezTo>
                    <a:cubicBezTo>
                      <a:pt x="62895" y="37949"/>
                      <a:pt x="63058" y="38129"/>
                      <a:pt x="63236" y="38129"/>
                    </a:cubicBezTo>
                    <a:cubicBezTo>
                      <a:pt x="63297" y="38129"/>
                      <a:pt x="63360" y="38108"/>
                      <a:pt x="63418" y="38060"/>
                    </a:cubicBezTo>
                    <a:lnTo>
                      <a:pt x="63816" y="37746"/>
                    </a:lnTo>
                    <a:lnTo>
                      <a:pt x="63816" y="37725"/>
                    </a:lnTo>
                    <a:cubicBezTo>
                      <a:pt x="64318" y="37328"/>
                      <a:pt x="64799" y="36909"/>
                      <a:pt x="65301" y="36491"/>
                    </a:cubicBezTo>
                    <a:cubicBezTo>
                      <a:pt x="65406" y="36386"/>
                      <a:pt x="65531" y="36282"/>
                      <a:pt x="65636" y="36198"/>
                    </a:cubicBezTo>
                    <a:lnTo>
                      <a:pt x="65636" y="36198"/>
                    </a:lnTo>
                    <a:cubicBezTo>
                      <a:pt x="65636" y="36240"/>
                      <a:pt x="65615" y="36240"/>
                      <a:pt x="65615" y="36261"/>
                    </a:cubicBezTo>
                    <a:cubicBezTo>
                      <a:pt x="66452" y="35528"/>
                      <a:pt x="67289" y="34733"/>
                      <a:pt x="68084" y="33959"/>
                    </a:cubicBezTo>
                    <a:lnTo>
                      <a:pt x="68126" y="33896"/>
                    </a:lnTo>
                    <a:lnTo>
                      <a:pt x="68879" y="33143"/>
                    </a:lnTo>
                    <a:cubicBezTo>
                      <a:pt x="68942" y="33101"/>
                      <a:pt x="68984" y="33038"/>
                      <a:pt x="69047" y="32955"/>
                    </a:cubicBezTo>
                    <a:cubicBezTo>
                      <a:pt x="69256" y="32725"/>
                      <a:pt x="69465" y="32515"/>
                      <a:pt x="69674" y="32285"/>
                    </a:cubicBezTo>
                    <a:cubicBezTo>
                      <a:pt x="69758" y="32202"/>
                      <a:pt x="69821" y="32097"/>
                      <a:pt x="69925" y="32013"/>
                    </a:cubicBezTo>
                    <a:cubicBezTo>
                      <a:pt x="70114" y="31804"/>
                      <a:pt x="70302" y="31637"/>
                      <a:pt x="70448" y="31427"/>
                    </a:cubicBezTo>
                    <a:cubicBezTo>
                      <a:pt x="70553" y="31281"/>
                      <a:pt x="70658" y="31176"/>
                      <a:pt x="70762" y="31051"/>
                    </a:cubicBezTo>
                    <a:cubicBezTo>
                      <a:pt x="70930" y="30862"/>
                      <a:pt x="71055" y="30716"/>
                      <a:pt x="71223" y="30528"/>
                    </a:cubicBezTo>
                    <a:cubicBezTo>
                      <a:pt x="71348" y="30381"/>
                      <a:pt x="71474" y="30235"/>
                      <a:pt x="71578" y="30088"/>
                    </a:cubicBezTo>
                    <a:cubicBezTo>
                      <a:pt x="71704" y="29921"/>
                      <a:pt x="71850" y="29774"/>
                      <a:pt x="71955" y="29607"/>
                    </a:cubicBezTo>
                    <a:cubicBezTo>
                      <a:pt x="72080" y="29440"/>
                      <a:pt x="72227" y="29272"/>
                      <a:pt x="72373" y="29084"/>
                    </a:cubicBezTo>
                    <a:cubicBezTo>
                      <a:pt x="72478" y="28958"/>
                      <a:pt x="72583" y="28812"/>
                      <a:pt x="72687" y="28665"/>
                    </a:cubicBezTo>
                    <a:cubicBezTo>
                      <a:pt x="72834" y="28498"/>
                      <a:pt x="73001" y="28289"/>
                      <a:pt x="73127" y="28101"/>
                    </a:cubicBezTo>
                    <a:cubicBezTo>
                      <a:pt x="73231" y="27975"/>
                      <a:pt x="73315" y="27829"/>
                      <a:pt x="73420" y="27724"/>
                    </a:cubicBezTo>
                    <a:lnTo>
                      <a:pt x="73880" y="27096"/>
                    </a:lnTo>
                    <a:cubicBezTo>
                      <a:pt x="73964" y="26992"/>
                      <a:pt x="74047" y="26866"/>
                      <a:pt x="74110" y="26761"/>
                    </a:cubicBezTo>
                    <a:cubicBezTo>
                      <a:pt x="74277" y="26531"/>
                      <a:pt x="74424" y="26301"/>
                      <a:pt x="74591" y="26092"/>
                    </a:cubicBezTo>
                    <a:cubicBezTo>
                      <a:pt x="74675" y="25987"/>
                      <a:pt x="74717" y="25883"/>
                      <a:pt x="74801" y="25778"/>
                    </a:cubicBezTo>
                    <a:cubicBezTo>
                      <a:pt x="74947" y="25527"/>
                      <a:pt x="75135" y="25276"/>
                      <a:pt x="75303" y="25046"/>
                    </a:cubicBezTo>
                    <a:cubicBezTo>
                      <a:pt x="75345" y="24962"/>
                      <a:pt x="75407" y="24857"/>
                      <a:pt x="75470" y="24774"/>
                    </a:cubicBezTo>
                    <a:cubicBezTo>
                      <a:pt x="75637" y="24523"/>
                      <a:pt x="75826" y="24251"/>
                      <a:pt x="75972" y="23999"/>
                    </a:cubicBezTo>
                    <a:cubicBezTo>
                      <a:pt x="76035" y="23916"/>
                      <a:pt x="76056" y="23853"/>
                      <a:pt x="76098" y="23790"/>
                    </a:cubicBezTo>
                    <a:cubicBezTo>
                      <a:pt x="76286" y="23497"/>
                      <a:pt x="76454" y="23204"/>
                      <a:pt x="76621" y="22911"/>
                    </a:cubicBezTo>
                    <a:cubicBezTo>
                      <a:pt x="76621" y="22891"/>
                      <a:pt x="76663" y="22891"/>
                      <a:pt x="76663" y="22870"/>
                    </a:cubicBezTo>
                    <a:cubicBezTo>
                      <a:pt x="77018" y="22263"/>
                      <a:pt x="77353" y="21635"/>
                      <a:pt x="77667" y="21028"/>
                    </a:cubicBezTo>
                    <a:cubicBezTo>
                      <a:pt x="78483" y="21196"/>
                      <a:pt x="79299" y="21321"/>
                      <a:pt x="80115" y="21510"/>
                    </a:cubicBezTo>
                    <a:cubicBezTo>
                      <a:pt x="80031" y="21593"/>
                      <a:pt x="79927" y="21656"/>
                      <a:pt x="79843" y="21740"/>
                    </a:cubicBezTo>
                    <a:cubicBezTo>
                      <a:pt x="79801" y="21803"/>
                      <a:pt x="79739" y="21844"/>
                      <a:pt x="79655" y="21907"/>
                    </a:cubicBezTo>
                    <a:cubicBezTo>
                      <a:pt x="79550" y="22012"/>
                      <a:pt x="79446" y="22075"/>
                      <a:pt x="79383" y="22179"/>
                    </a:cubicBezTo>
                    <a:cubicBezTo>
                      <a:pt x="79299" y="22263"/>
                      <a:pt x="79215" y="22347"/>
                      <a:pt x="79174" y="22430"/>
                    </a:cubicBezTo>
                    <a:cubicBezTo>
                      <a:pt x="79090" y="22493"/>
                      <a:pt x="79006" y="22598"/>
                      <a:pt x="78922" y="22681"/>
                    </a:cubicBezTo>
                    <a:cubicBezTo>
                      <a:pt x="78818" y="22786"/>
                      <a:pt x="78755" y="22891"/>
                      <a:pt x="78650" y="22995"/>
                    </a:cubicBezTo>
                    <a:cubicBezTo>
                      <a:pt x="78588" y="23058"/>
                      <a:pt x="78546" y="23121"/>
                      <a:pt x="78483" y="23183"/>
                    </a:cubicBezTo>
                    <a:cubicBezTo>
                      <a:pt x="78337" y="23372"/>
                      <a:pt x="78169" y="23539"/>
                      <a:pt x="78044" y="23727"/>
                    </a:cubicBezTo>
                    <a:lnTo>
                      <a:pt x="77981" y="23790"/>
                    </a:lnTo>
                    <a:cubicBezTo>
                      <a:pt x="77855" y="23958"/>
                      <a:pt x="77709" y="24146"/>
                      <a:pt x="77562" y="24334"/>
                    </a:cubicBezTo>
                    <a:cubicBezTo>
                      <a:pt x="77542" y="24355"/>
                      <a:pt x="77521" y="24418"/>
                      <a:pt x="77500" y="24439"/>
                    </a:cubicBezTo>
                    <a:cubicBezTo>
                      <a:pt x="77353" y="24627"/>
                      <a:pt x="77228" y="24774"/>
                      <a:pt x="77102" y="24962"/>
                    </a:cubicBezTo>
                    <a:cubicBezTo>
                      <a:pt x="77081" y="24983"/>
                      <a:pt x="77081" y="25004"/>
                      <a:pt x="77039" y="25046"/>
                    </a:cubicBezTo>
                    <a:cubicBezTo>
                      <a:pt x="76140" y="26343"/>
                      <a:pt x="75261" y="27766"/>
                      <a:pt x="74403" y="29084"/>
                    </a:cubicBezTo>
                    <a:cubicBezTo>
                      <a:pt x="74005" y="29712"/>
                      <a:pt x="73587" y="30318"/>
                      <a:pt x="73210" y="30904"/>
                    </a:cubicBezTo>
                    <a:cubicBezTo>
                      <a:pt x="70532" y="34629"/>
                      <a:pt x="67687" y="38228"/>
                      <a:pt x="64841" y="41805"/>
                    </a:cubicBezTo>
                    <a:cubicBezTo>
                      <a:pt x="64841" y="41826"/>
                      <a:pt x="64799" y="41826"/>
                      <a:pt x="64778" y="41847"/>
                    </a:cubicBezTo>
                    <a:cubicBezTo>
                      <a:pt x="64653" y="42015"/>
                      <a:pt x="64548" y="42161"/>
                      <a:pt x="64422" y="42329"/>
                    </a:cubicBezTo>
                    <a:cubicBezTo>
                      <a:pt x="64052" y="42766"/>
                      <a:pt x="64426" y="43500"/>
                      <a:pt x="64913" y="43500"/>
                    </a:cubicBezTo>
                    <a:cubicBezTo>
                      <a:pt x="65031" y="43500"/>
                      <a:pt x="65157" y="43457"/>
                      <a:pt x="65280" y="43354"/>
                    </a:cubicBezTo>
                    <a:cubicBezTo>
                      <a:pt x="66368" y="42433"/>
                      <a:pt x="67582" y="41408"/>
                      <a:pt x="68816" y="40257"/>
                    </a:cubicBezTo>
                    <a:cubicBezTo>
                      <a:pt x="68816" y="40257"/>
                      <a:pt x="68816" y="40236"/>
                      <a:pt x="68837" y="40236"/>
                    </a:cubicBezTo>
                    <a:lnTo>
                      <a:pt x="68921" y="40153"/>
                    </a:lnTo>
                    <a:lnTo>
                      <a:pt x="68942" y="40153"/>
                    </a:lnTo>
                    <a:cubicBezTo>
                      <a:pt x="73838" y="35612"/>
                      <a:pt x="79132" y="29440"/>
                      <a:pt x="80575" y="23393"/>
                    </a:cubicBezTo>
                    <a:cubicBezTo>
                      <a:pt x="80596" y="23309"/>
                      <a:pt x="80638" y="23204"/>
                      <a:pt x="80638" y="23121"/>
                    </a:cubicBezTo>
                    <a:cubicBezTo>
                      <a:pt x="80659" y="23058"/>
                      <a:pt x="80659" y="22995"/>
                      <a:pt x="80680" y="22911"/>
                    </a:cubicBezTo>
                    <a:cubicBezTo>
                      <a:pt x="80764" y="22472"/>
                      <a:pt x="80847" y="22054"/>
                      <a:pt x="80889" y="21614"/>
                    </a:cubicBezTo>
                    <a:cubicBezTo>
                      <a:pt x="81894" y="21823"/>
                      <a:pt x="82877" y="22033"/>
                      <a:pt x="83881" y="22263"/>
                    </a:cubicBezTo>
                    <a:cubicBezTo>
                      <a:pt x="83777" y="22451"/>
                      <a:pt x="83693" y="22660"/>
                      <a:pt x="83588" y="22849"/>
                    </a:cubicBezTo>
                    <a:cubicBezTo>
                      <a:pt x="83526" y="22974"/>
                      <a:pt x="83484" y="23079"/>
                      <a:pt x="83400" y="23204"/>
                    </a:cubicBezTo>
                    <a:cubicBezTo>
                      <a:pt x="83275" y="23497"/>
                      <a:pt x="83107" y="23811"/>
                      <a:pt x="82982" y="24125"/>
                    </a:cubicBezTo>
                    <a:cubicBezTo>
                      <a:pt x="82961" y="24167"/>
                      <a:pt x="82940" y="24230"/>
                      <a:pt x="82940" y="24251"/>
                    </a:cubicBezTo>
                    <a:cubicBezTo>
                      <a:pt x="81831" y="26678"/>
                      <a:pt x="80889" y="29168"/>
                      <a:pt x="79529" y="31490"/>
                    </a:cubicBezTo>
                    <a:cubicBezTo>
                      <a:pt x="77521" y="34922"/>
                      <a:pt x="75010" y="37872"/>
                      <a:pt x="72290" y="40759"/>
                    </a:cubicBezTo>
                    <a:lnTo>
                      <a:pt x="72290" y="40780"/>
                    </a:lnTo>
                    <a:lnTo>
                      <a:pt x="72269" y="40801"/>
                    </a:lnTo>
                    <a:cubicBezTo>
                      <a:pt x="72050" y="41105"/>
                      <a:pt x="72320" y="41558"/>
                      <a:pt x="72630" y="41558"/>
                    </a:cubicBezTo>
                    <a:cubicBezTo>
                      <a:pt x="72705" y="41558"/>
                      <a:pt x="72782" y="41532"/>
                      <a:pt x="72855" y="41471"/>
                    </a:cubicBezTo>
                    <a:cubicBezTo>
                      <a:pt x="74257" y="40383"/>
                      <a:pt x="75637" y="39169"/>
                      <a:pt x="76914" y="37746"/>
                    </a:cubicBezTo>
                    <a:cubicBezTo>
                      <a:pt x="76914" y="37746"/>
                      <a:pt x="76914" y="37725"/>
                      <a:pt x="76935" y="37725"/>
                    </a:cubicBezTo>
                    <a:cubicBezTo>
                      <a:pt x="80785" y="33583"/>
                      <a:pt x="83840" y="28205"/>
                      <a:pt x="84216" y="22807"/>
                    </a:cubicBezTo>
                    <a:lnTo>
                      <a:pt x="84216" y="22744"/>
                    </a:lnTo>
                    <a:cubicBezTo>
                      <a:pt x="84216" y="22598"/>
                      <a:pt x="84237" y="22493"/>
                      <a:pt x="84237" y="22367"/>
                    </a:cubicBezTo>
                    <a:cubicBezTo>
                      <a:pt x="85785" y="22744"/>
                      <a:pt x="87355" y="23163"/>
                      <a:pt x="88903" y="23581"/>
                    </a:cubicBezTo>
                    <a:cubicBezTo>
                      <a:pt x="88254" y="24230"/>
                      <a:pt x="87689" y="24941"/>
                      <a:pt x="87166" y="25673"/>
                    </a:cubicBezTo>
                    <a:lnTo>
                      <a:pt x="87145" y="25694"/>
                    </a:lnTo>
                    <a:cubicBezTo>
                      <a:pt x="87062" y="25820"/>
                      <a:pt x="86957" y="25924"/>
                      <a:pt x="86894" y="26050"/>
                    </a:cubicBezTo>
                    <a:cubicBezTo>
                      <a:pt x="86853" y="26113"/>
                      <a:pt x="86832" y="26155"/>
                      <a:pt x="86790" y="26196"/>
                    </a:cubicBezTo>
                    <a:cubicBezTo>
                      <a:pt x="86727" y="26301"/>
                      <a:pt x="86643" y="26364"/>
                      <a:pt x="86601" y="26468"/>
                    </a:cubicBezTo>
                    <a:cubicBezTo>
                      <a:pt x="86539" y="26552"/>
                      <a:pt x="86518" y="26615"/>
                      <a:pt x="86476" y="26678"/>
                    </a:cubicBezTo>
                    <a:cubicBezTo>
                      <a:pt x="86434" y="26740"/>
                      <a:pt x="86413" y="26761"/>
                      <a:pt x="86392" y="26824"/>
                    </a:cubicBezTo>
                    <a:cubicBezTo>
                      <a:pt x="85555" y="28101"/>
                      <a:pt x="84802" y="29398"/>
                      <a:pt x="83944" y="30716"/>
                    </a:cubicBezTo>
                    <a:cubicBezTo>
                      <a:pt x="83254" y="31804"/>
                      <a:pt x="82521" y="32913"/>
                      <a:pt x="81747" y="33980"/>
                    </a:cubicBezTo>
                    <a:cubicBezTo>
                      <a:pt x="81287" y="34671"/>
                      <a:pt x="80806" y="35340"/>
                      <a:pt x="80345" y="35989"/>
                    </a:cubicBezTo>
                    <a:cubicBezTo>
                      <a:pt x="79529" y="37098"/>
                      <a:pt x="78713" y="38186"/>
                      <a:pt x="77876" y="39295"/>
                    </a:cubicBezTo>
                    <a:cubicBezTo>
                      <a:pt x="77834" y="39378"/>
                      <a:pt x="77772" y="39420"/>
                      <a:pt x="77730" y="39504"/>
                    </a:cubicBezTo>
                    <a:cubicBezTo>
                      <a:pt x="77426" y="39909"/>
                      <a:pt x="77735" y="40546"/>
                      <a:pt x="78163" y="40546"/>
                    </a:cubicBezTo>
                    <a:cubicBezTo>
                      <a:pt x="78265" y="40546"/>
                      <a:pt x="78374" y="40509"/>
                      <a:pt x="78483" y="40425"/>
                    </a:cubicBezTo>
                    <a:cubicBezTo>
                      <a:pt x="79885" y="39399"/>
                      <a:pt x="81308" y="38165"/>
                      <a:pt x="82647" y="36826"/>
                    </a:cubicBezTo>
                    <a:cubicBezTo>
                      <a:pt x="86225" y="33206"/>
                      <a:pt x="89175" y="28603"/>
                      <a:pt x="89154" y="23644"/>
                    </a:cubicBezTo>
                    <a:lnTo>
                      <a:pt x="89154" y="23623"/>
                    </a:lnTo>
                    <a:cubicBezTo>
                      <a:pt x="93632" y="24899"/>
                      <a:pt x="98068" y="26448"/>
                      <a:pt x="102420" y="28310"/>
                    </a:cubicBezTo>
                    <a:cubicBezTo>
                      <a:pt x="102545" y="28101"/>
                      <a:pt x="102629" y="27870"/>
                      <a:pt x="102503" y="27808"/>
                    </a:cubicBezTo>
                    <a:cubicBezTo>
                      <a:pt x="97837" y="25778"/>
                      <a:pt x="93025" y="24041"/>
                      <a:pt x="88171" y="22660"/>
                    </a:cubicBezTo>
                    <a:cubicBezTo>
                      <a:pt x="88254" y="22639"/>
                      <a:pt x="88317" y="22598"/>
                      <a:pt x="88380" y="22535"/>
                    </a:cubicBezTo>
                    <a:cubicBezTo>
                      <a:pt x="88401" y="22493"/>
                      <a:pt x="88401" y="22472"/>
                      <a:pt x="88401" y="22451"/>
                    </a:cubicBezTo>
                    <a:cubicBezTo>
                      <a:pt x="88464" y="22137"/>
                      <a:pt x="88485" y="21823"/>
                      <a:pt x="88526" y="21489"/>
                    </a:cubicBezTo>
                    <a:lnTo>
                      <a:pt x="88526" y="21426"/>
                    </a:lnTo>
                    <a:cubicBezTo>
                      <a:pt x="88568" y="21133"/>
                      <a:pt x="88589" y="20819"/>
                      <a:pt x="88589" y="20547"/>
                    </a:cubicBezTo>
                    <a:lnTo>
                      <a:pt x="88589" y="20359"/>
                    </a:lnTo>
                    <a:lnTo>
                      <a:pt x="88589" y="19626"/>
                    </a:lnTo>
                    <a:lnTo>
                      <a:pt x="88589" y="19187"/>
                    </a:lnTo>
                    <a:cubicBezTo>
                      <a:pt x="88589" y="19041"/>
                      <a:pt x="88589" y="18936"/>
                      <a:pt x="88568" y="18810"/>
                    </a:cubicBezTo>
                    <a:cubicBezTo>
                      <a:pt x="88359" y="14730"/>
                      <a:pt x="86790" y="10755"/>
                      <a:pt x="84174" y="7595"/>
                    </a:cubicBezTo>
                    <a:cubicBezTo>
                      <a:pt x="83881" y="7219"/>
                      <a:pt x="83588" y="6884"/>
                      <a:pt x="83254" y="6570"/>
                    </a:cubicBezTo>
                    <a:lnTo>
                      <a:pt x="83065" y="6382"/>
                    </a:lnTo>
                    <a:cubicBezTo>
                      <a:pt x="83024" y="6340"/>
                      <a:pt x="82940" y="6277"/>
                      <a:pt x="82856" y="6256"/>
                    </a:cubicBezTo>
                    <a:cubicBezTo>
                      <a:pt x="82782" y="6226"/>
                      <a:pt x="82702" y="6211"/>
                      <a:pt x="82621" y="6211"/>
                    </a:cubicBezTo>
                    <a:cubicBezTo>
                      <a:pt x="82315" y="6211"/>
                      <a:pt x="81993" y="6414"/>
                      <a:pt x="81894" y="6696"/>
                    </a:cubicBezTo>
                    <a:cubicBezTo>
                      <a:pt x="81873" y="6696"/>
                      <a:pt x="81894" y="6696"/>
                      <a:pt x="81894" y="6738"/>
                    </a:cubicBezTo>
                    <a:cubicBezTo>
                      <a:pt x="81831" y="6842"/>
                      <a:pt x="81831" y="6989"/>
                      <a:pt x="81873" y="7114"/>
                    </a:cubicBezTo>
                    <a:cubicBezTo>
                      <a:pt x="82124" y="7909"/>
                      <a:pt x="82396" y="8725"/>
                      <a:pt x="82668" y="9499"/>
                    </a:cubicBezTo>
                    <a:lnTo>
                      <a:pt x="82668" y="9520"/>
                    </a:lnTo>
                    <a:cubicBezTo>
                      <a:pt x="84195" y="13914"/>
                      <a:pt x="85911" y="18350"/>
                      <a:pt x="87857" y="22535"/>
                    </a:cubicBezTo>
                    <a:cubicBezTo>
                      <a:pt x="87857" y="22550"/>
                      <a:pt x="87867" y="22564"/>
                      <a:pt x="87881" y="22572"/>
                    </a:cubicBezTo>
                    <a:lnTo>
                      <a:pt x="87881" y="22572"/>
                    </a:lnTo>
                    <a:cubicBezTo>
                      <a:pt x="86673" y="22239"/>
                      <a:pt x="85445" y="21926"/>
                      <a:pt x="84216" y="21614"/>
                    </a:cubicBezTo>
                    <a:cubicBezTo>
                      <a:pt x="84205" y="21580"/>
                      <a:pt x="84180" y="21564"/>
                      <a:pt x="84154" y="21564"/>
                    </a:cubicBezTo>
                    <a:cubicBezTo>
                      <a:pt x="84132" y="21564"/>
                      <a:pt x="84109" y="21574"/>
                      <a:pt x="84091" y="21593"/>
                    </a:cubicBezTo>
                    <a:cubicBezTo>
                      <a:pt x="83693" y="21489"/>
                      <a:pt x="83337" y="21405"/>
                      <a:pt x="82940" y="21300"/>
                    </a:cubicBezTo>
                    <a:cubicBezTo>
                      <a:pt x="82961" y="21279"/>
                      <a:pt x="82982" y="21238"/>
                      <a:pt x="82982" y="21196"/>
                    </a:cubicBezTo>
                    <a:cubicBezTo>
                      <a:pt x="83086" y="20568"/>
                      <a:pt x="83149" y="19961"/>
                      <a:pt x="83170" y="19334"/>
                    </a:cubicBezTo>
                    <a:lnTo>
                      <a:pt x="83170" y="19208"/>
                    </a:lnTo>
                    <a:lnTo>
                      <a:pt x="83170" y="18727"/>
                    </a:lnTo>
                    <a:lnTo>
                      <a:pt x="83170" y="18497"/>
                    </a:lnTo>
                    <a:lnTo>
                      <a:pt x="83170" y="18141"/>
                    </a:lnTo>
                    <a:cubicBezTo>
                      <a:pt x="83170" y="17994"/>
                      <a:pt x="83170" y="17890"/>
                      <a:pt x="83149" y="17764"/>
                    </a:cubicBezTo>
                    <a:cubicBezTo>
                      <a:pt x="83149" y="17681"/>
                      <a:pt x="83149" y="17576"/>
                      <a:pt x="83128" y="17513"/>
                    </a:cubicBezTo>
                    <a:cubicBezTo>
                      <a:pt x="83128" y="17346"/>
                      <a:pt x="83086" y="17157"/>
                      <a:pt x="83065" y="17011"/>
                    </a:cubicBezTo>
                    <a:lnTo>
                      <a:pt x="83065" y="16885"/>
                    </a:lnTo>
                    <a:cubicBezTo>
                      <a:pt x="82438" y="11550"/>
                      <a:pt x="79215" y="6758"/>
                      <a:pt x="74549" y="4059"/>
                    </a:cubicBezTo>
                    <a:cubicBezTo>
                      <a:pt x="74131" y="3829"/>
                      <a:pt x="73713" y="3620"/>
                      <a:pt x="73252" y="3411"/>
                    </a:cubicBezTo>
                    <a:cubicBezTo>
                      <a:pt x="73148" y="3348"/>
                      <a:pt x="73085" y="3306"/>
                      <a:pt x="72980" y="3285"/>
                    </a:cubicBezTo>
                    <a:cubicBezTo>
                      <a:pt x="72311" y="2992"/>
                      <a:pt x="71641" y="2720"/>
                      <a:pt x="70930" y="2511"/>
                    </a:cubicBezTo>
                    <a:cubicBezTo>
                      <a:pt x="70873" y="2496"/>
                      <a:pt x="70818" y="2489"/>
                      <a:pt x="70763" y="2489"/>
                    </a:cubicBezTo>
                    <a:cubicBezTo>
                      <a:pt x="70292" y="2489"/>
                      <a:pt x="69915" y="3021"/>
                      <a:pt x="70009" y="3453"/>
                    </a:cubicBezTo>
                    <a:cubicBezTo>
                      <a:pt x="68482" y="2239"/>
                      <a:pt x="66829" y="1130"/>
                      <a:pt x="65134" y="105"/>
                    </a:cubicBezTo>
                    <a:cubicBezTo>
                      <a:pt x="65008" y="32"/>
                      <a:pt x="64882" y="0"/>
                      <a:pt x="647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8" name="Google Shape;378;p27"/>
              <p:cNvSpPr/>
              <p:nvPr/>
            </p:nvSpPr>
            <p:spPr>
              <a:xfrm>
                <a:off x="19388400" y="28623625"/>
                <a:ext cx="714775" cy="158125"/>
              </a:xfrm>
              <a:custGeom>
                <a:avLst/>
                <a:gdLst/>
                <a:ahLst/>
                <a:cxnLst/>
                <a:rect l="l" t="t" r="r" b="b"/>
                <a:pathLst>
                  <a:path w="28591" h="6325" extrusionOk="0">
                    <a:moveTo>
                      <a:pt x="9416" y="0"/>
                    </a:moveTo>
                    <a:cubicBezTo>
                      <a:pt x="6592" y="0"/>
                      <a:pt x="3725" y="272"/>
                      <a:pt x="942" y="711"/>
                    </a:cubicBezTo>
                    <a:cubicBezTo>
                      <a:pt x="1" y="837"/>
                      <a:pt x="1" y="2176"/>
                      <a:pt x="1026" y="2218"/>
                    </a:cubicBezTo>
                    <a:cubicBezTo>
                      <a:pt x="1193" y="2218"/>
                      <a:pt x="1361" y="2260"/>
                      <a:pt x="1549" y="2281"/>
                    </a:cubicBezTo>
                    <a:lnTo>
                      <a:pt x="1675" y="2281"/>
                    </a:lnTo>
                    <a:cubicBezTo>
                      <a:pt x="5336" y="2490"/>
                      <a:pt x="8998" y="3055"/>
                      <a:pt x="12618" y="3683"/>
                    </a:cubicBezTo>
                    <a:lnTo>
                      <a:pt x="12513" y="3683"/>
                    </a:lnTo>
                    <a:cubicBezTo>
                      <a:pt x="16070" y="4310"/>
                      <a:pt x="19606" y="5022"/>
                      <a:pt x="23163" y="5587"/>
                    </a:cubicBezTo>
                    <a:lnTo>
                      <a:pt x="23644" y="5670"/>
                    </a:lnTo>
                    <a:cubicBezTo>
                      <a:pt x="24000" y="5733"/>
                      <a:pt x="24335" y="5775"/>
                      <a:pt x="24711" y="5838"/>
                    </a:cubicBezTo>
                    <a:cubicBezTo>
                      <a:pt x="25130" y="5880"/>
                      <a:pt x="25548" y="5963"/>
                      <a:pt x="25967" y="6026"/>
                    </a:cubicBezTo>
                    <a:cubicBezTo>
                      <a:pt x="26113" y="6047"/>
                      <a:pt x="26302" y="6068"/>
                      <a:pt x="26469" y="6089"/>
                    </a:cubicBezTo>
                    <a:lnTo>
                      <a:pt x="28352" y="6319"/>
                    </a:lnTo>
                    <a:cubicBezTo>
                      <a:pt x="28364" y="6323"/>
                      <a:pt x="28377" y="6325"/>
                      <a:pt x="28389" y="6325"/>
                    </a:cubicBezTo>
                    <a:cubicBezTo>
                      <a:pt x="28500" y="6325"/>
                      <a:pt x="28591" y="6162"/>
                      <a:pt x="28478" y="6068"/>
                    </a:cubicBezTo>
                    <a:cubicBezTo>
                      <a:pt x="23142" y="1716"/>
                      <a:pt x="16760" y="105"/>
                      <a:pt x="10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379" name="Google Shape;379;p27"/>
            <p:cNvGrpSpPr/>
            <p:nvPr/>
          </p:nvGrpSpPr>
          <p:grpSpPr>
            <a:xfrm rot="-2700000" flipH="1">
              <a:off x="4967567" y="4268995"/>
              <a:ext cx="1964461" cy="994012"/>
              <a:chOff x="19279125" y="28273675"/>
              <a:chExt cx="2565725" cy="1298250"/>
            </a:xfrm>
          </p:grpSpPr>
          <p:sp>
            <p:nvSpPr>
              <p:cNvPr id="380" name="Google Shape;380;p27"/>
              <p:cNvSpPr/>
              <p:nvPr/>
            </p:nvSpPr>
            <p:spPr>
              <a:xfrm>
                <a:off x="19715375" y="28798125"/>
                <a:ext cx="506850" cy="665075"/>
              </a:xfrm>
              <a:custGeom>
                <a:avLst/>
                <a:gdLst/>
                <a:ahLst/>
                <a:cxnLst/>
                <a:rect l="l" t="t" r="r" b="b"/>
                <a:pathLst>
                  <a:path w="20274" h="26603" extrusionOk="0">
                    <a:moveTo>
                      <a:pt x="20102" y="0"/>
                    </a:moveTo>
                    <a:cubicBezTo>
                      <a:pt x="20089" y="0"/>
                      <a:pt x="20076" y="3"/>
                      <a:pt x="20065" y="8"/>
                    </a:cubicBezTo>
                    <a:cubicBezTo>
                      <a:pt x="20002" y="8"/>
                      <a:pt x="19981" y="29"/>
                      <a:pt x="19918" y="50"/>
                    </a:cubicBezTo>
                    <a:cubicBezTo>
                      <a:pt x="18014" y="1975"/>
                      <a:pt x="16194" y="4026"/>
                      <a:pt x="14415" y="6181"/>
                    </a:cubicBezTo>
                    <a:cubicBezTo>
                      <a:pt x="14060" y="6537"/>
                      <a:pt x="13746" y="6934"/>
                      <a:pt x="13474" y="7332"/>
                    </a:cubicBezTo>
                    <a:cubicBezTo>
                      <a:pt x="13264" y="7583"/>
                      <a:pt x="13055" y="7876"/>
                      <a:pt x="12846" y="8148"/>
                    </a:cubicBezTo>
                    <a:lnTo>
                      <a:pt x="12804" y="8169"/>
                    </a:lnTo>
                    <a:cubicBezTo>
                      <a:pt x="9561" y="12270"/>
                      <a:pt x="6506" y="16643"/>
                      <a:pt x="3577" y="20911"/>
                    </a:cubicBezTo>
                    <a:cubicBezTo>
                      <a:pt x="3577" y="20911"/>
                      <a:pt x="3577" y="20932"/>
                      <a:pt x="3556" y="20932"/>
                    </a:cubicBezTo>
                    <a:cubicBezTo>
                      <a:pt x="3556" y="20953"/>
                      <a:pt x="3535" y="20953"/>
                      <a:pt x="3535" y="20974"/>
                    </a:cubicBezTo>
                    <a:cubicBezTo>
                      <a:pt x="2447" y="22522"/>
                      <a:pt x="1401" y="24050"/>
                      <a:pt x="355" y="25535"/>
                    </a:cubicBezTo>
                    <a:cubicBezTo>
                      <a:pt x="0" y="26042"/>
                      <a:pt x="531" y="26603"/>
                      <a:pt x="1046" y="26603"/>
                    </a:cubicBezTo>
                    <a:cubicBezTo>
                      <a:pt x="1169" y="26603"/>
                      <a:pt x="1292" y="26571"/>
                      <a:pt x="1401" y="26498"/>
                    </a:cubicBezTo>
                    <a:cubicBezTo>
                      <a:pt x="1987" y="26142"/>
                      <a:pt x="2593" y="25745"/>
                      <a:pt x="3137" y="25347"/>
                    </a:cubicBezTo>
                    <a:cubicBezTo>
                      <a:pt x="3158" y="25347"/>
                      <a:pt x="3158" y="25326"/>
                      <a:pt x="3158" y="25326"/>
                    </a:cubicBezTo>
                    <a:cubicBezTo>
                      <a:pt x="11423" y="19593"/>
                      <a:pt x="18746" y="10177"/>
                      <a:pt x="20274" y="239"/>
                    </a:cubicBezTo>
                    <a:cubicBezTo>
                      <a:pt x="20274" y="155"/>
                      <a:pt x="20232" y="113"/>
                      <a:pt x="20211" y="50"/>
                    </a:cubicBezTo>
                    <a:cubicBezTo>
                      <a:pt x="20180" y="20"/>
                      <a:pt x="20139" y="0"/>
                      <a:pt x="201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1" name="Google Shape;381;p27"/>
              <p:cNvSpPr/>
              <p:nvPr/>
            </p:nvSpPr>
            <p:spPr>
              <a:xfrm>
                <a:off x="20308800" y="28749150"/>
                <a:ext cx="511325" cy="822775"/>
              </a:xfrm>
              <a:custGeom>
                <a:avLst/>
                <a:gdLst/>
                <a:ahLst/>
                <a:cxnLst/>
                <a:rect l="l" t="t" r="r" b="b"/>
                <a:pathLst>
                  <a:path w="20453" h="32911" extrusionOk="0">
                    <a:moveTo>
                      <a:pt x="20227" y="1"/>
                    </a:moveTo>
                    <a:cubicBezTo>
                      <a:pt x="20190" y="1"/>
                      <a:pt x="20153" y="8"/>
                      <a:pt x="20118" y="22"/>
                    </a:cubicBezTo>
                    <a:cubicBezTo>
                      <a:pt x="20097" y="22"/>
                      <a:pt x="20097" y="63"/>
                      <a:pt x="20076" y="84"/>
                    </a:cubicBezTo>
                    <a:cubicBezTo>
                      <a:pt x="19804" y="335"/>
                      <a:pt x="19574" y="607"/>
                      <a:pt x="19302" y="900"/>
                    </a:cubicBezTo>
                    <a:cubicBezTo>
                      <a:pt x="19302" y="900"/>
                      <a:pt x="19302" y="921"/>
                      <a:pt x="19281" y="921"/>
                    </a:cubicBezTo>
                    <a:cubicBezTo>
                      <a:pt x="19051" y="1172"/>
                      <a:pt x="18841" y="1444"/>
                      <a:pt x="18632" y="1695"/>
                    </a:cubicBezTo>
                    <a:cubicBezTo>
                      <a:pt x="18569" y="1758"/>
                      <a:pt x="18528" y="1842"/>
                      <a:pt x="18465" y="1884"/>
                    </a:cubicBezTo>
                    <a:cubicBezTo>
                      <a:pt x="18318" y="2093"/>
                      <a:pt x="18130" y="2302"/>
                      <a:pt x="17984" y="2512"/>
                    </a:cubicBezTo>
                    <a:cubicBezTo>
                      <a:pt x="17921" y="2595"/>
                      <a:pt x="17837" y="2679"/>
                      <a:pt x="17795" y="2784"/>
                    </a:cubicBezTo>
                    <a:cubicBezTo>
                      <a:pt x="17628" y="2993"/>
                      <a:pt x="17502" y="3160"/>
                      <a:pt x="17356" y="3369"/>
                    </a:cubicBezTo>
                    <a:cubicBezTo>
                      <a:pt x="17293" y="3453"/>
                      <a:pt x="17209" y="3558"/>
                      <a:pt x="17168" y="3641"/>
                    </a:cubicBezTo>
                    <a:cubicBezTo>
                      <a:pt x="17000" y="3851"/>
                      <a:pt x="16875" y="4060"/>
                      <a:pt x="16749" y="4269"/>
                    </a:cubicBezTo>
                    <a:cubicBezTo>
                      <a:pt x="16686" y="4353"/>
                      <a:pt x="16644" y="4436"/>
                      <a:pt x="16561" y="4520"/>
                    </a:cubicBezTo>
                    <a:lnTo>
                      <a:pt x="16100" y="5232"/>
                    </a:lnTo>
                    <a:cubicBezTo>
                      <a:pt x="16059" y="5273"/>
                      <a:pt x="16017" y="5336"/>
                      <a:pt x="15996" y="5420"/>
                    </a:cubicBezTo>
                    <a:cubicBezTo>
                      <a:pt x="15598" y="6006"/>
                      <a:pt x="15222" y="6633"/>
                      <a:pt x="14866" y="7282"/>
                    </a:cubicBezTo>
                    <a:cubicBezTo>
                      <a:pt x="14803" y="7345"/>
                      <a:pt x="14782" y="7429"/>
                      <a:pt x="14740" y="7512"/>
                    </a:cubicBezTo>
                    <a:cubicBezTo>
                      <a:pt x="14594" y="7742"/>
                      <a:pt x="14468" y="7973"/>
                      <a:pt x="14322" y="8203"/>
                    </a:cubicBezTo>
                    <a:cubicBezTo>
                      <a:pt x="14259" y="8286"/>
                      <a:pt x="14217" y="8391"/>
                      <a:pt x="14155" y="8475"/>
                    </a:cubicBezTo>
                    <a:lnTo>
                      <a:pt x="13757" y="9186"/>
                    </a:lnTo>
                    <a:cubicBezTo>
                      <a:pt x="13715" y="9249"/>
                      <a:pt x="13652" y="9333"/>
                      <a:pt x="13631" y="9416"/>
                    </a:cubicBezTo>
                    <a:cubicBezTo>
                      <a:pt x="13485" y="9709"/>
                      <a:pt x="13318" y="9960"/>
                      <a:pt x="13171" y="10253"/>
                    </a:cubicBezTo>
                    <a:cubicBezTo>
                      <a:pt x="12962" y="10609"/>
                      <a:pt x="12753" y="10986"/>
                      <a:pt x="12564" y="11341"/>
                    </a:cubicBezTo>
                    <a:cubicBezTo>
                      <a:pt x="12502" y="11488"/>
                      <a:pt x="12439" y="11592"/>
                      <a:pt x="12376" y="11718"/>
                    </a:cubicBezTo>
                    <a:lnTo>
                      <a:pt x="12062" y="12262"/>
                    </a:lnTo>
                    <a:cubicBezTo>
                      <a:pt x="11539" y="13224"/>
                      <a:pt x="10995" y="14166"/>
                      <a:pt x="10409" y="15108"/>
                    </a:cubicBezTo>
                    <a:cubicBezTo>
                      <a:pt x="8568" y="18183"/>
                      <a:pt x="6622" y="21217"/>
                      <a:pt x="4718" y="24251"/>
                    </a:cubicBezTo>
                    <a:lnTo>
                      <a:pt x="4718" y="24272"/>
                    </a:lnTo>
                    <a:lnTo>
                      <a:pt x="4718" y="24293"/>
                    </a:lnTo>
                    <a:lnTo>
                      <a:pt x="4718" y="24314"/>
                    </a:lnTo>
                    <a:lnTo>
                      <a:pt x="4718" y="24356"/>
                    </a:lnTo>
                    <a:lnTo>
                      <a:pt x="4718" y="24377"/>
                    </a:lnTo>
                    <a:cubicBezTo>
                      <a:pt x="3693" y="26030"/>
                      <a:pt x="2668" y="27641"/>
                      <a:pt x="1684" y="29315"/>
                    </a:cubicBezTo>
                    <a:lnTo>
                      <a:pt x="1684" y="29336"/>
                    </a:lnTo>
                    <a:lnTo>
                      <a:pt x="1684" y="29377"/>
                    </a:lnTo>
                    <a:lnTo>
                      <a:pt x="1684" y="29398"/>
                    </a:lnTo>
                    <a:lnTo>
                      <a:pt x="1684" y="29419"/>
                    </a:lnTo>
                    <a:lnTo>
                      <a:pt x="1684" y="29461"/>
                    </a:lnTo>
                    <a:cubicBezTo>
                      <a:pt x="1621" y="29503"/>
                      <a:pt x="1600" y="29587"/>
                      <a:pt x="1559" y="29670"/>
                    </a:cubicBezTo>
                    <a:lnTo>
                      <a:pt x="1559" y="29691"/>
                    </a:lnTo>
                    <a:cubicBezTo>
                      <a:pt x="1140" y="30361"/>
                      <a:pt x="743" y="31072"/>
                      <a:pt x="345" y="31763"/>
                    </a:cubicBezTo>
                    <a:cubicBezTo>
                      <a:pt x="1" y="32365"/>
                      <a:pt x="520" y="32911"/>
                      <a:pt x="1088" y="32911"/>
                    </a:cubicBezTo>
                    <a:cubicBezTo>
                      <a:pt x="1210" y="32911"/>
                      <a:pt x="1335" y="32886"/>
                      <a:pt x="1454" y="32830"/>
                    </a:cubicBezTo>
                    <a:cubicBezTo>
                      <a:pt x="1517" y="32809"/>
                      <a:pt x="1600" y="32746"/>
                      <a:pt x="1684" y="32662"/>
                    </a:cubicBezTo>
                    <a:cubicBezTo>
                      <a:pt x="6476" y="28038"/>
                      <a:pt x="10388" y="22556"/>
                      <a:pt x="13757" y="16844"/>
                    </a:cubicBezTo>
                    <a:cubicBezTo>
                      <a:pt x="16247" y="12408"/>
                      <a:pt x="19051" y="7721"/>
                      <a:pt x="20097" y="2700"/>
                    </a:cubicBezTo>
                    <a:cubicBezTo>
                      <a:pt x="20097" y="2658"/>
                      <a:pt x="20118" y="2616"/>
                      <a:pt x="20118" y="2595"/>
                    </a:cubicBezTo>
                    <a:cubicBezTo>
                      <a:pt x="20160" y="2365"/>
                      <a:pt x="20222" y="2093"/>
                      <a:pt x="20243" y="1863"/>
                    </a:cubicBezTo>
                    <a:cubicBezTo>
                      <a:pt x="20243" y="1800"/>
                      <a:pt x="20264" y="1779"/>
                      <a:pt x="20264" y="1737"/>
                    </a:cubicBezTo>
                    <a:lnTo>
                      <a:pt x="20348" y="1172"/>
                    </a:lnTo>
                    <a:cubicBezTo>
                      <a:pt x="20390" y="1068"/>
                      <a:pt x="20390" y="1005"/>
                      <a:pt x="20390" y="879"/>
                    </a:cubicBezTo>
                    <a:cubicBezTo>
                      <a:pt x="20411" y="733"/>
                      <a:pt x="20411" y="607"/>
                      <a:pt x="20432" y="440"/>
                    </a:cubicBezTo>
                    <a:cubicBezTo>
                      <a:pt x="20432" y="356"/>
                      <a:pt x="20453" y="294"/>
                      <a:pt x="20453" y="210"/>
                    </a:cubicBezTo>
                    <a:lnTo>
                      <a:pt x="20453" y="126"/>
                    </a:lnTo>
                    <a:cubicBezTo>
                      <a:pt x="20453" y="105"/>
                      <a:pt x="20432" y="105"/>
                      <a:pt x="20432" y="84"/>
                    </a:cubicBezTo>
                    <a:cubicBezTo>
                      <a:pt x="20376" y="29"/>
                      <a:pt x="20301" y="1"/>
                      <a:pt x="20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2" name="Google Shape;382;p27"/>
              <p:cNvSpPr/>
              <p:nvPr/>
            </p:nvSpPr>
            <p:spPr>
              <a:xfrm>
                <a:off x="20182700" y="28375125"/>
                <a:ext cx="603425" cy="350075"/>
              </a:xfrm>
              <a:custGeom>
                <a:avLst/>
                <a:gdLst/>
                <a:ahLst/>
                <a:cxnLst/>
                <a:rect l="l" t="t" r="r" b="b"/>
                <a:pathLst>
                  <a:path w="24137" h="14003" extrusionOk="0">
                    <a:moveTo>
                      <a:pt x="808" y="1"/>
                    </a:moveTo>
                    <a:cubicBezTo>
                      <a:pt x="364" y="1"/>
                      <a:pt x="1" y="496"/>
                      <a:pt x="137" y="922"/>
                    </a:cubicBezTo>
                    <a:cubicBezTo>
                      <a:pt x="179" y="1027"/>
                      <a:pt x="263" y="1131"/>
                      <a:pt x="367" y="1215"/>
                    </a:cubicBezTo>
                    <a:cubicBezTo>
                      <a:pt x="6623" y="6404"/>
                      <a:pt x="13131" y="11070"/>
                      <a:pt x="20935" y="13288"/>
                    </a:cubicBezTo>
                    <a:cubicBezTo>
                      <a:pt x="20977" y="13309"/>
                      <a:pt x="21040" y="13309"/>
                      <a:pt x="21103" y="13351"/>
                    </a:cubicBezTo>
                    <a:cubicBezTo>
                      <a:pt x="21500" y="13434"/>
                      <a:pt x="21919" y="13560"/>
                      <a:pt x="22316" y="13643"/>
                    </a:cubicBezTo>
                    <a:cubicBezTo>
                      <a:pt x="22421" y="13685"/>
                      <a:pt x="22484" y="13706"/>
                      <a:pt x="22588" y="13727"/>
                    </a:cubicBezTo>
                    <a:cubicBezTo>
                      <a:pt x="22965" y="13811"/>
                      <a:pt x="23362" y="13895"/>
                      <a:pt x="23718" y="13957"/>
                    </a:cubicBezTo>
                    <a:cubicBezTo>
                      <a:pt x="23781" y="13957"/>
                      <a:pt x="23802" y="13999"/>
                      <a:pt x="23823" y="13999"/>
                    </a:cubicBezTo>
                    <a:cubicBezTo>
                      <a:pt x="23838" y="14001"/>
                      <a:pt x="23852" y="14002"/>
                      <a:pt x="23867" y="14002"/>
                    </a:cubicBezTo>
                    <a:cubicBezTo>
                      <a:pt x="23990" y="14002"/>
                      <a:pt x="24078" y="13923"/>
                      <a:pt x="24116" y="13811"/>
                    </a:cubicBezTo>
                    <a:cubicBezTo>
                      <a:pt x="24137" y="13769"/>
                      <a:pt x="24137" y="13727"/>
                      <a:pt x="24116" y="13685"/>
                    </a:cubicBezTo>
                    <a:cubicBezTo>
                      <a:pt x="24116" y="13643"/>
                      <a:pt x="24095" y="13602"/>
                      <a:pt x="24032" y="13581"/>
                    </a:cubicBezTo>
                    <a:cubicBezTo>
                      <a:pt x="23676" y="13309"/>
                      <a:pt x="23341" y="13037"/>
                      <a:pt x="22965" y="12765"/>
                    </a:cubicBezTo>
                    <a:cubicBezTo>
                      <a:pt x="22923" y="12744"/>
                      <a:pt x="22860" y="12681"/>
                      <a:pt x="22818" y="12660"/>
                    </a:cubicBezTo>
                    <a:cubicBezTo>
                      <a:pt x="22525" y="12451"/>
                      <a:pt x="22212" y="12221"/>
                      <a:pt x="21919" y="12011"/>
                    </a:cubicBezTo>
                    <a:lnTo>
                      <a:pt x="21688" y="11844"/>
                    </a:lnTo>
                    <a:cubicBezTo>
                      <a:pt x="21333" y="11614"/>
                      <a:pt x="21019" y="11384"/>
                      <a:pt x="20684" y="11175"/>
                    </a:cubicBezTo>
                    <a:lnTo>
                      <a:pt x="20663" y="11133"/>
                    </a:lnTo>
                    <a:cubicBezTo>
                      <a:pt x="16876" y="8580"/>
                      <a:pt x="12859" y="6404"/>
                      <a:pt x="8841" y="4228"/>
                    </a:cubicBezTo>
                    <a:cubicBezTo>
                      <a:pt x="8841" y="4228"/>
                      <a:pt x="8820" y="4228"/>
                      <a:pt x="8820" y="4207"/>
                    </a:cubicBezTo>
                    <a:lnTo>
                      <a:pt x="8800" y="4207"/>
                    </a:lnTo>
                    <a:cubicBezTo>
                      <a:pt x="6226" y="2847"/>
                      <a:pt x="3673" y="1508"/>
                      <a:pt x="1121" y="85"/>
                    </a:cubicBezTo>
                    <a:cubicBezTo>
                      <a:pt x="1016" y="27"/>
                      <a:pt x="910" y="1"/>
                      <a:pt x="8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3" name="Google Shape;383;p27"/>
              <p:cNvSpPr/>
              <p:nvPr/>
            </p:nvSpPr>
            <p:spPr>
              <a:xfrm>
                <a:off x="19914100" y="28430850"/>
                <a:ext cx="673250" cy="292175"/>
              </a:xfrm>
              <a:custGeom>
                <a:avLst/>
                <a:gdLst/>
                <a:ahLst/>
                <a:cxnLst/>
                <a:rect l="l" t="t" r="r" b="b"/>
                <a:pathLst>
                  <a:path w="26930" h="11687" extrusionOk="0">
                    <a:moveTo>
                      <a:pt x="1364" y="1"/>
                    </a:moveTo>
                    <a:cubicBezTo>
                      <a:pt x="1157" y="1"/>
                      <a:pt x="953" y="11"/>
                      <a:pt x="754" y="32"/>
                    </a:cubicBezTo>
                    <a:cubicBezTo>
                      <a:pt x="210" y="53"/>
                      <a:pt x="1" y="492"/>
                      <a:pt x="106" y="911"/>
                    </a:cubicBezTo>
                    <a:cubicBezTo>
                      <a:pt x="210" y="1141"/>
                      <a:pt x="357" y="1392"/>
                      <a:pt x="650" y="1476"/>
                    </a:cubicBezTo>
                    <a:cubicBezTo>
                      <a:pt x="3683" y="2522"/>
                      <a:pt x="6696" y="3610"/>
                      <a:pt x="9647" y="4782"/>
                    </a:cubicBezTo>
                    <a:lnTo>
                      <a:pt x="9626" y="4782"/>
                    </a:lnTo>
                    <a:cubicBezTo>
                      <a:pt x="11802" y="5640"/>
                      <a:pt x="13936" y="6581"/>
                      <a:pt x="16091" y="7606"/>
                    </a:cubicBezTo>
                    <a:cubicBezTo>
                      <a:pt x="16970" y="8025"/>
                      <a:pt x="17807" y="8464"/>
                      <a:pt x="18644" y="8925"/>
                    </a:cubicBezTo>
                    <a:cubicBezTo>
                      <a:pt x="21238" y="10222"/>
                      <a:pt x="23770" y="11394"/>
                      <a:pt x="26783" y="11686"/>
                    </a:cubicBezTo>
                    <a:cubicBezTo>
                      <a:pt x="26825" y="11686"/>
                      <a:pt x="26867" y="11686"/>
                      <a:pt x="26888" y="11666"/>
                    </a:cubicBezTo>
                    <a:cubicBezTo>
                      <a:pt x="26909" y="11645"/>
                      <a:pt x="26930" y="11582"/>
                      <a:pt x="26930" y="11498"/>
                    </a:cubicBezTo>
                    <a:cubicBezTo>
                      <a:pt x="26930" y="11414"/>
                      <a:pt x="26888" y="11373"/>
                      <a:pt x="26804" y="11352"/>
                    </a:cubicBezTo>
                    <a:lnTo>
                      <a:pt x="26783" y="11352"/>
                    </a:lnTo>
                    <a:cubicBezTo>
                      <a:pt x="26553" y="11268"/>
                      <a:pt x="26344" y="11184"/>
                      <a:pt x="26093" y="11080"/>
                    </a:cubicBezTo>
                    <a:cubicBezTo>
                      <a:pt x="26051" y="11059"/>
                      <a:pt x="25988" y="11038"/>
                      <a:pt x="25946" y="11038"/>
                    </a:cubicBezTo>
                    <a:cubicBezTo>
                      <a:pt x="25737" y="10954"/>
                      <a:pt x="25528" y="10850"/>
                      <a:pt x="25318" y="10745"/>
                    </a:cubicBezTo>
                    <a:cubicBezTo>
                      <a:pt x="25256" y="10724"/>
                      <a:pt x="25214" y="10682"/>
                      <a:pt x="25130" y="10661"/>
                    </a:cubicBezTo>
                    <a:cubicBezTo>
                      <a:pt x="24921" y="10557"/>
                      <a:pt x="24733" y="10452"/>
                      <a:pt x="24523" y="10347"/>
                    </a:cubicBezTo>
                    <a:lnTo>
                      <a:pt x="24377" y="10264"/>
                    </a:lnTo>
                    <a:cubicBezTo>
                      <a:pt x="24189" y="10159"/>
                      <a:pt x="24042" y="10054"/>
                      <a:pt x="23854" y="9950"/>
                    </a:cubicBezTo>
                    <a:cubicBezTo>
                      <a:pt x="23791" y="9929"/>
                      <a:pt x="23749" y="9908"/>
                      <a:pt x="23686" y="9845"/>
                    </a:cubicBezTo>
                    <a:cubicBezTo>
                      <a:pt x="23519" y="9762"/>
                      <a:pt x="23331" y="9615"/>
                      <a:pt x="23142" y="9510"/>
                    </a:cubicBezTo>
                    <a:cubicBezTo>
                      <a:pt x="23059" y="9469"/>
                      <a:pt x="23017" y="9427"/>
                      <a:pt x="22933" y="9385"/>
                    </a:cubicBezTo>
                    <a:cubicBezTo>
                      <a:pt x="22745" y="9280"/>
                      <a:pt x="22598" y="9155"/>
                      <a:pt x="22410" y="9029"/>
                    </a:cubicBezTo>
                    <a:cubicBezTo>
                      <a:pt x="22326" y="8966"/>
                      <a:pt x="22264" y="8925"/>
                      <a:pt x="22180" y="8841"/>
                    </a:cubicBezTo>
                    <a:cubicBezTo>
                      <a:pt x="22054" y="8757"/>
                      <a:pt x="21950" y="8673"/>
                      <a:pt x="21845" y="8569"/>
                    </a:cubicBezTo>
                    <a:cubicBezTo>
                      <a:pt x="21678" y="8443"/>
                      <a:pt x="21531" y="8339"/>
                      <a:pt x="21364" y="8213"/>
                    </a:cubicBezTo>
                    <a:cubicBezTo>
                      <a:pt x="21343" y="8192"/>
                      <a:pt x="21280" y="8150"/>
                      <a:pt x="21259" y="8129"/>
                    </a:cubicBezTo>
                    <a:cubicBezTo>
                      <a:pt x="18769" y="6246"/>
                      <a:pt x="16363" y="4112"/>
                      <a:pt x="13559" y="2773"/>
                    </a:cubicBezTo>
                    <a:cubicBezTo>
                      <a:pt x="10023" y="1078"/>
                      <a:pt x="6006" y="137"/>
                      <a:pt x="2051" y="32"/>
                    </a:cubicBezTo>
                    <a:lnTo>
                      <a:pt x="1989" y="32"/>
                    </a:lnTo>
                    <a:cubicBezTo>
                      <a:pt x="1779" y="11"/>
                      <a:pt x="1570" y="1"/>
                      <a:pt x="13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4" name="Google Shape;384;p27"/>
              <p:cNvSpPr/>
              <p:nvPr/>
            </p:nvSpPr>
            <p:spPr>
              <a:xfrm>
                <a:off x="19600250" y="28499650"/>
                <a:ext cx="774200" cy="245875"/>
              </a:xfrm>
              <a:custGeom>
                <a:avLst/>
                <a:gdLst/>
                <a:ahLst/>
                <a:cxnLst/>
                <a:rect l="l" t="t" r="r" b="b"/>
                <a:pathLst>
                  <a:path w="30968" h="9835" extrusionOk="0">
                    <a:moveTo>
                      <a:pt x="6613" y="0"/>
                    </a:moveTo>
                    <a:cubicBezTo>
                      <a:pt x="4520" y="0"/>
                      <a:pt x="2532" y="63"/>
                      <a:pt x="733" y="251"/>
                    </a:cubicBezTo>
                    <a:cubicBezTo>
                      <a:pt x="252" y="272"/>
                      <a:pt x="1" y="753"/>
                      <a:pt x="105" y="1151"/>
                    </a:cubicBezTo>
                    <a:cubicBezTo>
                      <a:pt x="105" y="1318"/>
                      <a:pt x="252" y="1507"/>
                      <a:pt x="545" y="1590"/>
                    </a:cubicBezTo>
                    <a:cubicBezTo>
                      <a:pt x="5859" y="2678"/>
                      <a:pt x="11007" y="4080"/>
                      <a:pt x="16154" y="5712"/>
                    </a:cubicBezTo>
                    <a:cubicBezTo>
                      <a:pt x="16509" y="5817"/>
                      <a:pt x="16844" y="5963"/>
                      <a:pt x="17179" y="6068"/>
                    </a:cubicBezTo>
                    <a:lnTo>
                      <a:pt x="17158" y="6068"/>
                    </a:lnTo>
                    <a:cubicBezTo>
                      <a:pt x="18518" y="6528"/>
                      <a:pt x="19878" y="7051"/>
                      <a:pt x="21259" y="7574"/>
                    </a:cubicBezTo>
                    <a:cubicBezTo>
                      <a:pt x="21343" y="7595"/>
                      <a:pt x="21385" y="7637"/>
                      <a:pt x="21468" y="7658"/>
                    </a:cubicBezTo>
                    <a:cubicBezTo>
                      <a:pt x="21489" y="7658"/>
                      <a:pt x="21531" y="7679"/>
                      <a:pt x="21573" y="7679"/>
                    </a:cubicBezTo>
                    <a:cubicBezTo>
                      <a:pt x="24000" y="8579"/>
                      <a:pt x="26490" y="9416"/>
                      <a:pt x="29022" y="9730"/>
                    </a:cubicBezTo>
                    <a:lnTo>
                      <a:pt x="29064" y="9730"/>
                    </a:lnTo>
                    <a:cubicBezTo>
                      <a:pt x="29182" y="9747"/>
                      <a:pt x="29355" y="9777"/>
                      <a:pt x="29528" y="9777"/>
                    </a:cubicBezTo>
                    <a:cubicBezTo>
                      <a:pt x="29569" y="9777"/>
                      <a:pt x="29610" y="9775"/>
                      <a:pt x="29649" y="9771"/>
                    </a:cubicBezTo>
                    <a:cubicBezTo>
                      <a:pt x="29838" y="9792"/>
                      <a:pt x="30026" y="9792"/>
                      <a:pt x="30173" y="9834"/>
                    </a:cubicBezTo>
                    <a:lnTo>
                      <a:pt x="30319" y="9834"/>
                    </a:lnTo>
                    <a:cubicBezTo>
                      <a:pt x="30361" y="9834"/>
                      <a:pt x="30424" y="9834"/>
                      <a:pt x="30466" y="9792"/>
                    </a:cubicBezTo>
                    <a:cubicBezTo>
                      <a:pt x="30758" y="9730"/>
                      <a:pt x="30968" y="9374"/>
                      <a:pt x="30905" y="9060"/>
                    </a:cubicBezTo>
                    <a:cubicBezTo>
                      <a:pt x="30884" y="8997"/>
                      <a:pt x="30884" y="8914"/>
                      <a:pt x="30821" y="8851"/>
                    </a:cubicBezTo>
                    <a:cubicBezTo>
                      <a:pt x="30779" y="8788"/>
                      <a:pt x="30717" y="8725"/>
                      <a:pt x="30675" y="8642"/>
                    </a:cubicBezTo>
                    <a:cubicBezTo>
                      <a:pt x="30445" y="8328"/>
                      <a:pt x="30173" y="8056"/>
                      <a:pt x="29942" y="7763"/>
                    </a:cubicBezTo>
                    <a:cubicBezTo>
                      <a:pt x="29733" y="7428"/>
                      <a:pt x="29440" y="7135"/>
                      <a:pt x="29105" y="6905"/>
                    </a:cubicBezTo>
                    <a:cubicBezTo>
                      <a:pt x="23686" y="1716"/>
                      <a:pt x="14501" y="42"/>
                      <a:pt x="66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5" name="Google Shape;385;p27"/>
              <p:cNvSpPr/>
              <p:nvPr/>
            </p:nvSpPr>
            <p:spPr>
              <a:xfrm>
                <a:off x="20149825" y="28752300"/>
                <a:ext cx="462625" cy="768775"/>
              </a:xfrm>
              <a:custGeom>
                <a:avLst/>
                <a:gdLst/>
                <a:ahLst/>
                <a:cxnLst/>
                <a:rect l="l" t="t" r="r" b="b"/>
                <a:pathLst>
                  <a:path w="18505" h="30751" extrusionOk="0">
                    <a:moveTo>
                      <a:pt x="13598" y="8453"/>
                    </a:moveTo>
                    <a:cubicBezTo>
                      <a:pt x="13593" y="8459"/>
                      <a:pt x="13588" y="8464"/>
                      <a:pt x="13588" y="8474"/>
                    </a:cubicBezTo>
                    <a:lnTo>
                      <a:pt x="13588" y="8474"/>
                    </a:lnTo>
                    <a:cubicBezTo>
                      <a:pt x="13591" y="8467"/>
                      <a:pt x="13595" y="8460"/>
                      <a:pt x="13598" y="8453"/>
                    </a:cubicBezTo>
                    <a:close/>
                    <a:moveTo>
                      <a:pt x="18233" y="0"/>
                    </a:moveTo>
                    <a:cubicBezTo>
                      <a:pt x="18170" y="0"/>
                      <a:pt x="18066" y="42"/>
                      <a:pt x="18003" y="84"/>
                    </a:cubicBezTo>
                    <a:cubicBezTo>
                      <a:pt x="17773" y="293"/>
                      <a:pt x="17563" y="481"/>
                      <a:pt x="17333" y="691"/>
                    </a:cubicBezTo>
                    <a:cubicBezTo>
                      <a:pt x="17255" y="769"/>
                      <a:pt x="17323" y="902"/>
                      <a:pt x="17418" y="902"/>
                    </a:cubicBezTo>
                    <a:cubicBezTo>
                      <a:pt x="17424" y="902"/>
                      <a:pt x="17431" y="901"/>
                      <a:pt x="17438" y="900"/>
                    </a:cubicBezTo>
                    <a:lnTo>
                      <a:pt x="17438" y="900"/>
                    </a:lnTo>
                    <a:cubicBezTo>
                      <a:pt x="17375" y="921"/>
                      <a:pt x="17354" y="942"/>
                      <a:pt x="17291" y="984"/>
                    </a:cubicBezTo>
                    <a:cubicBezTo>
                      <a:pt x="17291" y="984"/>
                      <a:pt x="17270" y="984"/>
                      <a:pt x="17270" y="1005"/>
                    </a:cubicBezTo>
                    <a:cubicBezTo>
                      <a:pt x="17229" y="1025"/>
                      <a:pt x="17187" y="1046"/>
                      <a:pt x="17145" y="1109"/>
                    </a:cubicBezTo>
                    <a:lnTo>
                      <a:pt x="17124" y="1130"/>
                    </a:lnTo>
                    <a:lnTo>
                      <a:pt x="16977" y="1256"/>
                    </a:lnTo>
                    <a:cubicBezTo>
                      <a:pt x="16957" y="1297"/>
                      <a:pt x="16936" y="1318"/>
                      <a:pt x="16915" y="1360"/>
                    </a:cubicBezTo>
                    <a:lnTo>
                      <a:pt x="16852" y="1423"/>
                    </a:lnTo>
                    <a:cubicBezTo>
                      <a:pt x="16203" y="2302"/>
                      <a:pt x="15471" y="4143"/>
                      <a:pt x="14927" y="5524"/>
                    </a:cubicBezTo>
                    <a:cubicBezTo>
                      <a:pt x="14760" y="5922"/>
                      <a:pt x="14613" y="6340"/>
                      <a:pt x="14446" y="6738"/>
                    </a:cubicBezTo>
                    <a:cubicBezTo>
                      <a:pt x="14446" y="6759"/>
                      <a:pt x="14425" y="6779"/>
                      <a:pt x="14425" y="6800"/>
                    </a:cubicBezTo>
                    <a:cubicBezTo>
                      <a:pt x="14425" y="6842"/>
                      <a:pt x="14404" y="6842"/>
                      <a:pt x="14404" y="6863"/>
                    </a:cubicBezTo>
                    <a:cubicBezTo>
                      <a:pt x="14341" y="6968"/>
                      <a:pt x="14320" y="7051"/>
                      <a:pt x="14299" y="7093"/>
                    </a:cubicBezTo>
                    <a:cubicBezTo>
                      <a:pt x="14236" y="7219"/>
                      <a:pt x="14153" y="7365"/>
                      <a:pt x="14111" y="7470"/>
                    </a:cubicBezTo>
                    <a:cubicBezTo>
                      <a:pt x="13930" y="7793"/>
                      <a:pt x="13787" y="8115"/>
                      <a:pt x="13608" y="8438"/>
                    </a:cubicBezTo>
                    <a:lnTo>
                      <a:pt x="13608" y="8438"/>
                    </a:lnTo>
                    <a:cubicBezTo>
                      <a:pt x="13609" y="8436"/>
                      <a:pt x="13609" y="8434"/>
                      <a:pt x="13609" y="8432"/>
                    </a:cubicBezTo>
                    <a:lnTo>
                      <a:pt x="13609" y="8432"/>
                    </a:lnTo>
                    <a:cubicBezTo>
                      <a:pt x="13605" y="8439"/>
                      <a:pt x="13602" y="8446"/>
                      <a:pt x="13598" y="8453"/>
                    </a:cubicBezTo>
                    <a:lnTo>
                      <a:pt x="13598" y="8453"/>
                    </a:lnTo>
                    <a:cubicBezTo>
                      <a:pt x="13599" y="8452"/>
                      <a:pt x="13600" y="8451"/>
                      <a:pt x="13601" y="8450"/>
                    </a:cubicBezTo>
                    <a:lnTo>
                      <a:pt x="13601" y="8450"/>
                    </a:lnTo>
                    <a:cubicBezTo>
                      <a:pt x="13597" y="8458"/>
                      <a:pt x="13592" y="8466"/>
                      <a:pt x="13588" y="8474"/>
                    </a:cubicBezTo>
                    <a:cubicBezTo>
                      <a:pt x="13588" y="8474"/>
                      <a:pt x="13588" y="8474"/>
                      <a:pt x="13588" y="8474"/>
                    </a:cubicBezTo>
                    <a:lnTo>
                      <a:pt x="13588" y="8474"/>
                    </a:lnTo>
                    <a:cubicBezTo>
                      <a:pt x="12527" y="10595"/>
                      <a:pt x="11404" y="12735"/>
                      <a:pt x="10261" y="14814"/>
                    </a:cubicBezTo>
                    <a:cubicBezTo>
                      <a:pt x="8294" y="18308"/>
                      <a:pt x="6181" y="21635"/>
                      <a:pt x="3900" y="24878"/>
                    </a:cubicBezTo>
                    <a:cubicBezTo>
                      <a:pt x="2729" y="26552"/>
                      <a:pt x="1536" y="28226"/>
                      <a:pt x="301" y="29879"/>
                    </a:cubicBezTo>
                    <a:cubicBezTo>
                      <a:pt x="1" y="30291"/>
                      <a:pt x="299" y="30750"/>
                      <a:pt x="688" y="30750"/>
                    </a:cubicBezTo>
                    <a:cubicBezTo>
                      <a:pt x="813" y="30750"/>
                      <a:pt x="948" y="30703"/>
                      <a:pt x="1076" y="30591"/>
                    </a:cubicBezTo>
                    <a:cubicBezTo>
                      <a:pt x="2540" y="29251"/>
                      <a:pt x="4047" y="27787"/>
                      <a:pt x="5532" y="26155"/>
                    </a:cubicBezTo>
                    <a:lnTo>
                      <a:pt x="5532" y="26134"/>
                    </a:lnTo>
                    <a:lnTo>
                      <a:pt x="5616" y="26050"/>
                    </a:lnTo>
                    <a:cubicBezTo>
                      <a:pt x="11726" y="19355"/>
                      <a:pt x="17375" y="10546"/>
                      <a:pt x="18379" y="1988"/>
                    </a:cubicBezTo>
                    <a:lnTo>
                      <a:pt x="18379" y="1883"/>
                    </a:lnTo>
                    <a:cubicBezTo>
                      <a:pt x="18421" y="1360"/>
                      <a:pt x="18484" y="816"/>
                      <a:pt x="18505" y="293"/>
                    </a:cubicBezTo>
                    <a:lnTo>
                      <a:pt x="18505" y="189"/>
                    </a:lnTo>
                    <a:cubicBezTo>
                      <a:pt x="18484" y="84"/>
                      <a:pt x="18379" y="0"/>
                      <a:pt x="18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6" name="Google Shape;386;p27"/>
              <p:cNvSpPr/>
              <p:nvPr/>
            </p:nvSpPr>
            <p:spPr>
              <a:xfrm>
                <a:off x="19279125" y="28273675"/>
                <a:ext cx="2565725" cy="1180375"/>
              </a:xfrm>
              <a:custGeom>
                <a:avLst/>
                <a:gdLst/>
                <a:ahLst/>
                <a:cxnLst/>
                <a:rect l="l" t="t" r="r" b="b"/>
                <a:pathLst>
                  <a:path w="102629" h="47215" extrusionOk="0">
                    <a:moveTo>
                      <a:pt x="72729" y="5754"/>
                    </a:moveTo>
                    <a:lnTo>
                      <a:pt x="72729" y="5754"/>
                    </a:lnTo>
                    <a:cubicBezTo>
                      <a:pt x="73231" y="6277"/>
                      <a:pt x="73733" y="6800"/>
                      <a:pt x="74194" y="7365"/>
                    </a:cubicBezTo>
                    <a:cubicBezTo>
                      <a:pt x="74232" y="7403"/>
                      <a:pt x="74269" y="7419"/>
                      <a:pt x="74305" y="7419"/>
                    </a:cubicBezTo>
                    <a:cubicBezTo>
                      <a:pt x="74369" y="7419"/>
                      <a:pt x="74426" y="7369"/>
                      <a:pt x="74466" y="7302"/>
                    </a:cubicBezTo>
                    <a:cubicBezTo>
                      <a:pt x="76328" y="9144"/>
                      <a:pt x="77918" y="11173"/>
                      <a:pt x="79257" y="13391"/>
                    </a:cubicBezTo>
                    <a:lnTo>
                      <a:pt x="79257" y="13433"/>
                    </a:lnTo>
                    <a:cubicBezTo>
                      <a:pt x="80659" y="15777"/>
                      <a:pt x="81789" y="18371"/>
                      <a:pt x="82626" y="21196"/>
                    </a:cubicBezTo>
                    <a:cubicBezTo>
                      <a:pt x="82103" y="21070"/>
                      <a:pt x="81559" y="20966"/>
                      <a:pt x="81036" y="20819"/>
                    </a:cubicBezTo>
                    <a:lnTo>
                      <a:pt x="81036" y="20777"/>
                    </a:lnTo>
                    <a:cubicBezTo>
                      <a:pt x="80994" y="20756"/>
                      <a:pt x="80931" y="20694"/>
                      <a:pt x="80868" y="20694"/>
                    </a:cubicBezTo>
                    <a:cubicBezTo>
                      <a:pt x="80847" y="20694"/>
                      <a:pt x="80847" y="20694"/>
                      <a:pt x="80827" y="20714"/>
                    </a:cubicBezTo>
                    <a:cubicBezTo>
                      <a:pt x="80785" y="20756"/>
                      <a:pt x="80743" y="20777"/>
                      <a:pt x="80722" y="20798"/>
                    </a:cubicBezTo>
                    <a:cubicBezTo>
                      <a:pt x="79885" y="20610"/>
                      <a:pt x="79006" y="20463"/>
                      <a:pt x="78169" y="20275"/>
                    </a:cubicBezTo>
                    <a:lnTo>
                      <a:pt x="78169" y="20254"/>
                    </a:lnTo>
                    <a:cubicBezTo>
                      <a:pt x="78169" y="20254"/>
                      <a:pt x="78169" y="20233"/>
                      <a:pt x="78211" y="20233"/>
                    </a:cubicBezTo>
                    <a:cubicBezTo>
                      <a:pt x="78839" y="14416"/>
                      <a:pt x="76579" y="9834"/>
                      <a:pt x="73043" y="6152"/>
                    </a:cubicBezTo>
                    <a:lnTo>
                      <a:pt x="72729" y="5754"/>
                    </a:lnTo>
                    <a:close/>
                    <a:moveTo>
                      <a:pt x="72311" y="19857"/>
                    </a:moveTo>
                    <a:cubicBezTo>
                      <a:pt x="73985" y="20066"/>
                      <a:pt x="75637" y="20338"/>
                      <a:pt x="77311" y="20610"/>
                    </a:cubicBezTo>
                    <a:cubicBezTo>
                      <a:pt x="76935" y="21091"/>
                      <a:pt x="76579" y="21531"/>
                      <a:pt x="76223" y="22012"/>
                    </a:cubicBezTo>
                    <a:cubicBezTo>
                      <a:pt x="74884" y="23644"/>
                      <a:pt x="73524" y="25297"/>
                      <a:pt x="72164" y="26929"/>
                    </a:cubicBezTo>
                    <a:lnTo>
                      <a:pt x="72164" y="26950"/>
                    </a:lnTo>
                    <a:cubicBezTo>
                      <a:pt x="71516" y="27703"/>
                      <a:pt x="70867" y="28456"/>
                      <a:pt x="70218" y="29230"/>
                    </a:cubicBezTo>
                    <a:cubicBezTo>
                      <a:pt x="69465" y="30109"/>
                      <a:pt x="68712" y="30967"/>
                      <a:pt x="67917" y="31867"/>
                    </a:cubicBezTo>
                    <a:lnTo>
                      <a:pt x="67896" y="31888"/>
                    </a:lnTo>
                    <a:cubicBezTo>
                      <a:pt x="66640" y="33331"/>
                      <a:pt x="65364" y="34733"/>
                      <a:pt x="64067" y="36156"/>
                    </a:cubicBezTo>
                    <a:cubicBezTo>
                      <a:pt x="65615" y="34210"/>
                      <a:pt x="67080" y="32181"/>
                      <a:pt x="68335" y="30067"/>
                    </a:cubicBezTo>
                    <a:cubicBezTo>
                      <a:pt x="68440" y="29879"/>
                      <a:pt x="68586" y="29670"/>
                      <a:pt x="68691" y="29481"/>
                    </a:cubicBezTo>
                    <a:cubicBezTo>
                      <a:pt x="68754" y="29356"/>
                      <a:pt x="68816" y="29251"/>
                      <a:pt x="68900" y="29126"/>
                    </a:cubicBezTo>
                    <a:cubicBezTo>
                      <a:pt x="69047" y="28854"/>
                      <a:pt x="69172" y="28603"/>
                      <a:pt x="69319" y="28331"/>
                    </a:cubicBezTo>
                    <a:lnTo>
                      <a:pt x="69465" y="28017"/>
                    </a:lnTo>
                    <a:lnTo>
                      <a:pt x="69779" y="27389"/>
                    </a:lnTo>
                    <a:cubicBezTo>
                      <a:pt x="69821" y="27285"/>
                      <a:pt x="69883" y="27201"/>
                      <a:pt x="69904" y="27096"/>
                    </a:cubicBezTo>
                    <a:cubicBezTo>
                      <a:pt x="70051" y="26824"/>
                      <a:pt x="70176" y="26552"/>
                      <a:pt x="70302" y="26259"/>
                    </a:cubicBezTo>
                    <a:cubicBezTo>
                      <a:pt x="70344" y="26155"/>
                      <a:pt x="70386" y="26092"/>
                      <a:pt x="70428" y="25987"/>
                    </a:cubicBezTo>
                    <a:cubicBezTo>
                      <a:pt x="70574" y="25715"/>
                      <a:pt x="70679" y="25422"/>
                      <a:pt x="70783" y="25171"/>
                    </a:cubicBezTo>
                    <a:cubicBezTo>
                      <a:pt x="70804" y="25108"/>
                      <a:pt x="70804" y="25088"/>
                      <a:pt x="70825" y="25046"/>
                    </a:cubicBezTo>
                    <a:cubicBezTo>
                      <a:pt x="70930" y="24753"/>
                      <a:pt x="71055" y="24460"/>
                      <a:pt x="71160" y="24167"/>
                    </a:cubicBezTo>
                    <a:cubicBezTo>
                      <a:pt x="71202" y="24104"/>
                      <a:pt x="71223" y="24041"/>
                      <a:pt x="71244" y="23958"/>
                    </a:cubicBezTo>
                    <a:cubicBezTo>
                      <a:pt x="71348" y="23644"/>
                      <a:pt x="71453" y="23330"/>
                      <a:pt x="71557" y="23058"/>
                    </a:cubicBezTo>
                    <a:cubicBezTo>
                      <a:pt x="71557" y="22995"/>
                      <a:pt x="71578" y="22974"/>
                      <a:pt x="71578" y="22911"/>
                    </a:cubicBezTo>
                    <a:cubicBezTo>
                      <a:pt x="71683" y="22598"/>
                      <a:pt x="71767" y="22326"/>
                      <a:pt x="71850" y="22012"/>
                    </a:cubicBezTo>
                    <a:cubicBezTo>
                      <a:pt x="71850" y="21970"/>
                      <a:pt x="71871" y="21949"/>
                      <a:pt x="71871" y="21928"/>
                    </a:cubicBezTo>
                    <a:cubicBezTo>
                      <a:pt x="71955" y="21593"/>
                      <a:pt x="72039" y="21279"/>
                      <a:pt x="72101" y="20924"/>
                    </a:cubicBezTo>
                    <a:cubicBezTo>
                      <a:pt x="72101" y="20903"/>
                      <a:pt x="72143" y="20882"/>
                      <a:pt x="72143" y="20819"/>
                    </a:cubicBezTo>
                    <a:cubicBezTo>
                      <a:pt x="72206" y="20505"/>
                      <a:pt x="72269" y="20170"/>
                      <a:pt x="72311" y="19857"/>
                    </a:cubicBezTo>
                    <a:close/>
                    <a:moveTo>
                      <a:pt x="64761" y="0"/>
                    </a:moveTo>
                    <a:cubicBezTo>
                      <a:pt x="64113" y="0"/>
                      <a:pt x="63614" y="912"/>
                      <a:pt x="64213" y="1423"/>
                    </a:cubicBezTo>
                    <a:cubicBezTo>
                      <a:pt x="65238" y="2281"/>
                      <a:pt x="66180" y="3243"/>
                      <a:pt x="67059" y="4269"/>
                    </a:cubicBezTo>
                    <a:lnTo>
                      <a:pt x="67080" y="4269"/>
                    </a:lnTo>
                    <a:lnTo>
                      <a:pt x="67122" y="4289"/>
                    </a:lnTo>
                    <a:cubicBezTo>
                      <a:pt x="67122" y="4331"/>
                      <a:pt x="67143" y="4331"/>
                      <a:pt x="67143" y="4331"/>
                    </a:cubicBezTo>
                    <a:lnTo>
                      <a:pt x="67143" y="4352"/>
                    </a:lnTo>
                    <a:lnTo>
                      <a:pt x="67163" y="4373"/>
                    </a:lnTo>
                    <a:cubicBezTo>
                      <a:pt x="69904" y="7574"/>
                      <a:pt x="72143" y="11299"/>
                      <a:pt x="74382" y="14940"/>
                    </a:cubicBezTo>
                    <a:cubicBezTo>
                      <a:pt x="75031" y="16007"/>
                      <a:pt x="75700" y="17053"/>
                      <a:pt x="76349" y="18078"/>
                    </a:cubicBezTo>
                    <a:cubicBezTo>
                      <a:pt x="76433" y="18183"/>
                      <a:pt x="76474" y="18287"/>
                      <a:pt x="76558" y="18392"/>
                    </a:cubicBezTo>
                    <a:cubicBezTo>
                      <a:pt x="76746" y="18664"/>
                      <a:pt x="76893" y="18915"/>
                      <a:pt x="77081" y="19187"/>
                    </a:cubicBezTo>
                    <a:cubicBezTo>
                      <a:pt x="77102" y="19229"/>
                      <a:pt x="77165" y="19292"/>
                      <a:pt x="77186" y="19334"/>
                    </a:cubicBezTo>
                    <a:cubicBezTo>
                      <a:pt x="77374" y="19606"/>
                      <a:pt x="77542" y="19878"/>
                      <a:pt x="77730" y="20150"/>
                    </a:cubicBezTo>
                    <a:cubicBezTo>
                      <a:pt x="77709" y="20150"/>
                      <a:pt x="77688" y="20170"/>
                      <a:pt x="77625" y="20191"/>
                    </a:cubicBezTo>
                    <a:cubicBezTo>
                      <a:pt x="75575" y="19815"/>
                      <a:pt x="73524" y="19501"/>
                      <a:pt x="71453" y="19229"/>
                    </a:cubicBezTo>
                    <a:cubicBezTo>
                      <a:pt x="72039" y="13956"/>
                      <a:pt x="68963" y="9248"/>
                      <a:pt x="64862" y="5796"/>
                    </a:cubicBezTo>
                    <a:lnTo>
                      <a:pt x="64841" y="5754"/>
                    </a:lnTo>
                    <a:lnTo>
                      <a:pt x="64820" y="5754"/>
                    </a:lnTo>
                    <a:cubicBezTo>
                      <a:pt x="62016" y="3411"/>
                      <a:pt x="58710" y="1611"/>
                      <a:pt x="55739" y="565"/>
                    </a:cubicBezTo>
                    <a:cubicBezTo>
                      <a:pt x="55650" y="534"/>
                      <a:pt x="55563" y="520"/>
                      <a:pt x="55478" y="520"/>
                    </a:cubicBezTo>
                    <a:cubicBezTo>
                      <a:pt x="54985" y="520"/>
                      <a:pt x="54588" y="997"/>
                      <a:pt x="54588" y="1444"/>
                    </a:cubicBezTo>
                    <a:cubicBezTo>
                      <a:pt x="54588" y="1674"/>
                      <a:pt x="54693" y="1946"/>
                      <a:pt x="54986" y="2072"/>
                    </a:cubicBezTo>
                    <a:cubicBezTo>
                      <a:pt x="55509" y="2364"/>
                      <a:pt x="55990" y="2678"/>
                      <a:pt x="56492" y="2992"/>
                    </a:cubicBezTo>
                    <a:cubicBezTo>
                      <a:pt x="56513" y="2992"/>
                      <a:pt x="56513" y="3013"/>
                      <a:pt x="56555" y="3034"/>
                    </a:cubicBezTo>
                    <a:cubicBezTo>
                      <a:pt x="57811" y="4038"/>
                      <a:pt x="59087" y="4980"/>
                      <a:pt x="60342" y="5942"/>
                    </a:cubicBezTo>
                    <a:lnTo>
                      <a:pt x="60363" y="5942"/>
                    </a:lnTo>
                    <a:cubicBezTo>
                      <a:pt x="61849" y="7261"/>
                      <a:pt x="63272" y="8683"/>
                      <a:pt x="64611" y="10211"/>
                    </a:cubicBezTo>
                    <a:cubicBezTo>
                      <a:pt x="66619" y="12450"/>
                      <a:pt x="68021" y="15128"/>
                      <a:pt x="69758" y="17576"/>
                    </a:cubicBezTo>
                    <a:cubicBezTo>
                      <a:pt x="69779" y="17618"/>
                      <a:pt x="69800" y="17639"/>
                      <a:pt x="69800" y="17681"/>
                    </a:cubicBezTo>
                    <a:cubicBezTo>
                      <a:pt x="69883" y="17827"/>
                      <a:pt x="69988" y="17932"/>
                      <a:pt x="70072" y="18057"/>
                    </a:cubicBezTo>
                    <a:cubicBezTo>
                      <a:pt x="70114" y="18141"/>
                      <a:pt x="70176" y="18183"/>
                      <a:pt x="70218" y="18266"/>
                    </a:cubicBezTo>
                    <a:cubicBezTo>
                      <a:pt x="70302" y="18371"/>
                      <a:pt x="70344" y="18455"/>
                      <a:pt x="70428" y="18559"/>
                    </a:cubicBezTo>
                    <a:cubicBezTo>
                      <a:pt x="70511" y="18664"/>
                      <a:pt x="70595" y="18769"/>
                      <a:pt x="70700" y="18873"/>
                    </a:cubicBezTo>
                    <a:cubicBezTo>
                      <a:pt x="70741" y="18915"/>
                      <a:pt x="70804" y="18999"/>
                      <a:pt x="70846" y="19041"/>
                    </a:cubicBezTo>
                    <a:cubicBezTo>
                      <a:pt x="70909" y="19103"/>
                      <a:pt x="70930" y="19145"/>
                      <a:pt x="70992" y="19208"/>
                    </a:cubicBezTo>
                    <a:cubicBezTo>
                      <a:pt x="69570" y="19020"/>
                      <a:pt x="68147" y="18894"/>
                      <a:pt x="66745" y="18769"/>
                    </a:cubicBezTo>
                    <a:lnTo>
                      <a:pt x="66766" y="18769"/>
                    </a:lnTo>
                    <a:cubicBezTo>
                      <a:pt x="66763" y="18768"/>
                      <a:pt x="66761" y="18768"/>
                      <a:pt x="66758" y="18768"/>
                    </a:cubicBezTo>
                    <a:lnTo>
                      <a:pt x="66758" y="18768"/>
                    </a:lnTo>
                    <a:cubicBezTo>
                      <a:pt x="66814" y="18763"/>
                      <a:pt x="66854" y="18725"/>
                      <a:pt x="66912" y="18706"/>
                    </a:cubicBezTo>
                    <a:lnTo>
                      <a:pt x="66933" y="18685"/>
                    </a:lnTo>
                    <a:cubicBezTo>
                      <a:pt x="66975" y="18601"/>
                      <a:pt x="67017" y="18497"/>
                      <a:pt x="66954" y="18413"/>
                    </a:cubicBezTo>
                    <a:cubicBezTo>
                      <a:pt x="63837" y="14228"/>
                      <a:pt x="59673" y="10608"/>
                      <a:pt x="55216" y="7512"/>
                    </a:cubicBezTo>
                    <a:cubicBezTo>
                      <a:pt x="55174" y="7491"/>
                      <a:pt x="55153" y="7491"/>
                      <a:pt x="55132" y="7470"/>
                    </a:cubicBezTo>
                    <a:cubicBezTo>
                      <a:pt x="54233" y="6842"/>
                      <a:pt x="53333" y="6256"/>
                      <a:pt x="52412" y="5691"/>
                    </a:cubicBezTo>
                    <a:cubicBezTo>
                      <a:pt x="52391" y="5691"/>
                      <a:pt x="52391" y="5649"/>
                      <a:pt x="52350" y="5629"/>
                    </a:cubicBezTo>
                    <a:cubicBezTo>
                      <a:pt x="51701" y="5210"/>
                      <a:pt x="51052" y="4813"/>
                      <a:pt x="50404" y="4436"/>
                    </a:cubicBezTo>
                    <a:cubicBezTo>
                      <a:pt x="49211" y="3745"/>
                      <a:pt x="48039" y="3076"/>
                      <a:pt x="46888" y="2469"/>
                    </a:cubicBezTo>
                    <a:cubicBezTo>
                      <a:pt x="46771" y="2407"/>
                      <a:pt x="46661" y="2379"/>
                      <a:pt x="46560" y="2379"/>
                    </a:cubicBezTo>
                    <a:cubicBezTo>
                      <a:pt x="46119" y="2379"/>
                      <a:pt x="45860" y="2901"/>
                      <a:pt x="46031" y="3327"/>
                    </a:cubicBezTo>
                    <a:lnTo>
                      <a:pt x="46051" y="3348"/>
                    </a:lnTo>
                    <a:cubicBezTo>
                      <a:pt x="46072" y="3432"/>
                      <a:pt x="46114" y="3515"/>
                      <a:pt x="46177" y="3599"/>
                    </a:cubicBezTo>
                    <a:cubicBezTo>
                      <a:pt x="50445" y="8118"/>
                      <a:pt x="55551" y="12722"/>
                      <a:pt x="61137" y="16007"/>
                    </a:cubicBezTo>
                    <a:cubicBezTo>
                      <a:pt x="61179" y="16049"/>
                      <a:pt x="61200" y="16049"/>
                      <a:pt x="61221" y="16069"/>
                    </a:cubicBezTo>
                    <a:cubicBezTo>
                      <a:pt x="61514" y="16258"/>
                      <a:pt x="61807" y="16404"/>
                      <a:pt x="62121" y="16572"/>
                    </a:cubicBezTo>
                    <a:cubicBezTo>
                      <a:pt x="62184" y="16613"/>
                      <a:pt x="62267" y="16634"/>
                      <a:pt x="62351" y="16697"/>
                    </a:cubicBezTo>
                    <a:cubicBezTo>
                      <a:pt x="62644" y="16844"/>
                      <a:pt x="62916" y="17011"/>
                      <a:pt x="63230" y="17157"/>
                    </a:cubicBezTo>
                    <a:cubicBezTo>
                      <a:pt x="63376" y="17220"/>
                      <a:pt x="63481" y="17304"/>
                      <a:pt x="63606" y="17346"/>
                    </a:cubicBezTo>
                    <a:cubicBezTo>
                      <a:pt x="63816" y="17450"/>
                      <a:pt x="64004" y="17555"/>
                      <a:pt x="64213" y="17639"/>
                    </a:cubicBezTo>
                    <a:cubicBezTo>
                      <a:pt x="64360" y="17722"/>
                      <a:pt x="64548" y="17785"/>
                      <a:pt x="64715" y="17869"/>
                    </a:cubicBezTo>
                    <a:cubicBezTo>
                      <a:pt x="64946" y="17973"/>
                      <a:pt x="65155" y="18078"/>
                      <a:pt x="65385" y="18183"/>
                    </a:cubicBezTo>
                    <a:cubicBezTo>
                      <a:pt x="65531" y="18266"/>
                      <a:pt x="65699" y="18308"/>
                      <a:pt x="65866" y="18392"/>
                    </a:cubicBezTo>
                    <a:lnTo>
                      <a:pt x="66410" y="18622"/>
                    </a:lnTo>
                    <a:cubicBezTo>
                      <a:pt x="66512" y="18683"/>
                      <a:pt x="66615" y="18705"/>
                      <a:pt x="66717" y="18764"/>
                    </a:cubicBezTo>
                    <a:lnTo>
                      <a:pt x="66717" y="18764"/>
                    </a:lnTo>
                    <a:cubicBezTo>
                      <a:pt x="63282" y="18461"/>
                      <a:pt x="59832" y="18310"/>
                      <a:pt x="56381" y="18310"/>
                    </a:cubicBezTo>
                    <a:cubicBezTo>
                      <a:pt x="45847" y="18310"/>
                      <a:pt x="35302" y="19722"/>
                      <a:pt x="25149" y="22556"/>
                    </a:cubicBezTo>
                    <a:cubicBezTo>
                      <a:pt x="25756" y="22221"/>
                      <a:pt x="26341" y="21865"/>
                      <a:pt x="26906" y="21510"/>
                    </a:cubicBezTo>
                    <a:cubicBezTo>
                      <a:pt x="26927" y="21489"/>
                      <a:pt x="26969" y="21447"/>
                      <a:pt x="26969" y="21426"/>
                    </a:cubicBezTo>
                    <a:lnTo>
                      <a:pt x="26969" y="21321"/>
                    </a:lnTo>
                    <a:cubicBezTo>
                      <a:pt x="26969" y="21300"/>
                      <a:pt x="26969" y="21300"/>
                      <a:pt x="26927" y="21279"/>
                    </a:cubicBezTo>
                    <a:cubicBezTo>
                      <a:pt x="27409" y="21196"/>
                      <a:pt x="27848" y="21112"/>
                      <a:pt x="28287" y="21007"/>
                    </a:cubicBezTo>
                    <a:cubicBezTo>
                      <a:pt x="28664" y="20924"/>
                      <a:pt x="28999" y="20861"/>
                      <a:pt x="29375" y="20756"/>
                    </a:cubicBezTo>
                    <a:cubicBezTo>
                      <a:pt x="29396" y="20756"/>
                      <a:pt x="29396" y="20714"/>
                      <a:pt x="29417" y="20714"/>
                    </a:cubicBezTo>
                    <a:cubicBezTo>
                      <a:pt x="29543" y="20673"/>
                      <a:pt x="29543" y="20547"/>
                      <a:pt x="29501" y="20442"/>
                    </a:cubicBezTo>
                    <a:cubicBezTo>
                      <a:pt x="29480" y="20380"/>
                      <a:pt x="29417" y="20338"/>
                      <a:pt x="29375" y="20296"/>
                    </a:cubicBezTo>
                    <a:cubicBezTo>
                      <a:pt x="27701" y="19710"/>
                      <a:pt x="25881" y="19354"/>
                      <a:pt x="23998" y="19208"/>
                    </a:cubicBezTo>
                    <a:lnTo>
                      <a:pt x="23935" y="19208"/>
                    </a:lnTo>
                    <a:cubicBezTo>
                      <a:pt x="23580" y="19187"/>
                      <a:pt x="23224" y="19145"/>
                      <a:pt x="22889" y="19124"/>
                    </a:cubicBezTo>
                    <a:lnTo>
                      <a:pt x="22722" y="19124"/>
                    </a:lnTo>
                    <a:cubicBezTo>
                      <a:pt x="22408" y="19124"/>
                      <a:pt x="22073" y="19103"/>
                      <a:pt x="21759" y="19103"/>
                    </a:cubicBezTo>
                    <a:lnTo>
                      <a:pt x="20295" y="19103"/>
                    </a:lnTo>
                    <a:cubicBezTo>
                      <a:pt x="20002" y="19103"/>
                      <a:pt x="19751" y="19124"/>
                      <a:pt x="19458" y="19124"/>
                    </a:cubicBezTo>
                    <a:cubicBezTo>
                      <a:pt x="19332" y="19124"/>
                      <a:pt x="19186" y="19145"/>
                      <a:pt x="19060" y="19145"/>
                    </a:cubicBezTo>
                    <a:cubicBezTo>
                      <a:pt x="18830" y="19187"/>
                      <a:pt x="18558" y="19187"/>
                      <a:pt x="18328" y="19208"/>
                    </a:cubicBezTo>
                    <a:cubicBezTo>
                      <a:pt x="18181" y="19229"/>
                      <a:pt x="18014" y="19229"/>
                      <a:pt x="17867" y="19250"/>
                    </a:cubicBezTo>
                    <a:cubicBezTo>
                      <a:pt x="17658" y="19292"/>
                      <a:pt x="17407" y="19313"/>
                      <a:pt x="17198" y="19334"/>
                    </a:cubicBezTo>
                    <a:cubicBezTo>
                      <a:pt x="17030" y="19354"/>
                      <a:pt x="16842" y="19396"/>
                      <a:pt x="16654" y="19396"/>
                    </a:cubicBezTo>
                    <a:cubicBezTo>
                      <a:pt x="16466" y="19417"/>
                      <a:pt x="16256" y="19438"/>
                      <a:pt x="16089" y="19459"/>
                    </a:cubicBezTo>
                    <a:cubicBezTo>
                      <a:pt x="15880" y="19501"/>
                      <a:pt x="15670" y="19522"/>
                      <a:pt x="15482" y="19543"/>
                    </a:cubicBezTo>
                    <a:cubicBezTo>
                      <a:pt x="15294" y="19564"/>
                      <a:pt x="15147" y="19606"/>
                      <a:pt x="14959" y="19626"/>
                    </a:cubicBezTo>
                    <a:cubicBezTo>
                      <a:pt x="14750" y="19647"/>
                      <a:pt x="14520" y="19710"/>
                      <a:pt x="14310" y="19731"/>
                    </a:cubicBezTo>
                    <a:cubicBezTo>
                      <a:pt x="14143" y="19752"/>
                      <a:pt x="13955" y="19773"/>
                      <a:pt x="13808" y="19836"/>
                    </a:cubicBezTo>
                    <a:cubicBezTo>
                      <a:pt x="13599" y="19878"/>
                      <a:pt x="13390" y="19919"/>
                      <a:pt x="13181" y="19961"/>
                    </a:cubicBezTo>
                    <a:cubicBezTo>
                      <a:pt x="12971" y="20024"/>
                      <a:pt x="12741" y="20045"/>
                      <a:pt x="12532" y="20087"/>
                    </a:cubicBezTo>
                    <a:cubicBezTo>
                      <a:pt x="12364" y="20129"/>
                      <a:pt x="12218" y="20170"/>
                      <a:pt x="12051" y="20191"/>
                    </a:cubicBezTo>
                    <a:cubicBezTo>
                      <a:pt x="12030" y="20191"/>
                      <a:pt x="12009" y="20191"/>
                      <a:pt x="11967" y="20233"/>
                    </a:cubicBezTo>
                    <a:cubicBezTo>
                      <a:pt x="11611" y="20296"/>
                      <a:pt x="11276" y="20380"/>
                      <a:pt x="10900" y="20484"/>
                    </a:cubicBezTo>
                    <a:cubicBezTo>
                      <a:pt x="10889" y="20474"/>
                      <a:pt x="10863" y="20469"/>
                      <a:pt x="10829" y="20469"/>
                    </a:cubicBezTo>
                    <a:cubicBezTo>
                      <a:pt x="10795" y="20469"/>
                      <a:pt x="10753" y="20474"/>
                      <a:pt x="10712" y="20484"/>
                    </a:cubicBezTo>
                    <a:cubicBezTo>
                      <a:pt x="10544" y="20568"/>
                      <a:pt x="10293" y="20610"/>
                      <a:pt x="10126" y="20694"/>
                    </a:cubicBezTo>
                    <a:cubicBezTo>
                      <a:pt x="7092" y="21489"/>
                      <a:pt x="4204" y="22493"/>
                      <a:pt x="1756" y="23581"/>
                    </a:cubicBezTo>
                    <a:cubicBezTo>
                      <a:pt x="1401" y="23719"/>
                      <a:pt x="1381" y="24341"/>
                      <a:pt x="1801" y="24341"/>
                    </a:cubicBezTo>
                    <a:cubicBezTo>
                      <a:pt x="1826" y="24341"/>
                      <a:pt x="1853" y="24339"/>
                      <a:pt x="1882" y="24334"/>
                    </a:cubicBezTo>
                    <a:cubicBezTo>
                      <a:pt x="2279" y="24272"/>
                      <a:pt x="2656" y="24209"/>
                      <a:pt x="3053" y="24146"/>
                    </a:cubicBezTo>
                    <a:lnTo>
                      <a:pt x="3074" y="24146"/>
                    </a:lnTo>
                    <a:cubicBezTo>
                      <a:pt x="7510" y="23476"/>
                      <a:pt x="11925" y="22786"/>
                      <a:pt x="16340" y="22221"/>
                    </a:cubicBezTo>
                    <a:cubicBezTo>
                      <a:pt x="16926" y="22137"/>
                      <a:pt x="17470" y="22075"/>
                      <a:pt x="18077" y="22033"/>
                    </a:cubicBezTo>
                    <a:lnTo>
                      <a:pt x="18244" y="22033"/>
                    </a:lnTo>
                    <a:cubicBezTo>
                      <a:pt x="19960" y="21907"/>
                      <a:pt x="21696" y="21823"/>
                      <a:pt x="23412" y="21698"/>
                    </a:cubicBezTo>
                    <a:lnTo>
                      <a:pt x="23433" y="21698"/>
                    </a:lnTo>
                    <a:cubicBezTo>
                      <a:pt x="22994" y="21761"/>
                      <a:pt x="22575" y="21844"/>
                      <a:pt x="22115" y="21928"/>
                    </a:cubicBezTo>
                    <a:cubicBezTo>
                      <a:pt x="21906" y="21949"/>
                      <a:pt x="21696" y="22012"/>
                      <a:pt x="21487" y="22054"/>
                    </a:cubicBezTo>
                    <a:cubicBezTo>
                      <a:pt x="21278" y="22116"/>
                      <a:pt x="21069" y="22137"/>
                      <a:pt x="20859" y="22179"/>
                    </a:cubicBezTo>
                    <a:cubicBezTo>
                      <a:pt x="20587" y="22242"/>
                      <a:pt x="20295" y="22284"/>
                      <a:pt x="20002" y="22367"/>
                    </a:cubicBezTo>
                    <a:cubicBezTo>
                      <a:pt x="19897" y="22388"/>
                      <a:pt x="19792" y="22430"/>
                      <a:pt x="19667" y="22451"/>
                    </a:cubicBezTo>
                    <a:cubicBezTo>
                      <a:pt x="13160" y="23811"/>
                      <a:pt x="6631" y="25883"/>
                      <a:pt x="501" y="27829"/>
                    </a:cubicBezTo>
                    <a:cubicBezTo>
                      <a:pt x="292" y="27912"/>
                      <a:pt x="145" y="28080"/>
                      <a:pt x="103" y="28226"/>
                    </a:cubicBezTo>
                    <a:cubicBezTo>
                      <a:pt x="1" y="28615"/>
                      <a:pt x="199" y="29064"/>
                      <a:pt x="677" y="29064"/>
                    </a:cubicBezTo>
                    <a:cubicBezTo>
                      <a:pt x="688" y="29064"/>
                      <a:pt x="699" y="29063"/>
                      <a:pt x="710" y="29063"/>
                    </a:cubicBezTo>
                    <a:cubicBezTo>
                      <a:pt x="1714" y="29021"/>
                      <a:pt x="2761" y="28937"/>
                      <a:pt x="3807" y="28833"/>
                    </a:cubicBezTo>
                    <a:cubicBezTo>
                      <a:pt x="6631" y="28561"/>
                      <a:pt x="9498" y="28101"/>
                      <a:pt x="12281" y="27452"/>
                    </a:cubicBezTo>
                    <a:lnTo>
                      <a:pt x="12323" y="27452"/>
                    </a:lnTo>
                    <a:cubicBezTo>
                      <a:pt x="12657" y="27368"/>
                      <a:pt x="13013" y="27285"/>
                      <a:pt x="13369" y="27180"/>
                    </a:cubicBezTo>
                    <a:cubicBezTo>
                      <a:pt x="13411" y="27159"/>
                      <a:pt x="13473" y="27159"/>
                      <a:pt x="13536" y="27138"/>
                    </a:cubicBezTo>
                    <a:cubicBezTo>
                      <a:pt x="14206" y="26971"/>
                      <a:pt x="14854" y="26782"/>
                      <a:pt x="15482" y="26615"/>
                    </a:cubicBezTo>
                    <a:cubicBezTo>
                      <a:pt x="15524" y="26573"/>
                      <a:pt x="15587" y="26573"/>
                      <a:pt x="15629" y="26552"/>
                    </a:cubicBezTo>
                    <a:cubicBezTo>
                      <a:pt x="15880" y="26468"/>
                      <a:pt x="16089" y="26427"/>
                      <a:pt x="16319" y="26343"/>
                    </a:cubicBezTo>
                    <a:cubicBezTo>
                      <a:pt x="16549" y="26259"/>
                      <a:pt x="16758" y="26217"/>
                      <a:pt x="16989" y="26134"/>
                    </a:cubicBezTo>
                    <a:cubicBezTo>
                      <a:pt x="17177" y="26092"/>
                      <a:pt x="17365" y="26008"/>
                      <a:pt x="17554" y="25945"/>
                    </a:cubicBezTo>
                    <a:cubicBezTo>
                      <a:pt x="17888" y="25841"/>
                      <a:pt x="18223" y="25715"/>
                      <a:pt x="18558" y="25590"/>
                    </a:cubicBezTo>
                    <a:lnTo>
                      <a:pt x="18809" y="25506"/>
                    </a:lnTo>
                    <a:cubicBezTo>
                      <a:pt x="19248" y="25360"/>
                      <a:pt x="19688" y="25171"/>
                      <a:pt x="20127" y="24983"/>
                    </a:cubicBezTo>
                    <a:lnTo>
                      <a:pt x="20295" y="24899"/>
                    </a:lnTo>
                    <a:cubicBezTo>
                      <a:pt x="20713" y="24753"/>
                      <a:pt x="21111" y="24564"/>
                      <a:pt x="21529" y="24376"/>
                    </a:cubicBezTo>
                    <a:cubicBezTo>
                      <a:pt x="21550" y="24355"/>
                      <a:pt x="21592" y="24355"/>
                      <a:pt x="21634" y="24334"/>
                    </a:cubicBezTo>
                    <a:cubicBezTo>
                      <a:pt x="22094" y="24125"/>
                      <a:pt x="22596" y="23895"/>
                      <a:pt x="23036" y="23686"/>
                    </a:cubicBezTo>
                    <a:cubicBezTo>
                      <a:pt x="24458" y="23267"/>
                      <a:pt x="25860" y="22891"/>
                      <a:pt x="27283" y="22535"/>
                    </a:cubicBezTo>
                    <a:lnTo>
                      <a:pt x="27283" y="22535"/>
                    </a:lnTo>
                    <a:cubicBezTo>
                      <a:pt x="25839" y="23414"/>
                      <a:pt x="24458" y="24460"/>
                      <a:pt x="23119" y="25527"/>
                    </a:cubicBezTo>
                    <a:cubicBezTo>
                      <a:pt x="22115" y="26343"/>
                      <a:pt x="21131" y="27180"/>
                      <a:pt x="20127" y="28017"/>
                    </a:cubicBezTo>
                    <a:cubicBezTo>
                      <a:pt x="18558" y="29356"/>
                      <a:pt x="16968" y="30653"/>
                      <a:pt x="15294" y="31804"/>
                    </a:cubicBezTo>
                    <a:cubicBezTo>
                      <a:pt x="15001" y="31992"/>
                      <a:pt x="14750" y="32181"/>
                      <a:pt x="14457" y="32369"/>
                    </a:cubicBezTo>
                    <a:cubicBezTo>
                      <a:pt x="14373" y="32411"/>
                      <a:pt x="14310" y="32474"/>
                      <a:pt x="14206" y="32536"/>
                    </a:cubicBezTo>
                    <a:cubicBezTo>
                      <a:pt x="13934" y="32704"/>
                      <a:pt x="13683" y="32892"/>
                      <a:pt x="13411" y="33038"/>
                    </a:cubicBezTo>
                    <a:cubicBezTo>
                      <a:pt x="13285" y="33122"/>
                      <a:pt x="13118" y="33227"/>
                      <a:pt x="12992" y="33311"/>
                    </a:cubicBezTo>
                    <a:cubicBezTo>
                      <a:pt x="12364" y="33687"/>
                      <a:pt x="11737" y="34085"/>
                      <a:pt x="11109" y="34461"/>
                    </a:cubicBezTo>
                    <a:lnTo>
                      <a:pt x="11130" y="34461"/>
                    </a:lnTo>
                    <a:cubicBezTo>
                      <a:pt x="8787" y="35884"/>
                      <a:pt x="6380" y="37244"/>
                      <a:pt x="4058" y="38667"/>
                    </a:cubicBezTo>
                    <a:cubicBezTo>
                      <a:pt x="4016" y="38667"/>
                      <a:pt x="3995" y="38667"/>
                      <a:pt x="3995" y="38688"/>
                    </a:cubicBezTo>
                    <a:cubicBezTo>
                      <a:pt x="3346" y="39064"/>
                      <a:pt x="2719" y="39441"/>
                      <a:pt x="2091" y="39860"/>
                    </a:cubicBezTo>
                    <a:cubicBezTo>
                      <a:pt x="1453" y="40285"/>
                      <a:pt x="1834" y="41175"/>
                      <a:pt x="2490" y="41175"/>
                    </a:cubicBezTo>
                    <a:cubicBezTo>
                      <a:pt x="2543" y="41175"/>
                      <a:pt x="2599" y="41170"/>
                      <a:pt x="2656" y="41157"/>
                    </a:cubicBezTo>
                    <a:cubicBezTo>
                      <a:pt x="2949" y="41094"/>
                      <a:pt x="3263" y="41010"/>
                      <a:pt x="3556" y="40906"/>
                    </a:cubicBezTo>
                    <a:cubicBezTo>
                      <a:pt x="10168" y="39190"/>
                      <a:pt x="17826" y="34838"/>
                      <a:pt x="22994" y="29272"/>
                    </a:cubicBezTo>
                    <a:lnTo>
                      <a:pt x="23015" y="29251"/>
                    </a:lnTo>
                    <a:cubicBezTo>
                      <a:pt x="23224" y="29021"/>
                      <a:pt x="23454" y="28770"/>
                      <a:pt x="23663" y="28540"/>
                    </a:cubicBezTo>
                    <a:cubicBezTo>
                      <a:pt x="23768" y="28435"/>
                      <a:pt x="23852" y="28331"/>
                      <a:pt x="23956" y="28205"/>
                    </a:cubicBezTo>
                    <a:cubicBezTo>
                      <a:pt x="24040" y="28121"/>
                      <a:pt x="24103" y="28017"/>
                      <a:pt x="24165" y="27933"/>
                    </a:cubicBezTo>
                    <a:cubicBezTo>
                      <a:pt x="24312" y="27724"/>
                      <a:pt x="24479" y="27557"/>
                      <a:pt x="24626" y="27347"/>
                    </a:cubicBezTo>
                    <a:cubicBezTo>
                      <a:pt x="24688" y="27285"/>
                      <a:pt x="24709" y="27243"/>
                      <a:pt x="24772" y="27180"/>
                    </a:cubicBezTo>
                    <a:cubicBezTo>
                      <a:pt x="25128" y="26720"/>
                      <a:pt x="25463" y="26238"/>
                      <a:pt x="25777" y="25778"/>
                    </a:cubicBezTo>
                    <a:cubicBezTo>
                      <a:pt x="25777" y="25778"/>
                      <a:pt x="25777" y="25736"/>
                      <a:pt x="25818" y="25736"/>
                    </a:cubicBezTo>
                    <a:cubicBezTo>
                      <a:pt x="26488" y="24732"/>
                      <a:pt x="27095" y="23644"/>
                      <a:pt x="27555" y="22577"/>
                    </a:cubicBezTo>
                    <a:cubicBezTo>
                      <a:pt x="27597" y="22535"/>
                      <a:pt x="27555" y="22472"/>
                      <a:pt x="27534" y="22451"/>
                    </a:cubicBezTo>
                    <a:cubicBezTo>
                      <a:pt x="29020" y="22075"/>
                      <a:pt x="30526" y="21740"/>
                      <a:pt x="32012" y="21426"/>
                    </a:cubicBezTo>
                    <a:lnTo>
                      <a:pt x="32012" y="21426"/>
                    </a:lnTo>
                    <a:cubicBezTo>
                      <a:pt x="28329" y="25171"/>
                      <a:pt x="25463" y="29649"/>
                      <a:pt x="22052" y="33583"/>
                    </a:cubicBezTo>
                    <a:cubicBezTo>
                      <a:pt x="21947" y="33729"/>
                      <a:pt x="21843" y="33834"/>
                      <a:pt x="21738" y="33959"/>
                    </a:cubicBezTo>
                    <a:cubicBezTo>
                      <a:pt x="21027" y="34775"/>
                      <a:pt x="20315" y="35549"/>
                      <a:pt x="19604" y="36365"/>
                    </a:cubicBezTo>
                    <a:cubicBezTo>
                      <a:pt x="17365" y="38876"/>
                      <a:pt x="15085" y="41366"/>
                      <a:pt x="12804" y="43835"/>
                    </a:cubicBezTo>
                    <a:lnTo>
                      <a:pt x="12783" y="43835"/>
                    </a:lnTo>
                    <a:cubicBezTo>
                      <a:pt x="12323" y="44358"/>
                      <a:pt x="11841" y="44860"/>
                      <a:pt x="11381" y="45383"/>
                    </a:cubicBezTo>
                    <a:cubicBezTo>
                      <a:pt x="11130" y="45655"/>
                      <a:pt x="11297" y="46074"/>
                      <a:pt x="11590" y="46179"/>
                    </a:cubicBezTo>
                    <a:cubicBezTo>
                      <a:pt x="11631" y="46195"/>
                      <a:pt x="11678" y="46205"/>
                      <a:pt x="11727" y="46205"/>
                    </a:cubicBezTo>
                    <a:cubicBezTo>
                      <a:pt x="11805" y="46205"/>
                      <a:pt x="11890" y="46180"/>
                      <a:pt x="11967" y="46116"/>
                    </a:cubicBezTo>
                    <a:cubicBezTo>
                      <a:pt x="20211" y="40173"/>
                      <a:pt x="28873" y="31218"/>
                      <a:pt x="32137" y="21384"/>
                    </a:cubicBezTo>
                    <a:cubicBezTo>
                      <a:pt x="37138" y="20338"/>
                      <a:pt x="42243" y="19626"/>
                      <a:pt x="47391" y="19229"/>
                    </a:cubicBezTo>
                    <a:lnTo>
                      <a:pt x="47391" y="19229"/>
                    </a:lnTo>
                    <a:cubicBezTo>
                      <a:pt x="47370" y="19250"/>
                      <a:pt x="47328" y="19250"/>
                      <a:pt x="47307" y="19292"/>
                    </a:cubicBezTo>
                    <a:cubicBezTo>
                      <a:pt x="46951" y="19543"/>
                      <a:pt x="46596" y="19815"/>
                      <a:pt x="46240" y="20066"/>
                    </a:cubicBezTo>
                    <a:cubicBezTo>
                      <a:pt x="46156" y="20129"/>
                      <a:pt x="46156" y="20254"/>
                      <a:pt x="46261" y="20275"/>
                    </a:cubicBezTo>
                    <a:cubicBezTo>
                      <a:pt x="46344" y="20296"/>
                      <a:pt x="43185" y="26217"/>
                      <a:pt x="41260" y="29691"/>
                    </a:cubicBezTo>
                    <a:cubicBezTo>
                      <a:pt x="40590" y="30946"/>
                      <a:pt x="40067" y="31888"/>
                      <a:pt x="39900" y="32097"/>
                    </a:cubicBezTo>
                    <a:cubicBezTo>
                      <a:pt x="39170" y="33200"/>
                      <a:pt x="38427" y="34291"/>
                      <a:pt x="37682" y="35388"/>
                    </a:cubicBezTo>
                    <a:lnTo>
                      <a:pt x="37682" y="35388"/>
                    </a:lnTo>
                    <a:cubicBezTo>
                      <a:pt x="38801" y="33696"/>
                      <a:pt x="39806" y="31949"/>
                      <a:pt x="40632" y="30172"/>
                    </a:cubicBezTo>
                    <a:cubicBezTo>
                      <a:pt x="40779" y="29900"/>
                      <a:pt x="40883" y="29649"/>
                      <a:pt x="41009" y="29377"/>
                    </a:cubicBezTo>
                    <a:cubicBezTo>
                      <a:pt x="41030" y="29356"/>
                      <a:pt x="41030" y="29293"/>
                      <a:pt x="41051" y="29272"/>
                    </a:cubicBezTo>
                    <a:cubicBezTo>
                      <a:pt x="41155" y="29042"/>
                      <a:pt x="41260" y="28770"/>
                      <a:pt x="41365" y="28540"/>
                    </a:cubicBezTo>
                    <a:cubicBezTo>
                      <a:pt x="41406" y="28498"/>
                      <a:pt x="41427" y="28435"/>
                      <a:pt x="41427" y="28393"/>
                    </a:cubicBezTo>
                    <a:cubicBezTo>
                      <a:pt x="41532" y="28142"/>
                      <a:pt x="41616" y="27912"/>
                      <a:pt x="41720" y="27661"/>
                    </a:cubicBezTo>
                    <a:lnTo>
                      <a:pt x="41720" y="27619"/>
                    </a:lnTo>
                    <a:cubicBezTo>
                      <a:pt x="41867" y="27201"/>
                      <a:pt x="41992" y="26824"/>
                      <a:pt x="42139" y="26406"/>
                    </a:cubicBezTo>
                    <a:cubicBezTo>
                      <a:pt x="42181" y="26238"/>
                      <a:pt x="42243" y="26050"/>
                      <a:pt x="42285" y="25904"/>
                    </a:cubicBezTo>
                    <a:cubicBezTo>
                      <a:pt x="42306" y="25778"/>
                      <a:pt x="42369" y="25632"/>
                      <a:pt x="42390" y="25506"/>
                    </a:cubicBezTo>
                    <a:cubicBezTo>
                      <a:pt x="42453" y="25318"/>
                      <a:pt x="42494" y="25108"/>
                      <a:pt x="42557" y="24941"/>
                    </a:cubicBezTo>
                    <a:cubicBezTo>
                      <a:pt x="42578" y="24795"/>
                      <a:pt x="42599" y="24690"/>
                      <a:pt x="42620" y="24564"/>
                    </a:cubicBezTo>
                    <a:cubicBezTo>
                      <a:pt x="42683" y="24355"/>
                      <a:pt x="42725" y="24146"/>
                      <a:pt x="42766" y="23958"/>
                    </a:cubicBezTo>
                    <a:cubicBezTo>
                      <a:pt x="42787" y="23853"/>
                      <a:pt x="42808" y="23748"/>
                      <a:pt x="42808" y="23644"/>
                    </a:cubicBezTo>
                    <a:cubicBezTo>
                      <a:pt x="42871" y="23435"/>
                      <a:pt x="42892" y="23204"/>
                      <a:pt x="42913" y="22995"/>
                    </a:cubicBezTo>
                    <a:cubicBezTo>
                      <a:pt x="42934" y="22891"/>
                      <a:pt x="42934" y="22807"/>
                      <a:pt x="42976" y="22702"/>
                    </a:cubicBezTo>
                    <a:cubicBezTo>
                      <a:pt x="42997" y="22451"/>
                      <a:pt x="43038" y="22179"/>
                      <a:pt x="43080" y="21949"/>
                    </a:cubicBezTo>
                    <a:cubicBezTo>
                      <a:pt x="43080" y="21907"/>
                      <a:pt x="43101" y="21844"/>
                      <a:pt x="43101" y="21761"/>
                    </a:cubicBezTo>
                    <a:cubicBezTo>
                      <a:pt x="43122" y="21447"/>
                      <a:pt x="43143" y="21112"/>
                      <a:pt x="43185" y="20798"/>
                    </a:cubicBezTo>
                    <a:cubicBezTo>
                      <a:pt x="43185" y="20652"/>
                      <a:pt x="43080" y="20547"/>
                      <a:pt x="42934" y="20484"/>
                    </a:cubicBezTo>
                    <a:cubicBezTo>
                      <a:pt x="42894" y="20471"/>
                      <a:pt x="42852" y="20464"/>
                      <a:pt x="42810" y="20464"/>
                    </a:cubicBezTo>
                    <a:cubicBezTo>
                      <a:pt x="42720" y="20464"/>
                      <a:pt x="42629" y="20497"/>
                      <a:pt x="42557" y="20568"/>
                    </a:cubicBezTo>
                    <a:cubicBezTo>
                      <a:pt x="42474" y="20673"/>
                      <a:pt x="42390" y="20756"/>
                      <a:pt x="42306" y="20861"/>
                    </a:cubicBezTo>
                    <a:cubicBezTo>
                      <a:pt x="42097" y="21091"/>
                      <a:pt x="41930" y="21300"/>
                      <a:pt x="41720" y="21531"/>
                    </a:cubicBezTo>
                    <a:cubicBezTo>
                      <a:pt x="41658" y="21593"/>
                      <a:pt x="41720" y="21656"/>
                      <a:pt x="41783" y="21656"/>
                    </a:cubicBezTo>
                    <a:cubicBezTo>
                      <a:pt x="41344" y="21865"/>
                      <a:pt x="40883" y="22242"/>
                      <a:pt x="40423" y="22744"/>
                    </a:cubicBezTo>
                    <a:cubicBezTo>
                      <a:pt x="38205" y="25192"/>
                      <a:pt x="36134" y="30632"/>
                      <a:pt x="34836" y="32787"/>
                    </a:cubicBezTo>
                    <a:cubicBezTo>
                      <a:pt x="33581" y="34817"/>
                      <a:pt x="32305" y="36826"/>
                      <a:pt x="31007" y="38813"/>
                    </a:cubicBezTo>
                    <a:cubicBezTo>
                      <a:pt x="31070" y="38772"/>
                      <a:pt x="31091" y="38709"/>
                      <a:pt x="31154" y="38667"/>
                    </a:cubicBezTo>
                    <a:lnTo>
                      <a:pt x="31154" y="38667"/>
                    </a:lnTo>
                    <a:cubicBezTo>
                      <a:pt x="30422" y="39818"/>
                      <a:pt x="29647" y="40969"/>
                      <a:pt x="28894" y="42119"/>
                    </a:cubicBezTo>
                    <a:lnTo>
                      <a:pt x="28873" y="42119"/>
                    </a:lnTo>
                    <a:cubicBezTo>
                      <a:pt x="28162" y="43186"/>
                      <a:pt x="27450" y="44254"/>
                      <a:pt x="26718" y="45342"/>
                    </a:cubicBezTo>
                    <a:lnTo>
                      <a:pt x="26697" y="45342"/>
                    </a:lnTo>
                    <a:cubicBezTo>
                      <a:pt x="26509" y="45614"/>
                      <a:pt x="26341" y="45886"/>
                      <a:pt x="26153" y="46137"/>
                    </a:cubicBezTo>
                    <a:cubicBezTo>
                      <a:pt x="26153" y="46179"/>
                      <a:pt x="26132" y="46179"/>
                      <a:pt x="26132" y="46199"/>
                    </a:cubicBezTo>
                    <a:lnTo>
                      <a:pt x="26090" y="46199"/>
                    </a:lnTo>
                    <a:cubicBezTo>
                      <a:pt x="25944" y="46492"/>
                      <a:pt x="26028" y="46764"/>
                      <a:pt x="26195" y="46953"/>
                    </a:cubicBezTo>
                    <a:cubicBezTo>
                      <a:pt x="26237" y="46953"/>
                      <a:pt x="26237" y="46974"/>
                      <a:pt x="26258" y="47015"/>
                    </a:cubicBezTo>
                    <a:cubicBezTo>
                      <a:pt x="26362" y="47120"/>
                      <a:pt x="26488" y="47162"/>
                      <a:pt x="26655" y="47183"/>
                    </a:cubicBezTo>
                    <a:cubicBezTo>
                      <a:pt x="26736" y="47203"/>
                      <a:pt x="26820" y="47215"/>
                      <a:pt x="26902" y="47215"/>
                    </a:cubicBezTo>
                    <a:cubicBezTo>
                      <a:pt x="27075" y="47215"/>
                      <a:pt x="27246" y="47164"/>
                      <a:pt x="27388" y="47036"/>
                    </a:cubicBezTo>
                    <a:cubicBezTo>
                      <a:pt x="30422" y="44358"/>
                      <a:pt x="33665" y="40969"/>
                      <a:pt x="36427" y="37181"/>
                    </a:cubicBezTo>
                    <a:lnTo>
                      <a:pt x="36427" y="37181"/>
                    </a:lnTo>
                    <a:cubicBezTo>
                      <a:pt x="35046" y="39127"/>
                      <a:pt x="33602" y="41073"/>
                      <a:pt x="32137" y="42998"/>
                    </a:cubicBezTo>
                    <a:lnTo>
                      <a:pt x="32137" y="43040"/>
                    </a:lnTo>
                    <a:cubicBezTo>
                      <a:pt x="31635" y="43689"/>
                      <a:pt x="31154" y="44316"/>
                      <a:pt x="30652" y="44965"/>
                    </a:cubicBezTo>
                    <a:cubicBezTo>
                      <a:pt x="30463" y="45195"/>
                      <a:pt x="30484" y="45509"/>
                      <a:pt x="30631" y="45760"/>
                    </a:cubicBezTo>
                    <a:cubicBezTo>
                      <a:pt x="30673" y="45823"/>
                      <a:pt x="30735" y="45886"/>
                      <a:pt x="30798" y="45927"/>
                    </a:cubicBezTo>
                    <a:cubicBezTo>
                      <a:pt x="30895" y="46003"/>
                      <a:pt x="31004" y="46045"/>
                      <a:pt x="31121" y="46045"/>
                    </a:cubicBezTo>
                    <a:cubicBezTo>
                      <a:pt x="31230" y="46045"/>
                      <a:pt x="31346" y="46008"/>
                      <a:pt x="31468" y="45927"/>
                    </a:cubicBezTo>
                    <a:cubicBezTo>
                      <a:pt x="32535" y="45153"/>
                      <a:pt x="33581" y="44337"/>
                      <a:pt x="34606" y="43458"/>
                    </a:cubicBezTo>
                    <a:lnTo>
                      <a:pt x="34606" y="43417"/>
                    </a:lnTo>
                    <a:cubicBezTo>
                      <a:pt x="34920" y="43166"/>
                      <a:pt x="35234" y="42873"/>
                      <a:pt x="35506" y="42622"/>
                    </a:cubicBezTo>
                    <a:cubicBezTo>
                      <a:pt x="35506" y="42622"/>
                      <a:pt x="35506" y="42580"/>
                      <a:pt x="35548" y="42580"/>
                    </a:cubicBezTo>
                    <a:cubicBezTo>
                      <a:pt x="36908" y="41324"/>
                      <a:pt x="38184" y="40006"/>
                      <a:pt x="39377" y="38604"/>
                    </a:cubicBezTo>
                    <a:cubicBezTo>
                      <a:pt x="41762" y="35779"/>
                      <a:pt x="43813" y="32683"/>
                      <a:pt x="45382" y="29356"/>
                    </a:cubicBezTo>
                    <a:cubicBezTo>
                      <a:pt x="45424" y="29251"/>
                      <a:pt x="45487" y="29147"/>
                      <a:pt x="45507" y="29063"/>
                    </a:cubicBezTo>
                    <a:cubicBezTo>
                      <a:pt x="45612" y="28833"/>
                      <a:pt x="45717" y="28624"/>
                      <a:pt x="45821" y="28393"/>
                    </a:cubicBezTo>
                    <a:cubicBezTo>
                      <a:pt x="45863" y="28247"/>
                      <a:pt x="45926" y="28121"/>
                      <a:pt x="46010" y="27975"/>
                    </a:cubicBezTo>
                    <a:cubicBezTo>
                      <a:pt x="46072" y="27766"/>
                      <a:pt x="46177" y="27557"/>
                      <a:pt x="46261" y="27305"/>
                    </a:cubicBezTo>
                    <a:cubicBezTo>
                      <a:pt x="46324" y="27159"/>
                      <a:pt x="46386" y="26992"/>
                      <a:pt x="46449" y="26845"/>
                    </a:cubicBezTo>
                    <a:lnTo>
                      <a:pt x="46679" y="26217"/>
                    </a:lnTo>
                    <a:lnTo>
                      <a:pt x="46993" y="25360"/>
                    </a:lnTo>
                    <a:lnTo>
                      <a:pt x="47223" y="24648"/>
                    </a:lnTo>
                    <a:cubicBezTo>
                      <a:pt x="47286" y="24460"/>
                      <a:pt x="47328" y="24272"/>
                      <a:pt x="47412" y="24104"/>
                    </a:cubicBezTo>
                    <a:cubicBezTo>
                      <a:pt x="47474" y="23895"/>
                      <a:pt x="47516" y="23707"/>
                      <a:pt x="47579" y="23497"/>
                    </a:cubicBezTo>
                    <a:lnTo>
                      <a:pt x="47725" y="22953"/>
                    </a:lnTo>
                    <a:cubicBezTo>
                      <a:pt x="47788" y="22744"/>
                      <a:pt x="47830" y="22556"/>
                      <a:pt x="47893" y="22347"/>
                    </a:cubicBezTo>
                    <a:cubicBezTo>
                      <a:pt x="47935" y="22158"/>
                      <a:pt x="47956" y="21970"/>
                      <a:pt x="48018" y="21823"/>
                    </a:cubicBezTo>
                    <a:cubicBezTo>
                      <a:pt x="48060" y="21614"/>
                      <a:pt x="48123" y="21405"/>
                      <a:pt x="48144" y="21196"/>
                    </a:cubicBezTo>
                    <a:cubicBezTo>
                      <a:pt x="48165" y="21028"/>
                      <a:pt x="48207" y="20861"/>
                      <a:pt x="48248" y="20694"/>
                    </a:cubicBezTo>
                    <a:cubicBezTo>
                      <a:pt x="48269" y="20484"/>
                      <a:pt x="48332" y="20296"/>
                      <a:pt x="48353" y="20087"/>
                    </a:cubicBezTo>
                    <a:cubicBezTo>
                      <a:pt x="48416" y="19752"/>
                      <a:pt x="48207" y="19417"/>
                      <a:pt x="47893" y="19292"/>
                    </a:cubicBezTo>
                    <a:cubicBezTo>
                      <a:pt x="50720" y="19079"/>
                      <a:pt x="53566" y="18973"/>
                      <a:pt x="56425" y="18973"/>
                    </a:cubicBezTo>
                    <a:cubicBezTo>
                      <a:pt x="59744" y="18973"/>
                      <a:pt x="63082" y="19115"/>
                      <a:pt x="66431" y="19396"/>
                    </a:cubicBezTo>
                    <a:cubicBezTo>
                      <a:pt x="66159" y="19647"/>
                      <a:pt x="65908" y="19940"/>
                      <a:pt x="65678" y="20233"/>
                    </a:cubicBezTo>
                    <a:cubicBezTo>
                      <a:pt x="65615" y="20275"/>
                      <a:pt x="65594" y="20338"/>
                      <a:pt x="65531" y="20380"/>
                    </a:cubicBezTo>
                    <a:cubicBezTo>
                      <a:pt x="65406" y="20547"/>
                      <a:pt x="65301" y="20694"/>
                      <a:pt x="65176" y="20861"/>
                    </a:cubicBezTo>
                    <a:cubicBezTo>
                      <a:pt x="65113" y="20924"/>
                      <a:pt x="65071" y="20986"/>
                      <a:pt x="65008" y="21070"/>
                    </a:cubicBezTo>
                    <a:cubicBezTo>
                      <a:pt x="64904" y="21217"/>
                      <a:pt x="64778" y="21384"/>
                      <a:pt x="64674" y="21531"/>
                    </a:cubicBezTo>
                    <a:lnTo>
                      <a:pt x="64527" y="21761"/>
                    </a:lnTo>
                    <a:lnTo>
                      <a:pt x="64213" y="22242"/>
                    </a:lnTo>
                    <a:cubicBezTo>
                      <a:pt x="64150" y="22326"/>
                      <a:pt x="64109" y="22388"/>
                      <a:pt x="64046" y="22493"/>
                    </a:cubicBezTo>
                    <a:cubicBezTo>
                      <a:pt x="63941" y="22660"/>
                      <a:pt x="63837" y="22807"/>
                      <a:pt x="63753" y="22995"/>
                    </a:cubicBezTo>
                    <a:cubicBezTo>
                      <a:pt x="63711" y="23079"/>
                      <a:pt x="63648" y="23183"/>
                      <a:pt x="63606" y="23267"/>
                    </a:cubicBezTo>
                    <a:cubicBezTo>
                      <a:pt x="63502" y="23414"/>
                      <a:pt x="63418" y="23581"/>
                      <a:pt x="63313" y="23748"/>
                    </a:cubicBezTo>
                    <a:cubicBezTo>
                      <a:pt x="63272" y="23853"/>
                      <a:pt x="63209" y="23937"/>
                      <a:pt x="63167" y="24041"/>
                    </a:cubicBezTo>
                    <a:cubicBezTo>
                      <a:pt x="63021" y="24272"/>
                      <a:pt x="62895" y="24523"/>
                      <a:pt x="62790" y="24753"/>
                    </a:cubicBezTo>
                    <a:cubicBezTo>
                      <a:pt x="62686" y="24941"/>
                      <a:pt x="62602" y="25108"/>
                      <a:pt x="62497" y="25297"/>
                    </a:cubicBezTo>
                    <a:cubicBezTo>
                      <a:pt x="62456" y="25380"/>
                      <a:pt x="62435" y="25485"/>
                      <a:pt x="62372" y="25569"/>
                    </a:cubicBezTo>
                    <a:cubicBezTo>
                      <a:pt x="62267" y="25778"/>
                      <a:pt x="62184" y="25945"/>
                      <a:pt x="62079" y="26155"/>
                    </a:cubicBezTo>
                    <a:lnTo>
                      <a:pt x="62016" y="26322"/>
                    </a:lnTo>
                    <a:cubicBezTo>
                      <a:pt x="61430" y="27494"/>
                      <a:pt x="60886" y="28665"/>
                      <a:pt x="60342" y="29795"/>
                    </a:cubicBezTo>
                    <a:cubicBezTo>
                      <a:pt x="60342" y="29816"/>
                      <a:pt x="60300" y="29858"/>
                      <a:pt x="60300" y="29858"/>
                    </a:cubicBezTo>
                    <a:cubicBezTo>
                      <a:pt x="60196" y="30088"/>
                      <a:pt x="60070" y="30298"/>
                      <a:pt x="59966" y="30528"/>
                    </a:cubicBezTo>
                    <a:cubicBezTo>
                      <a:pt x="59715" y="31051"/>
                      <a:pt x="59443" y="31553"/>
                      <a:pt x="59150" y="32013"/>
                    </a:cubicBezTo>
                    <a:cubicBezTo>
                      <a:pt x="57371" y="35110"/>
                      <a:pt x="55446" y="38123"/>
                      <a:pt x="53458" y="41094"/>
                    </a:cubicBezTo>
                    <a:cubicBezTo>
                      <a:pt x="53458" y="41115"/>
                      <a:pt x="53438" y="41115"/>
                      <a:pt x="53396" y="41157"/>
                    </a:cubicBezTo>
                    <a:lnTo>
                      <a:pt x="50257" y="45865"/>
                    </a:lnTo>
                    <a:cubicBezTo>
                      <a:pt x="50071" y="46144"/>
                      <a:pt x="50357" y="46412"/>
                      <a:pt x="50645" y="46412"/>
                    </a:cubicBezTo>
                    <a:cubicBezTo>
                      <a:pt x="50745" y="46412"/>
                      <a:pt x="50846" y="46380"/>
                      <a:pt x="50927" y="46304"/>
                    </a:cubicBezTo>
                    <a:cubicBezTo>
                      <a:pt x="53479" y="43898"/>
                      <a:pt x="55781" y="41261"/>
                      <a:pt x="57852" y="38437"/>
                    </a:cubicBezTo>
                    <a:lnTo>
                      <a:pt x="57852" y="38395"/>
                    </a:lnTo>
                    <a:cubicBezTo>
                      <a:pt x="59087" y="36721"/>
                      <a:pt x="60259" y="34984"/>
                      <a:pt x="61326" y="33143"/>
                    </a:cubicBezTo>
                    <a:cubicBezTo>
                      <a:pt x="62916" y="30444"/>
                      <a:pt x="64966" y="27243"/>
                      <a:pt x="66034" y="23937"/>
                    </a:cubicBezTo>
                    <a:lnTo>
                      <a:pt x="66034" y="23916"/>
                    </a:lnTo>
                    <a:cubicBezTo>
                      <a:pt x="66117" y="23707"/>
                      <a:pt x="66159" y="23497"/>
                      <a:pt x="66222" y="23288"/>
                    </a:cubicBezTo>
                    <a:cubicBezTo>
                      <a:pt x="66222" y="23225"/>
                      <a:pt x="66243" y="23204"/>
                      <a:pt x="66243" y="23163"/>
                    </a:cubicBezTo>
                    <a:cubicBezTo>
                      <a:pt x="66306" y="22995"/>
                      <a:pt x="66326" y="22849"/>
                      <a:pt x="66368" y="22702"/>
                    </a:cubicBezTo>
                    <a:cubicBezTo>
                      <a:pt x="66410" y="22639"/>
                      <a:pt x="66410" y="22577"/>
                      <a:pt x="66431" y="22493"/>
                    </a:cubicBezTo>
                    <a:cubicBezTo>
                      <a:pt x="66452" y="22347"/>
                      <a:pt x="66515" y="22179"/>
                      <a:pt x="66536" y="22054"/>
                    </a:cubicBezTo>
                    <a:cubicBezTo>
                      <a:pt x="66557" y="21928"/>
                      <a:pt x="66578" y="21823"/>
                      <a:pt x="66619" y="21698"/>
                    </a:cubicBezTo>
                    <a:cubicBezTo>
                      <a:pt x="66640" y="21614"/>
                      <a:pt x="66640" y="21531"/>
                      <a:pt x="66661" y="21447"/>
                    </a:cubicBezTo>
                    <a:cubicBezTo>
                      <a:pt x="66682" y="21321"/>
                      <a:pt x="66682" y="21217"/>
                      <a:pt x="66724" y="21091"/>
                    </a:cubicBezTo>
                    <a:lnTo>
                      <a:pt x="66724" y="20986"/>
                    </a:lnTo>
                    <a:cubicBezTo>
                      <a:pt x="66745" y="20714"/>
                      <a:pt x="66766" y="20442"/>
                      <a:pt x="66787" y="20170"/>
                    </a:cubicBezTo>
                    <a:cubicBezTo>
                      <a:pt x="66787" y="19940"/>
                      <a:pt x="66829" y="19668"/>
                      <a:pt x="66787" y="19438"/>
                    </a:cubicBezTo>
                    <a:lnTo>
                      <a:pt x="66787" y="19438"/>
                    </a:lnTo>
                    <a:cubicBezTo>
                      <a:pt x="68565" y="19606"/>
                      <a:pt x="70344" y="19773"/>
                      <a:pt x="72122" y="20024"/>
                    </a:cubicBezTo>
                    <a:cubicBezTo>
                      <a:pt x="72018" y="20129"/>
                      <a:pt x="71955" y="20233"/>
                      <a:pt x="71850" y="20338"/>
                    </a:cubicBezTo>
                    <a:cubicBezTo>
                      <a:pt x="71788" y="20380"/>
                      <a:pt x="71767" y="20442"/>
                      <a:pt x="71704" y="20484"/>
                    </a:cubicBezTo>
                    <a:lnTo>
                      <a:pt x="71390" y="20882"/>
                    </a:lnTo>
                    <a:cubicBezTo>
                      <a:pt x="71348" y="20924"/>
                      <a:pt x="71285" y="21007"/>
                      <a:pt x="71244" y="21070"/>
                    </a:cubicBezTo>
                    <a:cubicBezTo>
                      <a:pt x="71139" y="21196"/>
                      <a:pt x="71034" y="21342"/>
                      <a:pt x="70909" y="21489"/>
                    </a:cubicBezTo>
                    <a:cubicBezTo>
                      <a:pt x="70867" y="21531"/>
                      <a:pt x="70825" y="21593"/>
                      <a:pt x="70804" y="21635"/>
                    </a:cubicBezTo>
                    <a:cubicBezTo>
                      <a:pt x="70658" y="21803"/>
                      <a:pt x="70553" y="21949"/>
                      <a:pt x="70428" y="22116"/>
                    </a:cubicBezTo>
                    <a:cubicBezTo>
                      <a:pt x="70407" y="22137"/>
                      <a:pt x="70407" y="22158"/>
                      <a:pt x="70386" y="22179"/>
                    </a:cubicBezTo>
                    <a:cubicBezTo>
                      <a:pt x="69821" y="22953"/>
                      <a:pt x="69298" y="23748"/>
                      <a:pt x="68775" y="24564"/>
                    </a:cubicBezTo>
                    <a:cubicBezTo>
                      <a:pt x="68356" y="25171"/>
                      <a:pt x="68000" y="25799"/>
                      <a:pt x="67666" y="26448"/>
                    </a:cubicBezTo>
                    <a:cubicBezTo>
                      <a:pt x="66850" y="27829"/>
                      <a:pt x="66034" y="29230"/>
                      <a:pt x="65176" y="30528"/>
                    </a:cubicBezTo>
                    <a:cubicBezTo>
                      <a:pt x="62393" y="34796"/>
                      <a:pt x="59443" y="38918"/>
                      <a:pt x="56492" y="43061"/>
                    </a:cubicBezTo>
                    <a:cubicBezTo>
                      <a:pt x="56492" y="43061"/>
                      <a:pt x="56492" y="43082"/>
                      <a:pt x="56471" y="43082"/>
                    </a:cubicBezTo>
                    <a:lnTo>
                      <a:pt x="56074" y="43626"/>
                    </a:lnTo>
                    <a:cubicBezTo>
                      <a:pt x="55822" y="43988"/>
                      <a:pt x="56079" y="44373"/>
                      <a:pt x="56400" y="44373"/>
                    </a:cubicBezTo>
                    <a:cubicBezTo>
                      <a:pt x="56506" y="44373"/>
                      <a:pt x="56619" y="44331"/>
                      <a:pt x="56723" y="44233"/>
                    </a:cubicBezTo>
                    <a:cubicBezTo>
                      <a:pt x="58668" y="42412"/>
                      <a:pt x="60719" y="40257"/>
                      <a:pt x="62707" y="37956"/>
                    </a:cubicBezTo>
                    <a:cubicBezTo>
                      <a:pt x="62707" y="37935"/>
                      <a:pt x="62749" y="37935"/>
                      <a:pt x="62749" y="37935"/>
                    </a:cubicBezTo>
                    <a:cubicBezTo>
                      <a:pt x="62790" y="37872"/>
                      <a:pt x="62853" y="37830"/>
                      <a:pt x="62895" y="37746"/>
                    </a:cubicBezTo>
                    <a:cubicBezTo>
                      <a:pt x="62895" y="37949"/>
                      <a:pt x="63058" y="38129"/>
                      <a:pt x="63236" y="38129"/>
                    </a:cubicBezTo>
                    <a:cubicBezTo>
                      <a:pt x="63297" y="38129"/>
                      <a:pt x="63360" y="38108"/>
                      <a:pt x="63418" y="38060"/>
                    </a:cubicBezTo>
                    <a:lnTo>
                      <a:pt x="63816" y="37746"/>
                    </a:lnTo>
                    <a:lnTo>
                      <a:pt x="63816" y="37725"/>
                    </a:lnTo>
                    <a:cubicBezTo>
                      <a:pt x="64318" y="37328"/>
                      <a:pt x="64799" y="36909"/>
                      <a:pt x="65301" y="36491"/>
                    </a:cubicBezTo>
                    <a:cubicBezTo>
                      <a:pt x="65406" y="36386"/>
                      <a:pt x="65531" y="36282"/>
                      <a:pt x="65636" y="36198"/>
                    </a:cubicBezTo>
                    <a:lnTo>
                      <a:pt x="65636" y="36198"/>
                    </a:lnTo>
                    <a:cubicBezTo>
                      <a:pt x="65636" y="36240"/>
                      <a:pt x="65615" y="36240"/>
                      <a:pt x="65615" y="36261"/>
                    </a:cubicBezTo>
                    <a:cubicBezTo>
                      <a:pt x="66452" y="35528"/>
                      <a:pt x="67289" y="34733"/>
                      <a:pt x="68084" y="33959"/>
                    </a:cubicBezTo>
                    <a:lnTo>
                      <a:pt x="68126" y="33896"/>
                    </a:lnTo>
                    <a:lnTo>
                      <a:pt x="68879" y="33143"/>
                    </a:lnTo>
                    <a:cubicBezTo>
                      <a:pt x="68942" y="33101"/>
                      <a:pt x="68984" y="33038"/>
                      <a:pt x="69047" y="32955"/>
                    </a:cubicBezTo>
                    <a:cubicBezTo>
                      <a:pt x="69256" y="32725"/>
                      <a:pt x="69465" y="32515"/>
                      <a:pt x="69674" y="32285"/>
                    </a:cubicBezTo>
                    <a:cubicBezTo>
                      <a:pt x="69758" y="32202"/>
                      <a:pt x="69821" y="32097"/>
                      <a:pt x="69925" y="32013"/>
                    </a:cubicBezTo>
                    <a:cubicBezTo>
                      <a:pt x="70114" y="31804"/>
                      <a:pt x="70302" y="31637"/>
                      <a:pt x="70448" y="31427"/>
                    </a:cubicBezTo>
                    <a:cubicBezTo>
                      <a:pt x="70553" y="31281"/>
                      <a:pt x="70658" y="31176"/>
                      <a:pt x="70762" y="31051"/>
                    </a:cubicBezTo>
                    <a:cubicBezTo>
                      <a:pt x="70930" y="30862"/>
                      <a:pt x="71055" y="30716"/>
                      <a:pt x="71223" y="30528"/>
                    </a:cubicBezTo>
                    <a:cubicBezTo>
                      <a:pt x="71348" y="30381"/>
                      <a:pt x="71474" y="30235"/>
                      <a:pt x="71578" y="30088"/>
                    </a:cubicBezTo>
                    <a:cubicBezTo>
                      <a:pt x="71704" y="29921"/>
                      <a:pt x="71850" y="29774"/>
                      <a:pt x="71955" y="29607"/>
                    </a:cubicBezTo>
                    <a:cubicBezTo>
                      <a:pt x="72080" y="29440"/>
                      <a:pt x="72227" y="29272"/>
                      <a:pt x="72373" y="29084"/>
                    </a:cubicBezTo>
                    <a:cubicBezTo>
                      <a:pt x="72478" y="28958"/>
                      <a:pt x="72583" y="28812"/>
                      <a:pt x="72687" y="28665"/>
                    </a:cubicBezTo>
                    <a:cubicBezTo>
                      <a:pt x="72834" y="28498"/>
                      <a:pt x="73001" y="28289"/>
                      <a:pt x="73127" y="28101"/>
                    </a:cubicBezTo>
                    <a:cubicBezTo>
                      <a:pt x="73231" y="27975"/>
                      <a:pt x="73315" y="27829"/>
                      <a:pt x="73420" y="27724"/>
                    </a:cubicBezTo>
                    <a:lnTo>
                      <a:pt x="73880" y="27096"/>
                    </a:lnTo>
                    <a:cubicBezTo>
                      <a:pt x="73964" y="26992"/>
                      <a:pt x="74047" y="26866"/>
                      <a:pt x="74110" y="26761"/>
                    </a:cubicBezTo>
                    <a:cubicBezTo>
                      <a:pt x="74277" y="26531"/>
                      <a:pt x="74424" y="26301"/>
                      <a:pt x="74591" y="26092"/>
                    </a:cubicBezTo>
                    <a:cubicBezTo>
                      <a:pt x="74675" y="25987"/>
                      <a:pt x="74717" y="25883"/>
                      <a:pt x="74801" y="25778"/>
                    </a:cubicBezTo>
                    <a:cubicBezTo>
                      <a:pt x="74947" y="25527"/>
                      <a:pt x="75135" y="25276"/>
                      <a:pt x="75303" y="25046"/>
                    </a:cubicBezTo>
                    <a:cubicBezTo>
                      <a:pt x="75345" y="24962"/>
                      <a:pt x="75407" y="24857"/>
                      <a:pt x="75470" y="24774"/>
                    </a:cubicBezTo>
                    <a:cubicBezTo>
                      <a:pt x="75637" y="24523"/>
                      <a:pt x="75826" y="24251"/>
                      <a:pt x="75972" y="23999"/>
                    </a:cubicBezTo>
                    <a:cubicBezTo>
                      <a:pt x="76035" y="23916"/>
                      <a:pt x="76056" y="23853"/>
                      <a:pt x="76098" y="23790"/>
                    </a:cubicBezTo>
                    <a:cubicBezTo>
                      <a:pt x="76286" y="23497"/>
                      <a:pt x="76454" y="23204"/>
                      <a:pt x="76621" y="22911"/>
                    </a:cubicBezTo>
                    <a:cubicBezTo>
                      <a:pt x="76621" y="22891"/>
                      <a:pt x="76663" y="22891"/>
                      <a:pt x="76663" y="22870"/>
                    </a:cubicBezTo>
                    <a:cubicBezTo>
                      <a:pt x="77018" y="22263"/>
                      <a:pt x="77353" y="21635"/>
                      <a:pt x="77667" y="21028"/>
                    </a:cubicBezTo>
                    <a:cubicBezTo>
                      <a:pt x="78483" y="21196"/>
                      <a:pt x="79299" y="21321"/>
                      <a:pt x="80115" y="21510"/>
                    </a:cubicBezTo>
                    <a:cubicBezTo>
                      <a:pt x="80031" y="21593"/>
                      <a:pt x="79927" y="21656"/>
                      <a:pt x="79843" y="21740"/>
                    </a:cubicBezTo>
                    <a:cubicBezTo>
                      <a:pt x="79801" y="21803"/>
                      <a:pt x="79739" y="21844"/>
                      <a:pt x="79655" y="21907"/>
                    </a:cubicBezTo>
                    <a:cubicBezTo>
                      <a:pt x="79550" y="22012"/>
                      <a:pt x="79446" y="22075"/>
                      <a:pt x="79383" y="22179"/>
                    </a:cubicBezTo>
                    <a:cubicBezTo>
                      <a:pt x="79299" y="22263"/>
                      <a:pt x="79215" y="22347"/>
                      <a:pt x="79174" y="22430"/>
                    </a:cubicBezTo>
                    <a:cubicBezTo>
                      <a:pt x="79090" y="22493"/>
                      <a:pt x="79006" y="22598"/>
                      <a:pt x="78922" y="22681"/>
                    </a:cubicBezTo>
                    <a:cubicBezTo>
                      <a:pt x="78818" y="22786"/>
                      <a:pt x="78755" y="22891"/>
                      <a:pt x="78650" y="22995"/>
                    </a:cubicBezTo>
                    <a:cubicBezTo>
                      <a:pt x="78588" y="23058"/>
                      <a:pt x="78546" y="23121"/>
                      <a:pt x="78483" y="23183"/>
                    </a:cubicBezTo>
                    <a:cubicBezTo>
                      <a:pt x="78337" y="23372"/>
                      <a:pt x="78169" y="23539"/>
                      <a:pt x="78044" y="23727"/>
                    </a:cubicBezTo>
                    <a:lnTo>
                      <a:pt x="77981" y="23790"/>
                    </a:lnTo>
                    <a:cubicBezTo>
                      <a:pt x="77855" y="23958"/>
                      <a:pt x="77709" y="24146"/>
                      <a:pt x="77562" y="24334"/>
                    </a:cubicBezTo>
                    <a:cubicBezTo>
                      <a:pt x="77542" y="24355"/>
                      <a:pt x="77521" y="24418"/>
                      <a:pt x="77500" y="24439"/>
                    </a:cubicBezTo>
                    <a:cubicBezTo>
                      <a:pt x="77353" y="24627"/>
                      <a:pt x="77228" y="24774"/>
                      <a:pt x="77102" y="24962"/>
                    </a:cubicBezTo>
                    <a:cubicBezTo>
                      <a:pt x="77081" y="24983"/>
                      <a:pt x="77081" y="25004"/>
                      <a:pt x="77039" y="25046"/>
                    </a:cubicBezTo>
                    <a:cubicBezTo>
                      <a:pt x="76140" y="26343"/>
                      <a:pt x="75261" y="27766"/>
                      <a:pt x="74403" y="29084"/>
                    </a:cubicBezTo>
                    <a:cubicBezTo>
                      <a:pt x="74005" y="29712"/>
                      <a:pt x="73587" y="30318"/>
                      <a:pt x="73210" y="30904"/>
                    </a:cubicBezTo>
                    <a:cubicBezTo>
                      <a:pt x="70532" y="34629"/>
                      <a:pt x="67687" y="38228"/>
                      <a:pt x="64841" y="41805"/>
                    </a:cubicBezTo>
                    <a:cubicBezTo>
                      <a:pt x="64841" y="41826"/>
                      <a:pt x="64799" y="41826"/>
                      <a:pt x="64778" y="41847"/>
                    </a:cubicBezTo>
                    <a:cubicBezTo>
                      <a:pt x="64653" y="42015"/>
                      <a:pt x="64548" y="42161"/>
                      <a:pt x="64422" y="42329"/>
                    </a:cubicBezTo>
                    <a:cubicBezTo>
                      <a:pt x="64052" y="42766"/>
                      <a:pt x="64426" y="43500"/>
                      <a:pt x="64913" y="43500"/>
                    </a:cubicBezTo>
                    <a:cubicBezTo>
                      <a:pt x="65031" y="43500"/>
                      <a:pt x="65157" y="43457"/>
                      <a:pt x="65280" y="43354"/>
                    </a:cubicBezTo>
                    <a:cubicBezTo>
                      <a:pt x="66368" y="42433"/>
                      <a:pt x="67582" y="41408"/>
                      <a:pt x="68816" y="40257"/>
                    </a:cubicBezTo>
                    <a:cubicBezTo>
                      <a:pt x="68816" y="40257"/>
                      <a:pt x="68816" y="40236"/>
                      <a:pt x="68837" y="40236"/>
                    </a:cubicBezTo>
                    <a:lnTo>
                      <a:pt x="68921" y="40153"/>
                    </a:lnTo>
                    <a:lnTo>
                      <a:pt x="68942" y="40153"/>
                    </a:lnTo>
                    <a:cubicBezTo>
                      <a:pt x="73838" y="35612"/>
                      <a:pt x="79132" y="29440"/>
                      <a:pt x="80575" y="23393"/>
                    </a:cubicBezTo>
                    <a:cubicBezTo>
                      <a:pt x="80596" y="23309"/>
                      <a:pt x="80638" y="23204"/>
                      <a:pt x="80638" y="23121"/>
                    </a:cubicBezTo>
                    <a:cubicBezTo>
                      <a:pt x="80659" y="23058"/>
                      <a:pt x="80659" y="22995"/>
                      <a:pt x="80680" y="22911"/>
                    </a:cubicBezTo>
                    <a:cubicBezTo>
                      <a:pt x="80764" y="22472"/>
                      <a:pt x="80847" y="22054"/>
                      <a:pt x="80889" y="21614"/>
                    </a:cubicBezTo>
                    <a:cubicBezTo>
                      <a:pt x="81894" y="21823"/>
                      <a:pt x="82877" y="22033"/>
                      <a:pt x="83881" y="22263"/>
                    </a:cubicBezTo>
                    <a:cubicBezTo>
                      <a:pt x="83777" y="22451"/>
                      <a:pt x="83693" y="22660"/>
                      <a:pt x="83588" y="22849"/>
                    </a:cubicBezTo>
                    <a:cubicBezTo>
                      <a:pt x="83526" y="22974"/>
                      <a:pt x="83484" y="23079"/>
                      <a:pt x="83400" y="23204"/>
                    </a:cubicBezTo>
                    <a:cubicBezTo>
                      <a:pt x="83275" y="23497"/>
                      <a:pt x="83107" y="23811"/>
                      <a:pt x="82982" y="24125"/>
                    </a:cubicBezTo>
                    <a:cubicBezTo>
                      <a:pt x="82961" y="24167"/>
                      <a:pt x="82940" y="24230"/>
                      <a:pt x="82940" y="24251"/>
                    </a:cubicBezTo>
                    <a:cubicBezTo>
                      <a:pt x="81831" y="26678"/>
                      <a:pt x="80889" y="29168"/>
                      <a:pt x="79529" y="31490"/>
                    </a:cubicBezTo>
                    <a:cubicBezTo>
                      <a:pt x="77521" y="34922"/>
                      <a:pt x="75010" y="37872"/>
                      <a:pt x="72290" y="40759"/>
                    </a:cubicBezTo>
                    <a:lnTo>
                      <a:pt x="72290" y="40780"/>
                    </a:lnTo>
                    <a:lnTo>
                      <a:pt x="72269" y="40801"/>
                    </a:lnTo>
                    <a:cubicBezTo>
                      <a:pt x="72050" y="41105"/>
                      <a:pt x="72320" y="41558"/>
                      <a:pt x="72630" y="41558"/>
                    </a:cubicBezTo>
                    <a:cubicBezTo>
                      <a:pt x="72705" y="41558"/>
                      <a:pt x="72782" y="41532"/>
                      <a:pt x="72855" y="41471"/>
                    </a:cubicBezTo>
                    <a:cubicBezTo>
                      <a:pt x="74257" y="40383"/>
                      <a:pt x="75637" y="39169"/>
                      <a:pt x="76914" y="37746"/>
                    </a:cubicBezTo>
                    <a:cubicBezTo>
                      <a:pt x="76914" y="37746"/>
                      <a:pt x="76914" y="37725"/>
                      <a:pt x="76935" y="37725"/>
                    </a:cubicBezTo>
                    <a:cubicBezTo>
                      <a:pt x="80785" y="33583"/>
                      <a:pt x="83840" y="28205"/>
                      <a:pt x="84216" y="22807"/>
                    </a:cubicBezTo>
                    <a:lnTo>
                      <a:pt x="84216" y="22744"/>
                    </a:lnTo>
                    <a:cubicBezTo>
                      <a:pt x="84216" y="22598"/>
                      <a:pt x="84237" y="22493"/>
                      <a:pt x="84237" y="22367"/>
                    </a:cubicBezTo>
                    <a:cubicBezTo>
                      <a:pt x="85785" y="22744"/>
                      <a:pt x="87355" y="23163"/>
                      <a:pt x="88903" y="23581"/>
                    </a:cubicBezTo>
                    <a:cubicBezTo>
                      <a:pt x="88254" y="24230"/>
                      <a:pt x="87689" y="24941"/>
                      <a:pt x="87166" y="25673"/>
                    </a:cubicBezTo>
                    <a:lnTo>
                      <a:pt x="87145" y="25694"/>
                    </a:lnTo>
                    <a:cubicBezTo>
                      <a:pt x="87062" y="25820"/>
                      <a:pt x="86957" y="25924"/>
                      <a:pt x="86894" y="26050"/>
                    </a:cubicBezTo>
                    <a:cubicBezTo>
                      <a:pt x="86853" y="26113"/>
                      <a:pt x="86832" y="26155"/>
                      <a:pt x="86790" y="26196"/>
                    </a:cubicBezTo>
                    <a:cubicBezTo>
                      <a:pt x="86727" y="26301"/>
                      <a:pt x="86643" y="26364"/>
                      <a:pt x="86601" y="26468"/>
                    </a:cubicBezTo>
                    <a:cubicBezTo>
                      <a:pt x="86539" y="26552"/>
                      <a:pt x="86518" y="26615"/>
                      <a:pt x="86476" y="26678"/>
                    </a:cubicBezTo>
                    <a:cubicBezTo>
                      <a:pt x="86434" y="26740"/>
                      <a:pt x="86413" y="26761"/>
                      <a:pt x="86392" y="26824"/>
                    </a:cubicBezTo>
                    <a:cubicBezTo>
                      <a:pt x="85555" y="28101"/>
                      <a:pt x="84802" y="29398"/>
                      <a:pt x="83944" y="30716"/>
                    </a:cubicBezTo>
                    <a:cubicBezTo>
                      <a:pt x="83254" y="31804"/>
                      <a:pt x="82521" y="32913"/>
                      <a:pt x="81747" y="33980"/>
                    </a:cubicBezTo>
                    <a:cubicBezTo>
                      <a:pt x="81287" y="34671"/>
                      <a:pt x="80806" y="35340"/>
                      <a:pt x="80345" y="35989"/>
                    </a:cubicBezTo>
                    <a:cubicBezTo>
                      <a:pt x="79529" y="37098"/>
                      <a:pt x="78713" y="38186"/>
                      <a:pt x="77876" y="39295"/>
                    </a:cubicBezTo>
                    <a:cubicBezTo>
                      <a:pt x="77834" y="39378"/>
                      <a:pt x="77772" y="39420"/>
                      <a:pt x="77730" y="39504"/>
                    </a:cubicBezTo>
                    <a:cubicBezTo>
                      <a:pt x="77426" y="39909"/>
                      <a:pt x="77735" y="40546"/>
                      <a:pt x="78163" y="40546"/>
                    </a:cubicBezTo>
                    <a:cubicBezTo>
                      <a:pt x="78265" y="40546"/>
                      <a:pt x="78374" y="40509"/>
                      <a:pt x="78483" y="40425"/>
                    </a:cubicBezTo>
                    <a:cubicBezTo>
                      <a:pt x="79885" y="39399"/>
                      <a:pt x="81308" y="38165"/>
                      <a:pt x="82647" y="36826"/>
                    </a:cubicBezTo>
                    <a:cubicBezTo>
                      <a:pt x="86225" y="33206"/>
                      <a:pt x="89175" y="28603"/>
                      <a:pt x="89154" y="23644"/>
                    </a:cubicBezTo>
                    <a:lnTo>
                      <a:pt x="89154" y="23623"/>
                    </a:lnTo>
                    <a:cubicBezTo>
                      <a:pt x="93632" y="24899"/>
                      <a:pt x="98068" y="26448"/>
                      <a:pt x="102420" y="28310"/>
                    </a:cubicBezTo>
                    <a:cubicBezTo>
                      <a:pt x="102545" y="28101"/>
                      <a:pt x="102629" y="27870"/>
                      <a:pt x="102503" y="27808"/>
                    </a:cubicBezTo>
                    <a:cubicBezTo>
                      <a:pt x="97837" y="25778"/>
                      <a:pt x="93025" y="24041"/>
                      <a:pt x="88171" y="22660"/>
                    </a:cubicBezTo>
                    <a:cubicBezTo>
                      <a:pt x="88254" y="22639"/>
                      <a:pt x="88317" y="22598"/>
                      <a:pt x="88380" y="22535"/>
                    </a:cubicBezTo>
                    <a:cubicBezTo>
                      <a:pt x="88401" y="22493"/>
                      <a:pt x="88401" y="22472"/>
                      <a:pt x="88401" y="22451"/>
                    </a:cubicBezTo>
                    <a:cubicBezTo>
                      <a:pt x="88464" y="22137"/>
                      <a:pt x="88485" y="21823"/>
                      <a:pt x="88526" y="21489"/>
                    </a:cubicBezTo>
                    <a:lnTo>
                      <a:pt x="88526" y="21426"/>
                    </a:lnTo>
                    <a:cubicBezTo>
                      <a:pt x="88568" y="21133"/>
                      <a:pt x="88589" y="20819"/>
                      <a:pt x="88589" y="20547"/>
                    </a:cubicBezTo>
                    <a:lnTo>
                      <a:pt x="88589" y="20359"/>
                    </a:lnTo>
                    <a:lnTo>
                      <a:pt x="88589" y="19626"/>
                    </a:lnTo>
                    <a:lnTo>
                      <a:pt x="88589" y="19187"/>
                    </a:lnTo>
                    <a:cubicBezTo>
                      <a:pt x="88589" y="19041"/>
                      <a:pt x="88589" y="18936"/>
                      <a:pt x="88568" y="18810"/>
                    </a:cubicBezTo>
                    <a:cubicBezTo>
                      <a:pt x="88359" y="14730"/>
                      <a:pt x="86790" y="10755"/>
                      <a:pt x="84174" y="7595"/>
                    </a:cubicBezTo>
                    <a:cubicBezTo>
                      <a:pt x="83881" y="7219"/>
                      <a:pt x="83588" y="6884"/>
                      <a:pt x="83254" y="6570"/>
                    </a:cubicBezTo>
                    <a:lnTo>
                      <a:pt x="83065" y="6382"/>
                    </a:lnTo>
                    <a:cubicBezTo>
                      <a:pt x="83024" y="6340"/>
                      <a:pt x="82940" y="6277"/>
                      <a:pt x="82856" y="6256"/>
                    </a:cubicBezTo>
                    <a:cubicBezTo>
                      <a:pt x="82782" y="6226"/>
                      <a:pt x="82702" y="6211"/>
                      <a:pt x="82621" y="6211"/>
                    </a:cubicBezTo>
                    <a:cubicBezTo>
                      <a:pt x="82315" y="6211"/>
                      <a:pt x="81993" y="6414"/>
                      <a:pt x="81894" y="6696"/>
                    </a:cubicBezTo>
                    <a:cubicBezTo>
                      <a:pt x="81873" y="6696"/>
                      <a:pt x="81894" y="6696"/>
                      <a:pt x="81894" y="6738"/>
                    </a:cubicBezTo>
                    <a:cubicBezTo>
                      <a:pt x="81831" y="6842"/>
                      <a:pt x="81831" y="6989"/>
                      <a:pt x="81873" y="7114"/>
                    </a:cubicBezTo>
                    <a:cubicBezTo>
                      <a:pt x="82124" y="7909"/>
                      <a:pt x="82396" y="8725"/>
                      <a:pt x="82668" y="9499"/>
                    </a:cubicBezTo>
                    <a:lnTo>
                      <a:pt x="82668" y="9520"/>
                    </a:lnTo>
                    <a:cubicBezTo>
                      <a:pt x="84195" y="13914"/>
                      <a:pt x="85911" y="18350"/>
                      <a:pt x="87857" y="22535"/>
                    </a:cubicBezTo>
                    <a:cubicBezTo>
                      <a:pt x="87857" y="22550"/>
                      <a:pt x="87867" y="22564"/>
                      <a:pt x="87881" y="22572"/>
                    </a:cubicBezTo>
                    <a:lnTo>
                      <a:pt x="87881" y="22572"/>
                    </a:lnTo>
                    <a:cubicBezTo>
                      <a:pt x="86673" y="22239"/>
                      <a:pt x="85445" y="21926"/>
                      <a:pt x="84216" y="21614"/>
                    </a:cubicBezTo>
                    <a:cubicBezTo>
                      <a:pt x="84205" y="21580"/>
                      <a:pt x="84180" y="21564"/>
                      <a:pt x="84154" y="21564"/>
                    </a:cubicBezTo>
                    <a:cubicBezTo>
                      <a:pt x="84132" y="21564"/>
                      <a:pt x="84109" y="21574"/>
                      <a:pt x="84091" y="21593"/>
                    </a:cubicBezTo>
                    <a:cubicBezTo>
                      <a:pt x="83693" y="21489"/>
                      <a:pt x="83337" y="21405"/>
                      <a:pt x="82940" y="21300"/>
                    </a:cubicBezTo>
                    <a:cubicBezTo>
                      <a:pt x="82961" y="21279"/>
                      <a:pt x="82982" y="21238"/>
                      <a:pt x="82982" y="21196"/>
                    </a:cubicBezTo>
                    <a:cubicBezTo>
                      <a:pt x="83086" y="20568"/>
                      <a:pt x="83149" y="19961"/>
                      <a:pt x="83170" y="19334"/>
                    </a:cubicBezTo>
                    <a:lnTo>
                      <a:pt x="83170" y="19208"/>
                    </a:lnTo>
                    <a:lnTo>
                      <a:pt x="83170" y="18727"/>
                    </a:lnTo>
                    <a:lnTo>
                      <a:pt x="83170" y="18497"/>
                    </a:lnTo>
                    <a:lnTo>
                      <a:pt x="83170" y="18141"/>
                    </a:lnTo>
                    <a:cubicBezTo>
                      <a:pt x="83170" y="17994"/>
                      <a:pt x="83170" y="17890"/>
                      <a:pt x="83149" y="17764"/>
                    </a:cubicBezTo>
                    <a:cubicBezTo>
                      <a:pt x="83149" y="17681"/>
                      <a:pt x="83149" y="17576"/>
                      <a:pt x="83128" y="17513"/>
                    </a:cubicBezTo>
                    <a:cubicBezTo>
                      <a:pt x="83128" y="17346"/>
                      <a:pt x="83086" y="17157"/>
                      <a:pt x="83065" y="17011"/>
                    </a:cubicBezTo>
                    <a:lnTo>
                      <a:pt x="83065" y="16885"/>
                    </a:lnTo>
                    <a:cubicBezTo>
                      <a:pt x="82438" y="11550"/>
                      <a:pt x="79215" y="6758"/>
                      <a:pt x="74549" y="4059"/>
                    </a:cubicBezTo>
                    <a:cubicBezTo>
                      <a:pt x="74131" y="3829"/>
                      <a:pt x="73713" y="3620"/>
                      <a:pt x="73252" y="3411"/>
                    </a:cubicBezTo>
                    <a:cubicBezTo>
                      <a:pt x="73148" y="3348"/>
                      <a:pt x="73085" y="3306"/>
                      <a:pt x="72980" y="3285"/>
                    </a:cubicBezTo>
                    <a:cubicBezTo>
                      <a:pt x="72311" y="2992"/>
                      <a:pt x="71641" y="2720"/>
                      <a:pt x="70930" y="2511"/>
                    </a:cubicBezTo>
                    <a:cubicBezTo>
                      <a:pt x="70873" y="2496"/>
                      <a:pt x="70818" y="2489"/>
                      <a:pt x="70763" y="2489"/>
                    </a:cubicBezTo>
                    <a:cubicBezTo>
                      <a:pt x="70292" y="2489"/>
                      <a:pt x="69915" y="3021"/>
                      <a:pt x="70009" y="3453"/>
                    </a:cubicBezTo>
                    <a:cubicBezTo>
                      <a:pt x="68482" y="2239"/>
                      <a:pt x="66829" y="1130"/>
                      <a:pt x="65134" y="105"/>
                    </a:cubicBezTo>
                    <a:cubicBezTo>
                      <a:pt x="65008" y="32"/>
                      <a:pt x="64882" y="0"/>
                      <a:pt x="647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7" name="Google Shape;387;p27"/>
              <p:cNvSpPr/>
              <p:nvPr/>
            </p:nvSpPr>
            <p:spPr>
              <a:xfrm>
                <a:off x="19388400" y="28623625"/>
                <a:ext cx="714775" cy="158125"/>
              </a:xfrm>
              <a:custGeom>
                <a:avLst/>
                <a:gdLst/>
                <a:ahLst/>
                <a:cxnLst/>
                <a:rect l="l" t="t" r="r" b="b"/>
                <a:pathLst>
                  <a:path w="28591" h="6325" extrusionOk="0">
                    <a:moveTo>
                      <a:pt x="9416" y="0"/>
                    </a:moveTo>
                    <a:cubicBezTo>
                      <a:pt x="6592" y="0"/>
                      <a:pt x="3725" y="272"/>
                      <a:pt x="942" y="711"/>
                    </a:cubicBezTo>
                    <a:cubicBezTo>
                      <a:pt x="1" y="837"/>
                      <a:pt x="1" y="2176"/>
                      <a:pt x="1026" y="2218"/>
                    </a:cubicBezTo>
                    <a:cubicBezTo>
                      <a:pt x="1193" y="2218"/>
                      <a:pt x="1361" y="2260"/>
                      <a:pt x="1549" y="2281"/>
                    </a:cubicBezTo>
                    <a:lnTo>
                      <a:pt x="1675" y="2281"/>
                    </a:lnTo>
                    <a:cubicBezTo>
                      <a:pt x="5336" y="2490"/>
                      <a:pt x="8998" y="3055"/>
                      <a:pt x="12618" y="3683"/>
                    </a:cubicBezTo>
                    <a:lnTo>
                      <a:pt x="12513" y="3683"/>
                    </a:lnTo>
                    <a:cubicBezTo>
                      <a:pt x="16070" y="4310"/>
                      <a:pt x="19606" y="5022"/>
                      <a:pt x="23163" y="5587"/>
                    </a:cubicBezTo>
                    <a:lnTo>
                      <a:pt x="23644" y="5670"/>
                    </a:lnTo>
                    <a:cubicBezTo>
                      <a:pt x="24000" y="5733"/>
                      <a:pt x="24335" y="5775"/>
                      <a:pt x="24711" y="5838"/>
                    </a:cubicBezTo>
                    <a:cubicBezTo>
                      <a:pt x="25130" y="5880"/>
                      <a:pt x="25548" y="5963"/>
                      <a:pt x="25967" y="6026"/>
                    </a:cubicBezTo>
                    <a:cubicBezTo>
                      <a:pt x="26113" y="6047"/>
                      <a:pt x="26302" y="6068"/>
                      <a:pt x="26469" y="6089"/>
                    </a:cubicBezTo>
                    <a:lnTo>
                      <a:pt x="28352" y="6319"/>
                    </a:lnTo>
                    <a:cubicBezTo>
                      <a:pt x="28364" y="6323"/>
                      <a:pt x="28377" y="6325"/>
                      <a:pt x="28389" y="6325"/>
                    </a:cubicBezTo>
                    <a:cubicBezTo>
                      <a:pt x="28500" y="6325"/>
                      <a:pt x="28591" y="6162"/>
                      <a:pt x="28478" y="6068"/>
                    </a:cubicBezTo>
                    <a:cubicBezTo>
                      <a:pt x="23142" y="1716"/>
                      <a:pt x="16760" y="105"/>
                      <a:pt x="10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388" name="Google Shape;388;p27"/>
          <p:cNvSpPr/>
          <p:nvPr/>
        </p:nvSpPr>
        <p:spPr>
          <a:xfrm flipH="1">
            <a:off x="872051" y="345938"/>
            <a:ext cx="2315887" cy="386433"/>
          </a:xfrm>
          <a:custGeom>
            <a:avLst/>
            <a:gdLst/>
            <a:ahLst/>
            <a:cxnLst/>
            <a:rect l="l" t="t" r="r" b="b"/>
            <a:pathLst>
              <a:path w="129790" h="21657" extrusionOk="0">
                <a:moveTo>
                  <a:pt x="129790" y="21092"/>
                </a:moveTo>
                <a:cubicBezTo>
                  <a:pt x="127467" y="20548"/>
                  <a:pt x="112277" y="19104"/>
                  <a:pt x="109954" y="18623"/>
                </a:cubicBezTo>
                <a:cubicBezTo>
                  <a:pt x="105372" y="17681"/>
                  <a:pt x="101752" y="13894"/>
                  <a:pt x="97944" y="10881"/>
                </a:cubicBezTo>
                <a:cubicBezTo>
                  <a:pt x="94115" y="7889"/>
                  <a:pt x="89093" y="5546"/>
                  <a:pt x="84909" y="7889"/>
                </a:cubicBezTo>
                <a:cubicBezTo>
                  <a:pt x="82816" y="9061"/>
                  <a:pt x="80933" y="11341"/>
                  <a:pt x="78652" y="10923"/>
                </a:cubicBezTo>
                <a:cubicBezTo>
                  <a:pt x="77460" y="10714"/>
                  <a:pt x="76497" y="9730"/>
                  <a:pt x="75556" y="8852"/>
                </a:cubicBezTo>
                <a:cubicBezTo>
                  <a:pt x="72062" y="5546"/>
                  <a:pt x="68149" y="2616"/>
                  <a:pt x="63692" y="1570"/>
                </a:cubicBezTo>
                <a:cubicBezTo>
                  <a:pt x="57101" y="1"/>
                  <a:pt x="53377" y="3453"/>
                  <a:pt x="48732" y="7512"/>
                </a:cubicBezTo>
                <a:cubicBezTo>
                  <a:pt x="48376" y="7826"/>
                  <a:pt x="47978" y="8161"/>
                  <a:pt x="47518" y="8349"/>
                </a:cubicBezTo>
                <a:cubicBezTo>
                  <a:pt x="46639" y="8663"/>
                  <a:pt x="45698" y="8349"/>
                  <a:pt x="44840" y="8056"/>
                </a:cubicBezTo>
                <a:cubicBezTo>
                  <a:pt x="42727" y="7366"/>
                  <a:pt x="40509" y="6738"/>
                  <a:pt x="38270" y="6801"/>
                </a:cubicBezTo>
                <a:cubicBezTo>
                  <a:pt x="36031" y="6885"/>
                  <a:pt x="33729" y="7743"/>
                  <a:pt x="32369" y="9521"/>
                </a:cubicBezTo>
                <a:cubicBezTo>
                  <a:pt x="31512" y="10651"/>
                  <a:pt x="31051" y="12074"/>
                  <a:pt x="30193" y="13162"/>
                </a:cubicBezTo>
                <a:cubicBezTo>
                  <a:pt x="29336" y="14292"/>
                  <a:pt x="27745" y="15087"/>
                  <a:pt x="26511" y="14396"/>
                </a:cubicBezTo>
                <a:cubicBezTo>
                  <a:pt x="26113" y="14166"/>
                  <a:pt x="25799" y="13810"/>
                  <a:pt x="25465" y="13497"/>
                </a:cubicBezTo>
                <a:cubicBezTo>
                  <a:pt x="24188" y="12429"/>
                  <a:pt x="22242" y="12325"/>
                  <a:pt x="20736" y="13036"/>
                </a:cubicBezTo>
                <a:cubicBezTo>
                  <a:pt x="19208" y="13727"/>
                  <a:pt x="18120" y="15150"/>
                  <a:pt x="17493" y="16698"/>
                </a:cubicBezTo>
                <a:cubicBezTo>
                  <a:pt x="17284" y="17179"/>
                  <a:pt x="17116" y="17744"/>
                  <a:pt x="16760" y="18121"/>
                </a:cubicBezTo>
                <a:cubicBezTo>
                  <a:pt x="16447" y="18476"/>
                  <a:pt x="16007" y="18644"/>
                  <a:pt x="15547" y="18790"/>
                </a:cubicBezTo>
                <a:cubicBezTo>
                  <a:pt x="12346" y="19836"/>
                  <a:pt x="9542" y="18309"/>
                  <a:pt x="6340" y="18100"/>
                </a:cubicBezTo>
                <a:cubicBezTo>
                  <a:pt x="4311" y="17974"/>
                  <a:pt x="691" y="17807"/>
                  <a:pt x="147" y="20464"/>
                </a:cubicBezTo>
                <a:cubicBezTo>
                  <a:pt x="1" y="21238"/>
                  <a:pt x="7031" y="20945"/>
                  <a:pt x="7763" y="20924"/>
                </a:cubicBezTo>
                <a:cubicBezTo>
                  <a:pt x="16865" y="20485"/>
                  <a:pt x="26009" y="21134"/>
                  <a:pt x="35152" y="21301"/>
                </a:cubicBezTo>
                <a:cubicBezTo>
                  <a:pt x="44568" y="21448"/>
                  <a:pt x="54004" y="21531"/>
                  <a:pt x="63420" y="21573"/>
                </a:cubicBezTo>
                <a:cubicBezTo>
                  <a:pt x="80347" y="21657"/>
                  <a:pt x="97295" y="21552"/>
                  <a:pt x="114202" y="21301"/>
                </a:cubicBezTo>
                <a:cubicBezTo>
                  <a:pt x="115457" y="21301"/>
                  <a:pt x="124517" y="21322"/>
                  <a:pt x="129790" y="2109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9" name="Google Shape;389;p27"/>
          <p:cNvSpPr/>
          <p:nvPr/>
        </p:nvSpPr>
        <p:spPr>
          <a:xfrm flipH="1">
            <a:off x="-886349" y="1458372"/>
            <a:ext cx="2315887" cy="386433"/>
          </a:xfrm>
          <a:custGeom>
            <a:avLst/>
            <a:gdLst/>
            <a:ahLst/>
            <a:cxnLst/>
            <a:rect l="l" t="t" r="r" b="b"/>
            <a:pathLst>
              <a:path w="129790" h="21657" extrusionOk="0">
                <a:moveTo>
                  <a:pt x="129790" y="21092"/>
                </a:moveTo>
                <a:cubicBezTo>
                  <a:pt x="127467" y="20548"/>
                  <a:pt x="112277" y="19104"/>
                  <a:pt x="109954" y="18623"/>
                </a:cubicBezTo>
                <a:cubicBezTo>
                  <a:pt x="105372" y="17681"/>
                  <a:pt x="101752" y="13894"/>
                  <a:pt x="97944" y="10881"/>
                </a:cubicBezTo>
                <a:cubicBezTo>
                  <a:pt x="94115" y="7889"/>
                  <a:pt x="89093" y="5546"/>
                  <a:pt x="84909" y="7889"/>
                </a:cubicBezTo>
                <a:cubicBezTo>
                  <a:pt x="82816" y="9061"/>
                  <a:pt x="80933" y="11341"/>
                  <a:pt x="78652" y="10923"/>
                </a:cubicBezTo>
                <a:cubicBezTo>
                  <a:pt x="77460" y="10714"/>
                  <a:pt x="76497" y="9730"/>
                  <a:pt x="75556" y="8852"/>
                </a:cubicBezTo>
                <a:cubicBezTo>
                  <a:pt x="72062" y="5546"/>
                  <a:pt x="68149" y="2616"/>
                  <a:pt x="63692" y="1570"/>
                </a:cubicBezTo>
                <a:cubicBezTo>
                  <a:pt x="57101" y="1"/>
                  <a:pt x="53377" y="3453"/>
                  <a:pt x="48732" y="7512"/>
                </a:cubicBezTo>
                <a:cubicBezTo>
                  <a:pt x="48376" y="7826"/>
                  <a:pt x="47978" y="8161"/>
                  <a:pt x="47518" y="8349"/>
                </a:cubicBezTo>
                <a:cubicBezTo>
                  <a:pt x="46639" y="8663"/>
                  <a:pt x="45698" y="8349"/>
                  <a:pt x="44840" y="8056"/>
                </a:cubicBezTo>
                <a:cubicBezTo>
                  <a:pt x="42727" y="7366"/>
                  <a:pt x="40509" y="6738"/>
                  <a:pt x="38270" y="6801"/>
                </a:cubicBezTo>
                <a:cubicBezTo>
                  <a:pt x="36031" y="6885"/>
                  <a:pt x="33729" y="7743"/>
                  <a:pt x="32369" y="9521"/>
                </a:cubicBezTo>
                <a:cubicBezTo>
                  <a:pt x="31512" y="10651"/>
                  <a:pt x="31051" y="12074"/>
                  <a:pt x="30193" y="13162"/>
                </a:cubicBezTo>
                <a:cubicBezTo>
                  <a:pt x="29336" y="14292"/>
                  <a:pt x="27745" y="15087"/>
                  <a:pt x="26511" y="14396"/>
                </a:cubicBezTo>
                <a:cubicBezTo>
                  <a:pt x="26113" y="14166"/>
                  <a:pt x="25799" y="13810"/>
                  <a:pt x="25465" y="13497"/>
                </a:cubicBezTo>
                <a:cubicBezTo>
                  <a:pt x="24188" y="12429"/>
                  <a:pt x="22242" y="12325"/>
                  <a:pt x="20736" y="13036"/>
                </a:cubicBezTo>
                <a:cubicBezTo>
                  <a:pt x="19208" y="13727"/>
                  <a:pt x="18120" y="15150"/>
                  <a:pt x="17493" y="16698"/>
                </a:cubicBezTo>
                <a:cubicBezTo>
                  <a:pt x="17284" y="17179"/>
                  <a:pt x="17116" y="17744"/>
                  <a:pt x="16760" y="18121"/>
                </a:cubicBezTo>
                <a:cubicBezTo>
                  <a:pt x="16447" y="18476"/>
                  <a:pt x="16007" y="18644"/>
                  <a:pt x="15547" y="18790"/>
                </a:cubicBezTo>
                <a:cubicBezTo>
                  <a:pt x="12346" y="19836"/>
                  <a:pt x="9542" y="18309"/>
                  <a:pt x="6340" y="18100"/>
                </a:cubicBezTo>
                <a:cubicBezTo>
                  <a:pt x="4311" y="17974"/>
                  <a:pt x="691" y="17807"/>
                  <a:pt x="147" y="20464"/>
                </a:cubicBezTo>
                <a:cubicBezTo>
                  <a:pt x="1" y="21238"/>
                  <a:pt x="7031" y="20945"/>
                  <a:pt x="7763" y="20924"/>
                </a:cubicBezTo>
                <a:cubicBezTo>
                  <a:pt x="16865" y="20485"/>
                  <a:pt x="26009" y="21134"/>
                  <a:pt x="35152" y="21301"/>
                </a:cubicBezTo>
                <a:cubicBezTo>
                  <a:pt x="44568" y="21448"/>
                  <a:pt x="54004" y="21531"/>
                  <a:pt x="63420" y="21573"/>
                </a:cubicBezTo>
                <a:cubicBezTo>
                  <a:pt x="80347" y="21657"/>
                  <a:pt x="97295" y="21552"/>
                  <a:pt x="114202" y="21301"/>
                </a:cubicBezTo>
                <a:cubicBezTo>
                  <a:pt x="115457" y="21301"/>
                  <a:pt x="124517" y="21322"/>
                  <a:pt x="129790" y="2109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0" name="Google Shape;390;p27"/>
          <p:cNvSpPr/>
          <p:nvPr/>
        </p:nvSpPr>
        <p:spPr>
          <a:xfrm flipH="1">
            <a:off x="7151951" y="884205"/>
            <a:ext cx="2315887" cy="386433"/>
          </a:xfrm>
          <a:custGeom>
            <a:avLst/>
            <a:gdLst/>
            <a:ahLst/>
            <a:cxnLst/>
            <a:rect l="l" t="t" r="r" b="b"/>
            <a:pathLst>
              <a:path w="129790" h="21657" extrusionOk="0">
                <a:moveTo>
                  <a:pt x="129790" y="21092"/>
                </a:moveTo>
                <a:cubicBezTo>
                  <a:pt x="127467" y="20548"/>
                  <a:pt x="112277" y="19104"/>
                  <a:pt x="109954" y="18623"/>
                </a:cubicBezTo>
                <a:cubicBezTo>
                  <a:pt x="105372" y="17681"/>
                  <a:pt x="101752" y="13894"/>
                  <a:pt x="97944" y="10881"/>
                </a:cubicBezTo>
                <a:cubicBezTo>
                  <a:pt x="94115" y="7889"/>
                  <a:pt x="89093" y="5546"/>
                  <a:pt x="84909" y="7889"/>
                </a:cubicBezTo>
                <a:cubicBezTo>
                  <a:pt x="82816" y="9061"/>
                  <a:pt x="80933" y="11341"/>
                  <a:pt x="78652" y="10923"/>
                </a:cubicBezTo>
                <a:cubicBezTo>
                  <a:pt x="77460" y="10714"/>
                  <a:pt x="76497" y="9730"/>
                  <a:pt x="75556" y="8852"/>
                </a:cubicBezTo>
                <a:cubicBezTo>
                  <a:pt x="72062" y="5546"/>
                  <a:pt x="68149" y="2616"/>
                  <a:pt x="63692" y="1570"/>
                </a:cubicBezTo>
                <a:cubicBezTo>
                  <a:pt x="57101" y="1"/>
                  <a:pt x="53377" y="3453"/>
                  <a:pt x="48732" y="7512"/>
                </a:cubicBezTo>
                <a:cubicBezTo>
                  <a:pt x="48376" y="7826"/>
                  <a:pt x="47978" y="8161"/>
                  <a:pt x="47518" y="8349"/>
                </a:cubicBezTo>
                <a:cubicBezTo>
                  <a:pt x="46639" y="8663"/>
                  <a:pt x="45698" y="8349"/>
                  <a:pt x="44840" y="8056"/>
                </a:cubicBezTo>
                <a:cubicBezTo>
                  <a:pt x="42727" y="7366"/>
                  <a:pt x="40509" y="6738"/>
                  <a:pt x="38270" y="6801"/>
                </a:cubicBezTo>
                <a:cubicBezTo>
                  <a:pt x="36031" y="6885"/>
                  <a:pt x="33729" y="7743"/>
                  <a:pt x="32369" y="9521"/>
                </a:cubicBezTo>
                <a:cubicBezTo>
                  <a:pt x="31512" y="10651"/>
                  <a:pt x="31051" y="12074"/>
                  <a:pt x="30193" y="13162"/>
                </a:cubicBezTo>
                <a:cubicBezTo>
                  <a:pt x="29336" y="14292"/>
                  <a:pt x="27745" y="15087"/>
                  <a:pt x="26511" y="14396"/>
                </a:cubicBezTo>
                <a:cubicBezTo>
                  <a:pt x="26113" y="14166"/>
                  <a:pt x="25799" y="13810"/>
                  <a:pt x="25465" y="13497"/>
                </a:cubicBezTo>
                <a:cubicBezTo>
                  <a:pt x="24188" y="12429"/>
                  <a:pt x="22242" y="12325"/>
                  <a:pt x="20736" y="13036"/>
                </a:cubicBezTo>
                <a:cubicBezTo>
                  <a:pt x="19208" y="13727"/>
                  <a:pt x="18120" y="15150"/>
                  <a:pt x="17493" y="16698"/>
                </a:cubicBezTo>
                <a:cubicBezTo>
                  <a:pt x="17284" y="17179"/>
                  <a:pt x="17116" y="17744"/>
                  <a:pt x="16760" y="18121"/>
                </a:cubicBezTo>
                <a:cubicBezTo>
                  <a:pt x="16447" y="18476"/>
                  <a:pt x="16007" y="18644"/>
                  <a:pt x="15547" y="18790"/>
                </a:cubicBezTo>
                <a:cubicBezTo>
                  <a:pt x="12346" y="19836"/>
                  <a:pt x="9542" y="18309"/>
                  <a:pt x="6340" y="18100"/>
                </a:cubicBezTo>
                <a:cubicBezTo>
                  <a:pt x="4311" y="17974"/>
                  <a:pt x="691" y="17807"/>
                  <a:pt x="147" y="20464"/>
                </a:cubicBezTo>
                <a:cubicBezTo>
                  <a:pt x="1" y="21238"/>
                  <a:pt x="7031" y="20945"/>
                  <a:pt x="7763" y="20924"/>
                </a:cubicBezTo>
                <a:cubicBezTo>
                  <a:pt x="16865" y="20485"/>
                  <a:pt x="26009" y="21134"/>
                  <a:pt x="35152" y="21301"/>
                </a:cubicBezTo>
                <a:cubicBezTo>
                  <a:pt x="44568" y="21448"/>
                  <a:pt x="54004" y="21531"/>
                  <a:pt x="63420" y="21573"/>
                </a:cubicBezTo>
                <a:cubicBezTo>
                  <a:pt x="80347" y="21657"/>
                  <a:pt x="97295" y="21552"/>
                  <a:pt x="114202" y="21301"/>
                </a:cubicBezTo>
                <a:cubicBezTo>
                  <a:pt x="115457" y="21301"/>
                  <a:pt x="124517" y="21322"/>
                  <a:pt x="129790" y="2109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9116232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04800" y="1979400"/>
            <a:ext cx="10382800" cy="278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333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396767" y="4622300"/>
            <a:ext cx="5398400" cy="5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5400000">
            <a:off x="-2489367" y="1350901"/>
            <a:ext cx="6418728" cy="2280489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" name="Google Shape;12;p2"/>
          <p:cNvSpPr/>
          <p:nvPr/>
        </p:nvSpPr>
        <p:spPr>
          <a:xfrm rot="10800000">
            <a:off x="-305680" y="4529073"/>
            <a:ext cx="4900647" cy="2525083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" name="Google Shape;13;p2"/>
          <p:cNvSpPr/>
          <p:nvPr/>
        </p:nvSpPr>
        <p:spPr>
          <a:xfrm rot="-315040" flipH="1">
            <a:off x="-315127" y="5966683"/>
            <a:ext cx="2819261" cy="1329447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" name="Google Shape;14;p2"/>
          <p:cNvSpPr/>
          <p:nvPr/>
        </p:nvSpPr>
        <p:spPr>
          <a:xfrm>
            <a:off x="4376951" y="6358817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" name="Google Shape;15;p2"/>
          <p:cNvSpPr/>
          <p:nvPr/>
        </p:nvSpPr>
        <p:spPr>
          <a:xfrm>
            <a:off x="1236400" y="5613700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" name="Google Shape;16;p2"/>
          <p:cNvSpPr/>
          <p:nvPr/>
        </p:nvSpPr>
        <p:spPr>
          <a:xfrm>
            <a:off x="73984" y="3877684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" name="Google Shape;17;p2"/>
          <p:cNvSpPr/>
          <p:nvPr/>
        </p:nvSpPr>
        <p:spPr>
          <a:xfrm>
            <a:off x="5676233" y="6535784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" name="Google Shape;18;p2"/>
          <p:cNvSpPr/>
          <p:nvPr/>
        </p:nvSpPr>
        <p:spPr>
          <a:xfrm>
            <a:off x="2079051" y="5214051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" name="Google Shape;19;p2"/>
          <p:cNvSpPr/>
          <p:nvPr/>
        </p:nvSpPr>
        <p:spPr>
          <a:xfrm rot="-5400000">
            <a:off x="8147005" y="3370524"/>
            <a:ext cx="6418728" cy="2280489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" name="Google Shape;20;p2"/>
          <p:cNvSpPr/>
          <p:nvPr/>
        </p:nvSpPr>
        <p:spPr>
          <a:xfrm>
            <a:off x="7659567" y="-225812"/>
            <a:ext cx="4837029" cy="2492397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" name="Google Shape;21;p2"/>
          <p:cNvSpPr/>
          <p:nvPr/>
        </p:nvSpPr>
        <p:spPr>
          <a:xfrm rot="10484934" flipH="1">
            <a:off x="9723274" y="-464660"/>
            <a:ext cx="2782727" cy="1312219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" name="Google Shape;22;p2"/>
          <p:cNvSpPr/>
          <p:nvPr/>
        </p:nvSpPr>
        <p:spPr>
          <a:xfrm rot="10800000">
            <a:off x="7513084" y="27722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" name="Google Shape;23;p2"/>
          <p:cNvSpPr/>
          <p:nvPr/>
        </p:nvSpPr>
        <p:spPr>
          <a:xfrm rot="10800000">
            <a:off x="10334133" y="136641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" name="Google Shape;24;p2"/>
          <p:cNvSpPr/>
          <p:nvPr/>
        </p:nvSpPr>
        <p:spPr>
          <a:xfrm rot="10800000">
            <a:off x="11973984" y="258636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2"/>
          <p:cNvSpPr/>
          <p:nvPr/>
        </p:nvSpPr>
        <p:spPr>
          <a:xfrm rot="10800000">
            <a:off x="6300600" y="186661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806210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>
            <a:spLocks noGrp="1"/>
          </p:cNvSpPr>
          <p:nvPr>
            <p:ph type="title"/>
          </p:nvPr>
        </p:nvSpPr>
        <p:spPr>
          <a:xfrm>
            <a:off x="2549967" y="3015117"/>
            <a:ext cx="7092000" cy="109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title" idx="2" hasCustomPrompt="1"/>
          </p:nvPr>
        </p:nvSpPr>
        <p:spPr>
          <a:xfrm>
            <a:off x="4140800" y="1552900"/>
            <a:ext cx="3910400" cy="13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666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9" name="Google Shape;29;p3"/>
          <p:cNvSpPr txBox="1">
            <a:spLocks noGrp="1"/>
          </p:cNvSpPr>
          <p:nvPr>
            <p:ph type="subTitle" idx="1"/>
          </p:nvPr>
        </p:nvSpPr>
        <p:spPr>
          <a:xfrm>
            <a:off x="3753867" y="4165217"/>
            <a:ext cx="4684400" cy="5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/>
          <p:nvPr/>
        </p:nvSpPr>
        <p:spPr>
          <a:xfrm rot="10800000">
            <a:off x="-346922" y="4380391"/>
            <a:ext cx="5411089" cy="2306376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Google Shape;31;p3"/>
          <p:cNvSpPr/>
          <p:nvPr/>
        </p:nvSpPr>
        <p:spPr>
          <a:xfrm rot="10800000">
            <a:off x="211309" y="5906643"/>
            <a:ext cx="5507025" cy="144689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rgbClr val="80C9D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" name="Google Shape;32;p3"/>
          <p:cNvSpPr/>
          <p:nvPr/>
        </p:nvSpPr>
        <p:spPr>
          <a:xfrm>
            <a:off x="4932967" y="6218233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" name="Google Shape;33;p3"/>
          <p:cNvSpPr/>
          <p:nvPr/>
        </p:nvSpPr>
        <p:spPr>
          <a:xfrm>
            <a:off x="2414684" y="5843484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" name="Google Shape;34;p3"/>
          <p:cNvSpPr/>
          <p:nvPr/>
        </p:nvSpPr>
        <p:spPr>
          <a:xfrm>
            <a:off x="-442899" y="4937935"/>
            <a:ext cx="3832268" cy="2029088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" name="Google Shape;35;p3"/>
          <p:cNvSpPr/>
          <p:nvPr/>
        </p:nvSpPr>
        <p:spPr>
          <a:xfrm>
            <a:off x="1642700" y="5356033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" name="Google Shape;36;p3"/>
          <p:cNvSpPr/>
          <p:nvPr/>
        </p:nvSpPr>
        <p:spPr>
          <a:xfrm>
            <a:off x="145184" y="401005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3"/>
          <p:cNvSpPr/>
          <p:nvPr/>
        </p:nvSpPr>
        <p:spPr>
          <a:xfrm>
            <a:off x="7153568" y="222151"/>
            <a:ext cx="5411089" cy="2306376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" name="Google Shape;38;p3"/>
          <p:cNvSpPr/>
          <p:nvPr/>
        </p:nvSpPr>
        <p:spPr>
          <a:xfrm>
            <a:off x="6499401" y="-444616"/>
            <a:ext cx="5507025" cy="144689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rgbClr val="80C9D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" name="Google Shape;39;p3"/>
          <p:cNvSpPr/>
          <p:nvPr/>
        </p:nvSpPr>
        <p:spPr>
          <a:xfrm rot="10800000">
            <a:off x="7153567" y="559084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" name="Google Shape;40;p3"/>
          <p:cNvSpPr/>
          <p:nvPr/>
        </p:nvSpPr>
        <p:spPr>
          <a:xfrm rot="10800000">
            <a:off x="9585051" y="84743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" name="Google Shape;41;p3"/>
          <p:cNvSpPr/>
          <p:nvPr/>
        </p:nvSpPr>
        <p:spPr>
          <a:xfrm rot="10800000">
            <a:off x="8828366" y="-58105"/>
            <a:ext cx="3832268" cy="2029088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" name="Google Shape;42;p3"/>
          <p:cNvSpPr/>
          <p:nvPr/>
        </p:nvSpPr>
        <p:spPr>
          <a:xfrm rot="10800000">
            <a:off x="10443833" y="1421284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" name="Google Shape;43;p3"/>
          <p:cNvSpPr/>
          <p:nvPr/>
        </p:nvSpPr>
        <p:spPr>
          <a:xfrm rot="10800000">
            <a:off x="11854551" y="2680867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7998239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720000" y="1371600"/>
            <a:ext cx="10752000" cy="47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47" name="Google Shape;47;p4"/>
          <p:cNvGrpSpPr/>
          <p:nvPr/>
        </p:nvGrpSpPr>
        <p:grpSpPr>
          <a:xfrm flipH="1">
            <a:off x="-172999" y="-155066"/>
            <a:ext cx="3578712" cy="2317551"/>
            <a:chOff x="6654501" y="-116300"/>
            <a:chExt cx="2684034" cy="1738163"/>
          </a:xfrm>
        </p:grpSpPr>
        <p:sp>
          <p:nvSpPr>
            <p:cNvPr id="48" name="Google Shape;48;p4"/>
            <p:cNvSpPr/>
            <p:nvPr/>
          </p:nvSpPr>
          <p:spPr>
            <a:xfrm>
              <a:off x="6654501" y="-116300"/>
              <a:ext cx="2684034" cy="1535681"/>
            </a:xfrm>
            <a:custGeom>
              <a:avLst/>
              <a:gdLst/>
              <a:ahLst/>
              <a:cxnLst/>
              <a:rect l="l" t="t" r="r" b="b"/>
              <a:pathLst>
                <a:path w="64695" h="36451" extrusionOk="0">
                  <a:moveTo>
                    <a:pt x="5503" y="0"/>
                  </a:moveTo>
                  <a:cubicBezTo>
                    <a:pt x="2589" y="0"/>
                    <a:pt x="1" y="186"/>
                    <a:pt x="237" y="874"/>
                  </a:cubicBezTo>
                  <a:cubicBezTo>
                    <a:pt x="460" y="1499"/>
                    <a:pt x="4411" y="2169"/>
                    <a:pt x="5259" y="2593"/>
                  </a:cubicBezTo>
                  <a:cubicBezTo>
                    <a:pt x="7178" y="3552"/>
                    <a:pt x="8897" y="4869"/>
                    <a:pt x="10325" y="6454"/>
                  </a:cubicBezTo>
                  <a:cubicBezTo>
                    <a:pt x="13673" y="10092"/>
                    <a:pt x="16619" y="21050"/>
                    <a:pt x="24989" y="22345"/>
                  </a:cubicBezTo>
                  <a:cubicBezTo>
                    <a:pt x="25398" y="22407"/>
                    <a:pt x="25804" y="22437"/>
                    <a:pt x="26206" y="22437"/>
                  </a:cubicBezTo>
                  <a:cubicBezTo>
                    <a:pt x="31849" y="22437"/>
                    <a:pt x="36809" y="16669"/>
                    <a:pt x="38871" y="15314"/>
                  </a:cubicBezTo>
                  <a:cubicBezTo>
                    <a:pt x="39863" y="14681"/>
                    <a:pt x="40996" y="14362"/>
                    <a:pt x="42135" y="14362"/>
                  </a:cubicBezTo>
                  <a:cubicBezTo>
                    <a:pt x="43201" y="14362"/>
                    <a:pt x="44272" y="14642"/>
                    <a:pt x="45232" y="15203"/>
                  </a:cubicBezTo>
                  <a:cubicBezTo>
                    <a:pt x="49027" y="17502"/>
                    <a:pt x="49071" y="22858"/>
                    <a:pt x="50634" y="27010"/>
                  </a:cubicBezTo>
                  <a:cubicBezTo>
                    <a:pt x="52642" y="32143"/>
                    <a:pt x="57307" y="35759"/>
                    <a:pt x="62775" y="36450"/>
                  </a:cubicBezTo>
                  <a:cubicBezTo>
                    <a:pt x="62396" y="25269"/>
                    <a:pt x="63043" y="14065"/>
                    <a:pt x="64694" y="2994"/>
                  </a:cubicBezTo>
                  <a:cubicBezTo>
                    <a:pt x="57530" y="1745"/>
                    <a:pt x="50232" y="1499"/>
                    <a:pt x="42978" y="1254"/>
                  </a:cubicBezTo>
                  <a:cubicBezTo>
                    <a:pt x="32957" y="896"/>
                    <a:pt x="22936" y="562"/>
                    <a:pt x="12914" y="249"/>
                  </a:cubicBezTo>
                  <a:cubicBezTo>
                    <a:pt x="12140" y="215"/>
                    <a:pt x="8634" y="0"/>
                    <a:pt x="55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" name="Google Shape;49;p4"/>
            <p:cNvSpPr/>
            <p:nvPr/>
          </p:nvSpPr>
          <p:spPr>
            <a:xfrm rot="5400000" flipH="1">
              <a:off x="8050932" y="-354518"/>
              <a:ext cx="808131" cy="1493289"/>
            </a:xfrm>
            <a:custGeom>
              <a:avLst/>
              <a:gdLst/>
              <a:ahLst/>
              <a:cxnLst/>
              <a:rect l="l" t="t" r="r" b="b"/>
              <a:pathLst>
                <a:path w="24039" h="44420" extrusionOk="0">
                  <a:moveTo>
                    <a:pt x="17715" y="1"/>
                  </a:moveTo>
                  <a:cubicBezTo>
                    <a:pt x="16371" y="1"/>
                    <a:pt x="14900" y="541"/>
                    <a:pt x="13704" y="2213"/>
                  </a:cubicBezTo>
                  <a:cubicBezTo>
                    <a:pt x="10848" y="6185"/>
                    <a:pt x="15289" y="12211"/>
                    <a:pt x="13392" y="17300"/>
                  </a:cubicBezTo>
                  <a:cubicBezTo>
                    <a:pt x="11272" y="22947"/>
                    <a:pt x="1" y="24509"/>
                    <a:pt x="1384" y="34262"/>
                  </a:cubicBezTo>
                  <a:cubicBezTo>
                    <a:pt x="2268" y="40412"/>
                    <a:pt x="11808" y="44419"/>
                    <a:pt x="18141" y="44419"/>
                  </a:cubicBezTo>
                  <a:cubicBezTo>
                    <a:pt x="19486" y="44419"/>
                    <a:pt x="20686" y="44239"/>
                    <a:pt x="21628" y="43860"/>
                  </a:cubicBezTo>
                  <a:cubicBezTo>
                    <a:pt x="21918" y="43748"/>
                    <a:pt x="23413" y="36851"/>
                    <a:pt x="23480" y="36048"/>
                  </a:cubicBezTo>
                  <a:cubicBezTo>
                    <a:pt x="24038" y="28549"/>
                    <a:pt x="24016" y="20983"/>
                    <a:pt x="23369" y="13484"/>
                  </a:cubicBezTo>
                  <a:cubicBezTo>
                    <a:pt x="23056" y="9890"/>
                    <a:pt x="22699" y="6252"/>
                    <a:pt x="22186" y="2681"/>
                  </a:cubicBezTo>
                  <a:cubicBezTo>
                    <a:pt x="22052" y="1766"/>
                    <a:pt x="22141" y="2168"/>
                    <a:pt x="21315" y="1320"/>
                  </a:cubicBezTo>
                  <a:cubicBezTo>
                    <a:pt x="20767" y="784"/>
                    <a:pt x="19333" y="1"/>
                    <a:pt x="17715" y="1"/>
                  </a:cubicBezTo>
                  <a:close/>
                </a:path>
              </a:pathLst>
            </a:custGeom>
            <a:solidFill>
              <a:srgbClr val="80C9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7613850" y="-116300"/>
              <a:ext cx="1724676" cy="736904"/>
            </a:xfrm>
            <a:custGeom>
              <a:avLst/>
              <a:gdLst/>
              <a:ahLst/>
              <a:cxnLst/>
              <a:rect l="l" t="t" r="r" b="b"/>
              <a:pathLst>
                <a:path w="143993" h="61524" extrusionOk="0">
                  <a:moveTo>
                    <a:pt x="25900" y="1"/>
                  </a:moveTo>
                  <a:cubicBezTo>
                    <a:pt x="11671" y="1"/>
                    <a:pt x="1" y="8596"/>
                    <a:pt x="1" y="8596"/>
                  </a:cubicBezTo>
                  <a:lnTo>
                    <a:pt x="186" y="61523"/>
                  </a:lnTo>
                  <a:lnTo>
                    <a:pt x="143993" y="61523"/>
                  </a:lnTo>
                  <a:cubicBezTo>
                    <a:pt x="138074" y="43327"/>
                    <a:pt x="128448" y="39288"/>
                    <a:pt x="117124" y="39288"/>
                  </a:cubicBezTo>
                  <a:cubicBezTo>
                    <a:pt x="108085" y="39288"/>
                    <a:pt x="97965" y="41861"/>
                    <a:pt x="87783" y="41861"/>
                  </a:cubicBezTo>
                  <a:cubicBezTo>
                    <a:pt x="83897" y="41861"/>
                    <a:pt x="80003" y="41486"/>
                    <a:pt x="76156" y="40451"/>
                  </a:cubicBezTo>
                  <a:cubicBezTo>
                    <a:pt x="58842" y="35830"/>
                    <a:pt x="64326" y="18763"/>
                    <a:pt x="43685" y="5269"/>
                  </a:cubicBezTo>
                  <a:cubicBezTo>
                    <a:pt x="37737" y="1386"/>
                    <a:pt x="31612" y="1"/>
                    <a:pt x="259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7365463" y="107038"/>
              <a:ext cx="163500" cy="163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8469625" y="775288"/>
              <a:ext cx="98400" cy="9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8942775" y="1523163"/>
              <a:ext cx="98400" cy="98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4" name="Google Shape;54;p4"/>
          <p:cNvGrpSpPr/>
          <p:nvPr/>
        </p:nvGrpSpPr>
        <p:grpSpPr>
          <a:xfrm>
            <a:off x="9075868" y="48134"/>
            <a:ext cx="3578712" cy="2317551"/>
            <a:chOff x="6654501" y="-116300"/>
            <a:chExt cx="2684034" cy="1738163"/>
          </a:xfrm>
        </p:grpSpPr>
        <p:sp>
          <p:nvSpPr>
            <p:cNvPr id="55" name="Google Shape;55;p4"/>
            <p:cNvSpPr/>
            <p:nvPr/>
          </p:nvSpPr>
          <p:spPr>
            <a:xfrm>
              <a:off x="6654501" y="-116300"/>
              <a:ext cx="2684034" cy="1535681"/>
            </a:xfrm>
            <a:custGeom>
              <a:avLst/>
              <a:gdLst/>
              <a:ahLst/>
              <a:cxnLst/>
              <a:rect l="l" t="t" r="r" b="b"/>
              <a:pathLst>
                <a:path w="64695" h="36451" extrusionOk="0">
                  <a:moveTo>
                    <a:pt x="5503" y="0"/>
                  </a:moveTo>
                  <a:cubicBezTo>
                    <a:pt x="2589" y="0"/>
                    <a:pt x="1" y="186"/>
                    <a:pt x="237" y="874"/>
                  </a:cubicBezTo>
                  <a:cubicBezTo>
                    <a:pt x="460" y="1499"/>
                    <a:pt x="4411" y="2169"/>
                    <a:pt x="5259" y="2593"/>
                  </a:cubicBezTo>
                  <a:cubicBezTo>
                    <a:pt x="7178" y="3552"/>
                    <a:pt x="8897" y="4869"/>
                    <a:pt x="10325" y="6454"/>
                  </a:cubicBezTo>
                  <a:cubicBezTo>
                    <a:pt x="13673" y="10092"/>
                    <a:pt x="16619" y="21050"/>
                    <a:pt x="24989" y="22345"/>
                  </a:cubicBezTo>
                  <a:cubicBezTo>
                    <a:pt x="25398" y="22407"/>
                    <a:pt x="25804" y="22437"/>
                    <a:pt x="26206" y="22437"/>
                  </a:cubicBezTo>
                  <a:cubicBezTo>
                    <a:pt x="31849" y="22437"/>
                    <a:pt x="36809" y="16669"/>
                    <a:pt x="38871" y="15314"/>
                  </a:cubicBezTo>
                  <a:cubicBezTo>
                    <a:pt x="39863" y="14681"/>
                    <a:pt x="40996" y="14362"/>
                    <a:pt x="42135" y="14362"/>
                  </a:cubicBezTo>
                  <a:cubicBezTo>
                    <a:pt x="43201" y="14362"/>
                    <a:pt x="44272" y="14642"/>
                    <a:pt x="45232" y="15203"/>
                  </a:cubicBezTo>
                  <a:cubicBezTo>
                    <a:pt x="49027" y="17502"/>
                    <a:pt x="49071" y="22858"/>
                    <a:pt x="50634" y="27010"/>
                  </a:cubicBezTo>
                  <a:cubicBezTo>
                    <a:pt x="52642" y="32143"/>
                    <a:pt x="57307" y="35759"/>
                    <a:pt x="62775" y="36450"/>
                  </a:cubicBezTo>
                  <a:cubicBezTo>
                    <a:pt x="62396" y="25269"/>
                    <a:pt x="63043" y="14065"/>
                    <a:pt x="64694" y="2994"/>
                  </a:cubicBezTo>
                  <a:cubicBezTo>
                    <a:pt x="57530" y="1745"/>
                    <a:pt x="50232" y="1499"/>
                    <a:pt x="42978" y="1254"/>
                  </a:cubicBezTo>
                  <a:cubicBezTo>
                    <a:pt x="32957" y="896"/>
                    <a:pt x="22936" y="562"/>
                    <a:pt x="12914" y="249"/>
                  </a:cubicBezTo>
                  <a:cubicBezTo>
                    <a:pt x="12140" y="215"/>
                    <a:pt x="8634" y="0"/>
                    <a:pt x="55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" name="Google Shape;56;p4"/>
            <p:cNvSpPr/>
            <p:nvPr/>
          </p:nvSpPr>
          <p:spPr>
            <a:xfrm rot="5400000" flipH="1">
              <a:off x="8050932" y="-354518"/>
              <a:ext cx="808131" cy="1493289"/>
            </a:xfrm>
            <a:custGeom>
              <a:avLst/>
              <a:gdLst/>
              <a:ahLst/>
              <a:cxnLst/>
              <a:rect l="l" t="t" r="r" b="b"/>
              <a:pathLst>
                <a:path w="24039" h="44420" extrusionOk="0">
                  <a:moveTo>
                    <a:pt x="17715" y="1"/>
                  </a:moveTo>
                  <a:cubicBezTo>
                    <a:pt x="16371" y="1"/>
                    <a:pt x="14900" y="541"/>
                    <a:pt x="13704" y="2213"/>
                  </a:cubicBezTo>
                  <a:cubicBezTo>
                    <a:pt x="10848" y="6185"/>
                    <a:pt x="15289" y="12211"/>
                    <a:pt x="13392" y="17300"/>
                  </a:cubicBezTo>
                  <a:cubicBezTo>
                    <a:pt x="11272" y="22947"/>
                    <a:pt x="1" y="24509"/>
                    <a:pt x="1384" y="34262"/>
                  </a:cubicBezTo>
                  <a:cubicBezTo>
                    <a:pt x="2268" y="40412"/>
                    <a:pt x="11808" y="44419"/>
                    <a:pt x="18141" y="44419"/>
                  </a:cubicBezTo>
                  <a:cubicBezTo>
                    <a:pt x="19486" y="44419"/>
                    <a:pt x="20686" y="44239"/>
                    <a:pt x="21628" y="43860"/>
                  </a:cubicBezTo>
                  <a:cubicBezTo>
                    <a:pt x="21918" y="43748"/>
                    <a:pt x="23413" y="36851"/>
                    <a:pt x="23480" y="36048"/>
                  </a:cubicBezTo>
                  <a:cubicBezTo>
                    <a:pt x="24038" y="28549"/>
                    <a:pt x="24016" y="20983"/>
                    <a:pt x="23369" y="13484"/>
                  </a:cubicBezTo>
                  <a:cubicBezTo>
                    <a:pt x="23056" y="9890"/>
                    <a:pt x="22699" y="6252"/>
                    <a:pt x="22186" y="2681"/>
                  </a:cubicBezTo>
                  <a:cubicBezTo>
                    <a:pt x="22052" y="1766"/>
                    <a:pt x="22141" y="2168"/>
                    <a:pt x="21315" y="1320"/>
                  </a:cubicBezTo>
                  <a:cubicBezTo>
                    <a:pt x="20767" y="784"/>
                    <a:pt x="19333" y="1"/>
                    <a:pt x="17715" y="1"/>
                  </a:cubicBezTo>
                  <a:close/>
                </a:path>
              </a:pathLst>
            </a:custGeom>
            <a:solidFill>
              <a:srgbClr val="80C9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57;p4"/>
            <p:cNvSpPr/>
            <p:nvPr/>
          </p:nvSpPr>
          <p:spPr>
            <a:xfrm rot="10800000">
              <a:off x="7613850" y="-116300"/>
              <a:ext cx="1724676" cy="736904"/>
            </a:xfrm>
            <a:custGeom>
              <a:avLst/>
              <a:gdLst/>
              <a:ahLst/>
              <a:cxnLst/>
              <a:rect l="l" t="t" r="r" b="b"/>
              <a:pathLst>
                <a:path w="143993" h="61524" extrusionOk="0">
                  <a:moveTo>
                    <a:pt x="25900" y="1"/>
                  </a:moveTo>
                  <a:cubicBezTo>
                    <a:pt x="11671" y="1"/>
                    <a:pt x="1" y="8596"/>
                    <a:pt x="1" y="8596"/>
                  </a:cubicBezTo>
                  <a:lnTo>
                    <a:pt x="186" y="61523"/>
                  </a:lnTo>
                  <a:lnTo>
                    <a:pt x="143993" y="61523"/>
                  </a:lnTo>
                  <a:cubicBezTo>
                    <a:pt x="138074" y="43327"/>
                    <a:pt x="128448" y="39288"/>
                    <a:pt x="117124" y="39288"/>
                  </a:cubicBezTo>
                  <a:cubicBezTo>
                    <a:pt x="108085" y="39288"/>
                    <a:pt x="97965" y="41861"/>
                    <a:pt x="87783" y="41861"/>
                  </a:cubicBezTo>
                  <a:cubicBezTo>
                    <a:pt x="83897" y="41861"/>
                    <a:pt x="80003" y="41486"/>
                    <a:pt x="76156" y="40451"/>
                  </a:cubicBezTo>
                  <a:cubicBezTo>
                    <a:pt x="58842" y="35830"/>
                    <a:pt x="64326" y="18763"/>
                    <a:pt x="43685" y="5269"/>
                  </a:cubicBezTo>
                  <a:cubicBezTo>
                    <a:pt x="37737" y="1386"/>
                    <a:pt x="31612" y="1"/>
                    <a:pt x="259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7365463" y="107038"/>
              <a:ext cx="163500" cy="163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8469625" y="775288"/>
              <a:ext cx="98400" cy="9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8942775" y="1523163"/>
              <a:ext cx="98400" cy="98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5747756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 txBox="1">
            <a:spLocks noGrp="1"/>
          </p:cNvSpPr>
          <p:nvPr>
            <p:ph type="subTitle" idx="1"/>
          </p:nvPr>
        </p:nvSpPr>
        <p:spPr>
          <a:xfrm>
            <a:off x="6759267" y="3454117"/>
            <a:ext cx="38464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ubTitle" idx="2"/>
          </p:nvPr>
        </p:nvSpPr>
        <p:spPr>
          <a:xfrm>
            <a:off x="6759200" y="3843467"/>
            <a:ext cx="3846400" cy="10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5"/>
          <p:cNvSpPr txBox="1">
            <a:spLocks noGrp="1"/>
          </p:cNvSpPr>
          <p:nvPr>
            <p:ph type="subTitle" idx="3"/>
          </p:nvPr>
        </p:nvSpPr>
        <p:spPr>
          <a:xfrm>
            <a:off x="1586384" y="3454117"/>
            <a:ext cx="38464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subTitle" idx="4"/>
          </p:nvPr>
        </p:nvSpPr>
        <p:spPr>
          <a:xfrm>
            <a:off x="1586400" y="3843467"/>
            <a:ext cx="3846400" cy="10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5"/>
          <p:cNvSpPr/>
          <p:nvPr/>
        </p:nvSpPr>
        <p:spPr>
          <a:xfrm rot="10376871">
            <a:off x="-661228" y="-271407"/>
            <a:ext cx="5524917" cy="1882259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" name="Google Shape;67;p5"/>
          <p:cNvSpPr/>
          <p:nvPr/>
        </p:nvSpPr>
        <p:spPr>
          <a:xfrm>
            <a:off x="5083535" y="465299"/>
            <a:ext cx="218000" cy="21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8" name="Google Shape;68;p5"/>
          <p:cNvSpPr/>
          <p:nvPr/>
        </p:nvSpPr>
        <p:spPr>
          <a:xfrm>
            <a:off x="790968" y="1118199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" name="Google Shape;69;p5"/>
          <p:cNvSpPr/>
          <p:nvPr/>
        </p:nvSpPr>
        <p:spPr>
          <a:xfrm>
            <a:off x="5891701" y="84456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" name="Google Shape;70;p5"/>
          <p:cNvSpPr/>
          <p:nvPr/>
        </p:nvSpPr>
        <p:spPr>
          <a:xfrm>
            <a:off x="3975801" y="333699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" name="Google Shape;71;p5"/>
          <p:cNvSpPr/>
          <p:nvPr/>
        </p:nvSpPr>
        <p:spPr>
          <a:xfrm flipH="1">
            <a:off x="-268036" y="-219469"/>
            <a:ext cx="4009803" cy="165883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rgbClr val="80C9D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" name="Google Shape;72;p5"/>
          <p:cNvSpPr/>
          <p:nvPr/>
        </p:nvSpPr>
        <p:spPr>
          <a:xfrm rot="10800000">
            <a:off x="-346148" y="-396104"/>
            <a:ext cx="3276581" cy="1240671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" name="Google Shape;73;p5"/>
          <p:cNvSpPr/>
          <p:nvPr/>
        </p:nvSpPr>
        <p:spPr>
          <a:xfrm rot="-448972">
            <a:off x="7224298" y="5208301"/>
            <a:ext cx="5486652" cy="1859411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" name="Google Shape;74;p5"/>
          <p:cNvSpPr/>
          <p:nvPr/>
        </p:nvSpPr>
        <p:spPr>
          <a:xfrm rot="10800000">
            <a:off x="6280948" y="6299264"/>
            <a:ext cx="218000" cy="21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" name="Google Shape;75;p5"/>
          <p:cNvSpPr/>
          <p:nvPr/>
        </p:nvSpPr>
        <p:spPr>
          <a:xfrm rot="10800000">
            <a:off x="11188448" y="5557964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6" name="Google Shape;76;p5"/>
          <p:cNvSpPr/>
          <p:nvPr/>
        </p:nvSpPr>
        <p:spPr>
          <a:xfrm rot="10800000">
            <a:off x="7187681" y="5557964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7" name="Google Shape;77;p5"/>
          <p:cNvSpPr/>
          <p:nvPr/>
        </p:nvSpPr>
        <p:spPr>
          <a:xfrm rot="10800000">
            <a:off x="8003615" y="6342464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8" name="Google Shape;78;p5"/>
          <p:cNvSpPr/>
          <p:nvPr/>
        </p:nvSpPr>
        <p:spPr>
          <a:xfrm rot="10800000" flipH="1">
            <a:off x="8368849" y="5368402"/>
            <a:ext cx="4009803" cy="165883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rgbClr val="80C9D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9" name="Google Shape;79;p5"/>
          <p:cNvSpPr/>
          <p:nvPr/>
        </p:nvSpPr>
        <p:spPr>
          <a:xfrm>
            <a:off x="9180183" y="5963197"/>
            <a:ext cx="3276581" cy="1240671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2194222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8109436" y="-157720"/>
            <a:ext cx="4272457" cy="2201519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3" name="Google Shape;83;p6"/>
          <p:cNvSpPr/>
          <p:nvPr/>
        </p:nvSpPr>
        <p:spPr>
          <a:xfrm rot="10800000">
            <a:off x="9287568" y="-96892"/>
            <a:ext cx="3227363" cy="1378957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rgbClr val="9DCED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4" name="Google Shape;84;p6"/>
          <p:cNvSpPr/>
          <p:nvPr/>
        </p:nvSpPr>
        <p:spPr>
          <a:xfrm rot="10484947" flipH="1">
            <a:off x="10665847" y="-549076"/>
            <a:ext cx="2457908" cy="1159047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5" name="Google Shape;85;p6"/>
          <p:cNvSpPr/>
          <p:nvPr/>
        </p:nvSpPr>
        <p:spPr>
          <a:xfrm rot="10800000">
            <a:off x="9629517" y="61099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6" name="Google Shape;86;p6"/>
          <p:cNvSpPr/>
          <p:nvPr/>
        </p:nvSpPr>
        <p:spPr>
          <a:xfrm rot="10800000">
            <a:off x="10902867" y="92954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7" name="Google Shape;87;p6"/>
          <p:cNvSpPr/>
          <p:nvPr/>
        </p:nvSpPr>
        <p:spPr>
          <a:xfrm rot="10800000">
            <a:off x="11930567" y="2109245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7581467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 txBox="1">
            <a:spLocks noGrp="1"/>
          </p:cNvSpPr>
          <p:nvPr>
            <p:ph type="title"/>
          </p:nvPr>
        </p:nvSpPr>
        <p:spPr>
          <a:xfrm>
            <a:off x="638600" y="2563933"/>
            <a:ext cx="6480000" cy="109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90" name="Google Shape;90;p7"/>
          <p:cNvSpPr txBox="1">
            <a:spLocks noGrp="1"/>
          </p:cNvSpPr>
          <p:nvPr>
            <p:ph type="subTitle" idx="1"/>
          </p:nvPr>
        </p:nvSpPr>
        <p:spPr>
          <a:xfrm>
            <a:off x="638733" y="3676167"/>
            <a:ext cx="6480000" cy="65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7"/>
          <p:cNvSpPr/>
          <p:nvPr/>
        </p:nvSpPr>
        <p:spPr>
          <a:xfrm rot="-10667561">
            <a:off x="407828" y="5861780"/>
            <a:ext cx="6424955" cy="1041291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2" name="Google Shape;92;p7"/>
          <p:cNvSpPr/>
          <p:nvPr/>
        </p:nvSpPr>
        <p:spPr>
          <a:xfrm rot="10800000">
            <a:off x="536613" y="5738129"/>
            <a:ext cx="3191505" cy="1288619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rgbClr val="80C9D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3" name="Google Shape;93;p7"/>
          <p:cNvSpPr/>
          <p:nvPr/>
        </p:nvSpPr>
        <p:spPr>
          <a:xfrm>
            <a:off x="-362816" y="5545483"/>
            <a:ext cx="2795864" cy="1318869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4" name="Google Shape;94;p7"/>
          <p:cNvSpPr/>
          <p:nvPr/>
        </p:nvSpPr>
        <p:spPr>
          <a:xfrm>
            <a:off x="6995568" y="6427699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5" name="Google Shape;95;p7"/>
          <p:cNvSpPr/>
          <p:nvPr/>
        </p:nvSpPr>
        <p:spPr>
          <a:xfrm>
            <a:off x="536601" y="5269599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6" name="Google Shape;96;p7"/>
          <p:cNvSpPr/>
          <p:nvPr/>
        </p:nvSpPr>
        <p:spPr>
          <a:xfrm>
            <a:off x="1537401" y="585416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" name="Google Shape;97;p7"/>
          <p:cNvSpPr/>
          <p:nvPr/>
        </p:nvSpPr>
        <p:spPr>
          <a:xfrm>
            <a:off x="3813001" y="6316632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" name="Google Shape;98;p7"/>
          <p:cNvSpPr/>
          <p:nvPr/>
        </p:nvSpPr>
        <p:spPr>
          <a:xfrm rot="-132439" flipH="1">
            <a:off x="407828" y="-53222"/>
            <a:ext cx="6424955" cy="1041291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" name="Google Shape;99;p7"/>
          <p:cNvSpPr/>
          <p:nvPr/>
        </p:nvSpPr>
        <p:spPr>
          <a:xfrm flipH="1">
            <a:off x="536613" y="-176902"/>
            <a:ext cx="3191505" cy="1288619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rgbClr val="80C9D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" name="Google Shape;100;p7"/>
          <p:cNvSpPr/>
          <p:nvPr/>
        </p:nvSpPr>
        <p:spPr>
          <a:xfrm rot="10800000" flipH="1">
            <a:off x="-362816" y="-14504"/>
            <a:ext cx="2795864" cy="1318869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" name="Google Shape;101;p7"/>
          <p:cNvSpPr/>
          <p:nvPr/>
        </p:nvSpPr>
        <p:spPr>
          <a:xfrm rot="10800000" flipH="1">
            <a:off x="536601" y="1448649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" name="Google Shape;102;p7"/>
          <p:cNvSpPr/>
          <p:nvPr/>
        </p:nvSpPr>
        <p:spPr>
          <a:xfrm rot="10800000" flipH="1">
            <a:off x="1537401" y="864083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" name="Google Shape;103;p7"/>
          <p:cNvSpPr/>
          <p:nvPr/>
        </p:nvSpPr>
        <p:spPr>
          <a:xfrm rot="10800000" flipH="1">
            <a:off x="3813001" y="401616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" name="Google Shape;104;p7"/>
          <p:cNvSpPr/>
          <p:nvPr/>
        </p:nvSpPr>
        <p:spPr>
          <a:xfrm rot="10800000" flipH="1">
            <a:off x="6995568" y="204149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9762555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/>
          <p:cNvSpPr txBox="1">
            <a:spLocks noGrp="1"/>
          </p:cNvSpPr>
          <p:nvPr>
            <p:ph type="title"/>
          </p:nvPr>
        </p:nvSpPr>
        <p:spPr>
          <a:xfrm>
            <a:off x="1850800" y="1434700"/>
            <a:ext cx="8490400" cy="378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12666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07" name="Google Shape;107;p8"/>
          <p:cNvSpPr/>
          <p:nvPr/>
        </p:nvSpPr>
        <p:spPr>
          <a:xfrm flipH="1">
            <a:off x="-568538" y="-112933"/>
            <a:ext cx="9186761" cy="1173337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8" name="Google Shape;108;p8"/>
          <p:cNvSpPr/>
          <p:nvPr/>
        </p:nvSpPr>
        <p:spPr>
          <a:xfrm rot="10800000">
            <a:off x="-393045" y="-486934"/>
            <a:ext cx="4115539" cy="1296135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rgbClr val="80C9D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9" name="Google Shape;109;p8"/>
          <p:cNvSpPr/>
          <p:nvPr/>
        </p:nvSpPr>
        <p:spPr>
          <a:xfrm rot="-5400147">
            <a:off x="309953" y="-922167"/>
            <a:ext cx="1873119" cy="2791797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0" name="Google Shape;110;p8"/>
          <p:cNvSpPr/>
          <p:nvPr/>
        </p:nvSpPr>
        <p:spPr>
          <a:xfrm flipH="1">
            <a:off x="911355" y="809200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1" name="Google Shape;111;p8"/>
          <p:cNvSpPr/>
          <p:nvPr/>
        </p:nvSpPr>
        <p:spPr>
          <a:xfrm flipH="1">
            <a:off x="3301421" y="88873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2" name="Google Shape;112;p8"/>
          <p:cNvSpPr/>
          <p:nvPr/>
        </p:nvSpPr>
        <p:spPr>
          <a:xfrm flipH="1">
            <a:off x="4231488" y="326300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3" name="Google Shape;113;p8"/>
          <p:cNvSpPr/>
          <p:nvPr/>
        </p:nvSpPr>
        <p:spPr>
          <a:xfrm flipH="1">
            <a:off x="8755255" y="364733"/>
            <a:ext cx="218000" cy="21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4" name="Google Shape;114;p8"/>
          <p:cNvSpPr/>
          <p:nvPr/>
        </p:nvSpPr>
        <p:spPr>
          <a:xfrm rot="10800000" flipH="1">
            <a:off x="3508128" y="5907153"/>
            <a:ext cx="9186761" cy="1173337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5" name="Google Shape;115;p8"/>
          <p:cNvSpPr/>
          <p:nvPr/>
        </p:nvSpPr>
        <p:spPr>
          <a:xfrm>
            <a:off x="8403857" y="6158357"/>
            <a:ext cx="4115539" cy="1296135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rgbClr val="80C9D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8"/>
          <p:cNvSpPr/>
          <p:nvPr/>
        </p:nvSpPr>
        <p:spPr>
          <a:xfrm rot="5399853">
            <a:off x="9943281" y="5097926"/>
            <a:ext cx="1873119" cy="2791797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7" name="Google Shape;117;p8"/>
          <p:cNvSpPr/>
          <p:nvPr/>
        </p:nvSpPr>
        <p:spPr>
          <a:xfrm rot="10800000" flipH="1">
            <a:off x="11083795" y="6026756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8" name="Google Shape;118;p8"/>
          <p:cNvSpPr/>
          <p:nvPr/>
        </p:nvSpPr>
        <p:spPr>
          <a:xfrm rot="10800000" flipH="1">
            <a:off x="8606928" y="586082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9" name="Google Shape;119;p8"/>
          <p:cNvSpPr/>
          <p:nvPr/>
        </p:nvSpPr>
        <p:spPr>
          <a:xfrm rot="10800000" flipH="1">
            <a:off x="7763661" y="6509656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8"/>
          <p:cNvSpPr/>
          <p:nvPr/>
        </p:nvSpPr>
        <p:spPr>
          <a:xfrm rot="10800000" flipH="1">
            <a:off x="11666561" y="564282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" name="Google Shape;121;p8"/>
          <p:cNvSpPr/>
          <p:nvPr/>
        </p:nvSpPr>
        <p:spPr>
          <a:xfrm rot="10800000" flipH="1">
            <a:off x="3153095" y="6384823"/>
            <a:ext cx="218000" cy="21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2" name="Google Shape;122;p8"/>
          <p:cNvSpPr/>
          <p:nvPr/>
        </p:nvSpPr>
        <p:spPr>
          <a:xfrm flipH="1">
            <a:off x="241788" y="110673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862331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>
            <a:spLocks noGrp="1"/>
          </p:cNvSpPr>
          <p:nvPr>
            <p:ph type="title"/>
          </p:nvPr>
        </p:nvSpPr>
        <p:spPr>
          <a:xfrm>
            <a:off x="2855933" y="2563933"/>
            <a:ext cx="6480000" cy="109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25" name="Google Shape;125;p9"/>
          <p:cNvSpPr txBox="1">
            <a:spLocks noGrp="1"/>
          </p:cNvSpPr>
          <p:nvPr>
            <p:ph type="subTitle" idx="1"/>
          </p:nvPr>
        </p:nvSpPr>
        <p:spPr>
          <a:xfrm>
            <a:off x="2856067" y="3676167"/>
            <a:ext cx="6480000" cy="65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9"/>
          <p:cNvSpPr/>
          <p:nvPr/>
        </p:nvSpPr>
        <p:spPr>
          <a:xfrm rot="10800000" flipH="1">
            <a:off x="7153568" y="4380391"/>
            <a:ext cx="5411089" cy="2306376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7" name="Google Shape;127;p9"/>
          <p:cNvSpPr/>
          <p:nvPr/>
        </p:nvSpPr>
        <p:spPr>
          <a:xfrm rot="10800000" flipH="1">
            <a:off x="6499401" y="5906643"/>
            <a:ext cx="5507025" cy="144689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rgbClr val="80C9D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8" name="Google Shape;128;p9"/>
          <p:cNvSpPr/>
          <p:nvPr/>
        </p:nvSpPr>
        <p:spPr>
          <a:xfrm flipH="1">
            <a:off x="7153567" y="6218233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9" name="Google Shape;129;p9"/>
          <p:cNvSpPr/>
          <p:nvPr/>
        </p:nvSpPr>
        <p:spPr>
          <a:xfrm flipH="1">
            <a:off x="9585051" y="5843484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0" name="Google Shape;130;p9"/>
          <p:cNvSpPr/>
          <p:nvPr/>
        </p:nvSpPr>
        <p:spPr>
          <a:xfrm flipH="1">
            <a:off x="8828366" y="4937935"/>
            <a:ext cx="3832268" cy="2029088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1" name="Google Shape;131;p9"/>
          <p:cNvSpPr/>
          <p:nvPr/>
        </p:nvSpPr>
        <p:spPr>
          <a:xfrm flipH="1">
            <a:off x="10443833" y="5356033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2" name="Google Shape;132;p9"/>
          <p:cNvSpPr/>
          <p:nvPr/>
        </p:nvSpPr>
        <p:spPr>
          <a:xfrm flipH="1">
            <a:off x="11854551" y="401005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3" name="Google Shape;133;p9"/>
          <p:cNvSpPr/>
          <p:nvPr/>
        </p:nvSpPr>
        <p:spPr>
          <a:xfrm flipH="1">
            <a:off x="-346922" y="222151"/>
            <a:ext cx="5411089" cy="2306376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4" name="Google Shape;134;p9"/>
          <p:cNvSpPr/>
          <p:nvPr/>
        </p:nvSpPr>
        <p:spPr>
          <a:xfrm flipH="1">
            <a:off x="211309" y="-444616"/>
            <a:ext cx="5507025" cy="144689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rgbClr val="80C9D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5" name="Google Shape;135;p9"/>
          <p:cNvSpPr/>
          <p:nvPr/>
        </p:nvSpPr>
        <p:spPr>
          <a:xfrm rot="10800000" flipH="1">
            <a:off x="4932967" y="559084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6" name="Google Shape;136;p9"/>
          <p:cNvSpPr/>
          <p:nvPr/>
        </p:nvSpPr>
        <p:spPr>
          <a:xfrm rot="10800000" flipH="1">
            <a:off x="2414684" y="84743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7" name="Google Shape;137;p9"/>
          <p:cNvSpPr/>
          <p:nvPr/>
        </p:nvSpPr>
        <p:spPr>
          <a:xfrm rot="10800000" flipH="1">
            <a:off x="-442899" y="-58105"/>
            <a:ext cx="3832268" cy="2029088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8" name="Google Shape;138;p9"/>
          <p:cNvSpPr/>
          <p:nvPr/>
        </p:nvSpPr>
        <p:spPr>
          <a:xfrm rot="10800000" flipH="1">
            <a:off x="1642700" y="1421284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9" name="Google Shape;139;p9"/>
          <p:cNvSpPr/>
          <p:nvPr/>
        </p:nvSpPr>
        <p:spPr>
          <a:xfrm rot="10800000" flipH="1">
            <a:off x="145184" y="2680867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7179483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>
            <a:spLocks noGrp="1"/>
          </p:cNvSpPr>
          <p:nvPr>
            <p:ph type="body" idx="1"/>
          </p:nvPr>
        </p:nvSpPr>
        <p:spPr>
          <a:xfrm>
            <a:off x="720000" y="720000"/>
            <a:ext cx="4787200" cy="120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40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</a:lstStyle>
          <a:p>
            <a:endParaRPr/>
          </a:p>
        </p:txBody>
      </p:sp>
      <p:sp>
        <p:nvSpPr>
          <p:cNvPr id="142" name="Google Shape;142;p10"/>
          <p:cNvSpPr/>
          <p:nvPr/>
        </p:nvSpPr>
        <p:spPr>
          <a:xfrm flipH="1">
            <a:off x="4568413" y="4075336"/>
            <a:ext cx="7982492" cy="2836256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3" name="Google Shape;143;p10"/>
          <p:cNvSpPr/>
          <p:nvPr/>
        </p:nvSpPr>
        <p:spPr>
          <a:xfrm rot="10800000" flipH="1">
            <a:off x="7650254" y="4508707"/>
            <a:ext cx="4900647" cy="2525083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4" name="Google Shape;144;p10"/>
          <p:cNvSpPr/>
          <p:nvPr/>
        </p:nvSpPr>
        <p:spPr>
          <a:xfrm rot="315040">
            <a:off x="9741086" y="5946317"/>
            <a:ext cx="2819261" cy="1329447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5" name="Google Shape;145;p10"/>
          <p:cNvSpPr/>
          <p:nvPr/>
        </p:nvSpPr>
        <p:spPr>
          <a:xfrm flipH="1">
            <a:off x="7599403" y="637915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6" name="Google Shape;146;p10"/>
          <p:cNvSpPr/>
          <p:nvPr/>
        </p:nvSpPr>
        <p:spPr>
          <a:xfrm flipH="1">
            <a:off x="10725019" y="5257567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7" name="Google Shape;147;p10"/>
          <p:cNvSpPr/>
          <p:nvPr/>
        </p:nvSpPr>
        <p:spPr>
          <a:xfrm flipH="1">
            <a:off x="11301969" y="456955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8" name="Google Shape;148;p10"/>
          <p:cNvSpPr/>
          <p:nvPr/>
        </p:nvSpPr>
        <p:spPr>
          <a:xfrm flipH="1">
            <a:off x="9923036" y="4742717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1244349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"/>
          <p:cNvSpPr txBox="1">
            <a:spLocks noGrp="1"/>
          </p:cNvSpPr>
          <p:nvPr>
            <p:ph type="title" hasCustomPrompt="1"/>
          </p:nvPr>
        </p:nvSpPr>
        <p:spPr>
          <a:xfrm>
            <a:off x="1623133" y="2139200"/>
            <a:ext cx="8945600" cy="19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51" name="Google Shape;151;p11"/>
          <p:cNvSpPr txBox="1">
            <a:spLocks noGrp="1"/>
          </p:cNvSpPr>
          <p:nvPr>
            <p:ph type="body" idx="1"/>
          </p:nvPr>
        </p:nvSpPr>
        <p:spPr>
          <a:xfrm>
            <a:off x="2225100" y="4116800"/>
            <a:ext cx="7741600" cy="6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52" name="Google Shape;152;p11"/>
          <p:cNvSpPr/>
          <p:nvPr/>
        </p:nvSpPr>
        <p:spPr>
          <a:xfrm rot="10800000" flipH="1">
            <a:off x="3369533" y="5823154"/>
            <a:ext cx="9186761" cy="1173337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3" name="Google Shape;153;p11"/>
          <p:cNvSpPr/>
          <p:nvPr/>
        </p:nvSpPr>
        <p:spPr>
          <a:xfrm>
            <a:off x="8265261" y="6074358"/>
            <a:ext cx="4115539" cy="1296135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rgbClr val="80C9D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4" name="Google Shape;154;p11"/>
          <p:cNvSpPr/>
          <p:nvPr/>
        </p:nvSpPr>
        <p:spPr>
          <a:xfrm rot="-7520738" flipH="1">
            <a:off x="10416386" y="5013956"/>
            <a:ext cx="1873092" cy="2791747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5" name="Google Shape;155;p11"/>
          <p:cNvSpPr/>
          <p:nvPr/>
        </p:nvSpPr>
        <p:spPr>
          <a:xfrm flipH="1">
            <a:off x="6690788" y="630083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6" name="Google Shape;156;p11"/>
          <p:cNvSpPr/>
          <p:nvPr/>
        </p:nvSpPr>
        <p:spPr>
          <a:xfrm flipH="1">
            <a:off x="10516455" y="6072200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7" name="Google Shape;157;p11"/>
          <p:cNvSpPr/>
          <p:nvPr/>
        </p:nvSpPr>
        <p:spPr>
          <a:xfrm flipH="1">
            <a:off x="11537288" y="4838367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8" name="Google Shape;158;p11"/>
          <p:cNvSpPr/>
          <p:nvPr/>
        </p:nvSpPr>
        <p:spPr>
          <a:xfrm flipH="1">
            <a:off x="9970021" y="5823167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9" name="Google Shape;159;p11"/>
          <p:cNvSpPr/>
          <p:nvPr/>
        </p:nvSpPr>
        <p:spPr>
          <a:xfrm flipH="1">
            <a:off x="-568538" y="-112933"/>
            <a:ext cx="9186761" cy="1173337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0" name="Google Shape;160;p11"/>
          <p:cNvSpPr/>
          <p:nvPr/>
        </p:nvSpPr>
        <p:spPr>
          <a:xfrm rot="10800000">
            <a:off x="-393045" y="-486934"/>
            <a:ext cx="4115539" cy="1296135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rgbClr val="80C9D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1" name="Google Shape;161;p11"/>
          <p:cNvSpPr/>
          <p:nvPr/>
        </p:nvSpPr>
        <p:spPr>
          <a:xfrm rot="3279262" flipH="1">
            <a:off x="-301722" y="-922144"/>
            <a:ext cx="1873092" cy="2791747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2" name="Google Shape;162;p11"/>
          <p:cNvSpPr/>
          <p:nvPr/>
        </p:nvSpPr>
        <p:spPr>
          <a:xfrm flipH="1">
            <a:off x="1180888" y="809200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3" name="Google Shape;163;p11"/>
          <p:cNvSpPr/>
          <p:nvPr/>
        </p:nvSpPr>
        <p:spPr>
          <a:xfrm flipH="1">
            <a:off x="3301421" y="88873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4" name="Google Shape;164;p11"/>
          <p:cNvSpPr/>
          <p:nvPr/>
        </p:nvSpPr>
        <p:spPr>
          <a:xfrm flipH="1">
            <a:off x="110588" y="1913600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7643232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0882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tents">
  <p:cSld name="Table of cotents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>
            <a:spLocks noGrp="1"/>
          </p:cNvSpPr>
          <p:nvPr>
            <p:ph type="title"/>
          </p:nvPr>
        </p:nvSpPr>
        <p:spPr>
          <a:xfrm>
            <a:off x="3636000" y="484367"/>
            <a:ext cx="492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68" name="Google Shape;168;p13"/>
          <p:cNvSpPr txBox="1">
            <a:spLocks noGrp="1"/>
          </p:cNvSpPr>
          <p:nvPr>
            <p:ph type="subTitle" idx="1"/>
          </p:nvPr>
        </p:nvSpPr>
        <p:spPr>
          <a:xfrm>
            <a:off x="5839533" y="2491967"/>
            <a:ext cx="5106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69" name="Google Shape;169;p13"/>
          <p:cNvSpPr txBox="1">
            <a:spLocks noGrp="1"/>
          </p:cNvSpPr>
          <p:nvPr>
            <p:ph type="subTitle" idx="2"/>
          </p:nvPr>
        </p:nvSpPr>
        <p:spPr>
          <a:xfrm>
            <a:off x="6735451" y="2917451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subTitle" idx="3"/>
          </p:nvPr>
        </p:nvSpPr>
        <p:spPr>
          <a:xfrm>
            <a:off x="1245651" y="2491967"/>
            <a:ext cx="49200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71" name="Google Shape;171;p13"/>
          <p:cNvSpPr txBox="1">
            <a:spLocks noGrp="1"/>
          </p:cNvSpPr>
          <p:nvPr>
            <p:ph type="subTitle" idx="4"/>
          </p:nvPr>
        </p:nvSpPr>
        <p:spPr>
          <a:xfrm>
            <a:off x="2048251" y="2917451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3"/>
          <p:cNvSpPr txBox="1">
            <a:spLocks noGrp="1"/>
          </p:cNvSpPr>
          <p:nvPr>
            <p:ph type="subTitle" idx="5"/>
          </p:nvPr>
        </p:nvSpPr>
        <p:spPr>
          <a:xfrm>
            <a:off x="5839467" y="5027800"/>
            <a:ext cx="5106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73" name="Google Shape;173;p13"/>
          <p:cNvSpPr txBox="1">
            <a:spLocks noGrp="1"/>
          </p:cNvSpPr>
          <p:nvPr>
            <p:ph type="subTitle" idx="6"/>
          </p:nvPr>
        </p:nvSpPr>
        <p:spPr>
          <a:xfrm>
            <a:off x="6735451" y="5453300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3"/>
          <p:cNvSpPr txBox="1">
            <a:spLocks noGrp="1"/>
          </p:cNvSpPr>
          <p:nvPr>
            <p:ph type="subTitle" idx="7"/>
          </p:nvPr>
        </p:nvSpPr>
        <p:spPr>
          <a:xfrm>
            <a:off x="1245651" y="5027800"/>
            <a:ext cx="49200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75" name="Google Shape;175;p13"/>
          <p:cNvSpPr txBox="1">
            <a:spLocks noGrp="1"/>
          </p:cNvSpPr>
          <p:nvPr>
            <p:ph type="subTitle" idx="8"/>
          </p:nvPr>
        </p:nvSpPr>
        <p:spPr>
          <a:xfrm>
            <a:off x="2048251" y="5453300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 idx="9" hasCustomPrompt="1"/>
          </p:nvPr>
        </p:nvSpPr>
        <p:spPr>
          <a:xfrm>
            <a:off x="3012851" y="1561484"/>
            <a:ext cx="1385600" cy="8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6667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77" name="Google Shape;177;p13"/>
          <p:cNvSpPr txBox="1">
            <a:spLocks noGrp="1"/>
          </p:cNvSpPr>
          <p:nvPr>
            <p:ph type="title" idx="13" hasCustomPrompt="1"/>
          </p:nvPr>
        </p:nvSpPr>
        <p:spPr>
          <a:xfrm>
            <a:off x="7700084" y="1561484"/>
            <a:ext cx="1385600" cy="8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6667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78" name="Google Shape;178;p13"/>
          <p:cNvSpPr txBox="1">
            <a:spLocks noGrp="1"/>
          </p:cNvSpPr>
          <p:nvPr>
            <p:ph type="title" idx="14" hasCustomPrompt="1"/>
          </p:nvPr>
        </p:nvSpPr>
        <p:spPr>
          <a:xfrm>
            <a:off x="3012851" y="4094833"/>
            <a:ext cx="1385600" cy="8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6667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79" name="Google Shape;179;p13"/>
          <p:cNvSpPr txBox="1">
            <a:spLocks noGrp="1"/>
          </p:cNvSpPr>
          <p:nvPr>
            <p:ph type="title" idx="15" hasCustomPrompt="1"/>
          </p:nvPr>
        </p:nvSpPr>
        <p:spPr>
          <a:xfrm>
            <a:off x="7700084" y="4094833"/>
            <a:ext cx="1385600" cy="8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6667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80" name="Google Shape;180;p13"/>
          <p:cNvSpPr/>
          <p:nvPr/>
        </p:nvSpPr>
        <p:spPr>
          <a:xfrm rot="-5267561">
            <a:off x="-2889154" y="3283043"/>
            <a:ext cx="6424955" cy="1041291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1" name="Google Shape;181;p13"/>
          <p:cNvSpPr/>
          <p:nvPr/>
        </p:nvSpPr>
        <p:spPr>
          <a:xfrm rot="-5400000">
            <a:off x="-1272442" y="1671437"/>
            <a:ext cx="3191505" cy="1288619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rgbClr val="80C9D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2" name="Google Shape;182;p13"/>
          <p:cNvSpPr/>
          <p:nvPr/>
        </p:nvSpPr>
        <p:spPr>
          <a:xfrm rot="5400000">
            <a:off x="-897100" y="559064"/>
            <a:ext cx="2795864" cy="1318869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3" name="Google Shape;183;p13"/>
          <p:cNvSpPr/>
          <p:nvPr/>
        </p:nvSpPr>
        <p:spPr>
          <a:xfrm rot="5400000">
            <a:off x="161817" y="4177284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4" name="Google Shape;184;p13"/>
          <p:cNvSpPr/>
          <p:nvPr/>
        </p:nvSpPr>
        <p:spPr>
          <a:xfrm rot="5400000">
            <a:off x="1325084" y="352951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5" name="Google Shape;185;p13"/>
          <p:cNvSpPr/>
          <p:nvPr/>
        </p:nvSpPr>
        <p:spPr>
          <a:xfrm rot="5400000">
            <a:off x="720184" y="1720584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6" name="Google Shape;186;p13"/>
          <p:cNvSpPr/>
          <p:nvPr/>
        </p:nvSpPr>
        <p:spPr>
          <a:xfrm rot="5400000">
            <a:off x="588584" y="3600684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7" name="Google Shape;187;p13"/>
          <p:cNvSpPr/>
          <p:nvPr/>
        </p:nvSpPr>
        <p:spPr>
          <a:xfrm rot="5532439">
            <a:off x="8798415" y="2530048"/>
            <a:ext cx="6424955" cy="1041291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8" name="Google Shape;188;p13"/>
          <p:cNvSpPr/>
          <p:nvPr/>
        </p:nvSpPr>
        <p:spPr>
          <a:xfrm rot="5400000">
            <a:off x="10415156" y="3894324"/>
            <a:ext cx="3191505" cy="1288619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rgbClr val="80C9D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9" name="Google Shape;189;p13"/>
          <p:cNvSpPr/>
          <p:nvPr/>
        </p:nvSpPr>
        <p:spPr>
          <a:xfrm rot="-5400000">
            <a:off x="10435453" y="4976448"/>
            <a:ext cx="2795864" cy="1318869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0" name="Google Shape;190;p13"/>
          <p:cNvSpPr/>
          <p:nvPr/>
        </p:nvSpPr>
        <p:spPr>
          <a:xfrm rot="-5400000">
            <a:off x="11954400" y="2459099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1" name="Google Shape;191;p13"/>
          <p:cNvSpPr/>
          <p:nvPr/>
        </p:nvSpPr>
        <p:spPr>
          <a:xfrm rot="-5400000">
            <a:off x="11482833" y="500219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2" name="Google Shape;192;p13"/>
          <p:cNvSpPr/>
          <p:nvPr/>
        </p:nvSpPr>
        <p:spPr>
          <a:xfrm rot="-5400000">
            <a:off x="11614433" y="312209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3" name="Google Shape;193;p13"/>
          <p:cNvSpPr/>
          <p:nvPr/>
        </p:nvSpPr>
        <p:spPr>
          <a:xfrm rot="-5400000">
            <a:off x="10877933" y="6369832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5941978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"/>
          <p:cNvSpPr txBox="1">
            <a:spLocks noGrp="1"/>
          </p:cNvSpPr>
          <p:nvPr>
            <p:ph type="title"/>
          </p:nvPr>
        </p:nvSpPr>
        <p:spPr>
          <a:xfrm>
            <a:off x="4497800" y="3917767"/>
            <a:ext cx="5392000" cy="6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100"/>
              <a:buNone/>
              <a:defRPr sz="4000"/>
            </a:lvl1pPr>
            <a:lvl2pPr lvl="1" rtl="0">
              <a:spcBef>
                <a:spcPts val="2133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96" name="Google Shape;196;p14"/>
          <p:cNvSpPr txBox="1">
            <a:spLocks noGrp="1"/>
          </p:cNvSpPr>
          <p:nvPr>
            <p:ph type="subTitle" idx="1"/>
          </p:nvPr>
        </p:nvSpPr>
        <p:spPr>
          <a:xfrm>
            <a:off x="2302200" y="2276600"/>
            <a:ext cx="7587600" cy="13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2667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4"/>
          <p:cNvSpPr/>
          <p:nvPr/>
        </p:nvSpPr>
        <p:spPr>
          <a:xfrm>
            <a:off x="3069101" y="-108066"/>
            <a:ext cx="7297068" cy="1656177"/>
          </a:xfrm>
          <a:custGeom>
            <a:avLst/>
            <a:gdLst/>
            <a:ahLst/>
            <a:cxnLst/>
            <a:rect l="l" t="t" r="r" b="b"/>
            <a:pathLst>
              <a:path w="113987" h="48554" extrusionOk="0">
                <a:moveTo>
                  <a:pt x="1" y="1"/>
                </a:moveTo>
                <a:cubicBezTo>
                  <a:pt x="1664" y="4622"/>
                  <a:pt x="7395" y="8627"/>
                  <a:pt x="14480" y="9243"/>
                </a:cubicBezTo>
                <a:cubicBezTo>
                  <a:pt x="15269" y="9310"/>
                  <a:pt x="16057" y="9341"/>
                  <a:pt x="16844" y="9341"/>
                </a:cubicBezTo>
                <a:cubicBezTo>
                  <a:pt x="26954" y="9341"/>
                  <a:pt x="36902" y="4191"/>
                  <a:pt x="46543" y="4191"/>
                </a:cubicBezTo>
                <a:cubicBezTo>
                  <a:pt x="48520" y="4191"/>
                  <a:pt x="50484" y="4408"/>
                  <a:pt x="52434" y="4930"/>
                </a:cubicBezTo>
                <a:cubicBezTo>
                  <a:pt x="59335" y="6717"/>
                  <a:pt x="63032" y="11831"/>
                  <a:pt x="63833" y="16760"/>
                </a:cubicBezTo>
                <a:cubicBezTo>
                  <a:pt x="64634" y="21750"/>
                  <a:pt x="63155" y="26680"/>
                  <a:pt x="62970" y="31609"/>
                </a:cubicBezTo>
                <a:cubicBezTo>
                  <a:pt x="62847" y="36538"/>
                  <a:pt x="64264" y="41898"/>
                  <a:pt x="69563" y="45349"/>
                </a:cubicBezTo>
                <a:cubicBezTo>
                  <a:pt x="73005" y="47564"/>
                  <a:pt x="77580" y="48553"/>
                  <a:pt x="82312" y="48553"/>
                </a:cubicBezTo>
                <a:cubicBezTo>
                  <a:pt x="88505" y="48553"/>
                  <a:pt x="94967" y="46857"/>
                  <a:pt x="99507" y="43993"/>
                </a:cubicBezTo>
                <a:cubicBezTo>
                  <a:pt x="107579" y="38941"/>
                  <a:pt x="110906" y="31362"/>
                  <a:pt x="112508" y="24030"/>
                </a:cubicBezTo>
                <a:cubicBezTo>
                  <a:pt x="113987" y="17253"/>
                  <a:pt x="112262" y="3821"/>
                  <a:pt x="1038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8" name="Google Shape;198;p14"/>
          <p:cNvSpPr/>
          <p:nvPr/>
        </p:nvSpPr>
        <p:spPr>
          <a:xfrm rot="10800000">
            <a:off x="4140987" y="-429169"/>
            <a:ext cx="3225747" cy="1149169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rgbClr val="80C9D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9" name="Google Shape;199;p14"/>
          <p:cNvSpPr/>
          <p:nvPr/>
        </p:nvSpPr>
        <p:spPr>
          <a:xfrm rot="-5400000">
            <a:off x="6792151" y="-902353"/>
            <a:ext cx="1292256" cy="2387871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0" name="Google Shape;200;p14"/>
          <p:cNvSpPr/>
          <p:nvPr/>
        </p:nvSpPr>
        <p:spPr>
          <a:xfrm rot="5400000">
            <a:off x="8738584" y="611000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1" name="Google Shape;201;p14"/>
          <p:cNvSpPr/>
          <p:nvPr/>
        </p:nvSpPr>
        <p:spPr>
          <a:xfrm rot="5400000">
            <a:off x="6030384" y="865751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2" name="Google Shape;202;p14"/>
          <p:cNvSpPr/>
          <p:nvPr/>
        </p:nvSpPr>
        <p:spPr>
          <a:xfrm rot="5400000">
            <a:off x="10739717" y="125117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3" name="Google Shape;203;p14"/>
          <p:cNvSpPr/>
          <p:nvPr/>
        </p:nvSpPr>
        <p:spPr>
          <a:xfrm rot="5400000">
            <a:off x="3804484" y="402317"/>
            <a:ext cx="218000" cy="21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4" name="Google Shape;204;p14"/>
          <p:cNvSpPr/>
          <p:nvPr/>
        </p:nvSpPr>
        <p:spPr>
          <a:xfrm rot="5400000">
            <a:off x="3201717" y="719784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5" name="Google Shape;205;p14"/>
          <p:cNvSpPr/>
          <p:nvPr/>
        </p:nvSpPr>
        <p:spPr>
          <a:xfrm rot="10800000">
            <a:off x="2427964" y="5309824"/>
            <a:ext cx="7437272" cy="1656177"/>
          </a:xfrm>
          <a:custGeom>
            <a:avLst/>
            <a:gdLst/>
            <a:ahLst/>
            <a:cxnLst/>
            <a:rect l="l" t="t" r="r" b="b"/>
            <a:pathLst>
              <a:path w="113987" h="48554" extrusionOk="0">
                <a:moveTo>
                  <a:pt x="1" y="1"/>
                </a:moveTo>
                <a:cubicBezTo>
                  <a:pt x="1664" y="4622"/>
                  <a:pt x="7395" y="8627"/>
                  <a:pt x="14480" y="9243"/>
                </a:cubicBezTo>
                <a:cubicBezTo>
                  <a:pt x="15269" y="9310"/>
                  <a:pt x="16057" y="9341"/>
                  <a:pt x="16844" y="9341"/>
                </a:cubicBezTo>
                <a:cubicBezTo>
                  <a:pt x="26954" y="9341"/>
                  <a:pt x="36902" y="4191"/>
                  <a:pt x="46543" y="4191"/>
                </a:cubicBezTo>
                <a:cubicBezTo>
                  <a:pt x="48520" y="4191"/>
                  <a:pt x="50484" y="4408"/>
                  <a:pt x="52434" y="4930"/>
                </a:cubicBezTo>
                <a:cubicBezTo>
                  <a:pt x="59335" y="6717"/>
                  <a:pt x="63032" y="11831"/>
                  <a:pt x="63833" y="16760"/>
                </a:cubicBezTo>
                <a:cubicBezTo>
                  <a:pt x="64634" y="21750"/>
                  <a:pt x="63155" y="26680"/>
                  <a:pt x="62970" y="31609"/>
                </a:cubicBezTo>
                <a:cubicBezTo>
                  <a:pt x="62847" y="36538"/>
                  <a:pt x="64264" y="41898"/>
                  <a:pt x="69563" y="45349"/>
                </a:cubicBezTo>
                <a:cubicBezTo>
                  <a:pt x="73005" y="47564"/>
                  <a:pt x="77580" y="48553"/>
                  <a:pt x="82312" y="48553"/>
                </a:cubicBezTo>
                <a:cubicBezTo>
                  <a:pt x="88505" y="48553"/>
                  <a:pt x="94967" y="46857"/>
                  <a:pt x="99507" y="43993"/>
                </a:cubicBezTo>
                <a:cubicBezTo>
                  <a:pt x="107579" y="38941"/>
                  <a:pt x="110906" y="31362"/>
                  <a:pt x="112508" y="24030"/>
                </a:cubicBezTo>
                <a:cubicBezTo>
                  <a:pt x="113987" y="17253"/>
                  <a:pt x="112262" y="3821"/>
                  <a:pt x="1038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6" name="Google Shape;206;p14"/>
          <p:cNvSpPr/>
          <p:nvPr/>
        </p:nvSpPr>
        <p:spPr>
          <a:xfrm>
            <a:off x="5567584" y="6137925"/>
            <a:ext cx="3225747" cy="1149169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rgbClr val="80C9D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7" name="Google Shape;207;p14"/>
          <p:cNvSpPr/>
          <p:nvPr/>
        </p:nvSpPr>
        <p:spPr>
          <a:xfrm rot="5400000">
            <a:off x="5064076" y="5152674"/>
            <a:ext cx="1292256" cy="2387871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8" name="Google Shape;208;p14"/>
          <p:cNvSpPr/>
          <p:nvPr/>
        </p:nvSpPr>
        <p:spPr>
          <a:xfrm rot="-5400000">
            <a:off x="3804500" y="58173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9" name="Google Shape;209;p14"/>
          <p:cNvSpPr/>
          <p:nvPr/>
        </p:nvSpPr>
        <p:spPr>
          <a:xfrm rot="-5400000">
            <a:off x="6772733" y="586057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0" name="Google Shape;210;p14"/>
          <p:cNvSpPr/>
          <p:nvPr/>
        </p:nvSpPr>
        <p:spPr>
          <a:xfrm rot="-5400000">
            <a:off x="2073333" y="6455408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1" name="Google Shape;211;p14"/>
          <p:cNvSpPr/>
          <p:nvPr/>
        </p:nvSpPr>
        <p:spPr>
          <a:xfrm rot="-5400000">
            <a:off x="8911833" y="6237608"/>
            <a:ext cx="218000" cy="21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2" name="Google Shape;212;p14"/>
          <p:cNvSpPr/>
          <p:nvPr/>
        </p:nvSpPr>
        <p:spPr>
          <a:xfrm rot="-5400000">
            <a:off x="9601400" y="6006541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9843602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15" name="Google Shape;215;p15"/>
          <p:cNvSpPr txBox="1">
            <a:spLocks noGrp="1"/>
          </p:cNvSpPr>
          <p:nvPr>
            <p:ph type="title" idx="2" hasCustomPrompt="1"/>
          </p:nvPr>
        </p:nvSpPr>
        <p:spPr>
          <a:xfrm>
            <a:off x="1179731" y="1998851"/>
            <a:ext cx="4267200" cy="8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216" name="Google Shape;216;p15"/>
          <p:cNvSpPr txBox="1">
            <a:spLocks noGrp="1"/>
          </p:cNvSpPr>
          <p:nvPr>
            <p:ph type="subTitle" idx="1"/>
          </p:nvPr>
        </p:nvSpPr>
        <p:spPr>
          <a:xfrm>
            <a:off x="1465900" y="2841217"/>
            <a:ext cx="3694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15"/>
          <p:cNvSpPr txBox="1">
            <a:spLocks noGrp="1"/>
          </p:cNvSpPr>
          <p:nvPr>
            <p:ph type="title" idx="3" hasCustomPrompt="1"/>
          </p:nvPr>
        </p:nvSpPr>
        <p:spPr>
          <a:xfrm>
            <a:off x="6745064" y="1998851"/>
            <a:ext cx="4267200" cy="8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218" name="Google Shape;218;p15"/>
          <p:cNvSpPr txBox="1">
            <a:spLocks noGrp="1"/>
          </p:cNvSpPr>
          <p:nvPr>
            <p:ph type="subTitle" idx="4"/>
          </p:nvPr>
        </p:nvSpPr>
        <p:spPr>
          <a:xfrm>
            <a:off x="7031233" y="2841233"/>
            <a:ext cx="3694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15"/>
          <p:cNvSpPr txBox="1">
            <a:spLocks noGrp="1"/>
          </p:cNvSpPr>
          <p:nvPr>
            <p:ph type="title" idx="5" hasCustomPrompt="1"/>
          </p:nvPr>
        </p:nvSpPr>
        <p:spPr>
          <a:xfrm>
            <a:off x="3962397" y="4145967"/>
            <a:ext cx="4267200" cy="8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220" name="Google Shape;220;p15"/>
          <p:cNvSpPr txBox="1">
            <a:spLocks noGrp="1"/>
          </p:cNvSpPr>
          <p:nvPr>
            <p:ph type="subTitle" idx="6"/>
          </p:nvPr>
        </p:nvSpPr>
        <p:spPr>
          <a:xfrm>
            <a:off x="4248567" y="4987633"/>
            <a:ext cx="369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15"/>
          <p:cNvSpPr/>
          <p:nvPr/>
        </p:nvSpPr>
        <p:spPr>
          <a:xfrm rot="10800000" flipH="1">
            <a:off x="8835768" y="5063337"/>
            <a:ext cx="3747565" cy="1597404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2" name="Google Shape;222;p15"/>
          <p:cNvSpPr/>
          <p:nvPr/>
        </p:nvSpPr>
        <p:spPr>
          <a:xfrm rot="10800000" flipH="1">
            <a:off x="8382701" y="6120386"/>
            <a:ext cx="3814196" cy="1002148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rgbClr val="80C9D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3" name="Google Shape;223;p15"/>
          <p:cNvSpPr/>
          <p:nvPr/>
        </p:nvSpPr>
        <p:spPr>
          <a:xfrm flipH="1">
            <a:off x="8319867" y="6323033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4" name="Google Shape;224;p15"/>
          <p:cNvSpPr/>
          <p:nvPr/>
        </p:nvSpPr>
        <p:spPr>
          <a:xfrm flipH="1">
            <a:off x="10491451" y="5978784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5" name="Google Shape;225;p15"/>
          <p:cNvSpPr/>
          <p:nvPr/>
        </p:nvSpPr>
        <p:spPr>
          <a:xfrm flipH="1">
            <a:off x="9995753" y="5449523"/>
            <a:ext cx="2654147" cy="1405347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6" name="Google Shape;226;p15"/>
          <p:cNvSpPr/>
          <p:nvPr/>
        </p:nvSpPr>
        <p:spPr>
          <a:xfrm flipH="1">
            <a:off x="10840100" y="5449533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7" name="Google Shape;227;p15"/>
          <p:cNvSpPr/>
          <p:nvPr/>
        </p:nvSpPr>
        <p:spPr>
          <a:xfrm flipH="1">
            <a:off x="11803117" y="459305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8" name="Google Shape;228;p15"/>
          <p:cNvSpPr/>
          <p:nvPr/>
        </p:nvSpPr>
        <p:spPr>
          <a:xfrm flipH="1">
            <a:off x="-332134" y="109445"/>
            <a:ext cx="3747565" cy="1597404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9" name="Google Shape;229;p15"/>
          <p:cNvSpPr/>
          <p:nvPr/>
        </p:nvSpPr>
        <p:spPr>
          <a:xfrm flipH="1">
            <a:off x="54305" y="-352349"/>
            <a:ext cx="3814196" cy="1002148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rgbClr val="80C9D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0" name="Google Shape;230;p15"/>
          <p:cNvSpPr/>
          <p:nvPr/>
        </p:nvSpPr>
        <p:spPr>
          <a:xfrm rot="10800000" flipH="1">
            <a:off x="1541751" y="573400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1" name="Google Shape;231;p15"/>
          <p:cNvSpPr/>
          <p:nvPr/>
        </p:nvSpPr>
        <p:spPr>
          <a:xfrm rot="10800000" flipH="1">
            <a:off x="-398700" y="-84686"/>
            <a:ext cx="2654147" cy="1405347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2" name="Google Shape;232;p15"/>
          <p:cNvSpPr/>
          <p:nvPr/>
        </p:nvSpPr>
        <p:spPr>
          <a:xfrm rot="10800000" flipH="1">
            <a:off x="1279900" y="1189051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3" name="Google Shape;233;p15"/>
          <p:cNvSpPr/>
          <p:nvPr/>
        </p:nvSpPr>
        <p:spPr>
          <a:xfrm flipH="1">
            <a:off x="3737300" y="309567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4" name="Google Shape;234;p15"/>
          <p:cNvSpPr/>
          <p:nvPr/>
        </p:nvSpPr>
        <p:spPr>
          <a:xfrm rot="10800000" flipH="1">
            <a:off x="230084" y="195913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859601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"/>
          <p:cNvSpPr txBox="1">
            <a:spLocks noGrp="1"/>
          </p:cNvSpPr>
          <p:nvPr>
            <p:ph type="title"/>
          </p:nvPr>
        </p:nvSpPr>
        <p:spPr>
          <a:xfrm>
            <a:off x="2838833" y="484367"/>
            <a:ext cx="6514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37" name="Google Shape;237;p16"/>
          <p:cNvSpPr/>
          <p:nvPr/>
        </p:nvSpPr>
        <p:spPr>
          <a:xfrm flipH="1">
            <a:off x="-188690" y="-157720"/>
            <a:ext cx="4272457" cy="2201519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8" name="Google Shape;238;p16"/>
          <p:cNvSpPr/>
          <p:nvPr/>
        </p:nvSpPr>
        <p:spPr>
          <a:xfrm rot="10800000" flipH="1">
            <a:off x="-321730" y="-96892"/>
            <a:ext cx="3227363" cy="1378957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rgbClr val="9DCED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9" name="Google Shape;239;p16"/>
          <p:cNvSpPr/>
          <p:nvPr/>
        </p:nvSpPr>
        <p:spPr>
          <a:xfrm rot="-10484947">
            <a:off x="-930553" y="-549076"/>
            <a:ext cx="2457908" cy="1159047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0" name="Google Shape;240;p16"/>
          <p:cNvSpPr/>
          <p:nvPr/>
        </p:nvSpPr>
        <p:spPr>
          <a:xfrm rot="10800000" flipH="1">
            <a:off x="2345684" y="61099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1" name="Google Shape;241;p16"/>
          <p:cNvSpPr/>
          <p:nvPr/>
        </p:nvSpPr>
        <p:spPr>
          <a:xfrm rot="10800000" flipH="1">
            <a:off x="1159135" y="92954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2" name="Google Shape;242;p16"/>
          <p:cNvSpPr/>
          <p:nvPr/>
        </p:nvSpPr>
        <p:spPr>
          <a:xfrm rot="10800000" flipH="1">
            <a:off x="121535" y="1683112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005103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7"/>
          <p:cNvSpPr txBox="1">
            <a:spLocks noGrp="1"/>
          </p:cNvSpPr>
          <p:nvPr>
            <p:ph type="title"/>
          </p:nvPr>
        </p:nvSpPr>
        <p:spPr>
          <a:xfrm>
            <a:off x="3795300" y="484367"/>
            <a:ext cx="460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45" name="Google Shape;245;p17"/>
          <p:cNvSpPr txBox="1">
            <a:spLocks noGrp="1"/>
          </p:cNvSpPr>
          <p:nvPr>
            <p:ph type="subTitle" idx="1"/>
          </p:nvPr>
        </p:nvSpPr>
        <p:spPr>
          <a:xfrm>
            <a:off x="1051133" y="2193933"/>
            <a:ext cx="36060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246" name="Google Shape;246;p17"/>
          <p:cNvSpPr txBox="1">
            <a:spLocks noGrp="1"/>
          </p:cNvSpPr>
          <p:nvPr>
            <p:ph type="subTitle" idx="2"/>
          </p:nvPr>
        </p:nvSpPr>
        <p:spPr>
          <a:xfrm>
            <a:off x="717567" y="3007200"/>
            <a:ext cx="5112000" cy="26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600"/>
            </a:lvl1pPr>
            <a:lvl2pPr lvl="1" algn="ctr" rtl="0">
              <a:spcBef>
                <a:spcPts val="1333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7" name="Google Shape;247;p17"/>
          <p:cNvSpPr txBox="1">
            <a:spLocks noGrp="1"/>
          </p:cNvSpPr>
          <p:nvPr>
            <p:ph type="subTitle" idx="3"/>
          </p:nvPr>
        </p:nvSpPr>
        <p:spPr>
          <a:xfrm>
            <a:off x="6878633" y="2193933"/>
            <a:ext cx="36060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248" name="Google Shape;248;p17"/>
          <p:cNvSpPr txBox="1">
            <a:spLocks noGrp="1"/>
          </p:cNvSpPr>
          <p:nvPr>
            <p:ph type="subTitle" idx="4"/>
          </p:nvPr>
        </p:nvSpPr>
        <p:spPr>
          <a:xfrm>
            <a:off x="6362433" y="3007200"/>
            <a:ext cx="5112000" cy="26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600"/>
            </a:lvl1pPr>
            <a:lvl2pPr lvl="1" algn="ctr" rtl="0">
              <a:spcBef>
                <a:spcPts val="1333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9" name="Google Shape;249;p17"/>
          <p:cNvSpPr/>
          <p:nvPr/>
        </p:nvSpPr>
        <p:spPr>
          <a:xfrm rot="-10350985" flipH="1">
            <a:off x="8600207" y="-166361"/>
            <a:ext cx="4593245" cy="1556636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0" name="Google Shape;250;p17"/>
          <p:cNvSpPr/>
          <p:nvPr/>
        </p:nvSpPr>
        <p:spPr>
          <a:xfrm flipH="1">
            <a:off x="11127768" y="1312832"/>
            <a:ext cx="218000" cy="21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1" name="Google Shape;251;p17"/>
          <p:cNvSpPr/>
          <p:nvPr/>
        </p:nvSpPr>
        <p:spPr>
          <a:xfrm flipH="1">
            <a:off x="11970368" y="1767265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2" name="Google Shape;252;p17"/>
          <p:cNvSpPr/>
          <p:nvPr/>
        </p:nvSpPr>
        <p:spPr>
          <a:xfrm flipH="1">
            <a:off x="8315535" y="25116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3" name="Google Shape;253;p17"/>
          <p:cNvSpPr/>
          <p:nvPr/>
        </p:nvSpPr>
        <p:spPr>
          <a:xfrm flipH="1">
            <a:off x="9427168" y="719065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4" name="Google Shape;254;p17"/>
          <p:cNvSpPr/>
          <p:nvPr/>
        </p:nvSpPr>
        <p:spPr>
          <a:xfrm>
            <a:off x="9558359" y="-132486"/>
            <a:ext cx="3356813" cy="138876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rgbClr val="80C9D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5" name="Google Shape;255;p17"/>
          <p:cNvSpPr/>
          <p:nvPr/>
        </p:nvSpPr>
        <p:spPr>
          <a:xfrm rot="10800000" flipH="1">
            <a:off x="10237569" y="-280355"/>
            <a:ext cx="2742972" cy="1038632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6" name="Google Shape;256;p17"/>
          <p:cNvSpPr/>
          <p:nvPr/>
        </p:nvSpPr>
        <p:spPr>
          <a:xfrm rot="10350985">
            <a:off x="-749722" y="-231210"/>
            <a:ext cx="4593245" cy="1556636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7" name="Google Shape;257;p17"/>
          <p:cNvSpPr/>
          <p:nvPr/>
        </p:nvSpPr>
        <p:spPr>
          <a:xfrm>
            <a:off x="1097961" y="1247981"/>
            <a:ext cx="218000" cy="21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8" name="Google Shape;258;p17"/>
          <p:cNvSpPr/>
          <p:nvPr/>
        </p:nvSpPr>
        <p:spPr>
          <a:xfrm>
            <a:off x="342161" y="1702415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9" name="Google Shape;259;p17"/>
          <p:cNvSpPr/>
          <p:nvPr/>
        </p:nvSpPr>
        <p:spPr>
          <a:xfrm>
            <a:off x="3996995" y="18631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0" name="Google Shape;260;p17"/>
          <p:cNvSpPr/>
          <p:nvPr/>
        </p:nvSpPr>
        <p:spPr>
          <a:xfrm>
            <a:off x="2885361" y="654215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1" name="Google Shape;261;p17"/>
          <p:cNvSpPr/>
          <p:nvPr/>
        </p:nvSpPr>
        <p:spPr>
          <a:xfrm flipH="1">
            <a:off x="-471443" y="-197335"/>
            <a:ext cx="3356813" cy="138876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rgbClr val="80C9D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2" name="Google Shape;262;p17"/>
          <p:cNvSpPr/>
          <p:nvPr/>
        </p:nvSpPr>
        <p:spPr>
          <a:xfrm rot="10800000">
            <a:off x="-536810" y="-345205"/>
            <a:ext cx="2742972" cy="1038632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1764238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Section title and description 1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8"/>
          <p:cNvSpPr txBox="1">
            <a:spLocks noGrp="1"/>
          </p:cNvSpPr>
          <p:nvPr>
            <p:ph type="title"/>
          </p:nvPr>
        </p:nvSpPr>
        <p:spPr>
          <a:xfrm>
            <a:off x="2855933" y="2563933"/>
            <a:ext cx="6480000" cy="109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265" name="Google Shape;265;p18"/>
          <p:cNvSpPr txBox="1">
            <a:spLocks noGrp="1"/>
          </p:cNvSpPr>
          <p:nvPr>
            <p:ph type="subTitle" idx="1"/>
          </p:nvPr>
        </p:nvSpPr>
        <p:spPr>
          <a:xfrm>
            <a:off x="2856067" y="3676167"/>
            <a:ext cx="6480000" cy="65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18"/>
          <p:cNvSpPr/>
          <p:nvPr/>
        </p:nvSpPr>
        <p:spPr>
          <a:xfrm rot="-5400000">
            <a:off x="-1373147" y="1087041"/>
            <a:ext cx="5411089" cy="2306376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7" name="Google Shape;267;p18"/>
          <p:cNvSpPr/>
          <p:nvPr/>
        </p:nvSpPr>
        <p:spPr>
          <a:xfrm rot="-5400000">
            <a:off x="-2517625" y="2122984"/>
            <a:ext cx="5507025" cy="144689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rgbClr val="80C9D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8" name="Google Shape;268;p18"/>
          <p:cNvSpPr/>
          <p:nvPr/>
        </p:nvSpPr>
        <p:spPr>
          <a:xfrm rot="5400000">
            <a:off x="516341" y="481437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9" name="Google Shape;269;p18"/>
          <p:cNvSpPr/>
          <p:nvPr/>
        </p:nvSpPr>
        <p:spPr>
          <a:xfrm rot="5400000">
            <a:off x="804492" y="2296292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0" name="Google Shape;270;p18"/>
          <p:cNvSpPr/>
          <p:nvPr/>
        </p:nvSpPr>
        <p:spPr>
          <a:xfrm rot="5400000">
            <a:off x="-1002637" y="340299"/>
            <a:ext cx="3832268" cy="2029088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1" name="Google Shape;271;p18"/>
          <p:cNvSpPr/>
          <p:nvPr/>
        </p:nvSpPr>
        <p:spPr>
          <a:xfrm rot="5400000">
            <a:off x="1378541" y="1524108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2" name="Google Shape;272;p18"/>
          <p:cNvSpPr/>
          <p:nvPr/>
        </p:nvSpPr>
        <p:spPr>
          <a:xfrm rot="5400000">
            <a:off x="2637925" y="26792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3" name="Google Shape;273;p18"/>
          <p:cNvSpPr/>
          <p:nvPr/>
        </p:nvSpPr>
        <p:spPr>
          <a:xfrm rot="5400000">
            <a:off x="8154060" y="3408181"/>
            <a:ext cx="5411089" cy="2306376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4" name="Google Shape;274;p18"/>
          <p:cNvSpPr/>
          <p:nvPr/>
        </p:nvSpPr>
        <p:spPr>
          <a:xfrm rot="5400000">
            <a:off x="9202601" y="3231725"/>
            <a:ext cx="5507025" cy="144689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rgbClr val="80C9D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5" name="Google Shape;275;p18"/>
          <p:cNvSpPr/>
          <p:nvPr/>
        </p:nvSpPr>
        <p:spPr>
          <a:xfrm rot="-5400000">
            <a:off x="11544459" y="18556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6" name="Google Shape;276;p18"/>
          <p:cNvSpPr/>
          <p:nvPr/>
        </p:nvSpPr>
        <p:spPr>
          <a:xfrm rot="-5400000">
            <a:off x="11169508" y="42873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7" name="Google Shape;277;p18"/>
          <p:cNvSpPr/>
          <p:nvPr/>
        </p:nvSpPr>
        <p:spPr>
          <a:xfrm rot="-5400000">
            <a:off x="9362370" y="4432213"/>
            <a:ext cx="3832268" cy="2029088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8" name="Google Shape;278;p18"/>
          <p:cNvSpPr/>
          <p:nvPr/>
        </p:nvSpPr>
        <p:spPr>
          <a:xfrm rot="-5400000">
            <a:off x="10682259" y="51458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9" name="Google Shape;279;p18"/>
          <p:cNvSpPr/>
          <p:nvPr/>
        </p:nvSpPr>
        <p:spPr>
          <a:xfrm rot="-5400000">
            <a:off x="9336075" y="65568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348457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9"/>
          <p:cNvSpPr txBox="1">
            <a:spLocks noGrp="1"/>
          </p:cNvSpPr>
          <p:nvPr>
            <p:ph type="title"/>
          </p:nvPr>
        </p:nvSpPr>
        <p:spPr>
          <a:xfrm>
            <a:off x="4194367" y="484367"/>
            <a:ext cx="3803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82" name="Google Shape;282;p19"/>
          <p:cNvSpPr txBox="1">
            <a:spLocks noGrp="1"/>
          </p:cNvSpPr>
          <p:nvPr>
            <p:ph type="subTitle" idx="1"/>
          </p:nvPr>
        </p:nvSpPr>
        <p:spPr>
          <a:xfrm>
            <a:off x="4438588" y="25393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283" name="Google Shape;283;p19"/>
          <p:cNvSpPr txBox="1">
            <a:spLocks noGrp="1"/>
          </p:cNvSpPr>
          <p:nvPr>
            <p:ph type="subTitle" idx="2"/>
          </p:nvPr>
        </p:nvSpPr>
        <p:spPr>
          <a:xfrm>
            <a:off x="4814588" y="2964800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19"/>
          <p:cNvSpPr txBox="1">
            <a:spLocks noGrp="1"/>
          </p:cNvSpPr>
          <p:nvPr>
            <p:ph type="subTitle" idx="3"/>
          </p:nvPr>
        </p:nvSpPr>
        <p:spPr>
          <a:xfrm>
            <a:off x="879551" y="25393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285" name="Google Shape;285;p19"/>
          <p:cNvSpPr txBox="1">
            <a:spLocks noGrp="1"/>
          </p:cNvSpPr>
          <p:nvPr>
            <p:ph type="subTitle" idx="4"/>
          </p:nvPr>
        </p:nvSpPr>
        <p:spPr>
          <a:xfrm>
            <a:off x="1255551" y="2964800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19"/>
          <p:cNvSpPr txBox="1">
            <a:spLocks noGrp="1"/>
          </p:cNvSpPr>
          <p:nvPr>
            <p:ph type="subTitle" idx="5"/>
          </p:nvPr>
        </p:nvSpPr>
        <p:spPr>
          <a:xfrm>
            <a:off x="4438588" y="50860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287" name="Google Shape;287;p19"/>
          <p:cNvSpPr txBox="1">
            <a:spLocks noGrp="1"/>
          </p:cNvSpPr>
          <p:nvPr>
            <p:ph type="subTitle" idx="6"/>
          </p:nvPr>
        </p:nvSpPr>
        <p:spPr>
          <a:xfrm>
            <a:off x="4814588" y="5511504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19"/>
          <p:cNvSpPr txBox="1">
            <a:spLocks noGrp="1"/>
          </p:cNvSpPr>
          <p:nvPr>
            <p:ph type="subTitle" idx="7"/>
          </p:nvPr>
        </p:nvSpPr>
        <p:spPr>
          <a:xfrm>
            <a:off x="879551" y="50860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289" name="Google Shape;289;p19"/>
          <p:cNvSpPr txBox="1">
            <a:spLocks noGrp="1"/>
          </p:cNvSpPr>
          <p:nvPr>
            <p:ph type="subTitle" idx="8"/>
          </p:nvPr>
        </p:nvSpPr>
        <p:spPr>
          <a:xfrm>
            <a:off x="1255551" y="5511504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19"/>
          <p:cNvSpPr txBox="1">
            <a:spLocks noGrp="1"/>
          </p:cNvSpPr>
          <p:nvPr>
            <p:ph type="subTitle" idx="9"/>
          </p:nvPr>
        </p:nvSpPr>
        <p:spPr>
          <a:xfrm>
            <a:off x="7997621" y="25393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291" name="Google Shape;291;p19"/>
          <p:cNvSpPr txBox="1">
            <a:spLocks noGrp="1"/>
          </p:cNvSpPr>
          <p:nvPr>
            <p:ph type="subTitle" idx="13"/>
          </p:nvPr>
        </p:nvSpPr>
        <p:spPr>
          <a:xfrm>
            <a:off x="8373621" y="2964800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19"/>
          <p:cNvSpPr txBox="1">
            <a:spLocks noGrp="1"/>
          </p:cNvSpPr>
          <p:nvPr>
            <p:ph type="subTitle" idx="14"/>
          </p:nvPr>
        </p:nvSpPr>
        <p:spPr>
          <a:xfrm>
            <a:off x="7997621" y="50860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293" name="Google Shape;293;p19"/>
          <p:cNvSpPr txBox="1">
            <a:spLocks noGrp="1"/>
          </p:cNvSpPr>
          <p:nvPr>
            <p:ph type="subTitle" idx="15"/>
          </p:nvPr>
        </p:nvSpPr>
        <p:spPr>
          <a:xfrm>
            <a:off x="8373621" y="5511504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19"/>
          <p:cNvSpPr/>
          <p:nvPr/>
        </p:nvSpPr>
        <p:spPr>
          <a:xfrm>
            <a:off x="7449733" y="-279399"/>
            <a:ext cx="9186761" cy="1173337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5" name="Google Shape;295;p19"/>
          <p:cNvSpPr/>
          <p:nvPr/>
        </p:nvSpPr>
        <p:spPr>
          <a:xfrm rot="10800000" flipH="1">
            <a:off x="9208433" y="-700201"/>
            <a:ext cx="3172419" cy="1296135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rgbClr val="80C9D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6" name="Google Shape;296;p19"/>
          <p:cNvSpPr/>
          <p:nvPr/>
        </p:nvSpPr>
        <p:spPr>
          <a:xfrm rot="-3279262">
            <a:off x="10535453" y="-1297344"/>
            <a:ext cx="1873092" cy="2791747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7" name="Google Shape;297;p19"/>
          <p:cNvSpPr/>
          <p:nvPr/>
        </p:nvSpPr>
        <p:spPr>
          <a:xfrm rot="10800000">
            <a:off x="8542655" y="151457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8" name="Google Shape;298;p19"/>
          <p:cNvSpPr/>
          <p:nvPr/>
        </p:nvSpPr>
        <p:spPr>
          <a:xfrm rot="10800000">
            <a:off x="10872555" y="466491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9" name="Google Shape;299;p19"/>
          <p:cNvSpPr/>
          <p:nvPr/>
        </p:nvSpPr>
        <p:spPr>
          <a:xfrm rot="10800000">
            <a:off x="10241421" y="985424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0" name="Google Shape;300;p19"/>
          <p:cNvSpPr/>
          <p:nvPr/>
        </p:nvSpPr>
        <p:spPr>
          <a:xfrm flipH="1">
            <a:off x="-4445234" y="-280999"/>
            <a:ext cx="9186761" cy="1173337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1" name="Google Shape;301;p19"/>
          <p:cNvSpPr/>
          <p:nvPr/>
        </p:nvSpPr>
        <p:spPr>
          <a:xfrm rot="10800000">
            <a:off x="-189594" y="-701801"/>
            <a:ext cx="3172419" cy="1296135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rgbClr val="80C9D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2" name="Google Shape;302;p19"/>
          <p:cNvSpPr/>
          <p:nvPr/>
        </p:nvSpPr>
        <p:spPr>
          <a:xfrm rot="3279262" flipH="1">
            <a:off x="-217286" y="-1298944"/>
            <a:ext cx="1873092" cy="2791747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3" name="Google Shape;303;p19"/>
          <p:cNvSpPr/>
          <p:nvPr/>
        </p:nvSpPr>
        <p:spPr>
          <a:xfrm rot="10800000" flipH="1">
            <a:off x="3430604" y="149857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4" name="Google Shape;304;p19"/>
          <p:cNvSpPr/>
          <p:nvPr/>
        </p:nvSpPr>
        <p:spPr>
          <a:xfrm rot="10800000" flipH="1">
            <a:off x="1187504" y="464891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5" name="Google Shape;305;p19"/>
          <p:cNvSpPr/>
          <p:nvPr/>
        </p:nvSpPr>
        <p:spPr>
          <a:xfrm rot="10800000" flipH="1">
            <a:off x="268404" y="1403657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6" name="Google Shape;306;p19"/>
          <p:cNvSpPr/>
          <p:nvPr/>
        </p:nvSpPr>
        <p:spPr>
          <a:xfrm rot="10800000" flipH="1">
            <a:off x="1818637" y="983824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7" name="Google Shape;307;p19"/>
          <p:cNvSpPr/>
          <p:nvPr/>
        </p:nvSpPr>
        <p:spPr>
          <a:xfrm rot="10800000">
            <a:off x="11791655" y="1405257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08023922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0"/>
          <p:cNvSpPr txBox="1">
            <a:spLocks noGrp="1"/>
          </p:cNvSpPr>
          <p:nvPr>
            <p:ph type="title"/>
          </p:nvPr>
        </p:nvSpPr>
        <p:spPr>
          <a:xfrm>
            <a:off x="2057800" y="484367"/>
            <a:ext cx="807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p20"/>
          <p:cNvSpPr txBox="1">
            <a:spLocks noGrp="1"/>
          </p:cNvSpPr>
          <p:nvPr>
            <p:ph type="subTitle" idx="1"/>
          </p:nvPr>
        </p:nvSpPr>
        <p:spPr>
          <a:xfrm>
            <a:off x="6500843" y="25393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311" name="Google Shape;311;p20"/>
          <p:cNvSpPr txBox="1">
            <a:spLocks noGrp="1"/>
          </p:cNvSpPr>
          <p:nvPr>
            <p:ph type="subTitle" idx="2"/>
          </p:nvPr>
        </p:nvSpPr>
        <p:spPr>
          <a:xfrm>
            <a:off x="6876751" y="2964800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20"/>
          <p:cNvSpPr txBox="1">
            <a:spLocks noGrp="1"/>
          </p:cNvSpPr>
          <p:nvPr>
            <p:ph type="subTitle" idx="3"/>
          </p:nvPr>
        </p:nvSpPr>
        <p:spPr>
          <a:xfrm>
            <a:off x="2376351" y="25393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313" name="Google Shape;313;p20"/>
          <p:cNvSpPr txBox="1">
            <a:spLocks noGrp="1"/>
          </p:cNvSpPr>
          <p:nvPr>
            <p:ph type="subTitle" idx="4"/>
          </p:nvPr>
        </p:nvSpPr>
        <p:spPr>
          <a:xfrm>
            <a:off x="2752500" y="2964800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20"/>
          <p:cNvSpPr txBox="1">
            <a:spLocks noGrp="1"/>
          </p:cNvSpPr>
          <p:nvPr>
            <p:ph type="subTitle" idx="5"/>
          </p:nvPr>
        </p:nvSpPr>
        <p:spPr>
          <a:xfrm>
            <a:off x="6500800" y="50860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315" name="Google Shape;315;p20"/>
          <p:cNvSpPr txBox="1">
            <a:spLocks noGrp="1"/>
          </p:cNvSpPr>
          <p:nvPr>
            <p:ph type="subTitle" idx="6"/>
          </p:nvPr>
        </p:nvSpPr>
        <p:spPr>
          <a:xfrm>
            <a:off x="6876751" y="5511504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20"/>
          <p:cNvSpPr txBox="1">
            <a:spLocks noGrp="1"/>
          </p:cNvSpPr>
          <p:nvPr>
            <p:ph type="subTitle" idx="7"/>
          </p:nvPr>
        </p:nvSpPr>
        <p:spPr>
          <a:xfrm>
            <a:off x="2376351" y="50860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317" name="Google Shape;317;p20"/>
          <p:cNvSpPr txBox="1">
            <a:spLocks noGrp="1"/>
          </p:cNvSpPr>
          <p:nvPr>
            <p:ph type="subTitle" idx="8"/>
          </p:nvPr>
        </p:nvSpPr>
        <p:spPr>
          <a:xfrm>
            <a:off x="2752500" y="5511504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20"/>
          <p:cNvSpPr/>
          <p:nvPr/>
        </p:nvSpPr>
        <p:spPr>
          <a:xfrm rot="-5400000" flipH="1">
            <a:off x="-4129329" y="2922829"/>
            <a:ext cx="9186761" cy="1173337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9" name="Google Shape;319;p20"/>
          <p:cNvSpPr/>
          <p:nvPr/>
        </p:nvSpPr>
        <p:spPr>
          <a:xfrm rot="5400000">
            <a:off x="-2561733" y="4131251"/>
            <a:ext cx="5695767" cy="1569933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rgbClr val="80C9D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0" name="Google Shape;320;p20"/>
          <p:cNvSpPr/>
          <p:nvPr/>
        </p:nvSpPr>
        <p:spPr>
          <a:xfrm rot="147" flipH="1">
            <a:off x="-535861" y="4240130"/>
            <a:ext cx="1873119" cy="2791797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1" name="Google Shape;321;p20"/>
          <p:cNvSpPr/>
          <p:nvPr/>
        </p:nvSpPr>
        <p:spPr>
          <a:xfrm rot="-5400000" flipH="1">
            <a:off x="1119281" y="5152752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2" name="Google Shape;322;p20"/>
          <p:cNvSpPr/>
          <p:nvPr/>
        </p:nvSpPr>
        <p:spPr>
          <a:xfrm rot="-5400000" flipH="1">
            <a:off x="502015" y="1446652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3" name="Google Shape;323;p20"/>
          <p:cNvSpPr/>
          <p:nvPr/>
        </p:nvSpPr>
        <p:spPr>
          <a:xfrm rot="-5400000" flipH="1">
            <a:off x="1265315" y="230785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4" name="Google Shape;324;p20"/>
          <p:cNvSpPr/>
          <p:nvPr/>
        </p:nvSpPr>
        <p:spPr>
          <a:xfrm rot="5400000" flipH="1">
            <a:off x="7107590" y="2922829"/>
            <a:ext cx="9186761" cy="1173337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5" name="Google Shape;325;p20"/>
          <p:cNvSpPr/>
          <p:nvPr/>
        </p:nvSpPr>
        <p:spPr>
          <a:xfrm rot="-5400000">
            <a:off x="9030987" y="1317811"/>
            <a:ext cx="5695767" cy="1569933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rgbClr val="80C9D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6" name="Google Shape;326;p20"/>
          <p:cNvSpPr/>
          <p:nvPr/>
        </p:nvSpPr>
        <p:spPr>
          <a:xfrm rot="-10799853" flipH="1">
            <a:off x="10827763" y="-12933"/>
            <a:ext cx="1873119" cy="2791797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7" name="Google Shape;327;p20"/>
          <p:cNvSpPr/>
          <p:nvPr/>
        </p:nvSpPr>
        <p:spPr>
          <a:xfrm rot="5400000" flipH="1">
            <a:off x="10473439" y="68250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8" name="Google Shape;328;p20"/>
          <p:cNvSpPr/>
          <p:nvPr/>
        </p:nvSpPr>
        <p:spPr>
          <a:xfrm rot="5400000" flipH="1">
            <a:off x="10827739" y="164824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9" name="Google Shape;329;p20"/>
          <p:cNvSpPr/>
          <p:nvPr/>
        </p:nvSpPr>
        <p:spPr>
          <a:xfrm rot="5400000" flipH="1">
            <a:off x="11445005" y="535434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0" name="Google Shape;330;p20"/>
          <p:cNvSpPr/>
          <p:nvPr/>
        </p:nvSpPr>
        <p:spPr>
          <a:xfrm rot="5400000" flipH="1">
            <a:off x="10768505" y="4579543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1" name="Google Shape;331;p20"/>
          <p:cNvSpPr/>
          <p:nvPr/>
        </p:nvSpPr>
        <p:spPr>
          <a:xfrm rot="-5400000" flipH="1">
            <a:off x="1560381" y="620488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9390759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1"/>
          <p:cNvSpPr txBox="1">
            <a:spLocks noGrp="1"/>
          </p:cNvSpPr>
          <p:nvPr>
            <p:ph type="title"/>
          </p:nvPr>
        </p:nvSpPr>
        <p:spPr>
          <a:xfrm flipH="1">
            <a:off x="1278669" y="2692967"/>
            <a:ext cx="5241600" cy="8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334" name="Google Shape;334;p21"/>
          <p:cNvSpPr txBox="1">
            <a:spLocks noGrp="1"/>
          </p:cNvSpPr>
          <p:nvPr>
            <p:ph type="subTitle" idx="1"/>
          </p:nvPr>
        </p:nvSpPr>
        <p:spPr>
          <a:xfrm flipH="1">
            <a:off x="1278787" y="3421033"/>
            <a:ext cx="3998400" cy="7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Josefin Sans"/>
              <a:buNone/>
              <a:defRPr sz="2000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21"/>
          <p:cNvSpPr/>
          <p:nvPr/>
        </p:nvSpPr>
        <p:spPr>
          <a:xfrm rot="-132439" flipH="1">
            <a:off x="407828" y="-53222"/>
            <a:ext cx="6424955" cy="1041291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6" name="Google Shape;336;p21"/>
          <p:cNvSpPr/>
          <p:nvPr/>
        </p:nvSpPr>
        <p:spPr>
          <a:xfrm flipH="1">
            <a:off x="536613" y="-176902"/>
            <a:ext cx="3191505" cy="1288619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rgbClr val="80C9D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7" name="Google Shape;337;p21"/>
          <p:cNvSpPr/>
          <p:nvPr/>
        </p:nvSpPr>
        <p:spPr>
          <a:xfrm rot="10800000" flipH="1">
            <a:off x="-362816" y="-14504"/>
            <a:ext cx="2795864" cy="1318869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8" name="Google Shape;338;p21"/>
          <p:cNvSpPr/>
          <p:nvPr/>
        </p:nvSpPr>
        <p:spPr>
          <a:xfrm rot="10800000" flipH="1">
            <a:off x="536601" y="1448649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9" name="Google Shape;339;p21"/>
          <p:cNvSpPr/>
          <p:nvPr/>
        </p:nvSpPr>
        <p:spPr>
          <a:xfrm rot="10800000" flipH="1">
            <a:off x="1537401" y="864083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0" name="Google Shape;340;p21"/>
          <p:cNvSpPr/>
          <p:nvPr/>
        </p:nvSpPr>
        <p:spPr>
          <a:xfrm rot="10800000" flipH="1">
            <a:off x="3813001" y="401616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1" name="Google Shape;341;p21"/>
          <p:cNvSpPr/>
          <p:nvPr/>
        </p:nvSpPr>
        <p:spPr>
          <a:xfrm rot="-10667561">
            <a:off x="407828" y="5858447"/>
            <a:ext cx="6424955" cy="1041291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2" name="Google Shape;342;p21"/>
          <p:cNvSpPr/>
          <p:nvPr/>
        </p:nvSpPr>
        <p:spPr>
          <a:xfrm rot="10800000">
            <a:off x="536613" y="5734796"/>
            <a:ext cx="3191505" cy="1288619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rgbClr val="80C9D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3" name="Google Shape;343;p21"/>
          <p:cNvSpPr/>
          <p:nvPr/>
        </p:nvSpPr>
        <p:spPr>
          <a:xfrm>
            <a:off x="-362816" y="5542150"/>
            <a:ext cx="2795864" cy="1318869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4" name="Google Shape;344;p21"/>
          <p:cNvSpPr/>
          <p:nvPr/>
        </p:nvSpPr>
        <p:spPr>
          <a:xfrm>
            <a:off x="536601" y="5266265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5" name="Google Shape;345;p21"/>
          <p:cNvSpPr/>
          <p:nvPr/>
        </p:nvSpPr>
        <p:spPr>
          <a:xfrm>
            <a:off x="1537401" y="585083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6" name="Google Shape;346;p21"/>
          <p:cNvSpPr/>
          <p:nvPr/>
        </p:nvSpPr>
        <p:spPr>
          <a:xfrm>
            <a:off x="3813001" y="6313299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7" name="Google Shape;347;p21"/>
          <p:cNvSpPr/>
          <p:nvPr/>
        </p:nvSpPr>
        <p:spPr>
          <a:xfrm>
            <a:off x="6995568" y="642436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8" name="Google Shape;348;p21"/>
          <p:cNvSpPr/>
          <p:nvPr/>
        </p:nvSpPr>
        <p:spPr>
          <a:xfrm rot="10800000" flipH="1">
            <a:off x="6995568" y="204149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3962210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Title and four columns 2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2"/>
          <p:cNvSpPr txBox="1">
            <a:spLocks noGrp="1"/>
          </p:cNvSpPr>
          <p:nvPr>
            <p:ph type="title"/>
          </p:nvPr>
        </p:nvSpPr>
        <p:spPr>
          <a:xfrm>
            <a:off x="3591800" y="484367"/>
            <a:ext cx="5008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22"/>
          <p:cNvSpPr txBox="1">
            <a:spLocks noGrp="1"/>
          </p:cNvSpPr>
          <p:nvPr>
            <p:ph type="subTitle" idx="1"/>
          </p:nvPr>
        </p:nvSpPr>
        <p:spPr>
          <a:xfrm>
            <a:off x="6207803" y="1886533"/>
            <a:ext cx="40604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352" name="Google Shape;352;p22"/>
          <p:cNvSpPr txBox="1">
            <a:spLocks noGrp="1"/>
          </p:cNvSpPr>
          <p:nvPr>
            <p:ph type="subTitle" idx="2"/>
          </p:nvPr>
        </p:nvSpPr>
        <p:spPr>
          <a:xfrm>
            <a:off x="6611301" y="2312033"/>
            <a:ext cx="3253200" cy="13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22"/>
          <p:cNvSpPr txBox="1">
            <a:spLocks noGrp="1"/>
          </p:cNvSpPr>
          <p:nvPr>
            <p:ph type="subTitle" idx="3"/>
          </p:nvPr>
        </p:nvSpPr>
        <p:spPr>
          <a:xfrm>
            <a:off x="1923784" y="1886533"/>
            <a:ext cx="40604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354" name="Google Shape;354;p22"/>
          <p:cNvSpPr txBox="1">
            <a:spLocks noGrp="1"/>
          </p:cNvSpPr>
          <p:nvPr>
            <p:ph type="subTitle" idx="4"/>
          </p:nvPr>
        </p:nvSpPr>
        <p:spPr>
          <a:xfrm>
            <a:off x="2327584" y="2312033"/>
            <a:ext cx="3253200" cy="13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22"/>
          <p:cNvSpPr txBox="1">
            <a:spLocks noGrp="1"/>
          </p:cNvSpPr>
          <p:nvPr>
            <p:ph type="subTitle" idx="5"/>
          </p:nvPr>
        </p:nvSpPr>
        <p:spPr>
          <a:xfrm>
            <a:off x="6207749" y="4213533"/>
            <a:ext cx="40604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356" name="Google Shape;356;p22"/>
          <p:cNvSpPr txBox="1">
            <a:spLocks noGrp="1"/>
          </p:cNvSpPr>
          <p:nvPr>
            <p:ph type="subTitle" idx="6"/>
          </p:nvPr>
        </p:nvSpPr>
        <p:spPr>
          <a:xfrm>
            <a:off x="6611301" y="4639032"/>
            <a:ext cx="3253200" cy="13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22"/>
          <p:cNvSpPr txBox="1">
            <a:spLocks noGrp="1"/>
          </p:cNvSpPr>
          <p:nvPr>
            <p:ph type="subTitle" idx="7"/>
          </p:nvPr>
        </p:nvSpPr>
        <p:spPr>
          <a:xfrm>
            <a:off x="1923784" y="4213533"/>
            <a:ext cx="40604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358" name="Google Shape;358;p22"/>
          <p:cNvSpPr txBox="1">
            <a:spLocks noGrp="1"/>
          </p:cNvSpPr>
          <p:nvPr>
            <p:ph type="subTitle" idx="8"/>
          </p:nvPr>
        </p:nvSpPr>
        <p:spPr>
          <a:xfrm>
            <a:off x="2327584" y="4639032"/>
            <a:ext cx="3253200" cy="13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22"/>
          <p:cNvSpPr/>
          <p:nvPr/>
        </p:nvSpPr>
        <p:spPr>
          <a:xfrm rot="-5532439" flipH="1">
            <a:off x="-2726736" y="3096232"/>
            <a:ext cx="6424955" cy="1041291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0" name="Google Shape;360;p22"/>
          <p:cNvSpPr/>
          <p:nvPr/>
        </p:nvSpPr>
        <p:spPr>
          <a:xfrm rot="-5400000" flipH="1">
            <a:off x="-1110025" y="3768575"/>
            <a:ext cx="3191505" cy="1288619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rgbClr val="80C9D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1" name="Google Shape;361;p22"/>
          <p:cNvSpPr/>
          <p:nvPr/>
        </p:nvSpPr>
        <p:spPr>
          <a:xfrm rot="5400000" flipH="1">
            <a:off x="-734683" y="4850699"/>
            <a:ext cx="2795864" cy="1318869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2" name="Google Shape;362;p22"/>
          <p:cNvSpPr/>
          <p:nvPr/>
        </p:nvSpPr>
        <p:spPr>
          <a:xfrm rot="5400000" flipH="1">
            <a:off x="1467168" y="5877249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3" name="Google Shape;363;p22"/>
          <p:cNvSpPr/>
          <p:nvPr/>
        </p:nvSpPr>
        <p:spPr>
          <a:xfrm rot="5400000" flipH="1">
            <a:off x="882601" y="487644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4" name="Google Shape;364;p22"/>
          <p:cNvSpPr/>
          <p:nvPr/>
        </p:nvSpPr>
        <p:spPr>
          <a:xfrm rot="5400000" flipH="1">
            <a:off x="420135" y="2600849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5" name="Google Shape;365;p22"/>
          <p:cNvSpPr/>
          <p:nvPr/>
        </p:nvSpPr>
        <p:spPr>
          <a:xfrm rot="5400000" flipH="1">
            <a:off x="611001" y="330949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6" name="Google Shape;366;p22"/>
          <p:cNvSpPr/>
          <p:nvPr/>
        </p:nvSpPr>
        <p:spPr>
          <a:xfrm rot="5267561" flipH="1">
            <a:off x="8493765" y="2549425"/>
            <a:ext cx="6424955" cy="1041291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7" name="Google Shape;367;p22"/>
          <p:cNvSpPr/>
          <p:nvPr/>
        </p:nvSpPr>
        <p:spPr>
          <a:xfrm rot="5400000" flipH="1">
            <a:off x="10110506" y="1629753"/>
            <a:ext cx="3191505" cy="1288619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rgbClr val="80C9D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8" name="Google Shape;368;p22"/>
          <p:cNvSpPr/>
          <p:nvPr/>
        </p:nvSpPr>
        <p:spPr>
          <a:xfrm rot="-5400000" flipH="1">
            <a:off x="10130804" y="517380"/>
            <a:ext cx="2795864" cy="1318869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9" name="Google Shape;369;p22"/>
          <p:cNvSpPr/>
          <p:nvPr/>
        </p:nvSpPr>
        <p:spPr>
          <a:xfrm rot="-5400000" flipH="1">
            <a:off x="10593617" y="678099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0" name="Google Shape;370;p22"/>
          <p:cNvSpPr/>
          <p:nvPr/>
        </p:nvSpPr>
        <p:spPr>
          <a:xfrm rot="-5400000" flipH="1">
            <a:off x="11178184" y="167889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1" name="Google Shape;371;p22"/>
          <p:cNvSpPr/>
          <p:nvPr/>
        </p:nvSpPr>
        <p:spPr>
          <a:xfrm rot="-5400000" flipH="1">
            <a:off x="11640651" y="3954499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2" name="Google Shape;372;p22"/>
          <p:cNvSpPr/>
          <p:nvPr/>
        </p:nvSpPr>
        <p:spPr>
          <a:xfrm rot="-5400000" flipH="1">
            <a:off x="11362984" y="6137999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267590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">
  <p:cSld name="Title and three columns "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3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75" name="Google Shape;375;p23"/>
          <p:cNvSpPr txBox="1">
            <a:spLocks noGrp="1"/>
          </p:cNvSpPr>
          <p:nvPr>
            <p:ph type="subTitle" idx="1"/>
          </p:nvPr>
        </p:nvSpPr>
        <p:spPr>
          <a:xfrm>
            <a:off x="4438609" y="3124733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376" name="Google Shape;376;p23"/>
          <p:cNvSpPr txBox="1">
            <a:spLocks noGrp="1"/>
          </p:cNvSpPr>
          <p:nvPr>
            <p:ph type="subTitle" idx="2"/>
          </p:nvPr>
        </p:nvSpPr>
        <p:spPr>
          <a:xfrm>
            <a:off x="4643609" y="3550233"/>
            <a:ext cx="290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23"/>
          <p:cNvSpPr txBox="1">
            <a:spLocks noGrp="1"/>
          </p:cNvSpPr>
          <p:nvPr>
            <p:ph type="subTitle" idx="3"/>
          </p:nvPr>
        </p:nvSpPr>
        <p:spPr>
          <a:xfrm>
            <a:off x="1055751" y="3124733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378" name="Google Shape;378;p23"/>
          <p:cNvSpPr txBox="1">
            <a:spLocks noGrp="1"/>
          </p:cNvSpPr>
          <p:nvPr>
            <p:ph type="subTitle" idx="4"/>
          </p:nvPr>
        </p:nvSpPr>
        <p:spPr>
          <a:xfrm>
            <a:off x="1260751" y="3550233"/>
            <a:ext cx="290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9" name="Google Shape;379;p23"/>
          <p:cNvSpPr txBox="1">
            <a:spLocks noGrp="1"/>
          </p:cNvSpPr>
          <p:nvPr>
            <p:ph type="subTitle" idx="5"/>
          </p:nvPr>
        </p:nvSpPr>
        <p:spPr>
          <a:xfrm>
            <a:off x="7821433" y="3124733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380" name="Google Shape;380;p23"/>
          <p:cNvSpPr txBox="1">
            <a:spLocks noGrp="1"/>
          </p:cNvSpPr>
          <p:nvPr>
            <p:ph type="subTitle" idx="6"/>
          </p:nvPr>
        </p:nvSpPr>
        <p:spPr>
          <a:xfrm>
            <a:off x="8026433" y="3550233"/>
            <a:ext cx="290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1" name="Google Shape;381;p23"/>
          <p:cNvSpPr/>
          <p:nvPr/>
        </p:nvSpPr>
        <p:spPr>
          <a:xfrm rot="10800000">
            <a:off x="3375055" y="5647098"/>
            <a:ext cx="7238608" cy="1346469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2" name="Google Shape;382;p23"/>
          <p:cNvSpPr/>
          <p:nvPr/>
        </p:nvSpPr>
        <p:spPr>
          <a:xfrm rot="5400000">
            <a:off x="4145232" y="3805446"/>
            <a:ext cx="1923040" cy="4751756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rgbClr val="80C9D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3" name="Google Shape;383;p23"/>
          <p:cNvSpPr/>
          <p:nvPr/>
        </p:nvSpPr>
        <p:spPr>
          <a:xfrm>
            <a:off x="4910600" y="5894167"/>
            <a:ext cx="2842800" cy="1645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4" name="Google Shape;384;p23"/>
          <p:cNvSpPr/>
          <p:nvPr/>
        </p:nvSpPr>
        <p:spPr>
          <a:xfrm rot="10800000" flipH="1">
            <a:off x="5291584" y="542909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5" name="Google Shape;385;p23"/>
          <p:cNvSpPr/>
          <p:nvPr/>
        </p:nvSpPr>
        <p:spPr>
          <a:xfrm rot="10800000" flipH="1">
            <a:off x="7895235" y="607221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6" name="Google Shape;386;p23"/>
          <p:cNvSpPr/>
          <p:nvPr/>
        </p:nvSpPr>
        <p:spPr>
          <a:xfrm rot="10800000" flipH="1">
            <a:off x="1689617" y="602899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7" name="Google Shape;387;p23"/>
          <p:cNvSpPr/>
          <p:nvPr/>
        </p:nvSpPr>
        <p:spPr>
          <a:xfrm rot="10800000" flipH="1">
            <a:off x="10800035" y="633721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8" name="Google Shape;388;p23"/>
          <p:cNvSpPr/>
          <p:nvPr/>
        </p:nvSpPr>
        <p:spPr>
          <a:xfrm rot="10800000" flipH="1">
            <a:off x="8674417" y="646879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9" name="Google Shape;389;p23"/>
          <p:cNvSpPr/>
          <p:nvPr/>
        </p:nvSpPr>
        <p:spPr>
          <a:xfrm rot="10800000" flipH="1">
            <a:off x="2647568" y="547231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2663341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4"/>
          <p:cNvSpPr txBox="1">
            <a:spLocks noGrp="1"/>
          </p:cNvSpPr>
          <p:nvPr>
            <p:ph type="title"/>
          </p:nvPr>
        </p:nvSpPr>
        <p:spPr>
          <a:xfrm>
            <a:off x="3429000" y="484367"/>
            <a:ext cx="533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92" name="Google Shape;392;p24"/>
          <p:cNvSpPr txBox="1">
            <a:spLocks noGrp="1"/>
          </p:cNvSpPr>
          <p:nvPr>
            <p:ph type="subTitle" idx="1"/>
          </p:nvPr>
        </p:nvSpPr>
        <p:spPr>
          <a:xfrm>
            <a:off x="6788467" y="5059600"/>
            <a:ext cx="2940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393" name="Google Shape;393;p24"/>
          <p:cNvSpPr txBox="1">
            <a:spLocks noGrp="1"/>
          </p:cNvSpPr>
          <p:nvPr>
            <p:ph type="subTitle" idx="2"/>
          </p:nvPr>
        </p:nvSpPr>
        <p:spPr>
          <a:xfrm>
            <a:off x="6597600" y="5453000"/>
            <a:ext cx="3317600" cy="86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" name="Google Shape;394;p24"/>
          <p:cNvSpPr txBox="1">
            <a:spLocks noGrp="1"/>
          </p:cNvSpPr>
          <p:nvPr>
            <p:ph type="subTitle" idx="3"/>
          </p:nvPr>
        </p:nvSpPr>
        <p:spPr>
          <a:xfrm>
            <a:off x="2534933" y="5059600"/>
            <a:ext cx="26772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395" name="Google Shape;395;p24"/>
          <p:cNvSpPr txBox="1">
            <a:spLocks noGrp="1"/>
          </p:cNvSpPr>
          <p:nvPr>
            <p:ph type="subTitle" idx="4"/>
          </p:nvPr>
        </p:nvSpPr>
        <p:spPr>
          <a:xfrm>
            <a:off x="2400667" y="5453000"/>
            <a:ext cx="2940800" cy="86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6" name="Google Shape;396;p24"/>
          <p:cNvSpPr/>
          <p:nvPr/>
        </p:nvSpPr>
        <p:spPr>
          <a:xfrm rot="-5400000">
            <a:off x="-916396" y="795506"/>
            <a:ext cx="3747565" cy="1597404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7" name="Google Shape;397;p24"/>
          <p:cNvSpPr/>
          <p:nvPr/>
        </p:nvSpPr>
        <p:spPr>
          <a:xfrm rot="-5400000">
            <a:off x="-1709133" y="1512887"/>
            <a:ext cx="3814196" cy="1002148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rgbClr val="80C9D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8" name="Google Shape;398;p24"/>
          <p:cNvSpPr/>
          <p:nvPr/>
        </p:nvSpPr>
        <p:spPr>
          <a:xfrm rot="5400000">
            <a:off x="622641" y="15943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9" name="Google Shape;399;p24"/>
          <p:cNvSpPr/>
          <p:nvPr/>
        </p:nvSpPr>
        <p:spPr>
          <a:xfrm rot="5400000">
            <a:off x="-659844" y="278259"/>
            <a:ext cx="2654147" cy="1405347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0" name="Google Shape;400;p24"/>
          <p:cNvSpPr/>
          <p:nvPr/>
        </p:nvSpPr>
        <p:spPr>
          <a:xfrm rot="5400000">
            <a:off x="1238492" y="13322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1" name="Google Shape;401;p24"/>
          <p:cNvSpPr/>
          <p:nvPr/>
        </p:nvSpPr>
        <p:spPr>
          <a:xfrm rot="-5400000">
            <a:off x="359008" y="37896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2" name="Google Shape;402;p24"/>
          <p:cNvSpPr/>
          <p:nvPr/>
        </p:nvSpPr>
        <p:spPr>
          <a:xfrm rot="5400000">
            <a:off x="9450063" y="4348942"/>
            <a:ext cx="3747565" cy="1597404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3" name="Google Shape;403;p24"/>
          <p:cNvSpPr/>
          <p:nvPr/>
        </p:nvSpPr>
        <p:spPr>
          <a:xfrm rot="5400000">
            <a:off x="10176170" y="4226817"/>
            <a:ext cx="3814196" cy="1002148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rgbClr val="80C9D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4" name="Google Shape;404;p24"/>
          <p:cNvSpPr/>
          <p:nvPr/>
        </p:nvSpPr>
        <p:spPr>
          <a:xfrm rot="-5400000">
            <a:off x="11440592" y="49295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5" name="Google Shape;405;p24"/>
          <p:cNvSpPr/>
          <p:nvPr/>
        </p:nvSpPr>
        <p:spPr>
          <a:xfrm rot="-5400000">
            <a:off x="10286931" y="5058245"/>
            <a:ext cx="2654147" cy="1405347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6" name="Google Shape;406;p24"/>
          <p:cNvSpPr/>
          <p:nvPr/>
        </p:nvSpPr>
        <p:spPr>
          <a:xfrm rot="-5400000">
            <a:off x="10911541" y="52779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7" name="Google Shape;407;p24"/>
          <p:cNvSpPr/>
          <p:nvPr/>
        </p:nvSpPr>
        <p:spPr>
          <a:xfrm rot="5400000">
            <a:off x="11791025" y="28205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8" name="Google Shape;408;p24"/>
          <p:cNvSpPr/>
          <p:nvPr/>
        </p:nvSpPr>
        <p:spPr>
          <a:xfrm rot="-5400000">
            <a:off x="10054859" y="62412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9" name="Google Shape;409;p24"/>
          <p:cNvSpPr/>
          <p:nvPr/>
        </p:nvSpPr>
        <p:spPr>
          <a:xfrm rot="5400000">
            <a:off x="2008375" y="2826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4952517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5"/>
          <p:cNvSpPr txBox="1">
            <a:spLocks noGrp="1"/>
          </p:cNvSpPr>
          <p:nvPr>
            <p:ph type="title"/>
          </p:nvPr>
        </p:nvSpPr>
        <p:spPr>
          <a:xfrm>
            <a:off x="3506600" y="1319033"/>
            <a:ext cx="5178800" cy="12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412" name="Google Shape;412;p25"/>
          <p:cNvSpPr txBox="1">
            <a:spLocks noGrp="1"/>
          </p:cNvSpPr>
          <p:nvPr>
            <p:ph type="subTitle" idx="1"/>
          </p:nvPr>
        </p:nvSpPr>
        <p:spPr>
          <a:xfrm>
            <a:off x="4058153" y="2359484"/>
            <a:ext cx="4089200" cy="14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13" name="Google Shape;413;p25"/>
          <p:cNvSpPr txBox="1">
            <a:spLocks noGrp="1"/>
          </p:cNvSpPr>
          <p:nvPr>
            <p:ph type="subTitle" idx="2"/>
          </p:nvPr>
        </p:nvSpPr>
        <p:spPr>
          <a:xfrm>
            <a:off x="3569187" y="5168667"/>
            <a:ext cx="5053600" cy="3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67">
                <a:solidFill>
                  <a:schemeClr val="dk1"/>
                </a:solidFill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14" name="Google Shape;414;p25"/>
          <p:cNvSpPr txBox="1"/>
          <p:nvPr/>
        </p:nvSpPr>
        <p:spPr>
          <a:xfrm>
            <a:off x="3899187" y="4361051"/>
            <a:ext cx="4393600" cy="9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7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</a:t>
            </a:r>
            <a:r>
              <a:rPr lang="en" sz="1467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 This presentation template was created by</a:t>
            </a:r>
            <a:r>
              <a:rPr lang="en" sz="1467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467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467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including icons by </a:t>
            </a:r>
            <a:r>
              <a:rPr lang="en" sz="1467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467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infographics &amp; images by </a:t>
            </a:r>
            <a:r>
              <a:rPr lang="en" sz="1467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endParaRPr sz="1467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5" name="Google Shape;415;p25"/>
          <p:cNvSpPr/>
          <p:nvPr/>
        </p:nvSpPr>
        <p:spPr>
          <a:xfrm rot="-5538951">
            <a:off x="-3432716" y="1373291"/>
            <a:ext cx="8510679" cy="1768005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6" name="Google Shape;416;p25"/>
          <p:cNvSpPr/>
          <p:nvPr/>
        </p:nvSpPr>
        <p:spPr>
          <a:xfrm rot="5400000" flipH="1">
            <a:off x="-1421008" y="3655685"/>
            <a:ext cx="4797367" cy="2049775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7" name="Google Shape;417;p25"/>
          <p:cNvSpPr/>
          <p:nvPr/>
        </p:nvSpPr>
        <p:spPr>
          <a:xfrm rot="5400000" flipH="1">
            <a:off x="-836683" y="5184206"/>
            <a:ext cx="2698400" cy="1428633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8" name="Google Shape;418;p25"/>
          <p:cNvSpPr/>
          <p:nvPr/>
        </p:nvSpPr>
        <p:spPr>
          <a:xfrm>
            <a:off x="1029067" y="3676667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9" name="Google Shape;419;p25"/>
          <p:cNvSpPr/>
          <p:nvPr/>
        </p:nvSpPr>
        <p:spPr>
          <a:xfrm>
            <a:off x="2071067" y="4603400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0" name="Google Shape;420;p25"/>
          <p:cNvSpPr/>
          <p:nvPr/>
        </p:nvSpPr>
        <p:spPr>
          <a:xfrm>
            <a:off x="1072467" y="1401767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1" name="Google Shape;421;p25"/>
          <p:cNvSpPr/>
          <p:nvPr/>
        </p:nvSpPr>
        <p:spPr>
          <a:xfrm>
            <a:off x="1559533" y="4735000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2" name="Google Shape;422;p25"/>
          <p:cNvSpPr/>
          <p:nvPr/>
        </p:nvSpPr>
        <p:spPr>
          <a:xfrm>
            <a:off x="501984" y="955867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23" name="Google Shape;423;p25"/>
          <p:cNvGrpSpPr/>
          <p:nvPr/>
        </p:nvGrpSpPr>
        <p:grpSpPr>
          <a:xfrm rot="10800000">
            <a:off x="10261125" y="-297584"/>
            <a:ext cx="2235171" cy="9278023"/>
            <a:chOff x="-174456" y="-1522725"/>
            <a:chExt cx="1676378" cy="6958517"/>
          </a:xfrm>
        </p:grpSpPr>
        <p:sp>
          <p:nvSpPr>
            <p:cNvPr id="424" name="Google Shape;424;p25"/>
            <p:cNvSpPr/>
            <p:nvPr/>
          </p:nvSpPr>
          <p:spPr>
            <a:xfrm rot="-5538951">
              <a:off x="-2574537" y="1029968"/>
              <a:ext cx="6383009" cy="1326004"/>
            </a:xfrm>
            <a:custGeom>
              <a:avLst/>
              <a:gdLst/>
              <a:ahLst/>
              <a:cxnLst/>
              <a:rect l="l" t="t" r="r" b="b"/>
              <a:pathLst>
                <a:path w="79484" h="14785" extrusionOk="0">
                  <a:moveTo>
                    <a:pt x="64823" y="0"/>
                  </a:moveTo>
                  <a:cubicBezTo>
                    <a:pt x="56730" y="0"/>
                    <a:pt x="48629" y="357"/>
                    <a:pt x="40537" y="566"/>
                  </a:cubicBezTo>
                  <a:cubicBezTo>
                    <a:pt x="32882" y="767"/>
                    <a:pt x="25204" y="856"/>
                    <a:pt x="17548" y="856"/>
                  </a:cubicBezTo>
                  <a:lnTo>
                    <a:pt x="6188" y="856"/>
                  </a:lnTo>
                  <a:cubicBezTo>
                    <a:pt x="5806" y="856"/>
                    <a:pt x="5327" y="841"/>
                    <a:pt x="4808" y="841"/>
                  </a:cubicBezTo>
                  <a:cubicBezTo>
                    <a:pt x="2720" y="841"/>
                    <a:pt x="0" y="1085"/>
                    <a:pt x="519" y="3534"/>
                  </a:cubicBezTo>
                  <a:cubicBezTo>
                    <a:pt x="1166" y="6614"/>
                    <a:pt x="4269" y="9560"/>
                    <a:pt x="6746" y="11190"/>
                  </a:cubicBezTo>
                  <a:cubicBezTo>
                    <a:pt x="10540" y="13712"/>
                    <a:pt x="15160" y="14738"/>
                    <a:pt x="19713" y="14783"/>
                  </a:cubicBezTo>
                  <a:cubicBezTo>
                    <a:pt x="19807" y="14784"/>
                    <a:pt x="19901" y="14784"/>
                    <a:pt x="19995" y="14784"/>
                  </a:cubicBezTo>
                  <a:cubicBezTo>
                    <a:pt x="22334" y="14784"/>
                    <a:pt x="24671" y="14518"/>
                    <a:pt x="26967" y="14024"/>
                  </a:cubicBezTo>
                  <a:cubicBezTo>
                    <a:pt x="29891" y="13377"/>
                    <a:pt x="32703" y="12350"/>
                    <a:pt x="35515" y="11324"/>
                  </a:cubicBezTo>
                  <a:cubicBezTo>
                    <a:pt x="42724" y="8712"/>
                    <a:pt x="50045" y="6235"/>
                    <a:pt x="57633" y="5141"/>
                  </a:cubicBezTo>
                  <a:cubicBezTo>
                    <a:pt x="61727" y="4546"/>
                    <a:pt x="65864" y="4360"/>
                    <a:pt x="70011" y="4360"/>
                  </a:cubicBezTo>
                  <a:cubicBezTo>
                    <a:pt x="73167" y="4360"/>
                    <a:pt x="76330" y="4468"/>
                    <a:pt x="79484" y="4583"/>
                  </a:cubicBezTo>
                  <a:cubicBezTo>
                    <a:pt x="79461" y="3222"/>
                    <a:pt x="79439" y="1860"/>
                    <a:pt x="79439" y="499"/>
                  </a:cubicBezTo>
                  <a:cubicBezTo>
                    <a:pt x="74572" y="130"/>
                    <a:pt x="69699" y="0"/>
                    <a:pt x="648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5" name="Google Shape;425;p25"/>
            <p:cNvSpPr/>
            <p:nvPr/>
          </p:nvSpPr>
          <p:spPr>
            <a:xfrm rot="5400000" flipH="1">
              <a:off x="-1065756" y="2741763"/>
              <a:ext cx="3598025" cy="1537331"/>
            </a:xfrm>
            <a:custGeom>
              <a:avLst/>
              <a:gdLst/>
              <a:ahLst/>
              <a:cxnLst/>
              <a:rect l="l" t="t" r="r" b="b"/>
              <a:pathLst>
                <a:path w="143993" h="61524" extrusionOk="0">
                  <a:moveTo>
                    <a:pt x="25900" y="1"/>
                  </a:moveTo>
                  <a:cubicBezTo>
                    <a:pt x="11671" y="1"/>
                    <a:pt x="1" y="8596"/>
                    <a:pt x="1" y="8596"/>
                  </a:cubicBezTo>
                  <a:lnTo>
                    <a:pt x="186" y="61523"/>
                  </a:lnTo>
                  <a:lnTo>
                    <a:pt x="143993" y="61523"/>
                  </a:lnTo>
                  <a:cubicBezTo>
                    <a:pt x="138074" y="43327"/>
                    <a:pt x="128448" y="39288"/>
                    <a:pt x="117124" y="39288"/>
                  </a:cubicBezTo>
                  <a:cubicBezTo>
                    <a:pt x="108085" y="39288"/>
                    <a:pt x="97965" y="41861"/>
                    <a:pt x="87783" y="41861"/>
                  </a:cubicBezTo>
                  <a:cubicBezTo>
                    <a:pt x="83897" y="41861"/>
                    <a:pt x="80003" y="41486"/>
                    <a:pt x="76156" y="40451"/>
                  </a:cubicBezTo>
                  <a:cubicBezTo>
                    <a:pt x="58842" y="35830"/>
                    <a:pt x="64326" y="18763"/>
                    <a:pt x="43685" y="5269"/>
                  </a:cubicBezTo>
                  <a:cubicBezTo>
                    <a:pt x="37737" y="1386"/>
                    <a:pt x="31612" y="1"/>
                    <a:pt x="259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6" name="Google Shape;426;p25"/>
            <p:cNvSpPr/>
            <p:nvPr/>
          </p:nvSpPr>
          <p:spPr>
            <a:xfrm rot="5400000" flipH="1">
              <a:off x="-627512" y="3888154"/>
              <a:ext cx="2023800" cy="1071475"/>
            </a:xfrm>
            <a:custGeom>
              <a:avLst/>
              <a:gdLst/>
              <a:ahLst/>
              <a:cxnLst/>
              <a:rect l="l" t="t" r="r" b="b"/>
              <a:pathLst>
                <a:path w="80952" h="42859" extrusionOk="0">
                  <a:moveTo>
                    <a:pt x="7027" y="1"/>
                  </a:moveTo>
                  <a:cubicBezTo>
                    <a:pt x="6872" y="1"/>
                    <a:pt x="6717" y="3"/>
                    <a:pt x="6562" y="7"/>
                  </a:cubicBezTo>
                  <a:cubicBezTo>
                    <a:pt x="4866" y="30"/>
                    <a:pt x="3192" y="387"/>
                    <a:pt x="1629" y="1056"/>
                  </a:cubicBezTo>
                  <a:cubicBezTo>
                    <a:pt x="0" y="1793"/>
                    <a:pt x="89" y="2418"/>
                    <a:pt x="335" y="4114"/>
                  </a:cubicBezTo>
                  <a:cubicBezTo>
                    <a:pt x="982" y="8332"/>
                    <a:pt x="1652" y="12528"/>
                    <a:pt x="2321" y="16724"/>
                  </a:cubicBezTo>
                  <a:lnTo>
                    <a:pt x="4241" y="29022"/>
                  </a:lnTo>
                  <a:cubicBezTo>
                    <a:pt x="4866" y="32972"/>
                    <a:pt x="6160" y="37347"/>
                    <a:pt x="6160" y="41342"/>
                  </a:cubicBezTo>
                  <a:cubicBezTo>
                    <a:pt x="6227" y="41676"/>
                    <a:pt x="6294" y="42056"/>
                    <a:pt x="6562" y="42257"/>
                  </a:cubicBezTo>
                  <a:cubicBezTo>
                    <a:pt x="6776" y="42374"/>
                    <a:pt x="7008" y="42440"/>
                    <a:pt x="7256" y="42440"/>
                  </a:cubicBezTo>
                  <a:cubicBezTo>
                    <a:pt x="7292" y="42440"/>
                    <a:pt x="7328" y="42438"/>
                    <a:pt x="7365" y="42435"/>
                  </a:cubicBezTo>
                  <a:cubicBezTo>
                    <a:pt x="18275" y="42693"/>
                    <a:pt x="29189" y="42859"/>
                    <a:pt x="40102" y="42859"/>
                  </a:cubicBezTo>
                  <a:cubicBezTo>
                    <a:pt x="53724" y="42859"/>
                    <a:pt x="67345" y="42601"/>
                    <a:pt x="80951" y="41944"/>
                  </a:cubicBezTo>
                  <a:cubicBezTo>
                    <a:pt x="71220" y="38596"/>
                    <a:pt x="61154" y="36409"/>
                    <a:pt x="50910" y="35450"/>
                  </a:cubicBezTo>
                  <a:cubicBezTo>
                    <a:pt x="46357" y="35003"/>
                    <a:pt x="41513" y="34735"/>
                    <a:pt x="37741" y="32124"/>
                  </a:cubicBezTo>
                  <a:cubicBezTo>
                    <a:pt x="33880" y="29423"/>
                    <a:pt x="31939" y="24781"/>
                    <a:pt x="30443" y="20317"/>
                  </a:cubicBezTo>
                  <a:cubicBezTo>
                    <a:pt x="28948" y="15854"/>
                    <a:pt x="27609" y="11144"/>
                    <a:pt x="24439" y="7663"/>
                  </a:cubicBezTo>
                  <a:cubicBezTo>
                    <a:pt x="22676" y="5743"/>
                    <a:pt x="20422" y="4315"/>
                    <a:pt x="18123" y="3087"/>
                  </a:cubicBezTo>
                  <a:cubicBezTo>
                    <a:pt x="14732" y="1327"/>
                    <a:pt x="10908" y="1"/>
                    <a:pt x="7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27" name="Google Shape;427;p25"/>
          <p:cNvSpPr/>
          <p:nvPr/>
        </p:nvSpPr>
        <p:spPr>
          <a:xfrm rot="10800000" flipH="1">
            <a:off x="10642200" y="3813900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8" name="Google Shape;428;p25"/>
          <p:cNvSpPr/>
          <p:nvPr/>
        </p:nvSpPr>
        <p:spPr>
          <a:xfrm rot="10800000" flipH="1">
            <a:off x="11109400" y="2633533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9" name="Google Shape;429;p25"/>
          <p:cNvSpPr/>
          <p:nvPr/>
        </p:nvSpPr>
        <p:spPr>
          <a:xfrm rot="10800000" flipH="1">
            <a:off x="10576600" y="5716233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0" name="Google Shape;430;p25"/>
          <p:cNvSpPr/>
          <p:nvPr/>
        </p:nvSpPr>
        <p:spPr>
          <a:xfrm rot="10800000" flipH="1">
            <a:off x="10261133" y="2303700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1" name="Google Shape;431;p25"/>
          <p:cNvSpPr/>
          <p:nvPr/>
        </p:nvSpPr>
        <p:spPr>
          <a:xfrm rot="10800000" flipH="1">
            <a:off x="11065984" y="598933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2653321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6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434" name="Google Shape;434;p26"/>
          <p:cNvSpPr txBox="1">
            <a:spLocks noGrp="1"/>
          </p:cNvSpPr>
          <p:nvPr>
            <p:ph type="subTitle" idx="1"/>
          </p:nvPr>
        </p:nvSpPr>
        <p:spPr>
          <a:xfrm>
            <a:off x="2820767" y="2047267"/>
            <a:ext cx="26772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435" name="Google Shape;435;p26"/>
          <p:cNvSpPr txBox="1">
            <a:spLocks noGrp="1"/>
          </p:cNvSpPr>
          <p:nvPr>
            <p:ph type="subTitle" idx="2"/>
          </p:nvPr>
        </p:nvSpPr>
        <p:spPr>
          <a:xfrm>
            <a:off x="2688467" y="2860533"/>
            <a:ext cx="6815200" cy="23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algn="ctr" rtl="0">
              <a:spcBef>
                <a:spcPts val="1333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6" name="Google Shape;436;p26"/>
          <p:cNvSpPr/>
          <p:nvPr/>
        </p:nvSpPr>
        <p:spPr>
          <a:xfrm flipH="1">
            <a:off x="-238056" y="-157720"/>
            <a:ext cx="4272457" cy="2201519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7" name="Google Shape;437;p26"/>
          <p:cNvSpPr/>
          <p:nvPr/>
        </p:nvSpPr>
        <p:spPr>
          <a:xfrm rot="10800000" flipH="1">
            <a:off x="-371096" y="-96892"/>
            <a:ext cx="3227363" cy="1378957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rgbClr val="9DCED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8" name="Google Shape;438;p26"/>
          <p:cNvSpPr/>
          <p:nvPr/>
        </p:nvSpPr>
        <p:spPr>
          <a:xfrm rot="-10484947">
            <a:off x="-979919" y="-549076"/>
            <a:ext cx="2457908" cy="1159047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9" name="Google Shape;439;p26"/>
          <p:cNvSpPr/>
          <p:nvPr/>
        </p:nvSpPr>
        <p:spPr>
          <a:xfrm rot="10800000" flipH="1">
            <a:off x="2296317" y="61099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0" name="Google Shape;440;p26"/>
          <p:cNvSpPr/>
          <p:nvPr/>
        </p:nvSpPr>
        <p:spPr>
          <a:xfrm rot="10800000" flipH="1">
            <a:off x="1109768" y="92954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1" name="Google Shape;441;p26"/>
          <p:cNvSpPr/>
          <p:nvPr/>
        </p:nvSpPr>
        <p:spPr>
          <a:xfrm rot="10800000" flipH="1">
            <a:off x="82068" y="2109245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06211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7"/>
          <p:cNvSpPr txBox="1">
            <a:spLocks noGrp="1"/>
          </p:cNvSpPr>
          <p:nvPr>
            <p:ph type="title"/>
          </p:nvPr>
        </p:nvSpPr>
        <p:spPr>
          <a:xfrm>
            <a:off x="4141267" y="484367"/>
            <a:ext cx="390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444" name="Google Shape;444;p27"/>
          <p:cNvSpPr txBox="1">
            <a:spLocks noGrp="1"/>
          </p:cNvSpPr>
          <p:nvPr>
            <p:ph type="subTitle" idx="1"/>
          </p:nvPr>
        </p:nvSpPr>
        <p:spPr>
          <a:xfrm>
            <a:off x="1013700" y="2047267"/>
            <a:ext cx="26772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445" name="Google Shape;445;p27"/>
          <p:cNvSpPr txBox="1">
            <a:spLocks noGrp="1"/>
          </p:cNvSpPr>
          <p:nvPr>
            <p:ph type="subTitle" idx="2"/>
          </p:nvPr>
        </p:nvSpPr>
        <p:spPr>
          <a:xfrm>
            <a:off x="720000" y="2860533"/>
            <a:ext cx="5112000" cy="23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67732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algn="ctr" rtl="0">
              <a:spcBef>
                <a:spcPts val="1333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6" name="Google Shape;446;p27"/>
          <p:cNvSpPr txBox="1">
            <a:spLocks noGrp="1"/>
          </p:cNvSpPr>
          <p:nvPr>
            <p:ph type="subTitle" idx="3"/>
          </p:nvPr>
        </p:nvSpPr>
        <p:spPr>
          <a:xfrm>
            <a:off x="6085600" y="2047267"/>
            <a:ext cx="26772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447" name="Google Shape;447;p27"/>
          <p:cNvSpPr txBox="1">
            <a:spLocks noGrp="1"/>
          </p:cNvSpPr>
          <p:nvPr>
            <p:ph type="subTitle" idx="4"/>
          </p:nvPr>
        </p:nvSpPr>
        <p:spPr>
          <a:xfrm>
            <a:off x="5920800" y="2860533"/>
            <a:ext cx="5112000" cy="23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67732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algn="ctr" rtl="0">
              <a:spcBef>
                <a:spcPts val="1333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8" name="Google Shape;448;p27"/>
          <p:cNvSpPr/>
          <p:nvPr/>
        </p:nvSpPr>
        <p:spPr>
          <a:xfrm>
            <a:off x="8109436" y="-157720"/>
            <a:ext cx="4272457" cy="2201519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9" name="Google Shape;449;p27"/>
          <p:cNvSpPr/>
          <p:nvPr/>
        </p:nvSpPr>
        <p:spPr>
          <a:xfrm rot="10800000">
            <a:off x="9287568" y="-96892"/>
            <a:ext cx="3227363" cy="1378957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rgbClr val="9DCED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0" name="Google Shape;450;p27"/>
          <p:cNvSpPr/>
          <p:nvPr/>
        </p:nvSpPr>
        <p:spPr>
          <a:xfrm rot="10484947" flipH="1">
            <a:off x="10665847" y="-549076"/>
            <a:ext cx="2457908" cy="1159047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1" name="Google Shape;451;p27"/>
          <p:cNvSpPr/>
          <p:nvPr/>
        </p:nvSpPr>
        <p:spPr>
          <a:xfrm rot="10800000">
            <a:off x="9629517" y="61099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2" name="Google Shape;452;p27"/>
          <p:cNvSpPr/>
          <p:nvPr/>
        </p:nvSpPr>
        <p:spPr>
          <a:xfrm rot="10800000">
            <a:off x="10902867" y="92954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3" name="Google Shape;453;p27"/>
          <p:cNvSpPr/>
          <p:nvPr/>
        </p:nvSpPr>
        <p:spPr>
          <a:xfrm rot="10800000">
            <a:off x="11930567" y="2109245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63970416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Surfboard Company Profile by Slidesgo" type="title">
  <p:cSld name="Custom Surfboard Company Profile by Slidesgo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838199" y="3429765"/>
            <a:ext cx="14087900" cy="4638343"/>
            <a:chOff x="-628650" y="2572323"/>
            <a:chExt cx="10565925" cy="3478757"/>
          </a:xfrm>
        </p:grpSpPr>
        <p:sp>
          <p:nvSpPr>
            <p:cNvPr id="10" name="Google Shape;10;p2"/>
            <p:cNvSpPr/>
            <p:nvPr/>
          </p:nvSpPr>
          <p:spPr>
            <a:xfrm>
              <a:off x="-125" y="2572323"/>
              <a:ext cx="9144000" cy="2585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628650" y="3929975"/>
              <a:ext cx="10565925" cy="2121104"/>
            </a:xfrm>
            <a:custGeom>
              <a:avLst/>
              <a:gdLst/>
              <a:ahLst/>
              <a:cxnLst/>
              <a:rect l="l" t="t" r="r" b="b"/>
              <a:pathLst>
                <a:path w="422637" h="70492" extrusionOk="0">
                  <a:moveTo>
                    <a:pt x="422636" y="0"/>
                  </a:moveTo>
                  <a:lnTo>
                    <a:pt x="422636" y="30130"/>
                  </a:lnTo>
                  <a:cubicBezTo>
                    <a:pt x="412907" y="34629"/>
                    <a:pt x="402424" y="37851"/>
                    <a:pt x="392255" y="41534"/>
                  </a:cubicBezTo>
                  <a:cubicBezTo>
                    <a:pt x="368926" y="50050"/>
                    <a:pt x="346767" y="61453"/>
                    <a:pt x="322475" y="67479"/>
                  </a:cubicBezTo>
                  <a:cubicBezTo>
                    <a:pt x="319713" y="68149"/>
                    <a:pt x="316951" y="68755"/>
                    <a:pt x="314168" y="69299"/>
                  </a:cubicBezTo>
                  <a:lnTo>
                    <a:pt x="185237" y="69299"/>
                  </a:lnTo>
                  <a:cubicBezTo>
                    <a:pt x="151153" y="68358"/>
                    <a:pt x="116901" y="70492"/>
                    <a:pt x="83109" y="66558"/>
                  </a:cubicBezTo>
                  <a:cubicBezTo>
                    <a:pt x="54716" y="63273"/>
                    <a:pt x="27264" y="55699"/>
                    <a:pt x="0" y="47748"/>
                  </a:cubicBezTo>
                  <a:lnTo>
                    <a:pt x="0" y="14793"/>
                  </a:lnTo>
                  <a:cubicBezTo>
                    <a:pt x="19145" y="14731"/>
                    <a:pt x="38332" y="11027"/>
                    <a:pt x="57373" y="12910"/>
                  </a:cubicBezTo>
                  <a:cubicBezTo>
                    <a:pt x="69362" y="14124"/>
                    <a:pt x="81163" y="17555"/>
                    <a:pt x="93257" y="17179"/>
                  </a:cubicBezTo>
                  <a:cubicBezTo>
                    <a:pt x="103426" y="16865"/>
                    <a:pt x="113260" y="13831"/>
                    <a:pt x="123345" y="12638"/>
                  </a:cubicBezTo>
                  <a:cubicBezTo>
                    <a:pt x="150525" y="9395"/>
                    <a:pt x="177391" y="19355"/>
                    <a:pt x="204717" y="21217"/>
                  </a:cubicBezTo>
                  <a:cubicBezTo>
                    <a:pt x="226268" y="22682"/>
                    <a:pt x="248154" y="19083"/>
                    <a:pt x="269476" y="22305"/>
                  </a:cubicBezTo>
                  <a:cubicBezTo>
                    <a:pt x="279603" y="23832"/>
                    <a:pt x="290567" y="26783"/>
                    <a:pt x="299710" y="22577"/>
                  </a:cubicBezTo>
                  <a:cubicBezTo>
                    <a:pt x="304732" y="20275"/>
                    <a:pt x="308373" y="16091"/>
                    <a:pt x="313059" y="13287"/>
                  </a:cubicBezTo>
                  <a:cubicBezTo>
                    <a:pt x="319881" y="9249"/>
                    <a:pt x="328355" y="8391"/>
                    <a:pt x="336452" y="7679"/>
                  </a:cubicBezTo>
                  <a:cubicBezTo>
                    <a:pt x="347793" y="6675"/>
                    <a:pt x="359091" y="5650"/>
                    <a:pt x="370390" y="4625"/>
                  </a:cubicBezTo>
                  <a:lnTo>
                    <a:pt x="416673" y="461"/>
                  </a:lnTo>
                  <a:cubicBezTo>
                    <a:pt x="418661" y="251"/>
                    <a:pt x="420649" y="63"/>
                    <a:pt x="422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" name="Google Shape;12;p2"/>
          <p:cNvGrpSpPr/>
          <p:nvPr/>
        </p:nvGrpSpPr>
        <p:grpSpPr>
          <a:xfrm>
            <a:off x="-2069093" y="-491013"/>
            <a:ext cx="16017932" cy="4858855"/>
            <a:chOff x="-1551820" y="-368260"/>
            <a:chExt cx="12013449" cy="3644141"/>
          </a:xfrm>
        </p:grpSpPr>
        <p:sp>
          <p:nvSpPr>
            <p:cNvPr id="13" name="Google Shape;13;p2"/>
            <p:cNvSpPr/>
            <p:nvPr/>
          </p:nvSpPr>
          <p:spPr>
            <a:xfrm>
              <a:off x="7181425" y="1057500"/>
              <a:ext cx="1736915" cy="289825"/>
            </a:xfrm>
            <a:custGeom>
              <a:avLst/>
              <a:gdLst/>
              <a:ahLst/>
              <a:cxnLst/>
              <a:rect l="l" t="t" r="r" b="b"/>
              <a:pathLst>
                <a:path w="129790" h="21657" extrusionOk="0">
                  <a:moveTo>
                    <a:pt x="129790" y="21092"/>
                  </a:moveTo>
                  <a:cubicBezTo>
                    <a:pt x="127467" y="20548"/>
                    <a:pt x="112277" y="19104"/>
                    <a:pt x="109954" y="18623"/>
                  </a:cubicBezTo>
                  <a:cubicBezTo>
                    <a:pt x="105372" y="17681"/>
                    <a:pt x="101752" y="13894"/>
                    <a:pt x="97944" y="10881"/>
                  </a:cubicBezTo>
                  <a:cubicBezTo>
                    <a:pt x="94115" y="7889"/>
                    <a:pt x="89093" y="5546"/>
                    <a:pt x="84909" y="7889"/>
                  </a:cubicBezTo>
                  <a:cubicBezTo>
                    <a:pt x="82816" y="9061"/>
                    <a:pt x="80933" y="11341"/>
                    <a:pt x="78652" y="10923"/>
                  </a:cubicBezTo>
                  <a:cubicBezTo>
                    <a:pt x="77460" y="10714"/>
                    <a:pt x="76497" y="9730"/>
                    <a:pt x="75556" y="8852"/>
                  </a:cubicBezTo>
                  <a:cubicBezTo>
                    <a:pt x="72062" y="5546"/>
                    <a:pt x="68149" y="2616"/>
                    <a:pt x="63692" y="1570"/>
                  </a:cubicBezTo>
                  <a:cubicBezTo>
                    <a:pt x="57101" y="1"/>
                    <a:pt x="53377" y="3453"/>
                    <a:pt x="48732" y="7512"/>
                  </a:cubicBezTo>
                  <a:cubicBezTo>
                    <a:pt x="48376" y="7826"/>
                    <a:pt x="47978" y="8161"/>
                    <a:pt x="47518" y="8349"/>
                  </a:cubicBezTo>
                  <a:cubicBezTo>
                    <a:pt x="46639" y="8663"/>
                    <a:pt x="45698" y="8349"/>
                    <a:pt x="44840" y="8056"/>
                  </a:cubicBezTo>
                  <a:cubicBezTo>
                    <a:pt x="42727" y="7366"/>
                    <a:pt x="40509" y="6738"/>
                    <a:pt x="38270" y="6801"/>
                  </a:cubicBezTo>
                  <a:cubicBezTo>
                    <a:pt x="36031" y="6885"/>
                    <a:pt x="33729" y="7743"/>
                    <a:pt x="32369" y="9521"/>
                  </a:cubicBezTo>
                  <a:cubicBezTo>
                    <a:pt x="31512" y="10651"/>
                    <a:pt x="31051" y="12074"/>
                    <a:pt x="30193" y="13162"/>
                  </a:cubicBezTo>
                  <a:cubicBezTo>
                    <a:pt x="29336" y="14292"/>
                    <a:pt x="27745" y="15087"/>
                    <a:pt x="26511" y="14396"/>
                  </a:cubicBezTo>
                  <a:cubicBezTo>
                    <a:pt x="26113" y="14166"/>
                    <a:pt x="25799" y="13810"/>
                    <a:pt x="25465" y="13497"/>
                  </a:cubicBezTo>
                  <a:cubicBezTo>
                    <a:pt x="24188" y="12429"/>
                    <a:pt x="22242" y="12325"/>
                    <a:pt x="20736" y="13036"/>
                  </a:cubicBezTo>
                  <a:cubicBezTo>
                    <a:pt x="19208" y="13727"/>
                    <a:pt x="18120" y="15150"/>
                    <a:pt x="17493" y="16698"/>
                  </a:cubicBezTo>
                  <a:cubicBezTo>
                    <a:pt x="17284" y="17179"/>
                    <a:pt x="17116" y="17744"/>
                    <a:pt x="16760" y="18121"/>
                  </a:cubicBezTo>
                  <a:cubicBezTo>
                    <a:pt x="16447" y="18476"/>
                    <a:pt x="16007" y="18644"/>
                    <a:pt x="15547" y="18790"/>
                  </a:cubicBezTo>
                  <a:cubicBezTo>
                    <a:pt x="12346" y="19836"/>
                    <a:pt x="9542" y="18309"/>
                    <a:pt x="6340" y="18100"/>
                  </a:cubicBezTo>
                  <a:cubicBezTo>
                    <a:pt x="4311" y="17974"/>
                    <a:pt x="691" y="17807"/>
                    <a:pt x="147" y="20464"/>
                  </a:cubicBezTo>
                  <a:cubicBezTo>
                    <a:pt x="1" y="21238"/>
                    <a:pt x="7031" y="20945"/>
                    <a:pt x="7763" y="20924"/>
                  </a:cubicBezTo>
                  <a:cubicBezTo>
                    <a:pt x="16865" y="20485"/>
                    <a:pt x="26009" y="21134"/>
                    <a:pt x="35152" y="21301"/>
                  </a:cubicBezTo>
                  <a:cubicBezTo>
                    <a:pt x="44568" y="21448"/>
                    <a:pt x="54004" y="21531"/>
                    <a:pt x="63420" y="21573"/>
                  </a:cubicBezTo>
                  <a:cubicBezTo>
                    <a:pt x="80347" y="21657"/>
                    <a:pt x="97295" y="21552"/>
                    <a:pt x="114202" y="21301"/>
                  </a:cubicBezTo>
                  <a:cubicBezTo>
                    <a:pt x="115457" y="21301"/>
                    <a:pt x="124517" y="21322"/>
                    <a:pt x="129790" y="210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" name="Google Shape;14;p2"/>
            <p:cNvSpPr/>
            <p:nvPr/>
          </p:nvSpPr>
          <p:spPr>
            <a:xfrm flipH="1">
              <a:off x="3287725" y="655838"/>
              <a:ext cx="1846559" cy="394163"/>
            </a:xfrm>
            <a:custGeom>
              <a:avLst/>
              <a:gdLst/>
              <a:ahLst/>
              <a:cxnLst/>
              <a:rect l="l" t="t" r="r" b="b"/>
              <a:pathLst>
                <a:path w="134687" h="28750" extrusionOk="0">
                  <a:moveTo>
                    <a:pt x="16112" y="28582"/>
                  </a:moveTo>
                  <a:cubicBezTo>
                    <a:pt x="54360" y="27641"/>
                    <a:pt x="93425" y="28750"/>
                    <a:pt x="131673" y="27808"/>
                  </a:cubicBezTo>
                  <a:cubicBezTo>
                    <a:pt x="132845" y="27787"/>
                    <a:pt x="134268" y="27578"/>
                    <a:pt x="134686" y="26469"/>
                  </a:cubicBezTo>
                  <a:cubicBezTo>
                    <a:pt x="132426" y="25277"/>
                    <a:pt x="129706" y="26323"/>
                    <a:pt x="127175" y="26448"/>
                  </a:cubicBezTo>
                  <a:cubicBezTo>
                    <a:pt x="122655" y="26678"/>
                    <a:pt x="118617" y="23917"/>
                    <a:pt x="114620" y="21761"/>
                  </a:cubicBezTo>
                  <a:cubicBezTo>
                    <a:pt x="110624" y="19627"/>
                    <a:pt x="105519" y="18100"/>
                    <a:pt x="101752" y="20611"/>
                  </a:cubicBezTo>
                  <a:cubicBezTo>
                    <a:pt x="101041" y="21092"/>
                    <a:pt x="100330" y="21720"/>
                    <a:pt x="99472" y="21678"/>
                  </a:cubicBezTo>
                  <a:cubicBezTo>
                    <a:pt x="98949" y="21657"/>
                    <a:pt x="98488" y="21364"/>
                    <a:pt x="98028" y="21113"/>
                  </a:cubicBezTo>
                  <a:cubicBezTo>
                    <a:pt x="94513" y="18895"/>
                    <a:pt x="91332" y="16091"/>
                    <a:pt x="88675" y="12869"/>
                  </a:cubicBezTo>
                  <a:cubicBezTo>
                    <a:pt x="86604" y="10379"/>
                    <a:pt x="84804" y="7596"/>
                    <a:pt x="82210" y="5650"/>
                  </a:cubicBezTo>
                  <a:cubicBezTo>
                    <a:pt x="76560" y="1424"/>
                    <a:pt x="67584" y="2700"/>
                    <a:pt x="63316" y="8287"/>
                  </a:cubicBezTo>
                  <a:cubicBezTo>
                    <a:pt x="62876" y="8893"/>
                    <a:pt x="62416" y="9584"/>
                    <a:pt x="61705" y="9814"/>
                  </a:cubicBezTo>
                  <a:cubicBezTo>
                    <a:pt x="60533" y="10232"/>
                    <a:pt x="59340" y="9270"/>
                    <a:pt x="58399" y="8454"/>
                  </a:cubicBezTo>
                  <a:cubicBezTo>
                    <a:pt x="49694" y="921"/>
                    <a:pt x="35655" y="1"/>
                    <a:pt x="26532" y="7031"/>
                  </a:cubicBezTo>
                  <a:cubicBezTo>
                    <a:pt x="23917" y="9061"/>
                    <a:pt x="21761" y="11592"/>
                    <a:pt x="19648" y="14124"/>
                  </a:cubicBezTo>
                  <a:cubicBezTo>
                    <a:pt x="16112" y="18372"/>
                    <a:pt x="5253" y="26888"/>
                    <a:pt x="1" y="28562"/>
                  </a:cubicBezTo>
                  <a:lnTo>
                    <a:pt x="16112" y="28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5" name="Google Shape;15;p2"/>
            <p:cNvGrpSpPr/>
            <p:nvPr/>
          </p:nvGrpSpPr>
          <p:grpSpPr>
            <a:xfrm rot="-1642488">
              <a:off x="7741143" y="1460486"/>
              <a:ext cx="2565674" cy="1298224"/>
              <a:chOff x="19279125" y="28273675"/>
              <a:chExt cx="2565725" cy="1298250"/>
            </a:xfrm>
          </p:grpSpPr>
          <p:sp>
            <p:nvSpPr>
              <p:cNvPr id="16" name="Google Shape;16;p2"/>
              <p:cNvSpPr/>
              <p:nvPr/>
            </p:nvSpPr>
            <p:spPr>
              <a:xfrm>
                <a:off x="19715375" y="28798125"/>
                <a:ext cx="506850" cy="665075"/>
              </a:xfrm>
              <a:custGeom>
                <a:avLst/>
                <a:gdLst/>
                <a:ahLst/>
                <a:cxnLst/>
                <a:rect l="l" t="t" r="r" b="b"/>
                <a:pathLst>
                  <a:path w="20274" h="26603" extrusionOk="0">
                    <a:moveTo>
                      <a:pt x="20102" y="0"/>
                    </a:moveTo>
                    <a:cubicBezTo>
                      <a:pt x="20089" y="0"/>
                      <a:pt x="20076" y="3"/>
                      <a:pt x="20065" y="8"/>
                    </a:cubicBezTo>
                    <a:cubicBezTo>
                      <a:pt x="20002" y="8"/>
                      <a:pt x="19981" y="29"/>
                      <a:pt x="19918" y="50"/>
                    </a:cubicBezTo>
                    <a:cubicBezTo>
                      <a:pt x="18014" y="1975"/>
                      <a:pt x="16194" y="4026"/>
                      <a:pt x="14415" y="6181"/>
                    </a:cubicBezTo>
                    <a:cubicBezTo>
                      <a:pt x="14060" y="6537"/>
                      <a:pt x="13746" y="6934"/>
                      <a:pt x="13474" y="7332"/>
                    </a:cubicBezTo>
                    <a:cubicBezTo>
                      <a:pt x="13264" y="7583"/>
                      <a:pt x="13055" y="7876"/>
                      <a:pt x="12846" y="8148"/>
                    </a:cubicBezTo>
                    <a:lnTo>
                      <a:pt x="12804" y="8169"/>
                    </a:lnTo>
                    <a:cubicBezTo>
                      <a:pt x="9561" y="12270"/>
                      <a:pt x="6506" y="16643"/>
                      <a:pt x="3577" y="20911"/>
                    </a:cubicBezTo>
                    <a:cubicBezTo>
                      <a:pt x="3577" y="20911"/>
                      <a:pt x="3577" y="20932"/>
                      <a:pt x="3556" y="20932"/>
                    </a:cubicBezTo>
                    <a:cubicBezTo>
                      <a:pt x="3556" y="20953"/>
                      <a:pt x="3535" y="20953"/>
                      <a:pt x="3535" y="20974"/>
                    </a:cubicBezTo>
                    <a:cubicBezTo>
                      <a:pt x="2447" y="22522"/>
                      <a:pt x="1401" y="24050"/>
                      <a:pt x="355" y="25535"/>
                    </a:cubicBezTo>
                    <a:cubicBezTo>
                      <a:pt x="0" y="26042"/>
                      <a:pt x="531" y="26603"/>
                      <a:pt x="1046" y="26603"/>
                    </a:cubicBezTo>
                    <a:cubicBezTo>
                      <a:pt x="1169" y="26603"/>
                      <a:pt x="1292" y="26571"/>
                      <a:pt x="1401" y="26498"/>
                    </a:cubicBezTo>
                    <a:cubicBezTo>
                      <a:pt x="1987" y="26142"/>
                      <a:pt x="2593" y="25745"/>
                      <a:pt x="3137" y="25347"/>
                    </a:cubicBezTo>
                    <a:cubicBezTo>
                      <a:pt x="3158" y="25347"/>
                      <a:pt x="3158" y="25326"/>
                      <a:pt x="3158" y="25326"/>
                    </a:cubicBezTo>
                    <a:cubicBezTo>
                      <a:pt x="11423" y="19593"/>
                      <a:pt x="18746" y="10177"/>
                      <a:pt x="20274" y="239"/>
                    </a:cubicBezTo>
                    <a:cubicBezTo>
                      <a:pt x="20274" y="155"/>
                      <a:pt x="20232" y="113"/>
                      <a:pt x="20211" y="50"/>
                    </a:cubicBezTo>
                    <a:cubicBezTo>
                      <a:pt x="20180" y="20"/>
                      <a:pt x="20139" y="0"/>
                      <a:pt x="201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20308800" y="28749150"/>
                <a:ext cx="511325" cy="822775"/>
              </a:xfrm>
              <a:custGeom>
                <a:avLst/>
                <a:gdLst/>
                <a:ahLst/>
                <a:cxnLst/>
                <a:rect l="l" t="t" r="r" b="b"/>
                <a:pathLst>
                  <a:path w="20453" h="32911" extrusionOk="0">
                    <a:moveTo>
                      <a:pt x="20227" y="1"/>
                    </a:moveTo>
                    <a:cubicBezTo>
                      <a:pt x="20190" y="1"/>
                      <a:pt x="20153" y="8"/>
                      <a:pt x="20118" y="22"/>
                    </a:cubicBezTo>
                    <a:cubicBezTo>
                      <a:pt x="20097" y="22"/>
                      <a:pt x="20097" y="63"/>
                      <a:pt x="20076" y="84"/>
                    </a:cubicBezTo>
                    <a:cubicBezTo>
                      <a:pt x="19804" y="335"/>
                      <a:pt x="19574" y="607"/>
                      <a:pt x="19302" y="900"/>
                    </a:cubicBezTo>
                    <a:cubicBezTo>
                      <a:pt x="19302" y="900"/>
                      <a:pt x="19302" y="921"/>
                      <a:pt x="19281" y="921"/>
                    </a:cubicBezTo>
                    <a:cubicBezTo>
                      <a:pt x="19051" y="1172"/>
                      <a:pt x="18841" y="1444"/>
                      <a:pt x="18632" y="1695"/>
                    </a:cubicBezTo>
                    <a:cubicBezTo>
                      <a:pt x="18569" y="1758"/>
                      <a:pt x="18528" y="1842"/>
                      <a:pt x="18465" y="1884"/>
                    </a:cubicBezTo>
                    <a:cubicBezTo>
                      <a:pt x="18318" y="2093"/>
                      <a:pt x="18130" y="2302"/>
                      <a:pt x="17984" y="2512"/>
                    </a:cubicBezTo>
                    <a:cubicBezTo>
                      <a:pt x="17921" y="2595"/>
                      <a:pt x="17837" y="2679"/>
                      <a:pt x="17795" y="2784"/>
                    </a:cubicBezTo>
                    <a:cubicBezTo>
                      <a:pt x="17628" y="2993"/>
                      <a:pt x="17502" y="3160"/>
                      <a:pt x="17356" y="3369"/>
                    </a:cubicBezTo>
                    <a:cubicBezTo>
                      <a:pt x="17293" y="3453"/>
                      <a:pt x="17209" y="3558"/>
                      <a:pt x="17168" y="3641"/>
                    </a:cubicBezTo>
                    <a:cubicBezTo>
                      <a:pt x="17000" y="3851"/>
                      <a:pt x="16875" y="4060"/>
                      <a:pt x="16749" y="4269"/>
                    </a:cubicBezTo>
                    <a:cubicBezTo>
                      <a:pt x="16686" y="4353"/>
                      <a:pt x="16644" y="4436"/>
                      <a:pt x="16561" y="4520"/>
                    </a:cubicBezTo>
                    <a:lnTo>
                      <a:pt x="16100" y="5232"/>
                    </a:lnTo>
                    <a:cubicBezTo>
                      <a:pt x="16059" y="5273"/>
                      <a:pt x="16017" y="5336"/>
                      <a:pt x="15996" y="5420"/>
                    </a:cubicBezTo>
                    <a:cubicBezTo>
                      <a:pt x="15598" y="6006"/>
                      <a:pt x="15222" y="6633"/>
                      <a:pt x="14866" y="7282"/>
                    </a:cubicBezTo>
                    <a:cubicBezTo>
                      <a:pt x="14803" y="7345"/>
                      <a:pt x="14782" y="7429"/>
                      <a:pt x="14740" y="7512"/>
                    </a:cubicBezTo>
                    <a:cubicBezTo>
                      <a:pt x="14594" y="7742"/>
                      <a:pt x="14468" y="7973"/>
                      <a:pt x="14322" y="8203"/>
                    </a:cubicBezTo>
                    <a:cubicBezTo>
                      <a:pt x="14259" y="8286"/>
                      <a:pt x="14217" y="8391"/>
                      <a:pt x="14155" y="8475"/>
                    </a:cubicBezTo>
                    <a:lnTo>
                      <a:pt x="13757" y="9186"/>
                    </a:lnTo>
                    <a:cubicBezTo>
                      <a:pt x="13715" y="9249"/>
                      <a:pt x="13652" y="9333"/>
                      <a:pt x="13631" y="9416"/>
                    </a:cubicBezTo>
                    <a:cubicBezTo>
                      <a:pt x="13485" y="9709"/>
                      <a:pt x="13318" y="9960"/>
                      <a:pt x="13171" y="10253"/>
                    </a:cubicBezTo>
                    <a:cubicBezTo>
                      <a:pt x="12962" y="10609"/>
                      <a:pt x="12753" y="10986"/>
                      <a:pt x="12564" y="11341"/>
                    </a:cubicBezTo>
                    <a:cubicBezTo>
                      <a:pt x="12502" y="11488"/>
                      <a:pt x="12439" y="11592"/>
                      <a:pt x="12376" y="11718"/>
                    </a:cubicBezTo>
                    <a:lnTo>
                      <a:pt x="12062" y="12262"/>
                    </a:lnTo>
                    <a:cubicBezTo>
                      <a:pt x="11539" y="13224"/>
                      <a:pt x="10995" y="14166"/>
                      <a:pt x="10409" y="15108"/>
                    </a:cubicBezTo>
                    <a:cubicBezTo>
                      <a:pt x="8568" y="18183"/>
                      <a:pt x="6622" y="21217"/>
                      <a:pt x="4718" y="24251"/>
                    </a:cubicBezTo>
                    <a:lnTo>
                      <a:pt x="4718" y="24272"/>
                    </a:lnTo>
                    <a:lnTo>
                      <a:pt x="4718" y="24293"/>
                    </a:lnTo>
                    <a:lnTo>
                      <a:pt x="4718" y="24314"/>
                    </a:lnTo>
                    <a:lnTo>
                      <a:pt x="4718" y="24356"/>
                    </a:lnTo>
                    <a:lnTo>
                      <a:pt x="4718" y="24377"/>
                    </a:lnTo>
                    <a:cubicBezTo>
                      <a:pt x="3693" y="26030"/>
                      <a:pt x="2668" y="27641"/>
                      <a:pt x="1684" y="29315"/>
                    </a:cubicBezTo>
                    <a:lnTo>
                      <a:pt x="1684" y="29336"/>
                    </a:lnTo>
                    <a:lnTo>
                      <a:pt x="1684" y="29377"/>
                    </a:lnTo>
                    <a:lnTo>
                      <a:pt x="1684" y="29398"/>
                    </a:lnTo>
                    <a:lnTo>
                      <a:pt x="1684" y="29419"/>
                    </a:lnTo>
                    <a:lnTo>
                      <a:pt x="1684" y="29461"/>
                    </a:lnTo>
                    <a:cubicBezTo>
                      <a:pt x="1621" y="29503"/>
                      <a:pt x="1600" y="29587"/>
                      <a:pt x="1559" y="29670"/>
                    </a:cubicBezTo>
                    <a:lnTo>
                      <a:pt x="1559" y="29691"/>
                    </a:lnTo>
                    <a:cubicBezTo>
                      <a:pt x="1140" y="30361"/>
                      <a:pt x="743" y="31072"/>
                      <a:pt x="345" y="31763"/>
                    </a:cubicBezTo>
                    <a:cubicBezTo>
                      <a:pt x="1" y="32365"/>
                      <a:pt x="520" y="32911"/>
                      <a:pt x="1088" y="32911"/>
                    </a:cubicBezTo>
                    <a:cubicBezTo>
                      <a:pt x="1210" y="32911"/>
                      <a:pt x="1335" y="32886"/>
                      <a:pt x="1454" y="32830"/>
                    </a:cubicBezTo>
                    <a:cubicBezTo>
                      <a:pt x="1517" y="32809"/>
                      <a:pt x="1600" y="32746"/>
                      <a:pt x="1684" y="32662"/>
                    </a:cubicBezTo>
                    <a:cubicBezTo>
                      <a:pt x="6476" y="28038"/>
                      <a:pt x="10388" y="22556"/>
                      <a:pt x="13757" y="16844"/>
                    </a:cubicBezTo>
                    <a:cubicBezTo>
                      <a:pt x="16247" y="12408"/>
                      <a:pt x="19051" y="7721"/>
                      <a:pt x="20097" y="2700"/>
                    </a:cubicBezTo>
                    <a:cubicBezTo>
                      <a:pt x="20097" y="2658"/>
                      <a:pt x="20118" y="2616"/>
                      <a:pt x="20118" y="2595"/>
                    </a:cubicBezTo>
                    <a:cubicBezTo>
                      <a:pt x="20160" y="2365"/>
                      <a:pt x="20222" y="2093"/>
                      <a:pt x="20243" y="1863"/>
                    </a:cubicBezTo>
                    <a:cubicBezTo>
                      <a:pt x="20243" y="1800"/>
                      <a:pt x="20264" y="1779"/>
                      <a:pt x="20264" y="1737"/>
                    </a:cubicBezTo>
                    <a:lnTo>
                      <a:pt x="20348" y="1172"/>
                    </a:lnTo>
                    <a:cubicBezTo>
                      <a:pt x="20390" y="1068"/>
                      <a:pt x="20390" y="1005"/>
                      <a:pt x="20390" y="879"/>
                    </a:cubicBezTo>
                    <a:cubicBezTo>
                      <a:pt x="20411" y="733"/>
                      <a:pt x="20411" y="607"/>
                      <a:pt x="20432" y="440"/>
                    </a:cubicBezTo>
                    <a:cubicBezTo>
                      <a:pt x="20432" y="356"/>
                      <a:pt x="20453" y="294"/>
                      <a:pt x="20453" y="210"/>
                    </a:cubicBezTo>
                    <a:lnTo>
                      <a:pt x="20453" y="126"/>
                    </a:lnTo>
                    <a:cubicBezTo>
                      <a:pt x="20453" y="105"/>
                      <a:pt x="20432" y="105"/>
                      <a:pt x="20432" y="84"/>
                    </a:cubicBezTo>
                    <a:cubicBezTo>
                      <a:pt x="20376" y="29"/>
                      <a:pt x="20301" y="1"/>
                      <a:pt x="20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20182700" y="28375125"/>
                <a:ext cx="603425" cy="350075"/>
              </a:xfrm>
              <a:custGeom>
                <a:avLst/>
                <a:gdLst/>
                <a:ahLst/>
                <a:cxnLst/>
                <a:rect l="l" t="t" r="r" b="b"/>
                <a:pathLst>
                  <a:path w="24137" h="14003" extrusionOk="0">
                    <a:moveTo>
                      <a:pt x="808" y="1"/>
                    </a:moveTo>
                    <a:cubicBezTo>
                      <a:pt x="364" y="1"/>
                      <a:pt x="1" y="496"/>
                      <a:pt x="137" y="922"/>
                    </a:cubicBezTo>
                    <a:cubicBezTo>
                      <a:pt x="179" y="1027"/>
                      <a:pt x="263" y="1131"/>
                      <a:pt x="367" y="1215"/>
                    </a:cubicBezTo>
                    <a:cubicBezTo>
                      <a:pt x="6623" y="6404"/>
                      <a:pt x="13131" y="11070"/>
                      <a:pt x="20935" y="13288"/>
                    </a:cubicBezTo>
                    <a:cubicBezTo>
                      <a:pt x="20977" y="13309"/>
                      <a:pt x="21040" y="13309"/>
                      <a:pt x="21103" y="13351"/>
                    </a:cubicBezTo>
                    <a:cubicBezTo>
                      <a:pt x="21500" y="13434"/>
                      <a:pt x="21919" y="13560"/>
                      <a:pt x="22316" y="13643"/>
                    </a:cubicBezTo>
                    <a:cubicBezTo>
                      <a:pt x="22421" y="13685"/>
                      <a:pt x="22484" y="13706"/>
                      <a:pt x="22588" y="13727"/>
                    </a:cubicBezTo>
                    <a:cubicBezTo>
                      <a:pt x="22965" y="13811"/>
                      <a:pt x="23362" y="13895"/>
                      <a:pt x="23718" y="13957"/>
                    </a:cubicBezTo>
                    <a:cubicBezTo>
                      <a:pt x="23781" y="13957"/>
                      <a:pt x="23802" y="13999"/>
                      <a:pt x="23823" y="13999"/>
                    </a:cubicBezTo>
                    <a:cubicBezTo>
                      <a:pt x="23838" y="14001"/>
                      <a:pt x="23852" y="14002"/>
                      <a:pt x="23867" y="14002"/>
                    </a:cubicBezTo>
                    <a:cubicBezTo>
                      <a:pt x="23990" y="14002"/>
                      <a:pt x="24078" y="13923"/>
                      <a:pt x="24116" y="13811"/>
                    </a:cubicBezTo>
                    <a:cubicBezTo>
                      <a:pt x="24137" y="13769"/>
                      <a:pt x="24137" y="13727"/>
                      <a:pt x="24116" y="13685"/>
                    </a:cubicBezTo>
                    <a:cubicBezTo>
                      <a:pt x="24116" y="13643"/>
                      <a:pt x="24095" y="13602"/>
                      <a:pt x="24032" y="13581"/>
                    </a:cubicBezTo>
                    <a:cubicBezTo>
                      <a:pt x="23676" y="13309"/>
                      <a:pt x="23341" y="13037"/>
                      <a:pt x="22965" y="12765"/>
                    </a:cubicBezTo>
                    <a:cubicBezTo>
                      <a:pt x="22923" y="12744"/>
                      <a:pt x="22860" y="12681"/>
                      <a:pt x="22818" y="12660"/>
                    </a:cubicBezTo>
                    <a:cubicBezTo>
                      <a:pt x="22525" y="12451"/>
                      <a:pt x="22212" y="12221"/>
                      <a:pt x="21919" y="12011"/>
                    </a:cubicBezTo>
                    <a:lnTo>
                      <a:pt x="21688" y="11844"/>
                    </a:lnTo>
                    <a:cubicBezTo>
                      <a:pt x="21333" y="11614"/>
                      <a:pt x="21019" y="11384"/>
                      <a:pt x="20684" y="11175"/>
                    </a:cubicBezTo>
                    <a:lnTo>
                      <a:pt x="20663" y="11133"/>
                    </a:lnTo>
                    <a:cubicBezTo>
                      <a:pt x="16876" y="8580"/>
                      <a:pt x="12859" y="6404"/>
                      <a:pt x="8841" y="4228"/>
                    </a:cubicBezTo>
                    <a:cubicBezTo>
                      <a:pt x="8841" y="4228"/>
                      <a:pt x="8820" y="4228"/>
                      <a:pt x="8820" y="4207"/>
                    </a:cubicBezTo>
                    <a:lnTo>
                      <a:pt x="8800" y="4207"/>
                    </a:lnTo>
                    <a:cubicBezTo>
                      <a:pt x="6226" y="2847"/>
                      <a:pt x="3673" y="1508"/>
                      <a:pt x="1121" y="85"/>
                    </a:cubicBezTo>
                    <a:cubicBezTo>
                      <a:pt x="1016" y="27"/>
                      <a:pt x="910" y="1"/>
                      <a:pt x="8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19914100" y="28430850"/>
                <a:ext cx="673250" cy="292175"/>
              </a:xfrm>
              <a:custGeom>
                <a:avLst/>
                <a:gdLst/>
                <a:ahLst/>
                <a:cxnLst/>
                <a:rect l="l" t="t" r="r" b="b"/>
                <a:pathLst>
                  <a:path w="26930" h="11687" extrusionOk="0">
                    <a:moveTo>
                      <a:pt x="1364" y="1"/>
                    </a:moveTo>
                    <a:cubicBezTo>
                      <a:pt x="1157" y="1"/>
                      <a:pt x="953" y="11"/>
                      <a:pt x="754" y="32"/>
                    </a:cubicBezTo>
                    <a:cubicBezTo>
                      <a:pt x="210" y="53"/>
                      <a:pt x="1" y="492"/>
                      <a:pt x="106" y="911"/>
                    </a:cubicBezTo>
                    <a:cubicBezTo>
                      <a:pt x="210" y="1141"/>
                      <a:pt x="357" y="1392"/>
                      <a:pt x="650" y="1476"/>
                    </a:cubicBezTo>
                    <a:cubicBezTo>
                      <a:pt x="3683" y="2522"/>
                      <a:pt x="6696" y="3610"/>
                      <a:pt x="9647" y="4782"/>
                    </a:cubicBezTo>
                    <a:lnTo>
                      <a:pt x="9626" y="4782"/>
                    </a:lnTo>
                    <a:cubicBezTo>
                      <a:pt x="11802" y="5640"/>
                      <a:pt x="13936" y="6581"/>
                      <a:pt x="16091" y="7606"/>
                    </a:cubicBezTo>
                    <a:cubicBezTo>
                      <a:pt x="16970" y="8025"/>
                      <a:pt x="17807" y="8464"/>
                      <a:pt x="18644" y="8925"/>
                    </a:cubicBezTo>
                    <a:cubicBezTo>
                      <a:pt x="21238" y="10222"/>
                      <a:pt x="23770" y="11394"/>
                      <a:pt x="26783" y="11686"/>
                    </a:cubicBezTo>
                    <a:cubicBezTo>
                      <a:pt x="26825" y="11686"/>
                      <a:pt x="26867" y="11686"/>
                      <a:pt x="26888" y="11666"/>
                    </a:cubicBezTo>
                    <a:cubicBezTo>
                      <a:pt x="26909" y="11645"/>
                      <a:pt x="26930" y="11582"/>
                      <a:pt x="26930" y="11498"/>
                    </a:cubicBezTo>
                    <a:cubicBezTo>
                      <a:pt x="26930" y="11414"/>
                      <a:pt x="26888" y="11373"/>
                      <a:pt x="26804" y="11352"/>
                    </a:cubicBezTo>
                    <a:lnTo>
                      <a:pt x="26783" y="11352"/>
                    </a:lnTo>
                    <a:cubicBezTo>
                      <a:pt x="26553" y="11268"/>
                      <a:pt x="26344" y="11184"/>
                      <a:pt x="26093" y="11080"/>
                    </a:cubicBezTo>
                    <a:cubicBezTo>
                      <a:pt x="26051" y="11059"/>
                      <a:pt x="25988" y="11038"/>
                      <a:pt x="25946" y="11038"/>
                    </a:cubicBezTo>
                    <a:cubicBezTo>
                      <a:pt x="25737" y="10954"/>
                      <a:pt x="25528" y="10850"/>
                      <a:pt x="25318" y="10745"/>
                    </a:cubicBezTo>
                    <a:cubicBezTo>
                      <a:pt x="25256" y="10724"/>
                      <a:pt x="25214" y="10682"/>
                      <a:pt x="25130" y="10661"/>
                    </a:cubicBezTo>
                    <a:cubicBezTo>
                      <a:pt x="24921" y="10557"/>
                      <a:pt x="24733" y="10452"/>
                      <a:pt x="24523" y="10347"/>
                    </a:cubicBezTo>
                    <a:lnTo>
                      <a:pt x="24377" y="10264"/>
                    </a:lnTo>
                    <a:cubicBezTo>
                      <a:pt x="24189" y="10159"/>
                      <a:pt x="24042" y="10054"/>
                      <a:pt x="23854" y="9950"/>
                    </a:cubicBezTo>
                    <a:cubicBezTo>
                      <a:pt x="23791" y="9929"/>
                      <a:pt x="23749" y="9908"/>
                      <a:pt x="23686" y="9845"/>
                    </a:cubicBezTo>
                    <a:cubicBezTo>
                      <a:pt x="23519" y="9762"/>
                      <a:pt x="23331" y="9615"/>
                      <a:pt x="23142" y="9510"/>
                    </a:cubicBezTo>
                    <a:cubicBezTo>
                      <a:pt x="23059" y="9469"/>
                      <a:pt x="23017" y="9427"/>
                      <a:pt x="22933" y="9385"/>
                    </a:cubicBezTo>
                    <a:cubicBezTo>
                      <a:pt x="22745" y="9280"/>
                      <a:pt x="22598" y="9155"/>
                      <a:pt x="22410" y="9029"/>
                    </a:cubicBezTo>
                    <a:cubicBezTo>
                      <a:pt x="22326" y="8966"/>
                      <a:pt x="22264" y="8925"/>
                      <a:pt x="22180" y="8841"/>
                    </a:cubicBezTo>
                    <a:cubicBezTo>
                      <a:pt x="22054" y="8757"/>
                      <a:pt x="21950" y="8673"/>
                      <a:pt x="21845" y="8569"/>
                    </a:cubicBezTo>
                    <a:cubicBezTo>
                      <a:pt x="21678" y="8443"/>
                      <a:pt x="21531" y="8339"/>
                      <a:pt x="21364" y="8213"/>
                    </a:cubicBezTo>
                    <a:cubicBezTo>
                      <a:pt x="21343" y="8192"/>
                      <a:pt x="21280" y="8150"/>
                      <a:pt x="21259" y="8129"/>
                    </a:cubicBezTo>
                    <a:cubicBezTo>
                      <a:pt x="18769" y="6246"/>
                      <a:pt x="16363" y="4112"/>
                      <a:pt x="13559" y="2773"/>
                    </a:cubicBezTo>
                    <a:cubicBezTo>
                      <a:pt x="10023" y="1078"/>
                      <a:pt x="6006" y="137"/>
                      <a:pt x="2051" y="32"/>
                    </a:cubicBezTo>
                    <a:lnTo>
                      <a:pt x="1989" y="32"/>
                    </a:lnTo>
                    <a:cubicBezTo>
                      <a:pt x="1779" y="11"/>
                      <a:pt x="1570" y="1"/>
                      <a:pt x="13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9600250" y="28499650"/>
                <a:ext cx="774200" cy="245875"/>
              </a:xfrm>
              <a:custGeom>
                <a:avLst/>
                <a:gdLst/>
                <a:ahLst/>
                <a:cxnLst/>
                <a:rect l="l" t="t" r="r" b="b"/>
                <a:pathLst>
                  <a:path w="30968" h="9835" extrusionOk="0">
                    <a:moveTo>
                      <a:pt x="6613" y="0"/>
                    </a:moveTo>
                    <a:cubicBezTo>
                      <a:pt x="4520" y="0"/>
                      <a:pt x="2532" y="63"/>
                      <a:pt x="733" y="251"/>
                    </a:cubicBezTo>
                    <a:cubicBezTo>
                      <a:pt x="252" y="272"/>
                      <a:pt x="1" y="753"/>
                      <a:pt x="105" y="1151"/>
                    </a:cubicBezTo>
                    <a:cubicBezTo>
                      <a:pt x="105" y="1318"/>
                      <a:pt x="252" y="1507"/>
                      <a:pt x="545" y="1590"/>
                    </a:cubicBezTo>
                    <a:cubicBezTo>
                      <a:pt x="5859" y="2678"/>
                      <a:pt x="11007" y="4080"/>
                      <a:pt x="16154" y="5712"/>
                    </a:cubicBezTo>
                    <a:cubicBezTo>
                      <a:pt x="16509" y="5817"/>
                      <a:pt x="16844" y="5963"/>
                      <a:pt x="17179" y="6068"/>
                    </a:cubicBezTo>
                    <a:lnTo>
                      <a:pt x="17158" y="6068"/>
                    </a:lnTo>
                    <a:cubicBezTo>
                      <a:pt x="18518" y="6528"/>
                      <a:pt x="19878" y="7051"/>
                      <a:pt x="21259" y="7574"/>
                    </a:cubicBezTo>
                    <a:cubicBezTo>
                      <a:pt x="21343" y="7595"/>
                      <a:pt x="21385" y="7637"/>
                      <a:pt x="21468" y="7658"/>
                    </a:cubicBezTo>
                    <a:cubicBezTo>
                      <a:pt x="21489" y="7658"/>
                      <a:pt x="21531" y="7679"/>
                      <a:pt x="21573" y="7679"/>
                    </a:cubicBezTo>
                    <a:cubicBezTo>
                      <a:pt x="24000" y="8579"/>
                      <a:pt x="26490" y="9416"/>
                      <a:pt x="29022" y="9730"/>
                    </a:cubicBezTo>
                    <a:lnTo>
                      <a:pt x="29064" y="9730"/>
                    </a:lnTo>
                    <a:cubicBezTo>
                      <a:pt x="29182" y="9747"/>
                      <a:pt x="29355" y="9777"/>
                      <a:pt x="29528" y="9777"/>
                    </a:cubicBezTo>
                    <a:cubicBezTo>
                      <a:pt x="29569" y="9777"/>
                      <a:pt x="29610" y="9775"/>
                      <a:pt x="29649" y="9771"/>
                    </a:cubicBezTo>
                    <a:cubicBezTo>
                      <a:pt x="29838" y="9792"/>
                      <a:pt x="30026" y="9792"/>
                      <a:pt x="30173" y="9834"/>
                    </a:cubicBezTo>
                    <a:lnTo>
                      <a:pt x="30319" y="9834"/>
                    </a:lnTo>
                    <a:cubicBezTo>
                      <a:pt x="30361" y="9834"/>
                      <a:pt x="30424" y="9834"/>
                      <a:pt x="30466" y="9792"/>
                    </a:cubicBezTo>
                    <a:cubicBezTo>
                      <a:pt x="30758" y="9730"/>
                      <a:pt x="30968" y="9374"/>
                      <a:pt x="30905" y="9060"/>
                    </a:cubicBezTo>
                    <a:cubicBezTo>
                      <a:pt x="30884" y="8997"/>
                      <a:pt x="30884" y="8914"/>
                      <a:pt x="30821" y="8851"/>
                    </a:cubicBezTo>
                    <a:cubicBezTo>
                      <a:pt x="30779" y="8788"/>
                      <a:pt x="30717" y="8725"/>
                      <a:pt x="30675" y="8642"/>
                    </a:cubicBezTo>
                    <a:cubicBezTo>
                      <a:pt x="30445" y="8328"/>
                      <a:pt x="30173" y="8056"/>
                      <a:pt x="29942" y="7763"/>
                    </a:cubicBezTo>
                    <a:cubicBezTo>
                      <a:pt x="29733" y="7428"/>
                      <a:pt x="29440" y="7135"/>
                      <a:pt x="29105" y="6905"/>
                    </a:cubicBezTo>
                    <a:cubicBezTo>
                      <a:pt x="23686" y="1716"/>
                      <a:pt x="14501" y="42"/>
                      <a:pt x="66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20149825" y="28752300"/>
                <a:ext cx="462625" cy="768775"/>
              </a:xfrm>
              <a:custGeom>
                <a:avLst/>
                <a:gdLst/>
                <a:ahLst/>
                <a:cxnLst/>
                <a:rect l="l" t="t" r="r" b="b"/>
                <a:pathLst>
                  <a:path w="18505" h="30751" extrusionOk="0">
                    <a:moveTo>
                      <a:pt x="13598" y="8453"/>
                    </a:moveTo>
                    <a:cubicBezTo>
                      <a:pt x="13593" y="8459"/>
                      <a:pt x="13588" y="8464"/>
                      <a:pt x="13588" y="8474"/>
                    </a:cubicBezTo>
                    <a:lnTo>
                      <a:pt x="13588" y="8474"/>
                    </a:lnTo>
                    <a:cubicBezTo>
                      <a:pt x="13591" y="8467"/>
                      <a:pt x="13595" y="8460"/>
                      <a:pt x="13598" y="8453"/>
                    </a:cubicBezTo>
                    <a:close/>
                    <a:moveTo>
                      <a:pt x="18233" y="0"/>
                    </a:moveTo>
                    <a:cubicBezTo>
                      <a:pt x="18170" y="0"/>
                      <a:pt x="18066" y="42"/>
                      <a:pt x="18003" y="84"/>
                    </a:cubicBezTo>
                    <a:cubicBezTo>
                      <a:pt x="17773" y="293"/>
                      <a:pt x="17563" y="481"/>
                      <a:pt x="17333" y="691"/>
                    </a:cubicBezTo>
                    <a:cubicBezTo>
                      <a:pt x="17255" y="769"/>
                      <a:pt x="17323" y="902"/>
                      <a:pt x="17418" y="902"/>
                    </a:cubicBezTo>
                    <a:cubicBezTo>
                      <a:pt x="17424" y="902"/>
                      <a:pt x="17431" y="901"/>
                      <a:pt x="17438" y="900"/>
                    </a:cubicBezTo>
                    <a:lnTo>
                      <a:pt x="17438" y="900"/>
                    </a:lnTo>
                    <a:cubicBezTo>
                      <a:pt x="17375" y="921"/>
                      <a:pt x="17354" y="942"/>
                      <a:pt x="17291" y="984"/>
                    </a:cubicBezTo>
                    <a:cubicBezTo>
                      <a:pt x="17291" y="984"/>
                      <a:pt x="17270" y="984"/>
                      <a:pt x="17270" y="1005"/>
                    </a:cubicBezTo>
                    <a:cubicBezTo>
                      <a:pt x="17229" y="1025"/>
                      <a:pt x="17187" y="1046"/>
                      <a:pt x="17145" y="1109"/>
                    </a:cubicBezTo>
                    <a:lnTo>
                      <a:pt x="17124" y="1130"/>
                    </a:lnTo>
                    <a:lnTo>
                      <a:pt x="16977" y="1256"/>
                    </a:lnTo>
                    <a:cubicBezTo>
                      <a:pt x="16957" y="1297"/>
                      <a:pt x="16936" y="1318"/>
                      <a:pt x="16915" y="1360"/>
                    </a:cubicBezTo>
                    <a:lnTo>
                      <a:pt x="16852" y="1423"/>
                    </a:lnTo>
                    <a:cubicBezTo>
                      <a:pt x="16203" y="2302"/>
                      <a:pt x="15471" y="4143"/>
                      <a:pt x="14927" y="5524"/>
                    </a:cubicBezTo>
                    <a:cubicBezTo>
                      <a:pt x="14760" y="5922"/>
                      <a:pt x="14613" y="6340"/>
                      <a:pt x="14446" y="6738"/>
                    </a:cubicBezTo>
                    <a:cubicBezTo>
                      <a:pt x="14446" y="6759"/>
                      <a:pt x="14425" y="6779"/>
                      <a:pt x="14425" y="6800"/>
                    </a:cubicBezTo>
                    <a:cubicBezTo>
                      <a:pt x="14425" y="6842"/>
                      <a:pt x="14404" y="6842"/>
                      <a:pt x="14404" y="6863"/>
                    </a:cubicBezTo>
                    <a:cubicBezTo>
                      <a:pt x="14341" y="6968"/>
                      <a:pt x="14320" y="7051"/>
                      <a:pt x="14299" y="7093"/>
                    </a:cubicBezTo>
                    <a:cubicBezTo>
                      <a:pt x="14236" y="7219"/>
                      <a:pt x="14153" y="7365"/>
                      <a:pt x="14111" y="7470"/>
                    </a:cubicBezTo>
                    <a:cubicBezTo>
                      <a:pt x="13930" y="7793"/>
                      <a:pt x="13787" y="8115"/>
                      <a:pt x="13608" y="8438"/>
                    </a:cubicBezTo>
                    <a:lnTo>
                      <a:pt x="13608" y="8438"/>
                    </a:lnTo>
                    <a:cubicBezTo>
                      <a:pt x="13609" y="8436"/>
                      <a:pt x="13609" y="8434"/>
                      <a:pt x="13609" y="8432"/>
                    </a:cubicBezTo>
                    <a:lnTo>
                      <a:pt x="13609" y="8432"/>
                    </a:lnTo>
                    <a:cubicBezTo>
                      <a:pt x="13605" y="8439"/>
                      <a:pt x="13602" y="8446"/>
                      <a:pt x="13598" y="8453"/>
                    </a:cubicBezTo>
                    <a:lnTo>
                      <a:pt x="13598" y="8453"/>
                    </a:lnTo>
                    <a:cubicBezTo>
                      <a:pt x="13599" y="8452"/>
                      <a:pt x="13600" y="8451"/>
                      <a:pt x="13601" y="8450"/>
                    </a:cubicBezTo>
                    <a:lnTo>
                      <a:pt x="13601" y="8450"/>
                    </a:lnTo>
                    <a:cubicBezTo>
                      <a:pt x="13597" y="8458"/>
                      <a:pt x="13592" y="8466"/>
                      <a:pt x="13588" y="8474"/>
                    </a:cubicBezTo>
                    <a:cubicBezTo>
                      <a:pt x="13588" y="8474"/>
                      <a:pt x="13588" y="8474"/>
                      <a:pt x="13588" y="8474"/>
                    </a:cubicBezTo>
                    <a:lnTo>
                      <a:pt x="13588" y="8474"/>
                    </a:lnTo>
                    <a:cubicBezTo>
                      <a:pt x="12527" y="10595"/>
                      <a:pt x="11404" y="12735"/>
                      <a:pt x="10261" y="14814"/>
                    </a:cubicBezTo>
                    <a:cubicBezTo>
                      <a:pt x="8294" y="18308"/>
                      <a:pt x="6181" y="21635"/>
                      <a:pt x="3900" y="24878"/>
                    </a:cubicBezTo>
                    <a:cubicBezTo>
                      <a:pt x="2729" y="26552"/>
                      <a:pt x="1536" y="28226"/>
                      <a:pt x="301" y="29879"/>
                    </a:cubicBezTo>
                    <a:cubicBezTo>
                      <a:pt x="1" y="30291"/>
                      <a:pt x="299" y="30750"/>
                      <a:pt x="688" y="30750"/>
                    </a:cubicBezTo>
                    <a:cubicBezTo>
                      <a:pt x="813" y="30750"/>
                      <a:pt x="948" y="30703"/>
                      <a:pt x="1076" y="30591"/>
                    </a:cubicBezTo>
                    <a:cubicBezTo>
                      <a:pt x="2540" y="29251"/>
                      <a:pt x="4047" y="27787"/>
                      <a:pt x="5532" y="26155"/>
                    </a:cubicBezTo>
                    <a:lnTo>
                      <a:pt x="5532" y="26134"/>
                    </a:lnTo>
                    <a:lnTo>
                      <a:pt x="5616" y="26050"/>
                    </a:lnTo>
                    <a:cubicBezTo>
                      <a:pt x="11726" y="19355"/>
                      <a:pt x="17375" y="10546"/>
                      <a:pt x="18379" y="1988"/>
                    </a:cubicBezTo>
                    <a:lnTo>
                      <a:pt x="18379" y="1883"/>
                    </a:lnTo>
                    <a:cubicBezTo>
                      <a:pt x="18421" y="1360"/>
                      <a:pt x="18484" y="816"/>
                      <a:pt x="18505" y="293"/>
                    </a:cubicBezTo>
                    <a:lnTo>
                      <a:pt x="18505" y="189"/>
                    </a:lnTo>
                    <a:cubicBezTo>
                      <a:pt x="18484" y="84"/>
                      <a:pt x="18379" y="0"/>
                      <a:pt x="18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19279125" y="28273675"/>
                <a:ext cx="2565725" cy="1180375"/>
              </a:xfrm>
              <a:custGeom>
                <a:avLst/>
                <a:gdLst/>
                <a:ahLst/>
                <a:cxnLst/>
                <a:rect l="l" t="t" r="r" b="b"/>
                <a:pathLst>
                  <a:path w="102629" h="47215" extrusionOk="0">
                    <a:moveTo>
                      <a:pt x="72729" y="5754"/>
                    </a:moveTo>
                    <a:lnTo>
                      <a:pt x="72729" y="5754"/>
                    </a:lnTo>
                    <a:cubicBezTo>
                      <a:pt x="73231" y="6277"/>
                      <a:pt x="73733" y="6800"/>
                      <a:pt x="74194" y="7365"/>
                    </a:cubicBezTo>
                    <a:cubicBezTo>
                      <a:pt x="74232" y="7403"/>
                      <a:pt x="74269" y="7419"/>
                      <a:pt x="74305" y="7419"/>
                    </a:cubicBezTo>
                    <a:cubicBezTo>
                      <a:pt x="74369" y="7419"/>
                      <a:pt x="74426" y="7369"/>
                      <a:pt x="74466" y="7302"/>
                    </a:cubicBezTo>
                    <a:cubicBezTo>
                      <a:pt x="76328" y="9144"/>
                      <a:pt x="77918" y="11173"/>
                      <a:pt x="79257" y="13391"/>
                    </a:cubicBezTo>
                    <a:lnTo>
                      <a:pt x="79257" y="13433"/>
                    </a:lnTo>
                    <a:cubicBezTo>
                      <a:pt x="80659" y="15777"/>
                      <a:pt x="81789" y="18371"/>
                      <a:pt x="82626" y="21196"/>
                    </a:cubicBezTo>
                    <a:cubicBezTo>
                      <a:pt x="82103" y="21070"/>
                      <a:pt x="81559" y="20966"/>
                      <a:pt x="81036" y="20819"/>
                    </a:cubicBezTo>
                    <a:lnTo>
                      <a:pt x="81036" y="20777"/>
                    </a:lnTo>
                    <a:cubicBezTo>
                      <a:pt x="80994" y="20756"/>
                      <a:pt x="80931" y="20694"/>
                      <a:pt x="80868" y="20694"/>
                    </a:cubicBezTo>
                    <a:cubicBezTo>
                      <a:pt x="80847" y="20694"/>
                      <a:pt x="80847" y="20694"/>
                      <a:pt x="80827" y="20714"/>
                    </a:cubicBezTo>
                    <a:cubicBezTo>
                      <a:pt x="80785" y="20756"/>
                      <a:pt x="80743" y="20777"/>
                      <a:pt x="80722" y="20798"/>
                    </a:cubicBezTo>
                    <a:cubicBezTo>
                      <a:pt x="79885" y="20610"/>
                      <a:pt x="79006" y="20463"/>
                      <a:pt x="78169" y="20275"/>
                    </a:cubicBezTo>
                    <a:lnTo>
                      <a:pt x="78169" y="20254"/>
                    </a:lnTo>
                    <a:cubicBezTo>
                      <a:pt x="78169" y="20254"/>
                      <a:pt x="78169" y="20233"/>
                      <a:pt x="78211" y="20233"/>
                    </a:cubicBezTo>
                    <a:cubicBezTo>
                      <a:pt x="78839" y="14416"/>
                      <a:pt x="76579" y="9834"/>
                      <a:pt x="73043" y="6152"/>
                    </a:cubicBezTo>
                    <a:lnTo>
                      <a:pt x="72729" y="5754"/>
                    </a:lnTo>
                    <a:close/>
                    <a:moveTo>
                      <a:pt x="72311" y="19857"/>
                    </a:moveTo>
                    <a:cubicBezTo>
                      <a:pt x="73985" y="20066"/>
                      <a:pt x="75637" y="20338"/>
                      <a:pt x="77311" y="20610"/>
                    </a:cubicBezTo>
                    <a:cubicBezTo>
                      <a:pt x="76935" y="21091"/>
                      <a:pt x="76579" y="21531"/>
                      <a:pt x="76223" y="22012"/>
                    </a:cubicBezTo>
                    <a:cubicBezTo>
                      <a:pt x="74884" y="23644"/>
                      <a:pt x="73524" y="25297"/>
                      <a:pt x="72164" y="26929"/>
                    </a:cubicBezTo>
                    <a:lnTo>
                      <a:pt x="72164" y="26950"/>
                    </a:lnTo>
                    <a:cubicBezTo>
                      <a:pt x="71516" y="27703"/>
                      <a:pt x="70867" y="28456"/>
                      <a:pt x="70218" y="29230"/>
                    </a:cubicBezTo>
                    <a:cubicBezTo>
                      <a:pt x="69465" y="30109"/>
                      <a:pt x="68712" y="30967"/>
                      <a:pt x="67917" y="31867"/>
                    </a:cubicBezTo>
                    <a:lnTo>
                      <a:pt x="67896" y="31888"/>
                    </a:lnTo>
                    <a:cubicBezTo>
                      <a:pt x="66640" y="33331"/>
                      <a:pt x="65364" y="34733"/>
                      <a:pt x="64067" y="36156"/>
                    </a:cubicBezTo>
                    <a:cubicBezTo>
                      <a:pt x="65615" y="34210"/>
                      <a:pt x="67080" y="32181"/>
                      <a:pt x="68335" y="30067"/>
                    </a:cubicBezTo>
                    <a:cubicBezTo>
                      <a:pt x="68440" y="29879"/>
                      <a:pt x="68586" y="29670"/>
                      <a:pt x="68691" y="29481"/>
                    </a:cubicBezTo>
                    <a:cubicBezTo>
                      <a:pt x="68754" y="29356"/>
                      <a:pt x="68816" y="29251"/>
                      <a:pt x="68900" y="29126"/>
                    </a:cubicBezTo>
                    <a:cubicBezTo>
                      <a:pt x="69047" y="28854"/>
                      <a:pt x="69172" y="28603"/>
                      <a:pt x="69319" y="28331"/>
                    </a:cubicBezTo>
                    <a:lnTo>
                      <a:pt x="69465" y="28017"/>
                    </a:lnTo>
                    <a:lnTo>
                      <a:pt x="69779" y="27389"/>
                    </a:lnTo>
                    <a:cubicBezTo>
                      <a:pt x="69821" y="27285"/>
                      <a:pt x="69883" y="27201"/>
                      <a:pt x="69904" y="27096"/>
                    </a:cubicBezTo>
                    <a:cubicBezTo>
                      <a:pt x="70051" y="26824"/>
                      <a:pt x="70176" y="26552"/>
                      <a:pt x="70302" y="26259"/>
                    </a:cubicBezTo>
                    <a:cubicBezTo>
                      <a:pt x="70344" y="26155"/>
                      <a:pt x="70386" y="26092"/>
                      <a:pt x="70428" y="25987"/>
                    </a:cubicBezTo>
                    <a:cubicBezTo>
                      <a:pt x="70574" y="25715"/>
                      <a:pt x="70679" y="25422"/>
                      <a:pt x="70783" y="25171"/>
                    </a:cubicBezTo>
                    <a:cubicBezTo>
                      <a:pt x="70804" y="25108"/>
                      <a:pt x="70804" y="25088"/>
                      <a:pt x="70825" y="25046"/>
                    </a:cubicBezTo>
                    <a:cubicBezTo>
                      <a:pt x="70930" y="24753"/>
                      <a:pt x="71055" y="24460"/>
                      <a:pt x="71160" y="24167"/>
                    </a:cubicBezTo>
                    <a:cubicBezTo>
                      <a:pt x="71202" y="24104"/>
                      <a:pt x="71223" y="24041"/>
                      <a:pt x="71244" y="23958"/>
                    </a:cubicBezTo>
                    <a:cubicBezTo>
                      <a:pt x="71348" y="23644"/>
                      <a:pt x="71453" y="23330"/>
                      <a:pt x="71557" y="23058"/>
                    </a:cubicBezTo>
                    <a:cubicBezTo>
                      <a:pt x="71557" y="22995"/>
                      <a:pt x="71578" y="22974"/>
                      <a:pt x="71578" y="22911"/>
                    </a:cubicBezTo>
                    <a:cubicBezTo>
                      <a:pt x="71683" y="22598"/>
                      <a:pt x="71767" y="22326"/>
                      <a:pt x="71850" y="22012"/>
                    </a:cubicBezTo>
                    <a:cubicBezTo>
                      <a:pt x="71850" y="21970"/>
                      <a:pt x="71871" y="21949"/>
                      <a:pt x="71871" y="21928"/>
                    </a:cubicBezTo>
                    <a:cubicBezTo>
                      <a:pt x="71955" y="21593"/>
                      <a:pt x="72039" y="21279"/>
                      <a:pt x="72101" y="20924"/>
                    </a:cubicBezTo>
                    <a:cubicBezTo>
                      <a:pt x="72101" y="20903"/>
                      <a:pt x="72143" y="20882"/>
                      <a:pt x="72143" y="20819"/>
                    </a:cubicBezTo>
                    <a:cubicBezTo>
                      <a:pt x="72206" y="20505"/>
                      <a:pt x="72269" y="20170"/>
                      <a:pt x="72311" y="19857"/>
                    </a:cubicBezTo>
                    <a:close/>
                    <a:moveTo>
                      <a:pt x="64761" y="0"/>
                    </a:moveTo>
                    <a:cubicBezTo>
                      <a:pt x="64113" y="0"/>
                      <a:pt x="63614" y="912"/>
                      <a:pt x="64213" y="1423"/>
                    </a:cubicBezTo>
                    <a:cubicBezTo>
                      <a:pt x="65238" y="2281"/>
                      <a:pt x="66180" y="3243"/>
                      <a:pt x="67059" y="4269"/>
                    </a:cubicBezTo>
                    <a:lnTo>
                      <a:pt x="67080" y="4269"/>
                    </a:lnTo>
                    <a:lnTo>
                      <a:pt x="67122" y="4289"/>
                    </a:lnTo>
                    <a:cubicBezTo>
                      <a:pt x="67122" y="4331"/>
                      <a:pt x="67143" y="4331"/>
                      <a:pt x="67143" y="4331"/>
                    </a:cubicBezTo>
                    <a:lnTo>
                      <a:pt x="67143" y="4352"/>
                    </a:lnTo>
                    <a:lnTo>
                      <a:pt x="67163" y="4373"/>
                    </a:lnTo>
                    <a:cubicBezTo>
                      <a:pt x="69904" y="7574"/>
                      <a:pt x="72143" y="11299"/>
                      <a:pt x="74382" y="14940"/>
                    </a:cubicBezTo>
                    <a:cubicBezTo>
                      <a:pt x="75031" y="16007"/>
                      <a:pt x="75700" y="17053"/>
                      <a:pt x="76349" y="18078"/>
                    </a:cubicBezTo>
                    <a:cubicBezTo>
                      <a:pt x="76433" y="18183"/>
                      <a:pt x="76474" y="18287"/>
                      <a:pt x="76558" y="18392"/>
                    </a:cubicBezTo>
                    <a:cubicBezTo>
                      <a:pt x="76746" y="18664"/>
                      <a:pt x="76893" y="18915"/>
                      <a:pt x="77081" y="19187"/>
                    </a:cubicBezTo>
                    <a:cubicBezTo>
                      <a:pt x="77102" y="19229"/>
                      <a:pt x="77165" y="19292"/>
                      <a:pt x="77186" y="19334"/>
                    </a:cubicBezTo>
                    <a:cubicBezTo>
                      <a:pt x="77374" y="19606"/>
                      <a:pt x="77542" y="19878"/>
                      <a:pt x="77730" y="20150"/>
                    </a:cubicBezTo>
                    <a:cubicBezTo>
                      <a:pt x="77709" y="20150"/>
                      <a:pt x="77688" y="20170"/>
                      <a:pt x="77625" y="20191"/>
                    </a:cubicBezTo>
                    <a:cubicBezTo>
                      <a:pt x="75575" y="19815"/>
                      <a:pt x="73524" y="19501"/>
                      <a:pt x="71453" y="19229"/>
                    </a:cubicBezTo>
                    <a:cubicBezTo>
                      <a:pt x="72039" y="13956"/>
                      <a:pt x="68963" y="9248"/>
                      <a:pt x="64862" y="5796"/>
                    </a:cubicBezTo>
                    <a:lnTo>
                      <a:pt x="64841" y="5754"/>
                    </a:lnTo>
                    <a:lnTo>
                      <a:pt x="64820" y="5754"/>
                    </a:lnTo>
                    <a:cubicBezTo>
                      <a:pt x="62016" y="3411"/>
                      <a:pt x="58710" y="1611"/>
                      <a:pt x="55739" y="565"/>
                    </a:cubicBezTo>
                    <a:cubicBezTo>
                      <a:pt x="55650" y="534"/>
                      <a:pt x="55563" y="520"/>
                      <a:pt x="55478" y="520"/>
                    </a:cubicBezTo>
                    <a:cubicBezTo>
                      <a:pt x="54985" y="520"/>
                      <a:pt x="54588" y="997"/>
                      <a:pt x="54588" y="1444"/>
                    </a:cubicBezTo>
                    <a:cubicBezTo>
                      <a:pt x="54588" y="1674"/>
                      <a:pt x="54693" y="1946"/>
                      <a:pt x="54986" y="2072"/>
                    </a:cubicBezTo>
                    <a:cubicBezTo>
                      <a:pt x="55509" y="2364"/>
                      <a:pt x="55990" y="2678"/>
                      <a:pt x="56492" y="2992"/>
                    </a:cubicBezTo>
                    <a:cubicBezTo>
                      <a:pt x="56513" y="2992"/>
                      <a:pt x="56513" y="3013"/>
                      <a:pt x="56555" y="3034"/>
                    </a:cubicBezTo>
                    <a:cubicBezTo>
                      <a:pt x="57811" y="4038"/>
                      <a:pt x="59087" y="4980"/>
                      <a:pt x="60342" y="5942"/>
                    </a:cubicBezTo>
                    <a:lnTo>
                      <a:pt x="60363" y="5942"/>
                    </a:lnTo>
                    <a:cubicBezTo>
                      <a:pt x="61849" y="7261"/>
                      <a:pt x="63272" y="8683"/>
                      <a:pt x="64611" y="10211"/>
                    </a:cubicBezTo>
                    <a:cubicBezTo>
                      <a:pt x="66619" y="12450"/>
                      <a:pt x="68021" y="15128"/>
                      <a:pt x="69758" y="17576"/>
                    </a:cubicBezTo>
                    <a:cubicBezTo>
                      <a:pt x="69779" y="17618"/>
                      <a:pt x="69800" y="17639"/>
                      <a:pt x="69800" y="17681"/>
                    </a:cubicBezTo>
                    <a:cubicBezTo>
                      <a:pt x="69883" y="17827"/>
                      <a:pt x="69988" y="17932"/>
                      <a:pt x="70072" y="18057"/>
                    </a:cubicBezTo>
                    <a:cubicBezTo>
                      <a:pt x="70114" y="18141"/>
                      <a:pt x="70176" y="18183"/>
                      <a:pt x="70218" y="18266"/>
                    </a:cubicBezTo>
                    <a:cubicBezTo>
                      <a:pt x="70302" y="18371"/>
                      <a:pt x="70344" y="18455"/>
                      <a:pt x="70428" y="18559"/>
                    </a:cubicBezTo>
                    <a:cubicBezTo>
                      <a:pt x="70511" y="18664"/>
                      <a:pt x="70595" y="18769"/>
                      <a:pt x="70700" y="18873"/>
                    </a:cubicBezTo>
                    <a:cubicBezTo>
                      <a:pt x="70741" y="18915"/>
                      <a:pt x="70804" y="18999"/>
                      <a:pt x="70846" y="19041"/>
                    </a:cubicBezTo>
                    <a:cubicBezTo>
                      <a:pt x="70909" y="19103"/>
                      <a:pt x="70930" y="19145"/>
                      <a:pt x="70992" y="19208"/>
                    </a:cubicBezTo>
                    <a:cubicBezTo>
                      <a:pt x="69570" y="19020"/>
                      <a:pt x="68147" y="18894"/>
                      <a:pt x="66745" y="18769"/>
                    </a:cubicBezTo>
                    <a:lnTo>
                      <a:pt x="66766" y="18769"/>
                    </a:lnTo>
                    <a:cubicBezTo>
                      <a:pt x="66763" y="18768"/>
                      <a:pt x="66761" y="18768"/>
                      <a:pt x="66758" y="18768"/>
                    </a:cubicBezTo>
                    <a:lnTo>
                      <a:pt x="66758" y="18768"/>
                    </a:lnTo>
                    <a:cubicBezTo>
                      <a:pt x="66814" y="18763"/>
                      <a:pt x="66854" y="18725"/>
                      <a:pt x="66912" y="18706"/>
                    </a:cubicBezTo>
                    <a:lnTo>
                      <a:pt x="66933" y="18685"/>
                    </a:lnTo>
                    <a:cubicBezTo>
                      <a:pt x="66975" y="18601"/>
                      <a:pt x="67017" y="18497"/>
                      <a:pt x="66954" y="18413"/>
                    </a:cubicBezTo>
                    <a:cubicBezTo>
                      <a:pt x="63837" y="14228"/>
                      <a:pt x="59673" y="10608"/>
                      <a:pt x="55216" y="7512"/>
                    </a:cubicBezTo>
                    <a:cubicBezTo>
                      <a:pt x="55174" y="7491"/>
                      <a:pt x="55153" y="7491"/>
                      <a:pt x="55132" y="7470"/>
                    </a:cubicBezTo>
                    <a:cubicBezTo>
                      <a:pt x="54233" y="6842"/>
                      <a:pt x="53333" y="6256"/>
                      <a:pt x="52412" y="5691"/>
                    </a:cubicBezTo>
                    <a:cubicBezTo>
                      <a:pt x="52391" y="5691"/>
                      <a:pt x="52391" y="5649"/>
                      <a:pt x="52350" y="5629"/>
                    </a:cubicBezTo>
                    <a:cubicBezTo>
                      <a:pt x="51701" y="5210"/>
                      <a:pt x="51052" y="4813"/>
                      <a:pt x="50404" y="4436"/>
                    </a:cubicBezTo>
                    <a:cubicBezTo>
                      <a:pt x="49211" y="3745"/>
                      <a:pt x="48039" y="3076"/>
                      <a:pt x="46888" y="2469"/>
                    </a:cubicBezTo>
                    <a:cubicBezTo>
                      <a:pt x="46771" y="2407"/>
                      <a:pt x="46661" y="2379"/>
                      <a:pt x="46560" y="2379"/>
                    </a:cubicBezTo>
                    <a:cubicBezTo>
                      <a:pt x="46119" y="2379"/>
                      <a:pt x="45860" y="2901"/>
                      <a:pt x="46031" y="3327"/>
                    </a:cubicBezTo>
                    <a:lnTo>
                      <a:pt x="46051" y="3348"/>
                    </a:lnTo>
                    <a:cubicBezTo>
                      <a:pt x="46072" y="3432"/>
                      <a:pt x="46114" y="3515"/>
                      <a:pt x="46177" y="3599"/>
                    </a:cubicBezTo>
                    <a:cubicBezTo>
                      <a:pt x="50445" y="8118"/>
                      <a:pt x="55551" y="12722"/>
                      <a:pt x="61137" y="16007"/>
                    </a:cubicBezTo>
                    <a:cubicBezTo>
                      <a:pt x="61179" y="16049"/>
                      <a:pt x="61200" y="16049"/>
                      <a:pt x="61221" y="16069"/>
                    </a:cubicBezTo>
                    <a:cubicBezTo>
                      <a:pt x="61514" y="16258"/>
                      <a:pt x="61807" y="16404"/>
                      <a:pt x="62121" y="16572"/>
                    </a:cubicBezTo>
                    <a:cubicBezTo>
                      <a:pt x="62184" y="16613"/>
                      <a:pt x="62267" y="16634"/>
                      <a:pt x="62351" y="16697"/>
                    </a:cubicBezTo>
                    <a:cubicBezTo>
                      <a:pt x="62644" y="16844"/>
                      <a:pt x="62916" y="17011"/>
                      <a:pt x="63230" y="17157"/>
                    </a:cubicBezTo>
                    <a:cubicBezTo>
                      <a:pt x="63376" y="17220"/>
                      <a:pt x="63481" y="17304"/>
                      <a:pt x="63606" y="17346"/>
                    </a:cubicBezTo>
                    <a:cubicBezTo>
                      <a:pt x="63816" y="17450"/>
                      <a:pt x="64004" y="17555"/>
                      <a:pt x="64213" y="17639"/>
                    </a:cubicBezTo>
                    <a:cubicBezTo>
                      <a:pt x="64360" y="17722"/>
                      <a:pt x="64548" y="17785"/>
                      <a:pt x="64715" y="17869"/>
                    </a:cubicBezTo>
                    <a:cubicBezTo>
                      <a:pt x="64946" y="17973"/>
                      <a:pt x="65155" y="18078"/>
                      <a:pt x="65385" y="18183"/>
                    </a:cubicBezTo>
                    <a:cubicBezTo>
                      <a:pt x="65531" y="18266"/>
                      <a:pt x="65699" y="18308"/>
                      <a:pt x="65866" y="18392"/>
                    </a:cubicBezTo>
                    <a:lnTo>
                      <a:pt x="66410" y="18622"/>
                    </a:lnTo>
                    <a:cubicBezTo>
                      <a:pt x="66512" y="18683"/>
                      <a:pt x="66615" y="18705"/>
                      <a:pt x="66717" y="18764"/>
                    </a:cubicBezTo>
                    <a:lnTo>
                      <a:pt x="66717" y="18764"/>
                    </a:lnTo>
                    <a:cubicBezTo>
                      <a:pt x="63282" y="18461"/>
                      <a:pt x="59832" y="18310"/>
                      <a:pt x="56381" y="18310"/>
                    </a:cubicBezTo>
                    <a:cubicBezTo>
                      <a:pt x="45847" y="18310"/>
                      <a:pt x="35302" y="19722"/>
                      <a:pt x="25149" y="22556"/>
                    </a:cubicBezTo>
                    <a:cubicBezTo>
                      <a:pt x="25756" y="22221"/>
                      <a:pt x="26341" y="21865"/>
                      <a:pt x="26906" y="21510"/>
                    </a:cubicBezTo>
                    <a:cubicBezTo>
                      <a:pt x="26927" y="21489"/>
                      <a:pt x="26969" y="21447"/>
                      <a:pt x="26969" y="21426"/>
                    </a:cubicBezTo>
                    <a:lnTo>
                      <a:pt x="26969" y="21321"/>
                    </a:lnTo>
                    <a:cubicBezTo>
                      <a:pt x="26969" y="21300"/>
                      <a:pt x="26969" y="21300"/>
                      <a:pt x="26927" y="21279"/>
                    </a:cubicBezTo>
                    <a:cubicBezTo>
                      <a:pt x="27409" y="21196"/>
                      <a:pt x="27848" y="21112"/>
                      <a:pt x="28287" y="21007"/>
                    </a:cubicBezTo>
                    <a:cubicBezTo>
                      <a:pt x="28664" y="20924"/>
                      <a:pt x="28999" y="20861"/>
                      <a:pt x="29375" y="20756"/>
                    </a:cubicBezTo>
                    <a:cubicBezTo>
                      <a:pt x="29396" y="20756"/>
                      <a:pt x="29396" y="20714"/>
                      <a:pt x="29417" y="20714"/>
                    </a:cubicBezTo>
                    <a:cubicBezTo>
                      <a:pt x="29543" y="20673"/>
                      <a:pt x="29543" y="20547"/>
                      <a:pt x="29501" y="20442"/>
                    </a:cubicBezTo>
                    <a:cubicBezTo>
                      <a:pt x="29480" y="20380"/>
                      <a:pt x="29417" y="20338"/>
                      <a:pt x="29375" y="20296"/>
                    </a:cubicBezTo>
                    <a:cubicBezTo>
                      <a:pt x="27701" y="19710"/>
                      <a:pt x="25881" y="19354"/>
                      <a:pt x="23998" y="19208"/>
                    </a:cubicBezTo>
                    <a:lnTo>
                      <a:pt x="23935" y="19208"/>
                    </a:lnTo>
                    <a:cubicBezTo>
                      <a:pt x="23580" y="19187"/>
                      <a:pt x="23224" y="19145"/>
                      <a:pt x="22889" y="19124"/>
                    </a:cubicBezTo>
                    <a:lnTo>
                      <a:pt x="22722" y="19124"/>
                    </a:lnTo>
                    <a:cubicBezTo>
                      <a:pt x="22408" y="19124"/>
                      <a:pt x="22073" y="19103"/>
                      <a:pt x="21759" y="19103"/>
                    </a:cubicBezTo>
                    <a:lnTo>
                      <a:pt x="20295" y="19103"/>
                    </a:lnTo>
                    <a:cubicBezTo>
                      <a:pt x="20002" y="19103"/>
                      <a:pt x="19751" y="19124"/>
                      <a:pt x="19458" y="19124"/>
                    </a:cubicBezTo>
                    <a:cubicBezTo>
                      <a:pt x="19332" y="19124"/>
                      <a:pt x="19186" y="19145"/>
                      <a:pt x="19060" y="19145"/>
                    </a:cubicBezTo>
                    <a:cubicBezTo>
                      <a:pt x="18830" y="19187"/>
                      <a:pt x="18558" y="19187"/>
                      <a:pt x="18328" y="19208"/>
                    </a:cubicBezTo>
                    <a:cubicBezTo>
                      <a:pt x="18181" y="19229"/>
                      <a:pt x="18014" y="19229"/>
                      <a:pt x="17867" y="19250"/>
                    </a:cubicBezTo>
                    <a:cubicBezTo>
                      <a:pt x="17658" y="19292"/>
                      <a:pt x="17407" y="19313"/>
                      <a:pt x="17198" y="19334"/>
                    </a:cubicBezTo>
                    <a:cubicBezTo>
                      <a:pt x="17030" y="19354"/>
                      <a:pt x="16842" y="19396"/>
                      <a:pt x="16654" y="19396"/>
                    </a:cubicBezTo>
                    <a:cubicBezTo>
                      <a:pt x="16466" y="19417"/>
                      <a:pt x="16256" y="19438"/>
                      <a:pt x="16089" y="19459"/>
                    </a:cubicBezTo>
                    <a:cubicBezTo>
                      <a:pt x="15880" y="19501"/>
                      <a:pt x="15670" y="19522"/>
                      <a:pt x="15482" y="19543"/>
                    </a:cubicBezTo>
                    <a:cubicBezTo>
                      <a:pt x="15294" y="19564"/>
                      <a:pt x="15147" y="19606"/>
                      <a:pt x="14959" y="19626"/>
                    </a:cubicBezTo>
                    <a:cubicBezTo>
                      <a:pt x="14750" y="19647"/>
                      <a:pt x="14520" y="19710"/>
                      <a:pt x="14310" y="19731"/>
                    </a:cubicBezTo>
                    <a:cubicBezTo>
                      <a:pt x="14143" y="19752"/>
                      <a:pt x="13955" y="19773"/>
                      <a:pt x="13808" y="19836"/>
                    </a:cubicBezTo>
                    <a:cubicBezTo>
                      <a:pt x="13599" y="19878"/>
                      <a:pt x="13390" y="19919"/>
                      <a:pt x="13181" y="19961"/>
                    </a:cubicBezTo>
                    <a:cubicBezTo>
                      <a:pt x="12971" y="20024"/>
                      <a:pt x="12741" y="20045"/>
                      <a:pt x="12532" y="20087"/>
                    </a:cubicBezTo>
                    <a:cubicBezTo>
                      <a:pt x="12364" y="20129"/>
                      <a:pt x="12218" y="20170"/>
                      <a:pt x="12051" y="20191"/>
                    </a:cubicBezTo>
                    <a:cubicBezTo>
                      <a:pt x="12030" y="20191"/>
                      <a:pt x="12009" y="20191"/>
                      <a:pt x="11967" y="20233"/>
                    </a:cubicBezTo>
                    <a:cubicBezTo>
                      <a:pt x="11611" y="20296"/>
                      <a:pt x="11276" y="20380"/>
                      <a:pt x="10900" y="20484"/>
                    </a:cubicBezTo>
                    <a:cubicBezTo>
                      <a:pt x="10889" y="20474"/>
                      <a:pt x="10863" y="20469"/>
                      <a:pt x="10829" y="20469"/>
                    </a:cubicBezTo>
                    <a:cubicBezTo>
                      <a:pt x="10795" y="20469"/>
                      <a:pt x="10753" y="20474"/>
                      <a:pt x="10712" y="20484"/>
                    </a:cubicBezTo>
                    <a:cubicBezTo>
                      <a:pt x="10544" y="20568"/>
                      <a:pt x="10293" y="20610"/>
                      <a:pt x="10126" y="20694"/>
                    </a:cubicBezTo>
                    <a:cubicBezTo>
                      <a:pt x="7092" y="21489"/>
                      <a:pt x="4204" y="22493"/>
                      <a:pt x="1756" y="23581"/>
                    </a:cubicBezTo>
                    <a:cubicBezTo>
                      <a:pt x="1401" y="23719"/>
                      <a:pt x="1381" y="24341"/>
                      <a:pt x="1801" y="24341"/>
                    </a:cubicBezTo>
                    <a:cubicBezTo>
                      <a:pt x="1826" y="24341"/>
                      <a:pt x="1853" y="24339"/>
                      <a:pt x="1882" y="24334"/>
                    </a:cubicBezTo>
                    <a:cubicBezTo>
                      <a:pt x="2279" y="24272"/>
                      <a:pt x="2656" y="24209"/>
                      <a:pt x="3053" y="24146"/>
                    </a:cubicBezTo>
                    <a:lnTo>
                      <a:pt x="3074" y="24146"/>
                    </a:lnTo>
                    <a:cubicBezTo>
                      <a:pt x="7510" y="23476"/>
                      <a:pt x="11925" y="22786"/>
                      <a:pt x="16340" y="22221"/>
                    </a:cubicBezTo>
                    <a:cubicBezTo>
                      <a:pt x="16926" y="22137"/>
                      <a:pt x="17470" y="22075"/>
                      <a:pt x="18077" y="22033"/>
                    </a:cubicBezTo>
                    <a:lnTo>
                      <a:pt x="18244" y="22033"/>
                    </a:lnTo>
                    <a:cubicBezTo>
                      <a:pt x="19960" y="21907"/>
                      <a:pt x="21696" y="21823"/>
                      <a:pt x="23412" y="21698"/>
                    </a:cubicBezTo>
                    <a:lnTo>
                      <a:pt x="23433" y="21698"/>
                    </a:lnTo>
                    <a:cubicBezTo>
                      <a:pt x="22994" y="21761"/>
                      <a:pt x="22575" y="21844"/>
                      <a:pt x="22115" y="21928"/>
                    </a:cubicBezTo>
                    <a:cubicBezTo>
                      <a:pt x="21906" y="21949"/>
                      <a:pt x="21696" y="22012"/>
                      <a:pt x="21487" y="22054"/>
                    </a:cubicBezTo>
                    <a:cubicBezTo>
                      <a:pt x="21278" y="22116"/>
                      <a:pt x="21069" y="22137"/>
                      <a:pt x="20859" y="22179"/>
                    </a:cubicBezTo>
                    <a:cubicBezTo>
                      <a:pt x="20587" y="22242"/>
                      <a:pt x="20295" y="22284"/>
                      <a:pt x="20002" y="22367"/>
                    </a:cubicBezTo>
                    <a:cubicBezTo>
                      <a:pt x="19897" y="22388"/>
                      <a:pt x="19792" y="22430"/>
                      <a:pt x="19667" y="22451"/>
                    </a:cubicBezTo>
                    <a:cubicBezTo>
                      <a:pt x="13160" y="23811"/>
                      <a:pt x="6631" y="25883"/>
                      <a:pt x="501" y="27829"/>
                    </a:cubicBezTo>
                    <a:cubicBezTo>
                      <a:pt x="292" y="27912"/>
                      <a:pt x="145" y="28080"/>
                      <a:pt x="103" y="28226"/>
                    </a:cubicBezTo>
                    <a:cubicBezTo>
                      <a:pt x="1" y="28615"/>
                      <a:pt x="199" y="29064"/>
                      <a:pt x="677" y="29064"/>
                    </a:cubicBezTo>
                    <a:cubicBezTo>
                      <a:pt x="688" y="29064"/>
                      <a:pt x="699" y="29063"/>
                      <a:pt x="710" y="29063"/>
                    </a:cubicBezTo>
                    <a:cubicBezTo>
                      <a:pt x="1714" y="29021"/>
                      <a:pt x="2761" y="28937"/>
                      <a:pt x="3807" y="28833"/>
                    </a:cubicBezTo>
                    <a:cubicBezTo>
                      <a:pt x="6631" y="28561"/>
                      <a:pt x="9498" y="28101"/>
                      <a:pt x="12281" y="27452"/>
                    </a:cubicBezTo>
                    <a:lnTo>
                      <a:pt x="12323" y="27452"/>
                    </a:lnTo>
                    <a:cubicBezTo>
                      <a:pt x="12657" y="27368"/>
                      <a:pt x="13013" y="27285"/>
                      <a:pt x="13369" y="27180"/>
                    </a:cubicBezTo>
                    <a:cubicBezTo>
                      <a:pt x="13411" y="27159"/>
                      <a:pt x="13473" y="27159"/>
                      <a:pt x="13536" y="27138"/>
                    </a:cubicBezTo>
                    <a:cubicBezTo>
                      <a:pt x="14206" y="26971"/>
                      <a:pt x="14854" y="26782"/>
                      <a:pt x="15482" y="26615"/>
                    </a:cubicBezTo>
                    <a:cubicBezTo>
                      <a:pt x="15524" y="26573"/>
                      <a:pt x="15587" y="26573"/>
                      <a:pt x="15629" y="26552"/>
                    </a:cubicBezTo>
                    <a:cubicBezTo>
                      <a:pt x="15880" y="26468"/>
                      <a:pt x="16089" y="26427"/>
                      <a:pt x="16319" y="26343"/>
                    </a:cubicBezTo>
                    <a:cubicBezTo>
                      <a:pt x="16549" y="26259"/>
                      <a:pt x="16758" y="26217"/>
                      <a:pt x="16989" y="26134"/>
                    </a:cubicBezTo>
                    <a:cubicBezTo>
                      <a:pt x="17177" y="26092"/>
                      <a:pt x="17365" y="26008"/>
                      <a:pt x="17554" y="25945"/>
                    </a:cubicBezTo>
                    <a:cubicBezTo>
                      <a:pt x="17888" y="25841"/>
                      <a:pt x="18223" y="25715"/>
                      <a:pt x="18558" y="25590"/>
                    </a:cubicBezTo>
                    <a:lnTo>
                      <a:pt x="18809" y="25506"/>
                    </a:lnTo>
                    <a:cubicBezTo>
                      <a:pt x="19248" y="25360"/>
                      <a:pt x="19688" y="25171"/>
                      <a:pt x="20127" y="24983"/>
                    </a:cubicBezTo>
                    <a:lnTo>
                      <a:pt x="20295" y="24899"/>
                    </a:lnTo>
                    <a:cubicBezTo>
                      <a:pt x="20713" y="24753"/>
                      <a:pt x="21111" y="24564"/>
                      <a:pt x="21529" y="24376"/>
                    </a:cubicBezTo>
                    <a:cubicBezTo>
                      <a:pt x="21550" y="24355"/>
                      <a:pt x="21592" y="24355"/>
                      <a:pt x="21634" y="24334"/>
                    </a:cubicBezTo>
                    <a:cubicBezTo>
                      <a:pt x="22094" y="24125"/>
                      <a:pt x="22596" y="23895"/>
                      <a:pt x="23036" y="23686"/>
                    </a:cubicBezTo>
                    <a:cubicBezTo>
                      <a:pt x="24458" y="23267"/>
                      <a:pt x="25860" y="22891"/>
                      <a:pt x="27283" y="22535"/>
                    </a:cubicBezTo>
                    <a:lnTo>
                      <a:pt x="27283" y="22535"/>
                    </a:lnTo>
                    <a:cubicBezTo>
                      <a:pt x="25839" y="23414"/>
                      <a:pt x="24458" y="24460"/>
                      <a:pt x="23119" y="25527"/>
                    </a:cubicBezTo>
                    <a:cubicBezTo>
                      <a:pt x="22115" y="26343"/>
                      <a:pt x="21131" y="27180"/>
                      <a:pt x="20127" y="28017"/>
                    </a:cubicBezTo>
                    <a:cubicBezTo>
                      <a:pt x="18558" y="29356"/>
                      <a:pt x="16968" y="30653"/>
                      <a:pt x="15294" y="31804"/>
                    </a:cubicBezTo>
                    <a:cubicBezTo>
                      <a:pt x="15001" y="31992"/>
                      <a:pt x="14750" y="32181"/>
                      <a:pt x="14457" y="32369"/>
                    </a:cubicBezTo>
                    <a:cubicBezTo>
                      <a:pt x="14373" y="32411"/>
                      <a:pt x="14310" y="32474"/>
                      <a:pt x="14206" y="32536"/>
                    </a:cubicBezTo>
                    <a:cubicBezTo>
                      <a:pt x="13934" y="32704"/>
                      <a:pt x="13683" y="32892"/>
                      <a:pt x="13411" y="33038"/>
                    </a:cubicBezTo>
                    <a:cubicBezTo>
                      <a:pt x="13285" y="33122"/>
                      <a:pt x="13118" y="33227"/>
                      <a:pt x="12992" y="33311"/>
                    </a:cubicBezTo>
                    <a:cubicBezTo>
                      <a:pt x="12364" y="33687"/>
                      <a:pt x="11737" y="34085"/>
                      <a:pt x="11109" y="34461"/>
                    </a:cubicBezTo>
                    <a:lnTo>
                      <a:pt x="11130" y="34461"/>
                    </a:lnTo>
                    <a:cubicBezTo>
                      <a:pt x="8787" y="35884"/>
                      <a:pt x="6380" y="37244"/>
                      <a:pt x="4058" y="38667"/>
                    </a:cubicBezTo>
                    <a:cubicBezTo>
                      <a:pt x="4016" y="38667"/>
                      <a:pt x="3995" y="38667"/>
                      <a:pt x="3995" y="38688"/>
                    </a:cubicBezTo>
                    <a:cubicBezTo>
                      <a:pt x="3346" y="39064"/>
                      <a:pt x="2719" y="39441"/>
                      <a:pt x="2091" y="39860"/>
                    </a:cubicBezTo>
                    <a:cubicBezTo>
                      <a:pt x="1453" y="40285"/>
                      <a:pt x="1834" y="41175"/>
                      <a:pt x="2490" y="41175"/>
                    </a:cubicBezTo>
                    <a:cubicBezTo>
                      <a:pt x="2543" y="41175"/>
                      <a:pt x="2599" y="41170"/>
                      <a:pt x="2656" y="41157"/>
                    </a:cubicBezTo>
                    <a:cubicBezTo>
                      <a:pt x="2949" y="41094"/>
                      <a:pt x="3263" y="41010"/>
                      <a:pt x="3556" y="40906"/>
                    </a:cubicBezTo>
                    <a:cubicBezTo>
                      <a:pt x="10168" y="39190"/>
                      <a:pt x="17826" y="34838"/>
                      <a:pt x="22994" y="29272"/>
                    </a:cubicBezTo>
                    <a:lnTo>
                      <a:pt x="23015" y="29251"/>
                    </a:lnTo>
                    <a:cubicBezTo>
                      <a:pt x="23224" y="29021"/>
                      <a:pt x="23454" y="28770"/>
                      <a:pt x="23663" y="28540"/>
                    </a:cubicBezTo>
                    <a:cubicBezTo>
                      <a:pt x="23768" y="28435"/>
                      <a:pt x="23852" y="28331"/>
                      <a:pt x="23956" y="28205"/>
                    </a:cubicBezTo>
                    <a:cubicBezTo>
                      <a:pt x="24040" y="28121"/>
                      <a:pt x="24103" y="28017"/>
                      <a:pt x="24165" y="27933"/>
                    </a:cubicBezTo>
                    <a:cubicBezTo>
                      <a:pt x="24312" y="27724"/>
                      <a:pt x="24479" y="27557"/>
                      <a:pt x="24626" y="27347"/>
                    </a:cubicBezTo>
                    <a:cubicBezTo>
                      <a:pt x="24688" y="27285"/>
                      <a:pt x="24709" y="27243"/>
                      <a:pt x="24772" y="27180"/>
                    </a:cubicBezTo>
                    <a:cubicBezTo>
                      <a:pt x="25128" y="26720"/>
                      <a:pt x="25463" y="26238"/>
                      <a:pt x="25777" y="25778"/>
                    </a:cubicBezTo>
                    <a:cubicBezTo>
                      <a:pt x="25777" y="25778"/>
                      <a:pt x="25777" y="25736"/>
                      <a:pt x="25818" y="25736"/>
                    </a:cubicBezTo>
                    <a:cubicBezTo>
                      <a:pt x="26488" y="24732"/>
                      <a:pt x="27095" y="23644"/>
                      <a:pt x="27555" y="22577"/>
                    </a:cubicBezTo>
                    <a:cubicBezTo>
                      <a:pt x="27597" y="22535"/>
                      <a:pt x="27555" y="22472"/>
                      <a:pt x="27534" y="22451"/>
                    </a:cubicBezTo>
                    <a:cubicBezTo>
                      <a:pt x="29020" y="22075"/>
                      <a:pt x="30526" y="21740"/>
                      <a:pt x="32012" y="21426"/>
                    </a:cubicBezTo>
                    <a:lnTo>
                      <a:pt x="32012" y="21426"/>
                    </a:lnTo>
                    <a:cubicBezTo>
                      <a:pt x="28329" y="25171"/>
                      <a:pt x="25463" y="29649"/>
                      <a:pt x="22052" y="33583"/>
                    </a:cubicBezTo>
                    <a:cubicBezTo>
                      <a:pt x="21947" y="33729"/>
                      <a:pt x="21843" y="33834"/>
                      <a:pt x="21738" y="33959"/>
                    </a:cubicBezTo>
                    <a:cubicBezTo>
                      <a:pt x="21027" y="34775"/>
                      <a:pt x="20315" y="35549"/>
                      <a:pt x="19604" y="36365"/>
                    </a:cubicBezTo>
                    <a:cubicBezTo>
                      <a:pt x="17365" y="38876"/>
                      <a:pt x="15085" y="41366"/>
                      <a:pt x="12804" y="43835"/>
                    </a:cubicBezTo>
                    <a:lnTo>
                      <a:pt x="12783" y="43835"/>
                    </a:lnTo>
                    <a:cubicBezTo>
                      <a:pt x="12323" y="44358"/>
                      <a:pt x="11841" y="44860"/>
                      <a:pt x="11381" y="45383"/>
                    </a:cubicBezTo>
                    <a:cubicBezTo>
                      <a:pt x="11130" y="45655"/>
                      <a:pt x="11297" y="46074"/>
                      <a:pt x="11590" y="46179"/>
                    </a:cubicBezTo>
                    <a:cubicBezTo>
                      <a:pt x="11631" y="46195"/>
                      <a:pt x="11678" y="46205"/>
                      <a:pt x="11727" y="46205"/>
                    </a:cubicBezTo>
                    <a:cubicBezTo>
                      <a:pt x="11805" y="46205"/>
                      <a:pt x="11890" y="46180"/>
                      <a:pt x="11967" y="46116"/>
                    </a:cubicBezTo>
                    <a:cubicBezTo>
                      <a:pt x="20211" y="40173"/>
                      <a:pt x="28873" y="31218"/>
                      <a:pt x="32137" y="21384"/>
                    </a:cubicBezTo>
                    <a:cubicBezTo>
                      <a:pt x="37138" y="20338"/>
                      <a:pt x="42243" y="19626"/>
                      <a:pt x="47391" y="19229"/>
                    </a:cubicBezTo>
                    <a:lnTo>
                      <a:pt x="47391" y="19229"/>
                    </a:lnTo>
                    <a:cubicBezTo>
                      <a:pt x="47370" y="19250"/>
                      <a:pt x="47328" y="19250"/>
                      <a:pt x="47307" y="19292"/>
                    </a:cubicBezTo>
                    <a:cubicBezTo>
                      <a:pt x="46951" y="19543"/>
                      <a:pt x="46596" y="19815"/>
                      <a:pt x="46240" y="20066"/>
                    </a:cubicBezTo>
                    <a:cubicBezTo>
                      <a:pt x="46156" y="20129"/>
                      <a:pt x="46156" y="20254"/>
                      <a:pt x="46261" y="20275"/>
                    </a:cubicBezTo>
                    <a:cubicBezTo>
                      <a:pt x="46344" y="20296"/>
                      <a:pt x="43185" y="26217"/>
                      <a:pt x="41260" y="29691"/>
                    </a:cubicBezTo>
                    <a:cubicBezTo>
                      <a:pt x="40590" y="30946"/>
                      <a:pt x="40067" y="31888"/>
                      <a:pt x="39900" y="32097"/>
                    </a:cubicBezTo>
                    <a:cubicBezTo>
                      <a:pt x="39170" y="33200"/>
                      <a:pt x="38427" y="34291"/>
                      <a:pt x="37682" y="35388"/>
                    </a:cubicBezTo>
                    <a:lnTo>
                      <a:pt x="37682" y="35388"/>
                    </a:lnTo>
                    <a:cubicBezTo>
                      <a:pt x="38801" y="33696"/>
                      <a:pt x="39806" y="31949"/>
                      <a:pt x="40632" y="30172"/>
                    </a:cubicBezTo>
                    <a:cubicBezTo>
                      <a:pt x="40779" y="29900"/>
                      <a:pt x="40883" y="29649"/>
                      <a:pt x="41009" y="29377"/>
                    </a:cubicBezTo>
                    <a:cubicBezTo>
                      <a:pt x="41030" y="29356"/>
                      <a:pt x="41030" y="29293"/>
                      <a:pt x="41051" y="29272"/>
                    </a:cubicBezTo>
                    <a:cubicBezTo>
                      <a:pt x="41155" y="29042"/>
                      <a:pt x="41260" y="28770"/>
                      <a:pt x="41365" y="28540"/>
                    </a:cubicBezTo>
                    <a:cubicBezTo>
                      <a:pt x="41406" y="28498"/>
                      <a:pt x="41427" y="28435"/>
                      <a:pt x="41427" y="28393"/>
                    </a:cubicBezTo>
                    <a:cubicBezTo>
                      <a:pt x="41532" y="28142"/>
                      <a:pt x="41616" y="27912"/>
                      <a:pt x="41720" y="27661"/>
                    </a:cubicBezTo>
                    <a:lnTo>
                      <a:pt x="41720" y="27619"/>
                    </a:lnTo>
                    <a:cubicBezTo>
                      <a:pt x="41867" y="27201"/>
                      <a:pt x="41992" y="26824"/>
                      <a:pt x="42139" y="26406"/>
                    </a:cubicBezTo>
                    <a:cubicBezTo>
                      <a:pt x="42181" y="26238"/>
                      <a:pt x="42243" y="26050"/>
                      <a:pt x="42285" y="25904"/>
                    </a:cubicBezTo>
                    <a:cubicBezTo>
                      <a:pt x="42306" y="25778"/>
                      <a:pt x="42369" y="25632"/>
                      <a:pt x="42390" y="25506"/>
                    </a:cubicBezTo>
                    <a:cubicBezTo>
                      <a:pt x="42453" y="25318"/>
                      <a:pt x="42494" y="25108"/>
                      <a:pt x="42557" y="24941"/>
                    </a:cubicBezTo>
                    <a:cubicBezTo>
                      <a:pt x="42578" y="24795"/>
                      <a:pt x="42599" y="24690"/>
                      <a:pt x="42620" y="24564"/>
                    </a:cubicBezTo>
                    <a:cubicBezTo>
                      <a:pt x="42683" y="24355"/>
                      <a:pt x="42725" y="24146"/>
                      <a:pt x="42766" y="23958"/>
                    </a:cubicBezTo>
                    <a:cubicBezTo>
                      <a:pt x="42787" y="23853"/>
                      <a:pt x="42808" y="23748"/>
                      <a:pt x="42808" y="23644"/>
                    </a:cubicBezTo>
                    <a:cubicBezTo>
                      <a:pt x="42871" y="23435"/>
                      <a:pt x="42892" y="23204"/>
                      <a:pt x="42913" y="22995"/>
                    </a:cubicBezTo>
                    <a:cubicBezTo>
                      <a:pt x="42934" y="22891"/>
                      <a:pt x="42934" y="22807"/>
                      <a:pt x="42976" y="22702"/>
                    </a:cubicBezTo>
                    <a:cubicBezTo>
                      <a:pt x="42997" y="22451"/>
                      <a:pt x="43038" y="22179"/>
                      <a:pt x="43080" y="21949"/>
                    </a:cubicBezTo>
                    <a:cubicBezTo>
                      <a:pt x="43080" y="21907"/>
                      <a:pt x="43101" y="21844"/>
                      <a:pt x="43101" y="21761"/>
                    </a:cubicBezTo>
                    <a:cubicBezTo>
                      <a:pt x="43122" y="21447"/>
                      <a:pt x="43143" y="21112"/>
                      <a:pt x="43185" y="20798"/>
                    </a:cubicBezTo>
                    <a:cubicBezTo>
                      <a:pt x="43185" y="20652"/>
                      <a:pt x="43080" y="20547"/>
                      <a:pt x="42934" y="20484"/>
                    </a:cubicBezTo>
                    <a:cubicBezTo>
                      <a:pt x="42894" y="20471"/>
                      <a:pt x="42852" y="20464"/>
                      <a:pt x="42810" y="20464"/>
                    </a:cubicBezTo>
                    <a:cubicBezTo>
                      <a:pt x="42720" y="20464"/>
                      <a:pt x="42629" y="20497"/>
                      <a:pt x="42557" y="20568"/>
                    </a:cubicBezTo>
                    <a:cubicBezTo>
                      <a:pt x="42474" y="20673"/>
                      <a:pt x="42390" y="20756"/>
                      <a:pt x="42306" y="20861"/>
                    </a:cubicBezTo>
                    <a:cubicBezTo>
                      <a:pt x="42097" y="21091"/>
                      <a:pt x="41930" y="21300"/>
                      <a:pt x="41720" y="21531"/>
                    </a:cubicBezTo>
                    <a:cubicBezTo>
                      <a:pt x="41658" y="21593"/>
                      <a:pt x="41720" y="21656"/>
                      <a:pt x="41783" y="21656"/>
                    </a:cubicBezTo>
                    <a:cubicBezTo>
                      <a:pt x="41344" y="21865"/>
                      <a:pt x="40883" y="22242"/>
                      <a:pt x="40423" y="22744"/>
                    </a:cubicBezTo>
                    <a:cubicBezTo>
                      <a:pt x="38205" y="25192"/>
                      <a:pt x="36134" y="30632"/>
                      <a:pt x="34836" y="32787"/>
                    </a:cubicBezTo>
                    <a:cubicBezTo>
                      <a:pt x="33581" y="34817"/>
                      <a:pt x="32305" y="36826"/>
                      <a:pt x="31007" y="38813"/>
                    </a:cubicBezTo>
                    <a:cubicBezTo>
                      <a:pt x="31070" y="38772"/>
                      <a:pt x="31091" y="38709"/>
                      <a:pt x="31154" y="38667"/>
                    </a:cubicBezTo>
                    <a:lnTo>
                      <a:pt x="31154" y="38667"/>
                    </a:lnTo>
                    <a:cubicBezTo>
                      <a:pt x="30422" y="39818"/>
                      <a:pt x="29647" y="40969"/>
                      <a:pt x="28894" y="42119"/>
                    </a:cubicBezTo>
                    <a:lnTo>
                      <a:pt x="28873" y="42119"/>
                    </a:lnTo>
                    <a:cubicBezTo>
                      <a:pt x="28162" y="43186"/>
                      <a:pt x="27450" y="44254"/>
                      <a:pt x="26718" y="45342"/>
                    </a:cubicBezTo>
                    <a:lnTo>
                      <a:pt x="26697" y="45342"/>
                    </a:lnTo>
                    <a:cubicBezTo>
                      <a:pt x="26509" y="45614"/>
                      <a:pt x="26341" y="45886"/>
                      <a:pt x="26153" y="46137"/>
                    </a:cubicBezTo>
                    <a:cubicBezTo>
                      <a:pt x="26153" y="46179"/>
                      <a:pt x="26132" y="46179"/>
                      <a:pt x="26132" y="46199"/>
                    </a:cubicBezTo>
                    <a:lnTo>
                      <a:pt x="26090" y="46199"/>
                    </a:lnTo>
                    <a:cubicBezTo>
                      <a:pt x="25944" y="46492"/>
                      <a:pt x="26028" y="46764"/>
                      <a:pt x="26195" y="46953"/>
                    </a:cubicBezTo>
                    <a:cubicBezTo>
                      <a:pt x="26237" y="46953"/>
                      <a:pt x="26237" y="46974"/>
                      <a:pt x="26258" y="47015"/>
                    </a:cubicBezTo>
                    <a:cubicBezTo>
                      <a:pt x="26362" y="47120"/>
                      <a:pt x="26488" y="47162"/>
                      <a:pt x="26655" y="47183"/>
                    </a:cubicBezTo>
                    <a:cubicBezTo>
                      <a:pt x="26736" y="47203"/>
                      <a:pt x="26820" y="47215"/>
                      <a:pt x="26902" y="47215"/>
                    </a:cubicBezTo>
                    <a:cubicBezTo>
                      <a:pt x="27075" y="47215"/>
                      <a:pt x="27246" y="47164"/>
                      <a:pt x="27388" y="47036"/>
                    </a:cubicBezTo>
                    <a:cubicBezTo>
                      <a:pt x="30422" y="44358"/>
                      <a:pt x="33665" y="40969"/>
                      <a:pt x="36427" y="37181"/>
                    </a:cubicBezTo>
                    <a:lnTo>
                      <a:pt x="36427" y="37181"/>
                    </a:lnTo>
                    <a:cubicBezTo>
                      <a:pt x="35046" y="39127"/>
                      <a:pt x="33602" y="41073"/>
                      <a:pt x="32137" y="42998"/>
                    </a:cubicBezTo>
                    <a:lnTo>
                      <a:pt x="32137" y="43040"/>
                    </a:lnTo>
                    <a:cubicBezTo>
                      <a:pt x="31635" y="43689"/>
                      <a:pt x="31154" y="44316"/>
                      <a:pt x="30652" y="44965"/>
                    </a:cubicBezTo>
                    <a:cubicBezTo>
                      <a:pt x="30463" y="45195"/>
                      <a:pt x="30484" y="45509"/>
                      <a:pt x="30631" y="45760"/>
                    </a:cubicBezTo>
                    <a:cubicBezTo>
                      <a:pt x="30673" y="45823"/>
                      <a:pt x="30735" y="45886"/>
                      <a:pt x="30798" y="45927"/>
                    </a:cubicBezTo>
                    <a:cubicBezTo>
                      <a:pt x="30895" y="46003"/>
                      <a:pt x="31004" y="46045"/>
                      <a:pt x="31121" y="46045"/>
                    </a:cubicBezTo>
                    <a:cubicBezTo>
                      <a:pt x="31230" y="46045"/>
                      <a:pt x="31346" y="46008"/>
                      <a:pt x="31468" y="45927"/>
                    </a:cubicBezTo>
                    <a:cubicBezTo>
                      <a:pt x="32535" y="45153"/>
                      <a:pt x="33581" y="44337"/>
                      <a:pt x="34606" y="43458"/>
                    </a:cubicBezTo>
                    <a:lnTo>
                      <a:pt x="34606" y="43417"/>
                    </a:lnTo>
                    <a:cubicBezTo>
                      <a:pt x="34920" y="43166"/>
                      <a:pt x="35234" y="42873"/>
                      <a:pt x="35506" y="42622"/>
                    </a:cubicBezTo>
                    <a:cubicBezTo>
                      <a:pt x="35506" y="42622"/>
                      <a:pt x="35506" y="42580"/>
                      <a:pt x="35548" y="42580"/>
                    </a:cubicBezTo>
                    <a:cubicBezTo>
                      <a:pt x="36908" y="41324"/>
                      <a:pt x="38184" y="40006"/>
                      <a:pt x="39377" y="38604"/>
                    </a:cubicBezTo>
                    <a:cubicBezTo>
                      <a:pt x="41762" y="35779"/>
                      <a:pt x="43813" y="32683"/>
                      <a:pt x="45382" y="29356"/>
                    </a:cubicBezTo>
                    <a:cubicBezTo>
                      <a:pt x="45424" y="29251"/>
                      <a:pt x="45487" y="29147"/>
                      <a:pt x="45507" y="29063"/>
                    </a:cubicBezTo>
                    <a:cubicBezTo>
                      <a:pt x="45612" y="28833"/>
                      <a:pt x="45717" y="28624"/>
                      <a:pt x="45821" y="28393"/>
                    </a:cubicBezTo>
                    <a:cubicBezTo>
                      <a:pt x="45863" y="28247"/>
                      <a:pt x="45926" y="28121"/>
                      <a:pt x="46010" y="27975"/>
                    </a:cubicBezTo>
                    <a:cubicBezTo>
                      <a:pt x="46072" y="27766"/>
                      <a:pt x="46177" y="27557"/>
                      <a:pt x="46261" y="27305"/>
                    </a:cubicBezTo>
                    <a:cubicBezTo>
                      <a:pt x="46324" y="27159"/>
                      <a:pt x="46386" y="26992"/>
                      <a:pt x="46449" y="26845"/>
                    </a:cubicBezTo>
                    <a:lnTo>
                      <a:pt x="46679" y="26217"/>
                    </a:lnTo>
                    <a:lnTo>
                      <a:pt x="46993" y="25360"/>
                    </a:lnTo>
                    <a:lnTo>
                      <a:pt x="47223" y="24648"/>
                    </a:lnTo>
                    <a:cubicBezTo>
                      <a:pt x="47286" y="24460"/>
                      <a:pt x="47328" y="24272"/>
                      <a:pt x="47412" y="24104"/>
                    </a:cubicBezTo>
                    <a:cubicBezTo>
                      <a:pt x="47474" y="23895"/>
                      <a:pt x="47516" y="23707"/>
                      <a:pt x="47579" y="23497"/>
                    </a:cubicBezTo>
                    <a:lnTo>
                      <a:pt x="47725" y="22953"/>
                    </a:lnTo>
                    <a:cubicBezTo>
                      <a:pt x="47788" y="22744"/>
                      <a:pt x="47830" y="22556"/>
                      <a:pt x="47893" y="22347"/>
                    </a:cubicBezTo>
                    <a:cubicBezTo>
                      <a:pt x="47935" y="22158"/>
                      <a:pt x="47956" y="21970"/>
                      <a:pt x="48018" y="21823"/>
                    </a:cubicBezTo>
                    <a:cubicBezTo>
                      <a:pt x="48060" y="21614"/>
                      <a:pt x="48123" y="21405"/>
                      <a:pt x="48144" y="21196"/>
                    </a:cubicBezTo>
                    <a:cubicBezTo>
                      <a:pt x="48165" y="21028"/>
                      <a:pt x="48207" y="20861"/>
                      <a:pt x="48248" y="20694"/>
                    </a:cubicBezTo>
                    <a:cubicBezTo>
                      <a:pt x="48269" y="20484"/>
                      <a:pt x="48332" y="20296"/>
                      <a:pt x="48353" y="20087"/>
                    </a:cubicBezTo>
                    <a:cubicBezTo>
                      <a:pt x="48416" y="19752"/>
                      <a:pt x="48207" y="19417"/>
                      <a:pt x="47893" y="19292"/>
                    </a:cubicBezTo>
                    <a:cubicBezTo>
                      <a:pt x="50720" y="19079"/>
                      <a:pt x="53566" y="18973"/>
                      <a:pt x="56425" y="18973"/>
                    </a:cubicBezTo>
                    <a:cubicBezTo>
                      <a:pt x="59744" y="18973"/>
                      <a:pt x="63082" y="19115"/>
                      <a:pt x="66431" y="19396"/>
                    </a:cubicBezTo>
                    <a:cubicBezTo>
                      <a:pt x="66159" y="19647"/>
                      <a:pt x="65908" y="19940"/>
                      <a:pt x="65678" y="20233"/>
                    </a:cubicBezTo>
                    <a:cubicBezTo>
                      <a:pt x="65615" y="20275"/>
                      <a:pt x="65594" y="20338"/>
                      <a:pt x="65531" y="20380"/>
                    </a:cubicBezTo>
                    <a:cubicBezTo>
                      <a:pt x="65406" y="20547"/>
                      <a:pt x="65301" y="20694"/>
                      <a:pt x="65176" y="20861"/>
                    </a:cubicBezTo>
                    <a:cubicBezTo>
                      <a:pt x="65113" y="20924"/>
                      <a:pt x="65071" y="20986"/>
                      <a:pt x="65008" y="21070"/>
                    </a:cubicBezTo>
                    <a:cubicBezTo>
                      <a:pt x="64904" y="21217"/>
                      <a:pt x="64778" y="21384"/>
                      <a:pt x="64674" y="21531"/>
                    </a:cubicBezTo>
                    <a:lnTo>
                      <a:pt x="64527" y="21761"/>
                    </a:lnTo>
                    <a:lnTo>
                      <a:pt x="64213" y="22242"/>
                    </a:lnTo>
                    <a:cubicBezTo>
                      <a:pt x="64150" y="22326"/>
                      <a:pt x="64109" y="22388"/>
                      <a:pt x="64046" y="22493"/>
                    </a:cubicBezTo>
                    <a:cubicBezTo>
                      <a:pt x="63941" y="22660"/>
                      <a:pt x="63837" y="22807"/>
                      <a:pt x="63753" y="22995"/>
                    </a:cubicBezTo>
                    <a:cubicBezTo>
                      <a:pt x="63711" y="23079"/>
                      <a:pt x="63648" y="23183"/>
                      <a:pt x="63606" y="23267"/>
                    </a:cubicBezTo>
                    <a:cubicBezTo>
                      <a:pt x="63502" y="23414"/>
                      <a:pt x="63418" y="23581"/>
                      <a:pt x="63313" y="23748"/>
                    </a:cubicBezTo>
                    <a:cubicBezTo>
                      <a:pt x="63272" y="23853"/>
                      <a:pt x="63209" y="23937"/>
                      <a:pt x="63167" y="24041"/>
                    </a:cubicBezTo>
                    <a:cubicBezTo>
                      <a:pt x="63021" y="24272"/>
                      <a:pt x="62895" y="24523"/>
                      <a:pt x="62790" y="24753"/>
                    </a:cubicBezTo>
                    <a:cubicBezTo>
                      <a:pt x="62686" y="24941"/>
                      <a:pt x="62602" y="25108"/>
                      <a:pt x="62497" y="25297"/>
                    </a:cubicBezTo>
                    <a:cubicBezTo>
                      <a:pt x="62456" y="25380"/>
                      <a:pt x="62435" y="25485"/>
                      <a:pt x="62372" y="25569"/>
                    </a:cubicBezTo>
                    <a:cubicBezTo>
                      <a:pt x="62267" y="25778"/>
                      <a:pt x="62184" y="25945"/>
                      <a:pt x="62079" y="26155"/>
                    </a:cubicBezTo>
                    <a:lnTo>
                      <a:pt x="62016" y="26322"/>
                    </a:lnTo>
                    <a:cubicBezTo>
                      <a:pt x="61430" y="27494"/>
                      <a:pt x="60886" y="28665"/>
                      <a:pt x="60342" y="29795"/>
                    </a:cubicBezTo>
                    <a:cubicBezTo>
                      <a:pt x="60342" y="29816"/>
                      <a:pt x="60300" y="29858"/>
                      <a:pt x="60300" y="29858"/>
                    </a:cubicBezTo>
                    <a:cubicBezTo>
                      <a:pt x="60196" y="30088"/>
                      <a:pt x="60070" y="30298"/>
                      <a:pt x="59966" y="30528"/>
                    </a:cubicBezTo>
                    <a:cubicBezTo>
                      <a:pt x="59715" y="31051"/>
                      <a:pt x="59443" y="31553"/>
                      <a:pt x="59150" y="32013"/>
                    </a:cubicBezTo>
                    <a:cubicBezTo>
                      <a:pt x="57371" y="35110"/>
                      <a:pt x="55446" y="38123"/>
                      <a:pt x="53458" y="41094"/>
                    </a:cubicBezTo>
                    <a:cubicBezTo>
                      <a:pt x="53458" y="41115"/>
                      <a:pt x="53438" y="41115"/>
                      <a:pt x="53396" y="41157"/>
                    </a:cubicBezTo>
                    <a:lnTo>
                      <a:pt x="50257" y="45865"/>
                    </a:lnTo>
                    <a:cubicBezTo>
                      <a:pt x="50071" y="46144"/>
                      <a:pt x="50357" y="46412"/>
                      <a:pt x="50645" y="46412"/>
                    </a:cubicBezTo>
                    <a:cubicBezTo>
                      <a:pt x="50745" y="46412"/>
                      <a:pt x="50846" y="46380"/>
                      <a:pt x="50927" y="46304"/>
                    </a:cubicBezTo>
                    <a:cubicBezTo>
                      <a:pt x="53479" y="43898"/>
                      <a:pt x="55781" y="41261"/>
                      <a:pt x="57852" y="38437"/>
                    </a:cubicBezTo>
                    <a:lnTo>
                      <a:pt x="57852" y="38395"/>
                    </a:lnTo>
                    <a:cubicBezTo>
                      <a:pt x="59087" y="36721"/>
                      <a:pt x="60259" y="34984"/>
                      <a:pt x="61326" y="33143"/>
                    </a:cubicBezTo>
                    <a:cubicBezTo>
                      <a:pt x="62916" y="30444"/>
                      <a:pt x="64966" y="27243"/>
                      <a:pt x="66034" y="23937"/>
                    </a:cubicBezTo>
                    <a:lnTo>
                      <a:pt x="66034" y="23916"/>
                    </a:lnTo>
                    <a:cubicBezTo>
                      <a:pt x="66117" y="23707"/>
                      <a:pt x="66159" y="23497"/>
                      <a:pt x="66222" y="23288"/>
                    </a:cubicBezTo>
                    <a:cubicBezTo>
                      <a:pt x="66222" y="23225"/>
                      <a:pt x="66243" y="23204"/>
                      <a:pt x="66243" y="23163"/>
                    </a:cubicBezTo>
                    <a:cubicBezTo>
                      <a:pt x="66306" y="22995"/>
                      <a:pt x="66326" y="22849"/>
                      <a:pt x="66368" y="22702"/>
                    </a:cubicBezTo>
                    <a:cubicBezTo>
                      <a:pt x="66410" y="22639"/>
                      <a:pt x="66410" y="22577"/>
                      <a:pt x="66431" y="22493"/>
                    </a:cubicBezTo>
                    <a:cubicBezTo>
                      <a:pt x="66452" y="22347"/>
                      <a:pt x="66515" y="22179"/>
                      <a:pt x="66536" y="22054"/>
                    </a:cubicBezTo>
                    <a:cubicBezTo>
                      <a:pt x="66557" y="21928"/>
                      <a:pt x="66578" y="21823"/>
                      <a:pt x="66619" y="21698"/>
                    </a:cubicBezTo>
                    <a:cubicBezTo>
                      <a:pt x="66640" y="21614"/>
                      <a:pt x="66640" y="21531"/>
                      <a:pt x="66661" y="21447"/>
                    </a:cubicBezTo>
                    <a:cubicBezTo>
                      <a:pt x="66682" y="21321"/>
                      <a:pt x="66682" y="21217"/>
                      <a:pt x="66724" y="21091"/>
                    </a:cubicBezTo>
                    <a:lnTo>
                      <a:pt x="66724" y="20986"/>
                    </a:lnTo>
                    <a:cubicBezTo>
                      <a:pt x="66745" y="20714"/>
                      <a:pt x="66766" y="20442"/>
                      <a:pt x="66787" y="20170"/>
                    </a:cubicBezTo>
                    <a:cubicBezTo>
                      <a:pt x="66787" y="19940"/>
                      <a:pt x="66829" y="19668"/>
                      <a:pt x="66787" y="19438"/>
                    </a:cubicBezTo>
                    <a:lnTo>
                      <a:pt x="66787" y="19438"/>
                    </a:lnTo>
                    <a:cubicBezTo>
                      <a:pt x="68565" y="19606"/>
                      <a:pt x="70344" y="19773"/>
                      <a:pt x="72122" y="20024"/>
                    </a:cubicBezTo>
                    <a:cubicBezTo>
                      <a:pt x="72018" y="20129"/>
                      <a:pt x="71955" y="20233"/>
                      <a:pt x="71850" y="20338"/>
                    </a:cubicBezTo>
                    <a:cubicBezTo>
                      <a:pt x="71788" y="20380"/>
                      <a:pt x="71767" y="20442"/>
                      <a:pt x="71704" y="20484"/>
                    </a:cubicBezTo>
                    <a:lnTo>
                      <a:pt x="71390" y="20882"/>
                    </a:lnTo>
                    <a:cubicBezTo>
                      <a:pt x="71348" y="20924"/>
                      <a:pt x="71285" y="21007"/>
                      <a:pt x="71244" y="21070"/>
                    </a:cubicBezTo>
                    <a:cubicBezTo>
                      <a:pt x="71139" y="21196"/>
                      <a:pt x="71034" y="21342"/>
                      <a:pt x="70909" y="21489"/>
                    </a:cubicBezTo>
                    <a:cubicBezTo>
                      <a:pt x="70867" y="21531"/>
                      <a:pt x="70825" y="21593"/>
                      <a:pt x="70804" y="21635"/>
                    </a:cubicBezTo>
                    <a:cubicBezTo>
                      <a:pt x="70658" y="21803"/>
                      <a:pt x="70553" y="21949"/>
                      <a:pt x="70428" y="22116"/>
                    </a:cubicBezTo>
                    <a:cubicBezTo>
                      <a:pt x="70407" y="22137"/>
                      <a:pt x="70407" y="22158"/>
                      <a:pt x="70386" y="22179"/>
                    </a:cubicBezTo>
                    <a:cubicBezTo>
                      <a:pt x="69821" y="22953"/>
                      <a:pt x="69298" y="23748"/>
                      <a:pt x="68775" y="24564"/>
                    </a:cubicBezTo>
                    <a:cubicBezTo>
                      <a:pt x="68356" y="25171"/>
                      <a:pt x="68000" y="25799"/>
                      <a:pt x="67666" y="26448"/>
                    </a:cubicBezTo>
                    <a:cubicBezTo>
                      <a:pt x="66850" y="27829"/>
                      <a:pt x="66034" y="29230"/>
                      <a:pt x="65176" y="30528"/>
                    </a:cubicBezTo>
                    <a:cubicBezTo>
                      <a:pt x="62393" y="34796"/>
                      <a:pt x="59443" y="38918"/>
                      <a:pt x="56492" y="43061"/>
                    </a:cubicBezTo>
                    <a:cubicBezTo>
                      <a:pt x="56492" y="43061"/>
                      <a:pt x="56492" y="43082"/>
                      <a:pt x="56471" y="43082"/>
                    </a:cubicBezTo>
                    <a:lnTo>
                      <a:pt x="56074" y="43626"/>
                    </a:lnTo>
                    <a:cubicBezTo>
                      <a:pt x="55822" y="43988"/>
                      <a:pt x="56079" y="44373"/>
                      <a:pt x="56400" y="44373"/>
                    </a:cubicBezTo>
                    <a:cubicBezTo>
                      <a:pt x="56506" y="44373"/>
                      <a:pt x="56619" y="44331"/>
                      <a:pt x="56723" y="44233"/>
                    </a:cubicBezTo>
                    <a:cubicBezTo>
                      <a:pt x="58668" y="42412"/>
                      <a:pt x="60719" y="40257"/>
                      <a:pt x="62707" y="37956"/>
                    </a:cubicBezTo>
                    <a:cubicBezTo>
                      <a:pt x="62707" y="37935"/>
                      <a:pt x="62749" y="37935"/>
                      <a:pt x="62749" y="37935"/>
                    </a:cubicBezTo>
                    <a:cubicBezTo>
                      <a:pt x="62790" y="37872"/>
                      <a:pt x="62853" y="37830"/>
                      <a:pt x="62895" y="37746"/>
                    </a:cubicBezTo>
                    <a:cubicBezTo>
                      <a:pt x="62895" y="37949"/>
                      <a:pt x="63058" y="38129"/>
                      <a:pt x="63236" y="38129"/>
                    </a:cubicBezTo>
                    <a:cubicBezTo>
                      <a:pt x="63297" y="38129"/>
                      <a:pt x="63360" y="38108"/>
                      <a:pt x="63418" y="38060"/>
                    </a:cubicBezTo>
                    <a:lnTo>
                      <a:pt x="63816" y="37746"/>
                    </a:lnTo>
                    <a:lnTo>
                      <a:pt x="63816" y="37725"/>
                    </a:lnTo>
                    <a:cubicBezTo>
                      <a:pt x="64318" y="37328"/>
                      <a:pt x="64799" y="36909"/>
                      <a:pt x="65301" y="36491"/>
                    </a:cubicBezTo>
                    <a:cubicBezTo>
                      <a:pt x="65406" y="36386"/>
                      <a:pt x="65531" y="36282"/>
                      <a:pt x="65636" y="36198"/>
                    </a:cubicBezTo>
                    <a:lnTo>
                      <a:pt x="65636" y="36198"/>
                    </a:lnTo>
                    <a:cubicBezTo>
                      <a:pt x="65636" y="36240"/>
                      <a:pt x="65615" y="36240"/>
                      <a:pt x="65615" y="36261"/>
                    </a:cubicBezTo>
                    <a:cubicBezTo>
                      <a:pt x="66452" y="35528"/>
                      <a:pt x="67289" y="34733"/>
                      <a:pt x="68084" y="33959"/>
                    </a:cubicBezTo>
                    <a:lnTo>
                      <a:pt x="68126" y="33896"/>
                    </a:lnTo>
                    <a:lnTo>
                      <a:pt x="68879" y="33143"/>
                    </a:lnTo>
                    <a:cubicBezTo>
                      <a:pt x="68942" y="33101"/>
                      <a:pt x="68984" y="33038"/>
                      <a:pt x="69047" y="32955"/>
                    </a:cubicBezTo>
                    <a:cubicBezTo>
                      <a:pt x="69256" y="32725"/>
                      <a:pt x="69465" y="32515"/>
                      <a:pt x="69674" y="32285"/>
                    </a:cubicBezTo>
                    <a:cubicBezTo>
                      <a:pt x="69758" y="32202"/>
                      <a:pt x="69821" y="32097"/>
                      <a:pt x="69925" y="32013"/>
                    </a:cubicBezTo>
                    <a:cubicBezTo>
                      <a:pt x="70114" y="31804"/>
                      <a:pt x="70302" y="31637"/>
                      <a:pt x="70448" y="31427"/>
                    </a:cubicBezTo>
                    <a:cubicBezTo>
                      <a:pt x="70553" y="31281"/>
                      <a:pt x="70658" y="31176"/>
                      <a:pt x="70762" y="31051"/>
                    </a:cubicBezTo>
                    <a:cubicBezTo>
                      <a:pt x="70930" y="30862"/>
                      <a:pt x="71055" y="30716"/>
                      <a:pt x="71223" y="30528"/>
                    </a:cubicBezTo>
                    <a:cubicBezTo>
                      <a:pt x="71348" y="30381"/>
                      <a:pt x="71474" y="30235"/>
                      <a:pt x="71578" y="30088"/>
                    </a:cubicBezTo>
                    <a:cubicBezTo>
                      <a:pt x="71704" y="29921"/>
                      <a:pt x="71850" y="29774"/>
                      <a:pt x="71955" y="29607"/>
                    </a:cubicBezTo>
                    <a:cubicBezTo>
                      <a:pt x="72080" y="29440"/>
                      <a:pt x="72227" y="29272"/>
                      <a:pt x="72373" y="29084"/>
                    </a:cubicBezTo>
                    <a:cubicBezTo>
                      <a:pt x="72478" y="28958"/>
                      <a:pt x="72583" y="28812"/>
                      <a:pt x="72687" y="28665"/>
                    </a:cubicBezTo>
                    <a:cubicBezTo>
                      <a:pt x="72834" y="28498"/>
                      <a:pt x="73001" y="28289"/>
                      <a:pt x="73127" y="28101"/>
                    </a:cubicBezTo>
                    <a:cubicBezTo>
                      <a:pt x="73231" y="27975"/>
                      <a:pt x="73315" y="27829"/>
                      <a:pt x="73420" y="27724"/>
                    </a:cubicBezTo>
                    <a:lnTo>
                      <a:pt x="73880" y="27096"/>
                    </a:lnTo>
                    <a:cubicBezTo>
                      <a:pt x="73964" y="26992"/>
                      <a:pt x="74047" y="26866"/>
                      <a:pt x="74110" y="26761"/>
                    </a:cubicBezTo>
                    <a:cubicBezTo>
                      <a:pt x="74277" y="26531"/>
                      <a:pt x="74424" y="26301"/>
                      <a:pt x="74591" y="26092"/>
                    </a:cubicBezTo>
                    <a:cubicBezTo>
                      <a:pt x="74675" y="25987"/>
                      <a:pt x="74717" y="25883"/>
                      <a:pt x="74801" y="25778"/>
                    </a:cubicBezTo>
                    <a:cubicBezTo>
                      <a:pt x="74947" y="25527"/>
                      <a:pt x="75135" y="25276"/>
                      <a:pt x="75303" y="25046"/>
                    </a:cubicBezTo>
                    <a:cubicBezTo>
                      <a:pt x="75345" y="24962"/>
                      <a:pt x="75407" y="24857"/>
                      <a:pt x="75470" y="24774"/>
                    </a:cubicBezTo>
                    <a:cubicBezTo>
                      <a:pt x="75637" y="24523"/>
                      <a:pt x="75826" y="24251"/>
                      <a:pt x="75972" y="23999"/>
                    </a:cubicBezTo>
                    <a:cubicBezTo>
                      <a:pt x="76035" y="23916"/>
                      <a:pt x="76056" y="23853"/>
                      <a:pt x="76098" y="23790"/>
                    </a:cubicBezTo>
                    <a:cubicBezTo>
                      <a:pt x="76286" y="23497"/>
                      <a:pt x="76454" y="23204"/>
                      <a:pt x="76621" y="22911"/>
                    </a:cubicBezTo>
                    <a:cubicBezTo>
                      <a:pt x="76621" y="22891"/>
                      <a:pt x="76663" y="22891"/>
                      <a:pt x="76663" y="22870"/>
                    </a:cubicBezTo>
                    <a:cubicBezTo>
                      <a:pt x="77018" y="22263"/>
                      <a:pt x="77353" y="21635"/>
                      <a:pt x="77667" y="21028"/>
                    </a:cubicBezTo>
                    <a:cubicBezTo>
                      <a:pt x="78483" y="21196"/>
                      <a:pt x="79299" y="21321"/>
                      <a:pt x="80115" y="21510"/>
                    </a:cubicBezTo>
                    <a:cubicBezTo>
                      <a:pt x="80031" y="21593"/>
                      <a:pt x="79927" y="21656"/>
                      <a:pt x="79843" y="21740"/>
                    </a:cubicBezTo>
                    <a:cubicBezTo>
                      <a:pt x="79801" y="21803"/>
                      <a:pt x="79739" y="21844"/>
                      <a:pt x="79655" y="21907"/>
                    </a:cubicBezTo>
                    <a:cubicBezTo>
                      <a:pt x="79550" y="22012"/>
                      <a:pt x="79446" y="22075"/>
                      <a:pt x="79383" y="22179"/>
                    </a:cubicBezTo>
                    <a:cubicBezTo>
                      <a:pt x="79299" y="22263"/>
                      <a:pt x="79215" y="22347"/>
                      <a:pt x="79174" y="22430"/>
                    </a:cubicBezTo>
                    <a:cubicBezTo>
                      <a:pt x="79090" y="22493"/>
                      <a:pt x="79006" y="22598"/>
                      <a:pt x="78922" y="22681"/>
                    </a:cubicBezTo>
                    <a:cubicBezTo>
                      <a:pt x="78818" y="22786"/>
                      <a:pt x="78755" y="22891"/>
                      <a:pt x="78650" y="22995"/>
                    </a:cubicBezTo>
                    <a:cubicBezTo>
                      <a:pt x="78588" y="23058"/>
                      <a:pt x="78546" y="23121"/>
                      <a:pt x="78483" y="23183"/>
                    </a:cubicBezTo>
                    <a:cubicBezTo>
                      <a:pt x="78337" y="23372"/>
                      <a:pt x="78169" y="23539"/>
                      <a:pt x="78044" y="23727"/>
                    </a:cubicBezTo>
                    <a:lnTo>
                      <a:pt x="77981" y="23790"/>
                    </a:lnTo>
                    <a:cubicBezTo>
                      <a:pt x="77855" y="23958"/>
                      <a:pt x="77709" y="24146"/>
                      <a:pt x="77562" y="24334"/>
                    </a:cubicBezTo>
                    <a:cubicBezTo>
                      <a:pt x="77542" y="24355"/>
                      <a:pt x="77521" y="24418"/>
                      <a:pt x="77500" y="24439"/>
                    </a:cubicBezTo>
                    <a:cubicBezTo>
                      <a:pt x="77353" y="24627"/>
                      <a:pt x="77228" y="24774"/>
                      <a:pt x="77102" y="24962"/>
                    </a:cubicBezTo>
                    <a:cubicBezTo>
                      <a:pt x="77081" y="24983"/>
                      <a:pt x="77081" y="25004"/>
                      <a:pt x="77039" y="25046"/>
                    </a:cubicBezTo>
                    <a:cubicBezTo>
                      <a:pt x="76140" y="26343"/>
                      <a:pt x="75261" y="27766"/>
                      <a:pt x="74403" y="29084"/>
                    </a:cubicBezTo>
                    <a:cubicBezTo>
                      <a:pt x="74005" y="29712"/>
                      <a:pt x="73587" y="30318"/>
                      <a:pt x="73210" y="30904"/>
                    </a:cubicBezTo>
                    <a:cubicBezTo>
                      <a:pt x="70532" y="34629"/>
                      <a:pt x="67687" y="38228"/>
                      <a:pt x="64841" y="41805"/>
                    </a:cubicBezTo>
                    <a:cubicBezTo>
                      <a:pt x="64841" y="41826"/>
                      <a:pt x="64799" y="41826"/>
                      <a:pt x="64778" y="41847"/>
                    </a:cubicBezTo>
                    <a:cubicBezTo>
                      <a:pt x="64653" y="42015"/>
                      <a:pt x="64548" y="42161"/>
                      <a:pt x="64422" y="42329"/>
                    </a:cubicBezTo>
                    <a:cubicBezTo>
                      <a:pt x="64052" y="42766"/>
                      <a:pt x="64426" y="43500"/>
                      <a:pt x="64913" y="43500"/>
                    </a:cubicBezTo>
                    <a:cubicBezTo>
                      <a:pt x="65031" y="43500"/>
                      <a:pt x="65157" y="43457"/>
                      <a:pt x="65280" y="43354"/>
                    </a:cubicBezTo>
                    <a:cubicBezTo>
                      <a:pt x="66368" y="42433"/>
                      <a:pt x="67582" y="41408"/>
                      <a:pt x="68816" y="40257"/>
                    </a:cubicBezTo>
                    <a:cubicBezTo>
                      <a:pt x="68816" y="40257"/>
                      <a:pt x="68816" y="40236"/>
                      <a:pt x="68837" y="40236"/>
                    </a:cubicBezTo>
                    <a:lnTo>
                      <a:pt x="68921" y="40153"/>
                    </a:lnTo>
                    <a:lnTo>
                      <a:pt x="68942" y="40153"/>
                    </a:lnTo>
                    <a:cubicBezTo>
                      <a:pt x="73838" y="35612"/>
                      <a:pt x="79132" y="29440"/>
                      <a:pt x="80575" y="23393"/>
                    </a:cubicBezTo>
                    <a:cubicBezTo>
                      <a:pt x="80596" y="23309"/>
                      <a:pt x="80638" y="23204"/>
                      <a:pt x="80638" y="23121"/>
                    </a:cubicBezTo>
                    <a:cubicBezTo>
                      <a:pt x="80659" y="23058"/>
                      <a:pt x="80659" y="22995"/>
                      <a:pt x="80680" y="22911"/>
                    </a:cubicBezTo>
                    <a:cubicBezTo>
                      <a:pt x="80764" y="22472"/>
                      <a:pt x="80847" y="22054"/>
                      <a:pt x="80889" y="21614"/>
                    </a:cubicBezTo>
                    <a:cubicBezTo>
                      <a:pt x="81894" y="21823"/>
                      <a:pt x="82877" y="22033"/>
                      <a:pt x="83881" y="22263"/>
                    </a:cubicBezTo>
                    <a:cubicBezTo>
                      <a:pt x="83777" y="22451"/>
                      <a:pt x="83693" y="22660"/>
                      <a:pt x="83588" y="22849"/>
                    </a:cubicBezTo>
                    <a:cubicBezTo>
                      <a:pt x="83526" y="22974"/>
                      <a:pt x="83484" y="23079"/>
                      <a:pt x="83400" y="23204"/>
                    </a:cubicBezTo>
                    <a:cubicBezTo>
                      <a:pt x="83275" y="23497"/>
                      <a:pt x="83107" y="23811"/>
                      <a:pt x="82982" y="24125"/>
                    </a:cubicBezTo>
                    <a:cubicBezTo>
                      <a:pt x="82961" y="24167"/>
                      <a:pt x="82940" y="24230"/>
                      <a:pt x="82940" y="24251"/>
                    </a:cubicBezTo>
                    <a:cubicBezTo>
                      <a:pt x="81831" y="26678"/>
                      <a:pt x="80889" y="29168"/>
                      <a:pt x="79529" y="31490"/>
                    </a:cubicBezTo>
                    <a:cubicBezTo>
                      <a:pt x="77521" y="34922"/>
                      <a:pt x="75010" y="37872"/>
                      <a:pt x="72290" y="40759"/>
                    </a:cubicBezTo>
                    <a:lnTo>
                      <a:pt x="72290" y="40780"/>
                    </a:lnTo>
                    <a:lnTo>
                      <a:pt x="72269" y="40801"/>
                    </a:lnTo>
                    <a:cubicBezTo>
                      <a:pt x="72050" y="41105"/>
                      <a:pt x="72320" y="41558"/>
                      <a:pt x="72630" y="41558"/>
                    </a:cubicBezTo>
                    <a:cubicBezTo>
                      <a:pt x="72705" y="41558"/>
                      <a:pt x="72782" y="41532"/>
                      <a:pt x="72855" y="41471"/>
                    </a:cubicBezTo>
                    <a:cubicBezTo>
                      <a:pt x="74257" y="40383"/>
                      <a:pt x="75637" y="39169"/>
                      <a:pt x="76914" y="37746"/>
                    </a:cubicBezTo>
                    <a:cubicBezTo>
                      <a:pt x="76914" y="37746"/>
                      <a:pt x="76914" y="37725"/>
                      <a:pt x="76935" y="37725"/>
                    </a:cubicBezTo>
                    <a:cubicBezTo>
                      <a:pt x="80785" y="33583"/>
                      <a:pt x="83840" y="28205"/>
                      <a:pt x="84216" y="22807"/>
                    </a:cubicBezTo>
                    <a:lnTo>
                      <a:pt x="84216" y="22744"/>
                    </a:lnTo>
                    <a:cubicBezTo>
                      <a:pt x="84216" y="22598"/>
                      <a:pt x="84237" y="22493"/>
                      <a:pt x="84237" y="22367"/>
                    </a:cubicBezTo>
                    <a:cubicBezTo>
                      <a:pt x="85785" y="22744"/>
                      <a:pt x="87355" y="23163"/>
                      <a:pt x="88903" y="23581"/>
                    </a:cubicBezTo>
                    <a:cubicBezTo>
                      <a:pt x="88254" y="24230"/>
                      <a:pt x="87689" y="24941"/>
                      <a:pt x="87166" y="25673"/>
                    </a:cubicBezTo>
                    <a:lnTo>
                      <a:pt x="87145" y="25694"/>
                    </a:lnTo>
                    <a:cubicBezTo>
                      <a:pt x="87062" y="25820"/>
                      <a:pt x="86957" y="25924"/>
                      <a:pt x="86894" y="26050"/>
                    </a:cubicBezTo>
                    <a:cubicBezTo>
                      <a:pt x="86853" y="26113"/>
                      <a:pt x="86832" y="26155"/>
                      <a:pt x="86790" y="26196"/>
                    </a:cubicBezTo>
                    <a:cubicBezTo>
                      <a:pt x="86727" y="26301"/>
                      <a:pt x="86643" y="26364"/>
                      <a:pt x="86601" y="26468"/>
                    </a:cubicBezTo>
                    <a:cubicBezTo>
                      <a:pt x="86539" y="26552"/>
                      <a:pt x="86518" y="26615"/>
                      <a:pt x="86476" y="26678"/>
                    </a:cubicBezTo>
                    <a:cubicBezTo>
                      <a:pt x="86434" y="26740"/>
                      <a:pt x="86413" y="26761"/>
                      <a:pt x="86392" y="26824"/>
                    </a:cubicBezTo>
                    <a:cubicBezTo>
                      <a:pt x="85555" y="28101"/>
                      <a:pt x="84802" y="29398"/>
                      <a:pt x="83944" y="30716"/>
                    </a:cubicBezTo>
                    <a:cubicBezTo>
                      <a:pt x="83254" y="31804"/>
                      <a:pt x="82521" y="32913"/>
                      <a:pt x="81747" y="33980"/>
                    </a:cubicBezTo>
                    <a:cubicBezTo>
                      <a:pt x="81287" y="34671"/>
                      <a:pt x="80806" y="35340"/>
                      <a:pt x="80345" y="35989"/>
                    </a:cubicBezTo>
                    <a:cubicBezTo>
                      <a:pt x="79529" y="37098"/>
                      <a:pt x="78713" y="38186"/>
                      <a:pt x="77876" y="39295"/>
                    </a:cubicBezTo>
                    <a:cubicBezTo>
                      <a:pt x="77834" y="39378"/>
                      <a:pt x="77772" y="39420"/>
                      <a:pt x="77730" y="39504"/>
                    </a:cubicBezTo>
                    <a:cubicBezTo>
                      <a:pt x="77426" y="39909"/>
                      <a:pt x="77735" y="40546"/>
                      <a:pt x="78163" y="40546"/>
                    </a:cubicBezTo>
                    <a:cubicBezTo>
                      <a:pt x="78265" y="40546"/>
                      <a:pt x="78374" y="40509"/>
                      <a:pt x="78483" y="40425"/>
                    </a:cubicBezTo>
                    <a:cubicBezTo>
                      <a:pt x="79885" y="39399"/>
                      <a:pt x="81308" y="38165"/>
                      <a:pt x="82647" y="36826"/>
                    </a:cubicBezTo>
                    <a:cubicBezTo>
                      <a:pt x="86225" y="33206"/>
                      <a:pt x="89175" y="28603"/>
                      <a:pt x="89154" y="23644"/>
                    </a:cubicBezTo>
                    <a:lnTo>
                      <a:pt x="89154" y="23623"/>
                    </a:lnTo>
                    <a:cubicBezTo>
                      <a:pt x="93632" y="24899"/>
                      <a:pt x="98068" y="26448"/>
                      <a:pt x="102420" y="28310"/>
                    </a:cubicBezTo>
                    <a:cubicBezTo>
                      <a:pt x="102545" y="28101"/>
                      <a:pt x="102629" y="27870"/>
                      <a:pt x="102503" y="27808"/>
                    </a:cubicBezTo>
                    <a:cubicBezTo>
                      <a:pt x="97837" y="25778"/>
                      <a:pt x="93025" y="24041"/>
                      <a:pt x="88171" y="22660"/>
                    </a:cubicBezTo>
                    <a:cubicBezTo>
                      <a:pt x="88254" y="22639"/>
                      <a:pt x="88317" y="22598"/>
                      <a:pt x="88380" y="22535"/>
                    </a:cubicBezTo>
                    <a:cubicBezTo>
                      <a:pt x="88401" y="22493"/>
                      <a:pt x="88401" y="22472"/>
                      <a:pt x="88401" y="22451"/>
                    </a:cubicBezTo>
                    <a:cubicBezTo>
                      <a:pt x="88464" y="22137"/>
                      <a:pt x="88485" y="21823"/>
                      <a:pt x="88526" y="21489"/>
                    </a:cubicBezTo>
                    <a:lnTo>
                      <a:pt x="88526" y="21426"/>
                    </a:lnTo>
                    <a:cubicBezTo>
                      <a:pt x="88568" y="21133"/>
                      <a:pt x="88589" y="20819"/>
                      <a:pt x="88589" y="20547"/>
                    </a:cubicBezTo>
                    <a:lnTo>
                      <a:pt x="88589" y="20359"/>
                    </a:lnTo>
                    <a:lnTo>
                      <a:pt x="88589" y="19626"/>
                    </a:lnTo>
                    <a:lnTo>
                      <a:pt x="88589" y="19187"/>
                    </a:lnTo>
                    <a:cubicBezTo>
                      <a:pt x="88589" y="19041"/>
                      <a:pt x="88589" y="18936"/>
                      <a:pt x="88568" y="18810"/>
                    </a:cubicBezTo>
                    <a:cubicBezTo>
                      <a:pt x="88359" y="14730"/>
                      <a:pt x="86790" y="10755"/>
                      <a:pt x="84174" y="7595"/>
                    </a:cubicBezTo>
                    <a:cubicBezTo>
                      <a:pt x="83881" y="7219"/>
                      <a:pt x="83588" y="6884"/>
                      <a:pt x="83254" y="6570"/>
                    </a:cubicBezTo>
                    <a:lnTo>
                      <a:pt x="83065" y="6382"/>
                    </a:lnTo>
                    <a:cubicBezTo>
                      <a:pt x="83024" y="6340"/>
                      <a:pt x="82940" y="6277"/>
                      <a:pt x="82856" y="6256"/>
                    </a:cubicBezTo>
                    <a:cubicBezTo>
                      <a:pt x="82782" y="6226"/>
                      <a:pt x="82702" y="6211"/>
                      <a:pt x="82621" y="6211"/>
                    </a:cubicBezTo>
                    <a:cubicBezTo>
                      <a:pt x="82315" y="6211"/>
                      <a:pt x="81993" y="6414"/>
                      <a:pt x="81894" y="6696"/>
                    </a:cubicBezTo>
                    <a:cubicBezTo>
                      <a:pt x="81873" y="6696"/>
                      <a:pt x="81894" y="6696"/>
                      <a:pt x="81894" y="6738"/>
                    </a:cubicBezTo>
                    <a:cubicBezTo>
                      <a:pt x="81831" y="6842"/>
                      <a:pt x="81831" y="6989"/>
                      <a:pt x="81873" y="7114"/>
                    </a:cubicBezTo>
                    <a:cubicBezTo>
                      <a:pt x="82124" y="7909"/>
                      <a:pt x="82396" y="8725"/>
                      <a:pt x="82668" y="9499"/>
                    </a:cubicBezTo>
                    <a:lnTo>
                      <a:pt x="82668" y="9520"/>
                    </a:lnTo>
                    <a:cubicBezTo>
                      <a:pt x="84195" y="13914"/>
                      <a:pt x="85911" y="18350"/>
                      <a:pt x="87857" y="22535"/>
                    </a:cubicBezTo>
                    <a:cubicBezTo>
                      <a:pt x="87857" y="22550"/>
                      <a:pt x="87867" y="22564"/>
                      <a:pt x="87881" y="22572"/>
                    </a:cubicBezTo>
                    <a:lnTo>
                      <a:pt x="87881" y="22572"/>
                    </a:lnTo>
                    <a:cubicBezTo>
                      <a:pt x="86673" y="22239"/>
                      <a:pt x="85445" y="21926"/>
                      <a:pt x="84216" y="21614"/>
                    </a:cubicBezTo>
                    <a:cubicBezTo>
                      <a:pt x="84205" y="21580"/>
                      <a:pt x="84180" y="21564"/>
                      <a:pt x="84154" y="21564"/>
                    </a:cubicBezTo>
                    <a:cubicBezTo>
                      <a:pt x="84132" y="21564"/>
                      <a:pt x="84109" y="21574"/>
                      <a:pt x="84091" y="21593"/>
                    </a:cubicBezTo>
                    <a:cubicBezTo>
                      <a:pt x="83693" y="21489"/>
                      <a:pt x="83337" y="21405"/>
                      <a:pt x="82940" y="21300"/>
                    </a:cubicBezTo>
                    <a:cubicBezTo>
                      <a:pt x="82961" y="21279"/>
                      <a:pt x="82982" y="21238"/>
                      <a:pt x="82982" y="21196"/>
                    </a:cubicBezTo>
                    <a:cubicBezTo>
                      <a:pt x="83086" y="20568"/>
                      <a:pt x="83149" y="19961"/>
                      <a:pt x="83170" y="19334"/>
                    </a:cubicBezTo>
                    <a:lnTo>
                      <a:pt x="83170" y="19208"/>
                    </a:lnTo>
                    <a:lnTo>
                      <a:pt x="83170" y="18727"/>
                    </a:lnTo>
                    <a:lnTo>
                      <a:pt x="83170" y="18497"/>
                    </a:lnTo>
                    <a:lnTo>
                      <a:pt x="83170" y="18141"/>
                    </a:lnTo>
                    <a:cubicBezTo>
                      <a:pt x="83170" y="17994"/>
                      <a:pt x="83170" y="17890"/>
                      <a:pt x="83149" y="17764"/>
                    </a:cubicBezTo>
                    <a:cubicBezTo>
                      <a:pt x="83149" y="17681"/>
                      <a:pt x="83149" y="17576"/>
                      <a:pt x="83128" y="17513"/>
                    </a:cubicBezTo>
                    <a:cubicBezTo>
                      <a:pt x="83128" y="17346"/>
                      <a:pt x="83086" y="17157"/>
                      <a:pt x="83065" y="17011"/>
                    </a:cubicBezTo>
                    <a:lnTo>
                      <a:pt x="83065" y="16885"/>
                    </a:lnTo>
                    <a:cubicBezTo>
                      <a:pt x="82438" y="11550"/>
                      <a:pt x="79215" y="6758"/>
                      <a:pt x="74549" y="4059"/>
                    </a:cubicBezTo>
                    <a:cubicBezTo>
                      <a:pt x="74131" y="3829"/>
                      <a:pt x="73713" y="3620"/>
                      <a:pt x="73252" y="3411"/>
                    </a:cubicBezTo>
                    <a:cubicBezTo>
                      <a:pt x="73148" y="3348"/>
                      <a:pt x="73085" y="3306"/>
                      <a:pt x="72980" y="3285"/>
                    </a:cubicBezTo>
                    <a:cubicBezTo>
                      <a:pt x="72311" y="2992"/>
                      <a:pt x="71641" y="2720"/>
                      <a:pt x="70930" y="2511"/>
                    </a:cubicBezTo>
                    <a:cubicBezTo>
                      <a:pt x="70873" y="2496"/>
                      <a:pt x="70818" y="2489"/>
                      <a:pt x="70763" y="2489"/>
                    </a:cubicBezTo>
                    <a:cubicBezTo>
                      <a:pt x="70292" y="2489"/>
                      <a:pt x="69915" y="3021"/>
                      <a:pt x="70009" y="3453"/>
                    </a:cubicBezTo>
                    <a:cubicBezTo>
                      <a:pt x="68482" y="2239"/>
                      <a:pt x="66829" y="1130"/>
                      <a:pt x="65134" y="105"/>
                    </a:cubicBezTo>
                    <a:cubicBezTo>
                      <a:pt x="65008" y="32"/>
                      <a:pt x="64882" y="0"/>
                      <a:pt x="647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9388400" y="28623625"/>
                <a:ext cx="714775" cy="158125"/>
              </a:xfrm>
              <a:custGeom>
                <a:avLst/>
                <a:gdLst/>
                <a:ahLst/>
                <a:cxnLst/>
                <a:rect l="l" t="t" r="r" b="b"/>
                <a:pathLst>
                  <a:path w="28591" h="6325" extrusionOk="0">
                    <a:moveTo>
                      <a:pt x="9416" y="0"/>
                    </a:moveTo>
                    <a:cubicBezTo>
                      <a:pt x="6592" y="0"/>
                      <a:pt x="3725" y="272"/>
                      <a:pt x="942" y="711"/>
                    </a:cubicBezTo>
                    <a:cubicBezTo>
                      <a:pt x="1" y="837"/>
                      <a:pt x="1" y="2176"/>
                      <a:pt x="1026" y="2218"/>
                    </a:cubicBezTo>
                    <a:cubicBezTo>
                      <a:pt x="1193" y="2218"/>
                      <a:pt x="1361" y="2260"/>
                      <a:pt x="1549" y="2281"/>
                    </a:cubicBezTo>
                    <a:lnTo>
                      <a:pt x="1675" y="2281"/>
                    </a:lnTo>
                    <a:cubicBezTo>
                      <a:pt x="5336" y="2490"/>
                      <a:pt x="8998" y="3055"/>
                      <a:pt x="12618" y="3683"/>
                    </a:cubicBezTo>
                    <a:lnTo>
                      <a:pt x="12513" y="3683"/>
                    </a:lnTo>
                    <a:cubicBezTo>
                      <a:pt x="16070" y="4310"/>
                      <a:pt x="19606" y="5022"/>
                      <a:pt x="23163" y="5587"/>
                    </a:cubicBezTo>
                    <a:lnTo>
                      <a:pt x="23644" y="5670"/>
                    </a:lnTo>
                    <a:cubicBezTo>
                      <a:pt x="24000" y="5733"/>
                      <a:pt x="24335" y="5775"/>
                      <a:pt x="24711" y="5838"/>
                    </a:cubicBezTo>
                    <a:cubicBezTo>
                      <a:pt x="25130" y="5880"/>
                      <a:pt x="25548" y="5963"/>
                      <a:pt x="25967" y="6026"/>
                    </a:cubicBezTo>
                    <a:cubicBezTo>
                      <a:pt x="26113" y="6047"/>
                      <a:pt x="26302" y="6068"/>
                      <a:pt x="26469" y="6089"/>
                    </a:cubicBezTo>
                    <a:lnTo>
                      <a:pt x="28352" y="6319"/>
                    </a:lnTo>
                    <a:cubicBezTo>
                      <a:pt x="28364" y="6323"/>
                      <a:pt x="28377" y="6325"/>
                      <a:pt x="28389" y="6325"/>
                    </a:cubicBezTo>
                    <a:cubicBezTo>
                      <a:pt x="28500" y="6325"/>
                      <a:pt x="28591" y="6162"/>
                      <a:pt x="28478" y="6068"/>
                    </a:cubicBezTo>
                    <a:cubicBezTo>
                      <a:pt x="23142" y="1716"/>
                      <a:pt x="16760" y="105"/>
                      <a:pt x="10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rot="1642488" flipH="1">
              <a:off x="-1397007" y="148911"/>
              <a:ext cx="2565674" cy="1298224"/>
              <a:chOff x="19279125" y="28273675"/>
              <a:chExt cx="2565725" cy="129825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9715375" y="28798125"/>
                <a:ext cx="506850" cy="665075"/>
              </a:xfrm>
              <a:custGeom>
                <a:avLst/>
                <a:gdLst/>
                <a:ahLst/>
                <a:cxnLst/>
                <a:rect l="l" t="t" r="r" b="b"/>
                <a:pathLst>
                  <a:path w="20274" h="26603" extrusionOk="0">
                    <a:moveTo>
                      <a:pt x="20102" y="0"/>
                    </a:moveTo>
                    <a:cubicBezTo>
                      <a:pt x="20089" y="0"/>
                      <a:pt x="20076" y="3"/>
                      <a:pt x="20065" y="8"/>
                    </a:cubicBezTo>
                    <a:cubicBezTo>
                      <a:pt x="20002" y="8"/>
                      <a:pt x="19981" y="29"/>
                      <a:pt x="19918" y="50"/>
                    </a:cubicBezTo>
                    <a:cubicBezTo>
                      <a:pt x="18014" y="1975"/>
                      <a:pt x="16194" y="4026"/>
                      <a:pt x="14415" y="6181"/>
                    </a:cubicBezTo>
                    <a:cubicBezTo>
                      <a:pt x="14060" y="6537"/>
                      <a:pt x="13746" y="6934"/>
                      <a:pt x="13474" y="7332"/>
                    </a:cubicBezTo>
                    <a:cubicBezTo>
                      <a:pt x="13264" y="7583"/>
                      <a:pt x="13055" y="7876"/>
                      <a:pt x="12846" y="8148"/>
                    </a:cubicBezTo>
                    <a:lnTo>
                      <a:pt x="12804" y="8169"/>
                    </a:lnTo>
                    <a:cubicBezTo>
                      <a:pt x="9561" y="12270"/>
                      <a:pt x="6506" y="16643"/>
                      <a:pt x="3577" y="20911"/>
                    </a:cubicBezTo>
                    <a:cubicBezTo>
                      <a:pt x="3577" y="20911"/>
                      <a:pt x="3577" y="20932"/>
                      <a:pt x="3556" y="20932"/>
                    </a:cubicBezTo>
                    <a:cubicBezTo>
                      <a:pt x="3556" y="20953"/>
                      <a:pt x="3535" y="20953"/>
                      <a:pt x="3535" y="20974"/>
                    </a:cubicBezTo>
                    <a:cubicBezTo>
                      <a:pt x="2447" y="22522"/>
                      <a:pt x="1401" y="24050"/>
                      <a:pt x="355" y="25535"/>
                    </a:cubicBezTo>
                    <a:cubicBezTo>
                      <a:pt x="0" y="26042"/>
                      <a:pt x="531" y="26603"/>
                      <a:pt x="1046" y="26603"/>
                    </a:cubicBezTo>
                    <a:cubicBezTo>
                      <a:pt x="1169" y="26603"/>
                      <a:pt x="1292" y="26571"/>
                      <a:pt x="1401" y="26498"/>
                    </a:cubicBezTo>
                    <a:cubicBezTo>
                      <a:pt x="1987" y="26142"/>
                      <a:pt x="2593" y="25745"/>
                      <a:pt x="3137" y="25347"/>
                    </a:cubicBezTo>
                    <a:cubicBezTo>
                      <a:pt x="3158" y="25347"/>
                      <a:pt x="3158" y="25326"/>
                      <a:pt x="3158" y="25326"/>
                    </a:cubicBezTo>
                    <a:cubicBezTo>
                      <a:pt x="11423" y="19593"/>
                      <a:pt x="18746" y="10177"/>
                      <a:pt x="20274" y="239"/>
                    </a:cubicBezTo>
                    <a:cubicBezTo>
                      <a:pt x="20274" y="155"/>
                      <a:pt x="20232" y="113"/>
                      <a:pt x="20211" y="50"/>
                    </a:cubicBezTo>
                    <a:cubicBezTo>
                      <a:pt x="20180" y="20"/>
                      <a:pt x="20139" y="0"/>
                      <a:pt x="201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20308800" y="28749150"/>
                <a:ext cx="511325" cy="822775"/>
              </a:xfrm>
              <a:custGeom>
                <a:avLst/>
                <a:gdLst/>
                <a:ahLst/>
                <a:cxnLst/>
                <a:rect l="l" t="t" r="r" b="b"/>
                <a:pathLst>
                  <a:path w="20453" h="32911" extrusionOk="0">
                    <a:moveTo>
                      <a:pt x="20227" y="1"/>
                    </a:moveTo>
                    <a:cubicBezTo>
                      <a:pt x="20190" y="1"/>
                      <a:pt x="20153" y="8"/>
                      <a:pt x="20118" y="22"/>
                    </a:cubicBezTo>
                    <a:cubicBezTo>
                      <a:pt x="20097" y="22"/>
                      <a:pt x="20097" y="63"/>
                      <a:pt x="20076" y="84"/>
                    </a:cubicBezTo>
                    <a:cubicBezTo>
                      <a:pt x="19804" y="335"/>
                      <a:pt x="19574" y="607"/>
                      <a:pt x="19302" y="900"/>
                    </a:cubicBezTo>
                    <a:cubicBezTo>
                      <a:pt x="19302" y="900"/>
                      <a:pt x="19302" y="921"/>
                      <a:pt x="19281" y="921"/>
                    </a:cubicBezTo>
                    <a:cubicBezTo>
                      <a:pt x="19051" y="1172"/>
                      <a:pt x="18841" y="1444"/>
                      <a:pt x="18632" y="1695"/>
                    </a:cubicBezTo>
                    <a:cubicBezTo>
                      <a:pt x="18569" y="1758"/>
                      <a:pt x="18528" y="1842"/>
                      <a:pt x="18465" y="1884"/>
                    </a:cubicBezTo>
                    <a:cubicBezTo>
                      <a:pt x="18318" y="2093"/>
                      <a:pt x="18130" y="2302"/>
                      <a:pt x="17984" y="2512"/>
                    </a:cubicBezTo>
                    <a:cubicBezTo>
                      <a:pt x="17921" y="2595"/>
                      <a:pt x="17837" y="2679"/>
                      <a:pt x="17795" y="2784"/>
                    </a:cubicBezTo>
                    <a:cubicBezTo>
                      <a:pt x="17628" y="2993"/>
                      <a:pt x="17502" y="3160"/>
                      <a:pt x="17356" y="3369"/>
                    </a:cubicBezTo>
                    <a:cubicBezTo>
                      <a:pt x="17293" y="3453"/>
                      <a:pt x="17209" y="3558"/>
                      <a:pt x="17168" y="3641"/>
                    </a:cubicBezTo>
                    <a:cubicBezTo>
                      <a:pt x="17000" y="3851"/>
                      <a:pt x="16875" y="4060"/>
                      <a:pt x="16749" y="4269"/>
                    </a:cubicBezTo>
                    <a:cubicBezTo>
                      <a:pt x="16686" y="4353"/>
                      <a:pt x="16644" y="4436"/>
                      <a:pt x="16561" y="4520"/>
                    </a:cubicBezTo>
                    <a:lnTo>
                      <a:pt x="16100" y="5232"/>
                    </a:lnTo>
                    <a:cubicBezTo>
                      <a:pt x="16059" y="5273"/>
                      <a:pt x="16017" y="5336"/>
                      <a:pt x="15996" y="5420"/>
                    </a:cubicBezTo>
                    <a:cubicBezTo>
                      <a:pt x="15598" y="6006"/>
                      <a:pt x="15222" y="6633"/>
                      <a:pt x="14866" y="7282"/>
                    </a:cubicBezTo>
                    <a:cubicBezTo>
                      <a:pt x="14803" y="7345"/>
                      <a:pt x="14782" y="7429"/>
                      <a:pt x="14740" y="7512"/>
                    </a:cubicBezTo>
                    <a:cubicBezTo>
                      <a:pt x="14594" y="7742"/>
                      <a:pt x="14468" y="7973"/>
                      <a:pt x="14322" y="8203"/>
                    </a:cubicBezTo>
                    <a:cubicBezTo>
                      <a:pt x="14259" y="8286"/>
                      <a:pt x="14217" y="8391"/>
                      <a:pt x="14155" y="8475"/>
                    </a:cubicBezTo>
                    <a:lnTo>
                      <a:pt x="13757" y="9186"/>
                    </a:lnTo>
                    <a:cubicBezTo>
                      <a:pt x="13715" y="9249"/>
                      <a:pt x="13652" y="9333"/>
                      <a:pt x="13631" y="9416"/>
                    </a:cubicBezTo>
                    <a:cubicBezTo>
                      <a:pt x="13485" y="9709"/>
                      <a:pt x="13318" y="9960"/>
                      <a:pt x="13171" y="10253"/>
                    </a:cubicBezTo>
                    <a:cubicBezTo>
                      <a:pt x="12962" y="10609"/>
                      <a:pt x="12753" y="10986"/>
                      <a:pt x="12564" y="11341"/>
                    </a:cubicBezTo>
                    <a:cubicBezTo>
                      <a:pt x="12502" y="11488"/>
                      <a:pt x="12439" y="11592"/>
                      <a:pt x="12376" y="11718"/>
                    </a:cubicBezTo>
                    <a:lnTo>
                      <a:pt x="12062" y="12262"/>
                    </a:lnTo>
                    <a:cubicBezTo>
                      <a:pt x="11539" y="13224"/>
                      <a:pt x="10995" y="14166"/>
                      <a:pt x="10409" y="15108"/>
                    </a:cubicBezTo>
                    <a:cubicBezTo>
                      <a:pt x="8568" y="18183"/>
                      <a:pt x="6622" y="21217"/>
                      <a:pt x="4718" y="24251"/>
                    </a:cubicBezTo>
                    <a:lnTo>
                      <a:pt x="4718" y="24272"/>
                    </a:lnTo>
                    <a:lnTo>
                      <a:pt x="4718" y="24293"/>
                    </a:lnTo>
                    <a:lnTo>
                      <a:pt x="4718" y="24314"/>
                    </a:lnTo>
                    <a:lnTo>
                      <a:pt x="4718" y="24356"/>
                    </a:lnTo>
                    <a:lnTo>
                      <a:pt x="4718" y="24377"/>
                    </a:lnTo>
                    <a:cubicBezTo>
                      <a:pt x="3693" y="26030"/>
                      <a:pt x="2668" y="27641"/>
                      <a:pt x="1684" y="29315"/>
                    </a:cubicBezTo>
                    <a:lnTo>
                      <a:pt x="1684" y="29336"/>
                    </a:lnTo>
                    <a:lnTo>
                      <a:pt x="1684" y="29377"/>
                    </a:lnTo>
                    <a:lnTo>
                      <a:pt x="1684" y="29398"/>
                    </a:lnTo>
                    <a:lnTo>
                      <a:pt x="1684" y="29419"/>
                    </a:lnTo>
                    <a:lnTo>
                      <a:pt x="1684" y="29461"/>
                    </a:lnTo>
                    <a:cubicBezTo>
                      <a:pt x="1621" y="29503"/>
                      <a:pt x="1600" y="29587"/>
                      <a:pt x="1559" y="29670"/>
                    </a:cubicBezTo>
                    <a:lnTo>
                      <a:pt x="1559" y="29691"/>
                    </a:lnTo>
                    <a:cubicBezTo>
                      <a:pt x="1140" y="30361"/>
                      <a:pt x="743" y="31072"/>
                      <a:pt x="345" y="31763"/>
                    </a:cubicBezTo>
                    <a:cubicBezTo>
                      <a:pt x="1" y="32365"/>
                      <a:pt x="520" y="32911"/>
                      <a:pt x="1088" y="32911"/>
                    </a:cubicBezTo>
                    <a:cubicBezTo>
                      <a:pt x="1210" y="32911"/>
                      <a:pt x="1335" y="32886"/>
                      <a:pt x="1454" y="32830"/>
                    </a:cubicBezTo>
                    <a:cubicBezTo>
                      <a:pt x="1517" y="32809"/>
                      <a:pt x="1600" y="32746"/>
                      <a:pt x="1684" y="32662"/>
                    </a:cubicBezTo>
                    <a:cubicBezTo>
                      <a:pt x="6476" y="28038"/>
                      <a:pt x="10388" y="22556"/>
                      <a:pt x="13757" y="16844"/>
                    </a:cubicBezTo>
                    <a:cubicBezTo>
                      <a:pt x="16247" y="12408"/>
                      <a:pt x="19051" y="7721"/>
                      <a:pt x="20097" y="2700"/>
                    </a:cubicBezTo>
                    <a:cubicBezTo>
                      <a:pt x="20097" y="2658"/>
                      <a:pt x="20118" y="2616"/>
                      <a:pt x="20118" y="2595"/>
                    </a:cubicBezTo>
                    <a:cubicBezTo>
                      <a:pt x="20160" y="2365"/>
                      <a:pt x="20222" y="2093"/>
                      <a:pt x="20243" y="1863"/>
                    </a:cubicBezTo>
                    <a:cubicBezTo>
                      <a:pt x="20243" y="1800"/>
                      <a:pt x="20264" y="1779"/>
                      <a:pt x="20264" y="1737"/>
                    </a:cubicBezTo>
                    <a:lnTo>
                      <a:pt x="20348" y="1172"/>
                    </a:lnTo>
                    <a:cubicBezTo>
                      <a:pt x="20390" y="1068"/>
                      <a:pt x="20390" y="1005"/>
                      <a:pt x="20390" y="879"/>
                    </a:cubicBezTo>
                    <a:cubicBezTo>
                      <a:pt x="20411" y="733"/>
                      <a:pt x="20411" y="607"/>
                      <a:pt x="20432" y="440"/>
                    </a:cubicBezTo>
                    <a:cubicBezTo>
                      <a:pt x="20432" y="356"/>
                      <a:pt x="20453" y="294"/>
                      <a:pt x="20453" y="210"/>
                    </a:cubicBezTo>
                    <a:lnTo>
                      <a:pt x="20453" y="126"/>
                    </a:lnTo>
                    <a:cubicBezTo>
                      <a:pt x="20453" y="105"/>
                      <a:pt x="20432" y="105"/>
                      <a:pt x="20432" y="84"/>
                    </a:cubicBezTo>
                    <a:cubicBezTo>
                      <a:pt x="20376" y="29"/>
                      <a:pt x="20301" y="1"/>
                      <a:pt x="20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20182700" y="28375125"/>
                <a:ext cx="603425" cy="350075"/>
              </a:xfrm>
              <a:custGeom>
                <a:avLst/>
                <a:gdLst/>
                <a:ahLst/>
                <a:cxnLst/>
                <a:rect l="l" t="t" r="r" b="b"/>
                <a:pathLst>
                  <a:path w="24137" h="14003" extrusionOk="0">
                    <a:moveTo>
                      <a:pt x="808" y="1"/>
                    </a:moveTo>
                    <a:cubicBezTo>
                      <a:pt x="364" y="1"/>
                      <a:pt x="1" y="496"/>
                      <a:pt x="137" y="922"/>
                    </a:cubicBezTo>
                    <a:cubicBezTo>
                      <a:pt x="179" y="1027"/>
                      <a:pt x="263" y="1131"/>
                      <a:pt x="367" y="1215"/>
                    </a:cubicBezTo>
                    <a:cubicBezTo>
                      <a:pt x="6623" y="6404"/>
                      <a:pt x="13131" y="11070"/>
                      <a:pt x="20935" y="13288"/>
                    </a:cubicBezTo>
                    <a:cubicBezTo>
                      <a:pt x="20977" y="13309"/>
                      <a:pt x="21040" y="13309"/>
                      <a:pt x="21103" y="13351"/>
                    </a:cubicBezTo>
                    <a:cubicBezTo>
                      <a:pt x="21500" y="13434"/>
                      <a:pt x="21919" y="13560"/>
                      <a:pt x="22316" y="13643"/>
                    </a:cubicBezTo>
                    <a:cubicBezTo>
                      <a:pt x="22421" y="13685"/>
                      <a:pt x="22484" y="13706"/>
                      <a:pt x="22588" y="13727"/>
                    </a:cubicBezTo>
                    <a:cubicBezTo>
                      <a:pt x="22965" y="13811"/>
                      <a:pt x="23362" y="13895"/>
                      <a:pt x="23718" y="13957"/>
                    </a:cubicBezTo>
                    <a:cubicBezTo>
                      <a:pt x="23781" y="13957"/>
                      <a:pt x="23802" y="13999"/>
                      <a:pt x="23823" y="13999"/>
                    </a:cubicBezTo>
                    <a:cubicBezTo>
                      <a:pt x="23838" y="14001"/>
                      <a:pt x="23852" y="14002"/>
                      <a:pt x="23867" y="14002"/>
                    </a:cubicBezTo>
                    <a:cubicBezTo>
                      <a:pt x="23990" y="14002"/>
                      <a:pt x="24078" y="13923"/>
                      <a:pt x="24116" y="13811"/>
                    </a:cubicBezTo>
                    <a:cubicBezTo>
                      <a:pt x="24137" y="13769"/>
                      <a:pt x="24137" y="13727"/>
                      <a:pt x="24116" y="13685"/>
                    </a:cubicBezTo>
                    <a:cubicBezTo>
                      <a:pt x="24116" y="13643"/>
                      <a:pt x="24095" y="13602"/>
                      <a:pt x="24032" y="13581"/>
                    </a:cubicBezTo>
                    <a:cubicBezTo>
                      <a:pt x="23676" y="13309"/>
                      <a:pt x="23341" y="13037"/>
                      <a:pt x="22965" y="12765"/>
                    </a:cubicBezTo>
                    <a:cubicBezTo>
                      <a:pt x="22923" y="12744"/>
                      <a:pt x="22860" y="12681"/>
                      <a:pt x="22818" y="12660"/>
                    </a:cubicBezTo>
                    <a:cubicBezTo>
                      <a:pt x="22525" y="12451"/>
                      <a:pt x="22212" y="12221"/>
                      <a:pt x="21919" y="12011"/>
                    </a:cubicBezTo>
                    <a:lnTo>
                      <a:pt x="21688" y="11844"/>
                    </a:lnTo>
                    <a:cubicBezTo>
                      <a:pt x="21333" y="11614"/>
                      <a:pt x="21019" y="11384"/>
                      <a:pt x="20684" y="11175"/>
                    </a:cubicBezTo>
                    <a:lnTo>
                      <a:pt x="20663" y="11133"/>
                    </a:lnTo>
                    <a:cubicBezTo>
                      <a:pt x="16876" y="8580"/>
                      <a:pt x="12859" y="6404"/>
                      <a:pt x="8841" y="4228"/>
                    </a:cubicBezTo>
                    <a:cubicBezTo>
                      <a:pt x="8841" y="4228"/>
                      <a:pt x="8820" y="4228"/>
                      <a:pt x="8820" y="4207"/>
                    </a:cubicBezTo>
                    <a:lnTo>
                      <a:pt x="8800" y="4207"/>
                    </a:lnTo>
                    <a:cubicBezTo>
                      <a:pt x="6226" y="2847"/>
                      <a:pt x="3673" y="1508"/>
                      <a:pt x="1121" y="85"/>
                    </a:cubicBezTo>
                    <a:cubicBezTo>
                      <a:pt x="1016" y="27"/>
                      <a:pt x="910" y="1"/>
                      <a:pt x="8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19914100" y="28430850"/>
                <a:ext cx="673250" cy="292175"/>
              </a:xfrm>
              <a:custGeom>
                <a:avLst/>
                <a:gdLst/>
                <a:ahLst/>
                <a:cxnLst/>
                <a:rect l="l" t="t" r="r" b="b"/>
                <a:pathLst>
                  <a:path w="26930" h="11687" extrusionOk="0">
                    <a:moveTo>
                      <a:pt x="1364" y="1"/>
                    </a:moveTo>
                    <a:cubicBezTo>
                      <a:pt x="1157" y="1"/>
                      <a:pt x="953" y="11"/>
                      <a:pt x="754" y="32"/>
                    </a:cubicBezTo>
                    <a:cubicBezTo>
                      <a:pt x="210" y="53"/>
                      <a:pt x="1" y="492"/>
                      <a:pt x="106" y="911"/>
                    </a:cubicBezTo>
                    <a:cubicBezTo>
                      <a:pt x="210" y="1141"/>
                      <a:pt x="357" y="1392"/>
                      <a:pt x="650" y="1476"/>
                    </a:cubicBezTo>
                    <a:cubicBezTo>
                      <a:pt x="3683" y="2522"/>
                      <a:pt x="6696" y="3610"/>
                      <a:pt x="9647" y="4782"/>
                    </a:cubicBezTo>
                    <a:lnTo>
                      <a:pt x="9626" y="4782"/>
                    </a:lnTo>
                    <a:cubicBezTo>
                      <a:pt x="11802" y="5640"/>
                      <a:pt x="13936" y="6581"/>
                      <a:pt x="16091" y="7606"/>
                    </a:cubicBezTo>
                    <a:cubicBezTo>
                      <a:pt x="16970" y="8025"/>
                      <a:pt x="17807" y="8464"/>
                      <a:pt x="18644" y="8925"/>
                    </a:cubicBezTo>
                    <a:cubicBezTo>
                      <a:pt x="21238" y="10222"/>
                      <a:pt x="23770" y="11394"/>
                      <a:pt x="26783" y="11686"/>
                    </a:cubicBezTo>
                    <a:cubicBezTo>
                      <a:pt x="26825" y="11686"/>
                      <a:pt x="26867" y="11686"/>
                      <a:pt x="26888" y="11666"/>
                    </a:cubicBezTo>
                    <a:cubicBezTo>
                      <a:pt x="26909" y="11645"/>
                      <a:pt x="26930" y="11582"/>
                      <a:pt x="26930" y="11498"/>
                    </a:cubicBezTo>
                    <a:cubicBezTo>
                      <a:pt x="26930" y="11414"/>
                      <a:pt x="26888" y="11373"/>
                      <a:pt x="26804" y="11352"/>
                    </a:cubicBezTo>
                    <a:lnTo>
                      <a:pt x="26783" y="11352"/>
                    </a:lnTo>
                    <a:cubicBezTo>
                      <a:pt x="26553" y="11268"/>
                      <a:pt x="26344" y="11184"/>
                      <a:pt x="26093" y="11080"/>
                    </a:cubicBezTo>
                    <a:cubicBezTo>
                      <a:pt x="26051" y="11059"/>
                      <a:pt x="25988" y="11038"/>
                      <a:pt x="25946" y="11038"/>
                    </a:cubicBezTo>
                    <a:cubicBezTo>
                      <a:pt x="25737" y="10954"/>
                      <a:pt x="25528" y="10850"/>
                      <a:pt x="25318" y="10745"/>
                    </a:cubicBezTo>
                    <a:cubicBezTo>
                      <a:pt x="25256" y="10724"/>
                      <a:pt x="25214" y="10682"/>
                      <a:pt x="25130" y="10661"/>
                    </a:cubicBezTo>
                    <a:cubicBezTo>
                      <a:pt x="24921" y="10557"/>
                      <a:pt x="24733" y="10452"/>
                      <a:pt x="24523" y="10347"/>
                    </a:cubicBezTo>
                    <a:lnTo>
                      <a:pt x="24377" y="10264"/>
                    </a:lnTo>
                    <a:cubicBezTo>
                      <a:pt x="24189" y="10159"/>
                      <a:pt x="24042" y="10054"/>
                      <a:pt x="23854" y="9950"/>
                    </a:cubicBezTo>
                    <a:cubicBezTo>
                      <a:pt x="23791" y="9929"/>
                      <a:pt x="23749" y="9908"/>
                      <a:pt x="23686" y="9845"/>
                    </a:cubicBezTo>
                    <a:cubicBezTo>
                      <a:pt x="23519" y="9762"/>
                      <a:pt x="23331" y="9615"/>
                      <a:pt x="23142" y="9510"/>
                    </a:cubicBezTo>
                    <a:cubicBezTo>
                      <a:pt x="23059" y="9469"/>
                      <a:pt x="23017" y="9427"/>
                      <a:pt x="22933" y="9385"/>
                    </a:cubicBezTo>
                    <a:cubicBezTo>
                      <a:pt x="22745" y="9280"/>
                      <a:pt x="22598" y="9155"/>
                      <a:pt x="22410" y="9029"/>
                    </a:cubicBezTo>
                    <a:cubicBezTo>
                      <a:pt x="22326" y="8966"/>
                      <a:pt x="22264" y="8925"/>
                      <a:pt x="22180" y="8841"/>
                    </a:cubicBezTo>
                    <a:cubicBezTo>
                      <a:pt x="22054" y="8757"/>
                      <a:pt x="21950" y="8673"/>
                      <a:pt x="21845" y="8569"/>
                    </a:cubicBezTo>
                    <a:cubicBezTo>
                      <a:pt x="21678" y="8443"/>
                      <a:pt x="21531" y="8339"/>
                      <a:pt x="21364" y="8213"/>
                    </a:cubicBezTo>
                    <a:cubicBezTo>
                      <a:pt x="21343" y="8192"/>
                      <a:pt x="21280" y="8150"/>
                      <a:pt x="21259" y="8129"/>
                    </a:cubicBezTo>
                    <a:cubicBezTo>
                      <a:pt x="18769" y="6246"/>
                      <a:pt x="16363" y="4112"/>
                      <a:pt x="13559" y="2773"/>
                    </a:cubicBezTo>
                    <a:cubicBezTo>
                      <a:pt x="10023" y="1078"/>
                      <a:pt x="6006" y="137"/>
                      <a:pt x="2051" y="32"/>
                    </a:cubicBezTo>
                    <a:lnTo>
                      <a:pt x="1989" y="32"/>
                    </a:lnTo>
                    <a:cubicBezTo>
                      <a:pt x="1779" y="11"/>
                      <a:pt x="1570" y="1"/>
                      <a:pt x="13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9600250" y="28499650"/>
                <a:ext cx="774200" cy="245875"/>
              </a:xfrm>
              <a:custGeom>
                <a:avLst/>
                <a:gdLst/>
                <a:ahLst/>
                <a:cxnLst/>
                <a:rect l="l" t="t" r="r" b="b"/>
                <a:pathLst>
                  <a:path w="30968" h="9835" extrusionOk="0">
                    <a:moveTo>
                      <a:pt x="6613" y="0"/>
                    </a:moveTo>
                    <a:cubicBezTo>
                      <a:pt x="4520" y="0"/>
                      <a:pt x="2532" y="63"/>
                      <a:pt x="733" y="251"/>
                    </a:cubicBezTo>
                    <a:cubicBezTo>
                      <a:pt x="252" y="272"/>
                      <a:pt x="1" y="753"/>
                      <a:pt x="105" y="1151"/>
                    </a:cubicBezTo>
                    <a:cubicBezTo>
                      <a:pt x="105" y="1318"/>
                      <a:pt x="252" y="1507"/>
                      <a:pt x="545" y="1590"/>
                    </a:cubicBezTo>
                    <a:cubicBezTo>
                      <a:pt x="5859" y="2678"/>
                      <a:pt x="11007" y="4080"/>
                      <a:pt x="16154" y="5712"/>
                    </a:cubicBezTo>
                    <a:cubicBezTo>
                      <a:pt x="16509" y="5817"/>
                      <a:pt x="16844" y="5963"/>
                      <a:pt x="17179" y="6068"/>
                    </a:cubicBezTo>
                    <a:lnTo>
                      <a:pt x="17158" y="6068"/>
                    </a:lnTo>
                    <a:cubicBezTo>
                      <a:pt x="18518" y="6528"/>
                      <a:pt x="19878" y="7051"/>
                      <a:pt x="21259" y="7574"/>
                    </a:cubicBezTo>
                    <a:cubicBezTo>
                      <a:pt x="21343" y="7595"/>
                      <a:pt x="21385" y="7637"/>
                      <a:pt x="21468" y="7658"/>
                    </a:cubicBezTo>
                    <a:cubicBezTo>
                      <a:pt x="21489" y="7658"/>
                      <a:pt x="21531" y="7679"/>
                      <a:pt x="21573" y="7679"/>
                    </a:cubicBezTo>
                    <a:cubicBezTo>
                      <a:pt x="24000" y="8579"/>
                      <a:pt x="26490" y="9416"/>
                      <a:pt x="29022" y="9730"/>
                    </a:cubicBezTo>
                    <a:lnTo>
                      <a:pt x="29064" y="9730"/>
                    </a:lnTo>
                    <a:cubicBezTo>
                      <a:pt x="29182" y="9747"/>
                      <a:pt x="29355" y="9777"/>
                      <a:pt x="29528" y="9777"/>
                    </a:cubicBezTo>
                    <a:cubicBezTo>
                      <a:pt x="29569" y="9777"/>
                      <a:pt x="29610" y="9775"/>
                      <a:pt x="29649" y="9771"/>
                    </a:cubicBezTo>
                    <a:cubicBezTo>
                      <a:pt x="29838" y="9792"/>
                      <a:pt x="30026" y="9792"/>
                      <a:pt x="30173" y="9834"/>
                    </a:cubicBezTo>
                    <a:lnTo>
                      <a:pt x="30319" y="9834"/>
                    </a:lnTo>
                    <a:cubicBezTo>
                      <a:pt x="30361" y="9834"/>
                      <a:pt x="30424" y="9834"/>
                      <a:pt x="30466" y="9792"/>
                    </a:cubicBezTo>
                    <a:cubicBezTo>
                      <a:pt x="30758" y="9730"/>
                      <a:pt x="30968" y="9374"/>
                      <a:pt x="30905" y="9060"/>
                    </a:cubicBezTo>
                    <a:cubicBezTo>
                      <a:pt x="30884" y="8997"/>
                      <a:pt x="30884" y="8914"/>
                      <a:pt x="30821" y="8851"/>
                    </a:cubicBezTo>
                    <a:cubicBezTo>
                      <a:pt x="30779" y="8788"/>
                      <a:pt x="30717" y="8725"/>
                      <a:pt x="30675" y="8642"/>
                    </a:cubicBezTo>
                    <a:cubicBezTo>
                      <a:pt x="30445" y="8328"/>
                      <a:pt x="30173" y="8056"/>
                      <a:pt x="29942" y="7763"/>
                    </a:cubicBezTo>
                    <a:cubicBezTo>
                      <a:pt x="29733" y="7428"/>
                      <a:pt x="29440" y="7135"/>
                      <a:pt x="29105" y="6905"/>
                    </a:cubicBezTo>
                    <a:cubicBezTo>
                      <a:pt x="23686" y="1716"/>
                      <a:pt x="14501" y="42"/>
                      <a:pt x="66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20149825" y="28752300"/>
                <a:ext cx="462625" cy="768775"/>
              </a:xfrm>
              <a:custGeom>
                <a:avLst/>
                <a:gdLst/>
                <a:ahLst/>
                <a:cxnLst/>
                <a:rect l="l" t="t" r="r" b="b"/>
                <a:pathLst>
                  <a:path w="18505" h="30751" extrusionOk="0">
                    <a:moveTo>
                      <a:pt x="13598" y="8453"/>
                    </a:moveTo>
                    <a:cubicBezTo>
                      <a:pt x="13593" y="8459"/>
                      <a:pt x="13588" y="8464"/>
                      <a:pt x="13588" y="8474"/>
                    </a:cubicBezTo>
                    <a:lnTo>
                      <a:pt x="13588" y="8474"/>
                    </a:lnTo>
                    <a:cubicBezTo>
                      <a:pt x="13591" y="8467"/>
                      <a:pt x="13595" y="8460"/>
                      <a:pt x="13598" y="8453"/>
                    </a:cubicBezTo>
                    <a:close/>
                    <a:moveTo>
                      <a:pt x="18233" y="0"/>
                    </a:moveTo>
                    <a:cubicBezTo>
                      <a:pt x="18170" y="0"/>
                      <a:pt x="18066" y="42"/>
                      <a:pt x="18003" y="84"/>
                    </a:cubicBezTo>
                    <a:cubicBezTo>
                      <a:pt x="17773" y="293"/>
                      <a:pt x="17563" y="481"/>
                      <a:pt x="17333" y="691"/>
                    </a:cubicBezTo>
                    <a:cubicBezTo>
                      <a:pt x="17255" y="769"/>
                      <a:pt x="17323" y="902"/>
                      <a:pt x="17418" y="902"/>
                    </a:cubicBezTo>
                    <a:cubicBezTo>
                      <a:pt x="17424" y="902"/>
                      <a:pt x="17431" y="901"/>
                      <a:pt x="17438" y="900"/>
                    </a:cubicBezTo>
                    <a:lnTo>
                      <a:pt x="17438" y="900"/>
                    </a:lnTo>
                    <a:cubicBezTo>
                      <a:pt x="17375" y="921"/>
                      <a:pt x="17354" y="942"/>
                      <a:pt x="17291" y="984"/>
                    </a:cubicBezTo>
                    <a:cubicBezTo>
                      <a:pt x="17291" y="984"/>
                      <a:pt x="17270" y="984"/>
                      <a:pt x="17270" y="1005"/>
                    </a:cubicBezTo>
                    <a:cubicBezTo>
                      <a:pt x="17229" y="1025"/>
                      <a:pt x="17187" y="1046"/>
                      <a:pt x="17145" y="1109"/>
                    </a:cubicBezTo>
                    <a:lnTo>
                      <a:pt x="17124" y="1130"/>
                    </a:lnTo>
                    <a:lnTo>
                      <a:pt x="16977" y="1256"/>
                    </a:lnTo>
                    <a:cubicBezTo>
                      <a:pt x="16957" y="1297"/>
                      <a:pt x="16936" y="1318"/>
                      <a:pt x="16915" y="1360"/>
                    </a:cubicBezTo>
                    <a:lnTo>
                      <a:pt x="16852" y="1423"/>
                    </a:lnTo>
                    <a:cubicBezTo>
                      <a:pt x="16203" y="2302"/>
                      <a:pt x="15471" y="4143"/>
                      <a:pt x="14927" y="5524"/>
                    </a:cubicBezTo>
                    <a:cubicBezTo>
                      <a:pt x="14760" y="5922"/>
                      <a:pt x="14613" y="6340"/>
                      <a:pt x="14446" y="6738"/>
                    </a:cubicBezTo>
                    <a:cubicBezTo>
                      <a:pt x="14446" y="6759"/>
                      <a:pt x="14425" y="6779"/>
                      <a:pt x="14425" y="6800"/>
                    </a:cubicBezTo>
                    <a:cubicBezTo>
                      <a:pt x="14425" y="6842"/>
                      <a:pt x="14404" y="6842"/>
                      <a:pt x="14404" y="6863"/>
                    </a:cubicBezTo>
                    <a:cubicBezTo>
                      <a:pt x="14341" y="6968"/>
                      <a:pt x="14320" y="7051"/>
                      <a:pt x="14299" y="7093"/>
                    </a:cubicBezTo>
                    <a:cubicBezTo>
                      <a:pt x="14236" y="7219"/>
                      <a:pt x="14153" y="7365"/>
                      <a:pt x="14111" y="7470"/>
                    </a:cubicBezTo>
                    <a:cubicBezTo>
                      <a:pt x="13930" y="7793"/>
                      <a:pt x="13787" y="8115"/>
                      <a:pt x="13608" y="8438"/>
                    </a:cubicBezTo>
                    <a:lnTo>
                      <a:pt x="13608" y="8438"/>
                    </a:lnTo>
                    <a:cubicBezTo>
                      <a:pt x="13609" y="8436"/>
                      <a:pt x="13609" y="8434"/>
                      <a:pt x="13609" y="8432"/>
                    </a:cubicBezTo>
                    <a:lnTo>
                      <a:pt x="13609" y="8432"/>
                    </a:lnTo>
                    <a:cubicBezTo>
                      <a:pt x="13605" y="8439"/>
                      <a:pt x="13602" y="8446"/>
                      <a:pt x="13598" y="8453"/>
                    </a:cubicBezTo>
                    <a:lnTo>
                      <a:pt x="13598" y="8453"/>
                    </a:lnTo>
                    <a:cubicBezTo>
                      <a:pt x="13599" y="8452"/>
                      <a:pt x="13600" y="8451"/>
                      <a:pt x="13601" y="8450"/>
                    </a:cubicBezTo>
                    <a:lnTo>
                      <a:pt x="13601" y="8450"/>
                    </a:lnTo>
                    <a:cubicBezTo>
                      <a:pt x="13597" y="8458"/>
                      <a:pt x="13592" y="8466"/>
                      <a:pt x="13588" y="8474"/>
                    </a:cubicBezTo>
                    <a:cubicBezTo>
                      <a:pt x="13588" y="8474"/>
                      <a:pt x="13588" y="8474"/>
                      <a:pt x="13588" y="8474"/>
                    </a:cubicBezTo>
                    <a:lnTo>
                      <a:pt x="13588" y="8474"/>
                    </a:lnTo>
                    <a:cubicBezTo>
                      <a:pt x="12527" y="10595"/>
                      <a:pt x="11404" y="12735"/>
                      <a:pt x="10261" y="14814"/>
                    </a:cubicBezTo>
                    <a:cubicBezTo>
                      <a:pt x="8294" y="18308"/>
                      <a:pt x="6181" y="21635"/>
                      <a:pt x="3900" y="24878"/>
                    </a:cubicBezTo>
                    <a:cubicBezTo>
                      <a:pt x="2729" y="26552"/>
                      <a:pt x="1536" y="28226"/>
                      <a:pt x="301" y="29879"/>
                    </a:cubicBezTo>
                    <a:cubicBezTo>
                      <a:pt x="1" y="30291"/>
                      <a:pt x="299" y="30750"/>
                      <a:pt x="688" y="30750"/>
                    </a:cubicBezTo>
                    <a:cubicBezTo>
                      <a:pt x="813" y="30750"/>
                      <a:pt x="948" y="30703"/>
                      <a:pt x="1076" y="30591"/>
                    </a:cubicBezTo>
                    <a:cubicBezTo>
                      <a:pt x="2540" y="29251"/>
                      <a:pt x="4047" y="27787"/>
                      <a:pt x="5532" y="26155"/>
                    </a:cubicBezTo>
                    <a:lnTo>
                      <a:pt x="5532" y="26134"/>
                    </a:lnTo>
                    <a:lnTo>
                      <a:pt x="5616" y="26050"/>
                    </a:lnTo>
                    <a:cubicBezTo>
                      <a:pt x="11726" y="19355"/>
                      <a:pt x="17375" y="10546"/>
                      <a:pt x="18379" y="1988"/>
                    </a:cubicBezTo>
                    <a:lnTo>
                      <a:pt x="18379" y="1883"/>
                    </a:lnTo>
                    <a:cubicBezTo>
                      <a:pt x="18421" y="1360"/>
                      <a:pt x="18484" y="816"/>
                      <a:pt x="18505" y="293"/>
                    </a:cubicBezTo>
                    <a:lnTo>
                      <a:pt x="18505" y="189"/>
                    </a:lnTo>
                    <a:cubicBezTo>
                      <a:pt x="18484" y="84"/>
                      <a:pt x="18379" y="0"/>
                      <a:pt x="18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19279125" y="28273675"/>
                <a:ext cx="2565725" cy="1180375"/>
              </a:xfrm>
              <a:custGeom>
                <a:avLst/>
                <a:gdLst/>
                <a:ahLst/>
                <a:cxnLst/>
                <a:rect l="l" t="t" r="r" b="b"/>
                <a:pathLst>
                  <a:path w="102629" h="47215" extrusionOk="0">
                    <a:moveTo>
                      <a:pt x="72729" y="5754"/>
                    </a:moveTo>
                    <a:lnTo>
                      <a:pt x="72729" y="5754"/>
                    </a:lnTo>
                    <a:cubicBezTo>
                      <a:pt x="73231" y="6277"/>
                      <a:pt x="73733" y="6800"/>
                      <a:pt x="74194" y="7365"/>
                    </a:cubicBezTo>
                    <a:cubicBezTo>
                      <a:pt x="74232" y="7403"/>
                      <a:pt x="74269" y="7419"/>
                      <a:pt x="74305" y="7419"/>
                    </a:cubicBezTo>
                    <a:cubicBezTo>
                      <a:pt x="74369" y="7419"/>
                      <a:pt x="74426" y="7369"/>
                      <a:pt x="74466" y="7302"/>
                    </a:cubicBezTo>
                    <a:cubicBezTo>
                      <a:pt x="76328" y="9144"/>
                      <a:pt x="77918" y="11173"/>
                      <a:pt x="79257" y="13391"/>
                    </a:cubicBezTo>
                    <a:lnTo>
                      <a:pt x="79257" y="13433"/>
                    </a:lnTo>
                    <a:cubicBezTo>
                      <a:pt x="80659" y="15777"/>
                      <a:pt x="81789" y="18371"/>
                      <a:pt x="82626" y="21196"/>
                    </a:cubicBezTo>
                    <a:cubicBezTo>
                      <a:pt x="82103" y="21070"/>
                      <a:pt x="81559" y="20966"/>
                      <a:pt x="81036" y="20819"/>
                    </a:cubicBezTo>
                    <a:lnTo>
                      <a:pt x="81036" y="20777"/>
                    </a:lnTo>
                    <a:cubicBezTo>
                      <a:pt x="80994" y="20756"/>
                      <a:pt x="80931" y="20694"/>
                      <a:pt x="80868" y="20694"/>
                    </a:cubicBezTo>
                    <a:cubicBezTo>
                      <a:pt x="80847" y="20694"/>
                      <a:pt x="80847" y="20694"/>
                      <a:pt x="80827" y="20714"/>
                    </a:cubicBezTo>
                    <a:cubicBezTo>
                      <a:pt x="80785" y="20756"/>
                      <a:pt x="80743" y="20777"/>
                      <a:pt x="80722" y="20798"/>
                    </a:cubicBezTo>
                    <a:cubicBezTo>
                      <a:pt x="79885" y="20610"/>
                      <a:pt x="79006" y="20463"/>
                      <a:pt x="78169" y="20275"/>
                    </a:cubicBezTo>
                    <a:lnTo>
                      <a:pt x="78169" y="20254"/>
                    </a:lnTo>
                    <a:cubicBezTo>
                      <a:pt x="78169" y="20254"/>
                      <a:pt x="78169" y="20233"/>
                      <a:pt x="78211" y="20233"/>
                    </a:cubicBezTo>
                    <a:cubicBezTo>
                      <a:pt x="78839" y="14416"/>
                      <a:pt x="76579" y="9834"/>
                      <a:pt x="73043" y="6152"/>
                    </a:cubicBezTo>
                    <a:lnTo>
                      <a:pt x="72729" y="5754"/>
                    </a:lnTo>
                    <a:close/>
                    <a:moveTo>
                      <a:pt x="72311" y="19857"/>
                    </a:moveTo>
                    <a:cubicBezTo>
                      <a:pt x="73985" y="20066"/>
                      <a:pt x="75637" y="20338"/>
                      <a:pt x="77311" y="20610"/>
                    </a:cubicBezTo>
                    <a:cubicBezTo>
                      <a:pt x="76935" y="21091"/>
                      <a:pt x="76579" y="21531"/>
                      <a:pt x="76223" y="22012"/>
                    </a:cubicBezTo>
                    <a:cubicBezTo>
                      <a:pt x="74884" y="23644"/>
                      <a:pt x="73524" y="25297"/>
                      <a:pt x="72164" y="26929"/>
                    </a:cubicBezTo>
                    <a:lnTo>
                      <a:pt x="72164" y="26950"/>
                    </a:lnTo>
                    <a:cubicBezTo>
                      <a:pt x="71516" y="27703"/>
                      <a:pt x="70867" y="28456"/>
                      <a:pt x="70218" y="29230"/>
                    </a:cubicBezTo>
                    <a:cubicBezTo>
                      <a:pt x="69465" y="30109"/>
                      <a:pt x="68712" y="30967"/>
                      <a:pt x="67917" y="31867"/>
                    </a:cubicBezTo>
                    <a:lnTo>
                      <a:pt x="67896" y="31888"/>
                    </a:lnTo>
                    <a:cubicBezTo>
                      <a:pt x="66640" y="33331"/>
                      <a:pt x="65364" y="34733"/>
                      <a:pt x="64067" y="36156"/>
                    </a:cubicBezTo>
                    <a:cubicBezTo>
                      <a:pt x="65615" y="34210"/>
                      <a:pt x="67080" y="32181"/>
                      <a:pt x="68335" y="30067"/>
                    </a:cubicBezTo>
                    <a:cubicBezTo>
                      <a:pt x="68440" y="29879"/>
                      <a:pt x="68586" y="29670"/>
                      <a:pt x="68691" y="29481"/>
                    </a:cubicBezTo>
                    <a:cubicBezTo>
                      <a:pt x="68754" y="29356"/>
                      <a:pt x="68816" y="29251"/>
                      <a:pt x="68900" y="29126"/>
                    </a:cubicBezTo>
                    <a:cubicBezTo>
                      <a:pt x="69047" y="28854"/>
                      <a:pt x="69172" y="28603"/>
                      <a:pt x="69319" y="28331"/>
                    </a:cubicBezTo>
                    <a:lnTo>
                      <a:pt x="69465" y="28017"/>
                    </a:lnTo>
                    <a:lnTo>
                      <a:pt x="69779" y="27389"/>
                    </a:lnTo>
                    <a:cubicBezTo>
                      <a:pt x="69821" y="27285"/>
                      <a:pt x="69883" y="27201"/>
                      <a:pt x="69904" y="27096"/>
                    </a:cubicBezTo>
                    <a:cubicBezTo>
                      <a:pt x="70051" y="26824"/>
                      <a:pt x="70176" y="26552"/>
                      <a:pt x="70302" y="26259"/>
                    </a:cubicBezTo>
                    <a:cubicBezTo>
                      <a:pt x="70344" y="26155"/>
                      <a:pt x="70386" y="26092"/>
                      <a:pt x="70428" y="25987"/>
                    </a:cubicBezTo>
                    <a:cubicBezTo>
                      <a:pt x="70574" y="25715"/>
                      <a:pt x="70679" y="25422"/>
                      <a:pt x="70783" y="25171"/>
                    </a:cubicBezTo>
                    <a:cubicBezTo>
                      <a:pt x="70804" y="25108"/>
                      <a:pt x="70804" y="25088"/>
                      <a:pt x="70825" y="25046"/>
                    </a:cubicBezTo>
                    <a:cubicBezTo>
                      <a:pt x="70930" y="24753"/>
                      <a:pt x="71055" y="24460"/>
                      <a:pt x="71160" y="24167"/>
                    </a:cubicBezTo>
                    <a:cubicBezTo>
                      <a:pt x="71202" y="24104"/>
                      <a:pt x="71223" y="24041"/>
                      <a:pt x="71244" y="23958"/>
                    </a:cubicBezTo>
                    <a:cubicBezTo>
                      <a:pt x="71348" y="23644"/>
                      <a:pt x="71453" y="23330"/>
                      <a:pt x="71557" y="23058"/>
                    </a:cubicBezTo>
                    <a:cubicBezTo>
                      <a:pt x="71557" y="22995"/>
                      <a:pt x="71578" y="22974"/>
                      <a:pt x="71578" y="22911"/>
                    </a:cubicBezTo>
                    <a:cubicBezTo>
                      <a:pt x="71683" y="22598"/>
                      <a:pt x="71767" y="22326"/>
                      <a:pt x="71850" y="22012"/>
                    </a:cubicBezTo>
                    <a:cubicBezTo>
                      <a:pt x="71850" y="21970"/>
                      <a:pt x="71871" y="21949"/>
                      <a:pt x="71871" y="21928"/>
                    </a:cubicBezTo>
                    <a:cubicBezTo>
                      <a:pt x="71955" y="21593"/>
                      <a:pt x="72039" y="21279"/>
                      <a:pt x="72101" y="20924"/>
                    </a:cubicBezTo>
                    <a:cubicBezTo>
                      <a:pt x="72101" y="20903"/>
                      <a:pt x="72143" y="20882"/>
                      <a:pt x="72143" y="20819"/>
                    </a:cubicBezTo>
                    <a:cubicBezTo>
                      <a:pt x="72206" y="20505"/>
                      <a:pt x="72269" y="20170"/>
                      <a:pt x="72311" y="19857"/>
                    </a:cubicBezTo>
                    <a:close/>
                    <a:moveTo>
                      <a:pt x="64761" y="0"/>
                    </a:moveTo>
                    <a:cubicBezTo>
                      <a:pt x="64113" y="0"/>
                      <a:pt x="63614" y="912"/>
                      <a:pt x="64213" y="1423"/>
                    </a:cubicBezTo>
                    <a:cubicBezTo>
                      <a:pt x="65238" y="2281"/>
                      <a:pt x="66180" y="3243"/>
                      <a:pt x="67059" y="4269"/>
                    </a:cubicBezTo>
                    <a:lnTo>
                      <a:pt x="67080" y="4269"/>
                    </a:lnTo>
                    <a:lnTo>
                      <a:pt x="67122" y="4289"/>
                    </a:lnTo>
                    <a:cubicBezTo>
                      <a:pt x="67122" y="4331"/>
                      <a:pt x="67143" y="4331"/>
                      <a:pt x="67143" y="4331"/>
                    </a:cubicBezTo>
                    <a:lnTo>
                      <a:pt x="67143" y="4352"/>
                    </a:lnTo>
                    <a:lnTo>
                      <a:pt x="67163" y="4373"/>
                    </a:lnTo>
                    <a:cubicBezTo>
                      <a:pt x="69904" y="7574"/>
                      <a:pt x="72143" y="11299"/>
                      <a:pt x="74382" y="14940"/>
                    </a:cubicBezTo>
                    <a:cubicBezTo>
                      <a:pt x="75031" y="16007"/>
                      <a:pt x="75700" y="17053"/>
                      <a:pt x="76349" y="18078"/>
                    </a:cubicBezTo>
                    <a:cubicBezTo>
                      <a:pt x="76433" y="18183"/>
                      <a:pt x="76474" y="18287"/>
                      <a:pt x="76558" y="18392"/>
                    </a:cubicBezTo>
                    <a:cubicBezTo>
                      <a:pt x="76746" y="18664"/>
                      <a:pt x="76893" y="18915"/>
                      <a:pt x="77081" y="19187"/>
                    </a:cubicBezTo>
                    <a:cubicBezTo>
                      <a:pt x="77102" y="19229"/>
                      <a:pt x="77165" y="19292"/>
                      <a:pt x="77186" y="19334"/>
                    </a:cubicBezTo>
                    <a:cubicBezTo>
                      <a:pt x="77374" y="19606"/>
                      <a:pt x="77542" y="19878"/>
                      <a:pt x="77730" y="20150"/>
                    </a:cubicBezTo>
                    <a:cubicBezTo>
                      <a:pt x="77709" y="20150"/>
                      <a:pt x="77688" y="20170"/>
                      <a:pt x="77625" y="20191"/>
                    </a:cubicBezTo>
                    <a:cubicBezTo>
                      <a:pt x="75575" y="19815"/>
                      <a:pt x="73524" y="19501"/>
                      <a:pt x="71453" y="19229"/>
                    </a:cubicBezTo>
                    <a:cubicBezTo>
                      <a:pt x="72039" y="13956"/>
                      <a:pt x="68963" y="9248"/>
                      <a:pt x="64862" y="5796"/>
                    </a:cubicBezTo>
                    <a:lnTo>
                      <a:pt x="64841" y="5754"/>
                    </a:lnTo>
                    <a:lnTo>
                      <a:pt x="64820" y="5754"/>
                    </a:lnTo>
                    <a:cubicBezTo>
                      <a:pt x="62016" y="3411"/>
                      <a:pt x="58710" y="1611"/>
                      <a:pt x="55739" y="565"/>
                    </a:cubicBezTo>
                    <a:cubicBezTo>
                      <a:pt x="55650" y="534"/>
                      <a:pt x="55563" y="520"/>
                      <a:pt x="55478" y="520"/>
                    </a:cubicBezTo>
                    <a:cubicBezTo>
                      <a:pt x="54985" y="520"/>
                      <a:pt x="54588" y="997"/>
                      <a:pt x="54588" y="1444"/>
                    </a:cubicBezTo>
                    <a:cubicBezTo>
                      <a:pt x="54588" y="1674"/>
                      <a:pt x="54693" y="1946"/>
                      <a:pt x="54986" y="2072"/>
                    </a:cubicBezTo>
                    <a:cubicBezTo>
                      <a:pt x="55509" y="2364"/>
                      <a:pt x="55990" y="2678"/>
                      <a:pt x="56492" y="2992"/>
                    </a:cubicBezTo>
                    <a:cubicBezTo>
                      <a:pt x="56513" y="2992"/>
                      <a:pt x="56513" y="3013"/>
                      <a:pt x="56555" y="3034"/>
                    </a:cubicBezTo>
                    <a:cubicBezTo>
                      <a:pt x="57811" y="4038"/>
                      <a:pt x="59087" y="4980"/>
                      <a:pt x="60342" y="5942"/>
                    </a:cubicBezTo>
                    <a:lnTo>
                      <a:pt x="60363" y="5942"/>
                    </a:lnTo>
                    <a:cubicBezTo>
                      <a:pt x="61849" y="7261"/>
                      <a:pt x="63272" y="8683"/>
                      <a:pt x="64611" y="10211"/>
                    </a:cubicBezTo>
                    <a:cubicBezTo>
                      <a:pt x="66619" y="12450"/>
                      <a:pt x="68021" y="15128"/>
                      <a:pt x="69758" y="17576"/>
                    </a:cubicBezTo>
                    <a:cubicBezTo>
                      <a:pt x="69779" y="17618"/>
                      <a:pt x="69800" y="17639"/>
                      <a:pt x="69800" y="17681"/>
                    </a:cubicBezTo>
                    <a:cubicBezTo>
                      <a:pt x="69883" y="17827"/>
                      <a:pt x="69988" y="17932"/>
                      <a:pt x="70072" y="18057"/>
                    </a:cubicBezTo>
                    <a:cubicBezTo>
                      <a:pt x="70114" y="18141"/>
                      <a:pt x="70176" y="18183"/>
                      <a:pt x="70218" y="18266"/>
                    </a:cubicBezTo>
                    <a:cubicBezTo>
                      <a:pt x="70302" y="18371"/>
                      <a:pt x="70344" y="18455"/>
                      <a:pt x="70428" y="18559"/>
                    </a:cubicBezTo>
                    <a:cubicBezTo>
                      <a:pt x="70511" y="18664"/>
                      <a:pt x="70595" y="18769"/>
                      <a:pt x="70700" y="18873"/>
                    </a:cubicBezTo>
                    <a:cubicBezTo>
                      <a:pt x="70741" y="18915"/>
                      <a:pt x="70804" y="18999"/>
                      <a:pt x="70846" y="19041"/>
                    </a:cubicBezTo>
                    <a:cubicBezTo>
                      <a:pt x="70909" y="19103"/>
                      <a:pt x="70930" y="19145"/>
                      <a:pt x="70992" y="19208"/>
                    </a:cubicBezTo>
                    <a:cubicBezTo>
                      <a:pt x="69570" y="19020"/>
                      <a:pt x="68147" y="18894"/>
                      <a:pt x="66745" y="18769"/>
                    </a:cubicBezTo>
                    <a:lnTo>
                      <a:pt x="66766" y="18769"/>
                    </a:lnTo>
                    <a:cubicBezTo>
                      <a:pt x="66763" y="18768"/>
                      <a:pt x="66761" y="18768"/>
                      <a:pt x="66758" y="18768"/>
                    </a:cubicBezTo>
                    <a:lnTo>
                      <a:pt x="66758" y="18768"/>
                    </a:lnTo>
                    <a:cubicBezTo>
                      <a:pt x="66814" y="18763"/>
                      <a:pt x="66854" y="18725"/>
                      <a:pt x="66912" y="18706"/>
                    </a:cubicBezTo>
                    <a:lnTo>
                      <a:pt x="66933" y="18685"/>
                    </a:lnTo>
                    <a:cubicBezTo>
                      <a:pt x="66975" y="18601"/>
                      <a:pt x="67017" y="18497"/>
                      <a:pt x="66954" y="18413"/>
                    </a:cubicBezTo>
                    <a:cubicBezTo>
                      <a:pt x="63837" y="14228"/>
                      <a:pt x="59673" y="10608"/>
                      <a:pt x="55216" y="7512"/>
                    </a:cubicBezTo>
                    <a:cubicBezTo>
                      <a:pt x="55174" y="7491"/>
                      <a:pt x="55153" y="7491"/>
                      <a:pt x="55132" y="7470"/>
                    </a:cubicBezTo>
                    <a:cubicBezTo>
                      <a:pt x="54233" y="6842"/>
                      <a:pt x="53333" y="6256"/>
                      <a:pt x="52412" y="5691"/>
                    </a:cubicBezTo>
                    <a:cubicBezTo>
                      <a:pt x="52391" y="5691"/>
                      <a:pt x="52391" y="5649"/>
                      <a:pt x="52350" y="5629"/>
                    </a:cubicBezTo>
                    <a:cubicBezTo>
                      <a:pt x="51701" y="5210"/>
                      <a:pt x="51052" y="4813"/>
                      <a:pt x="50404" y="4436"/>
                    </a:cubicBezTo>
                    <a:cubicBezTo>
                      <a:pt x="49211" y="3745"/>
                      <a:pt x="48039" y="3076"/>
                      <a:pt x="46888" y="2469"/>
                    </a:cubicBezTo>
                    <a:cubicBezTo>
                      <a:pt x="46771" y="2407"/>
                      <a:pt x="46661" y="2379"/>
                      <a:pt x="46560" y="2379"/>
                    </a:cubicBezTo>
                    <a:cubicBezTo>
                      <a:pt x="46119" y="2379"/>
                      <a:pt x="45860" y="2901"/>
                      <a:pt x="46031" y="3327"/>
                    </a:cubicBezTo>
                    <a:lnTo>
                      <a:pt x="46051" y="3348"/>
                    </a:lnTo>
                    <a:cubicBezTo>
                      <a:pt x="46072" y="3432"/>
                      <a:pt x="46114" y="3515"/>
                      <a:pt x="46177" y="3599"/>
                    </a:cubicBezTo>
                    <a:cubicBezTo>
                      <a:pt x="50445" y="8118"/>
                      <a:pt x="55551" y="12722"/>
                      <a:pt x="61137" y="16007"/>
                    </a:cubicBezTo>
                    <a:cubicBezTo>
                      <a:pt x="61179" y="16049"/>
                      <a:pt x="61200" y="16049"/>
                      <a:pt x="61221" y="16069"/>
                    </a:cubicBezTo>
                    <a:cubicBezTo>
                      <a:pt x="61514" y="16258"/>
                      <a:pt x="61807" y="16404"/>
                      <a:pt x="62121" y="16572"/>
                    </a:cubicBezTo>
                    <a:cubicBezTo>
                      <a:pt x="62184" y="16613"/>
                      <a:pt x="62267" y="16634"/>
                      <a:pt x="62351" y="16697"/>
                    </a:cubicBezTo>
                    <a:cubicBezTo>
                      <a:pt x="62644" y="16844"/>
                      <a:pt x="62916" y="17011"/>
                      <a:pt x="63230" y="17157"/>
                    </a:cubicBezTo>
                    <a:cubicBezTo>
                      <a:pt x="63376" y="17220"/>
                      <a:pt x="63481" y="17304"/>
                      <a:pt x="63606" y="17346"/>
                    </a:cubicBezTo>
                    <a:cubicBezTo>
                      <a:pt x="63816" y="17450"/>
                      <a:pt x="64004" y="17555"/>
                      <a:pt x="64213" y="17639"/>
                    </a:cubicBezTo>
                    <a:cubicBezTo>
                      <a:pt x="64360" y="17722"/>
                      <a:pt x="64548" y="17785"/>
                      <a:pt x="64715" y="17869"/>
                    </a:cubicBezTo>
                    <a:cubicBezTo>
                      <a:pt x="64946" y="17973"/>
                      <a:pt x="65155" y="18078"/>
                      <a:pt x="65385" y="18183"/>
                    </a:cubicBezTo>
                    <a:cubicBezTo>
                      <a:pt x="65531" y="18266"/>
                      <a:pt x="65699" y="18308"/>
                      <a:pt x="65866" y="18392"/>
                    </a:cubicBezTo>
                    <a:lnTo>
                      <a:pt x="66410" y="18622"/>
                    </a:lnTo>
                    <a:cubicBezTo>
                      <a:pt x="66512" y="18683"/>
                      <a:pt x="66615" y="18705"/>
                      <a:pt x="66717" y="18764"/>
                    </a:cubicBezTo>
                    <a:lnTo>
                      <a:pt x="66717" y="18764"/>
                    </a:lnTo>
                    <a:cubicBezTo>
                      <a:pt x="63282" y="18461"/>
                      <a:pt x="59832" y="18310"/>
                      <a:pt x="56381" y="18310"/>
                    </a:cubicBezTo>
                    <a:cubicBezTo>
                      <a:pt x="45847" y="18310"/>
                      <a:pt x="35302" y="19722"/>
                      <a:pt x="25149" y="22556"/>
                    </a:cubicBezTo>
                    <a:cubicBezTo>
                      <a:pt x="25756" y="22221"/>
                      <a:pt x="26341" y="21865"/>
                      <a:pt x="26906" y="21510"/>
                    </a:cubicBezTo>
                    <a:cubicBezTo>
                      <a:pt x="26927" y="21489"/>
                      <a:pt x="26969" y="21447"/>
                      <a:pt x="26969" y="21426"/>
                    </a:cubicBezTo>
                    <a:lnTo>
                      <a:pt x="26969" y="21321"/>
                    </a:lnTo>
                    <a:cubicBezTo>
                      <a:pt x="26969" y="21300"/>
                      <a:pt x="26969" y="21300"/>
                      <a:pt x="26927" y="21279"/>
                    </a:cubicBezTo>
                    <a:cubicBezTo>
                      <a:pt x="27409" y="21196"/>
                      <a:pt x="27848" y="21112"/>
                      <a:pt x="28287" y="21007"/>
                    </a:cubicBezTo>
                    <a:cubicBezTo>
                      <a:pt x="28664" y="20924"/>
                      <a:pt x="28999" y="20861"/>
                      <a:pt x="29375" y="20756"/>
                    </a:cubicBezTo>
                    <a:cubicBezTo>
                      <a:pt x="29396" y="20756"/>
                      <a:pt x="29396" y="20714"/>
                      <a:pt x="29417" y="20714"/>
                    </a:cubicBezTo>
                    <a:cubicBezTo>
                      <a:pt x="29543" y="20673"/>
                      <a:pt x="29543" y="20547"/>
                      <a:pt x="29501" y="20442"/>
                    </a:cubicBezTo>
                    <a:cubicBezTo>
                      <a:pt x="29480" y="20380"/>
                      <a:pt x="29417" y="20338"/>
                      <a:pt x="29375" y="20296"/>
                    </a:cubicBezTo>
                    <a:cubicBezTo>
                      <a:pt x="27701" y="19710"/>
                      <a:pt x="25881" y="19354"/>
                      <a:pt x="23998" y="19208"/>
                    </a:cubicBezTo>
                    <a:lnTo>
                      <a:pt x="23935" y="19208"/>
                    </a:lnTo>
                    <a:cubicBezTo>
                      <a:pt x="23580" y="19187"/>
                      <a:pt x="23224" y="19145"/>
                      <a:pt x="22889" y="19124"/>
                    </a:cubicBezTo>
                    <a:lnTo>
                      <a:pt x="22722" y="19124"/>
                    </a:lnTo>
                    <a:cubicBezTo>
                      <a:pt x="22408" y="19124"/>
                      <a:pt x="22073" y="19103"/>
                      <a:pt x="21759" y="19103"/>
                    </a:cubicBezTo>
                    <a:lnTo>
                      <a:pt x="20295" y="19103"/>
                    </a:lnTo>
                    <a:cubicBezTo>
                      <a:pt x="20002" y="19103"/>
                      <a:pt x="19751" y="19124"/>
                      <a:pt x="19458" y="19124"/>
                    </a:cubicBezTo>
                    <a:cubicBezTo>
                      <a:pt x="19332" y="19124"/>
                      <a:pt x="19186" y="19145"/>
                      <a:pt x="19060" y="19145"/>
                    </a:cubicBezTo>
                    <a:cubicBezTo>
                      <a:pt x="18830" y="19187"/>
                      <a:pt x="18558" y="19187"/>
                      <a:pt x="18328" y="19208"/>
                    </a:cubicBezTo>
                    <a:cubicBezTo>
                      <a:pt x="18181" y="19229"/>
                      <a:pt x="18014" y="19229"/>
                      <a:pt x="17867" y="19250"/>
                    </a:cubicBezTo>
                    <a:cubicBezTo>
                      <a:pt x="17658" y="19292"/>
                      <a:pt x="17407" y="19313"/>
                      <a:pt x="17198" y="19334"/>
                    </a:cubicBezTo>
                    <a:cubicBezTo>
                      <a:pt x="17030" y="19354"/>
                      <a:pt x="16842" y="19396"/>
                      <a:pt x="16654" y="19396"/>
                    </a:cubicBezTo>
                    <a:cubicBezTo>
                      <a:pt x="16466" y="19417"/>
                      <a:pt x="16256" y="19438"/>
                      <a:pt x="16089" y="19459"/>
                    </a:cubicBezTo>
                    <a:cubicBezTo>
                      <a:pt x="15880" y="19501"/>
                      <a:pt x="15670" y="19522"/>
                      <a:pt x="15482" y="19543"/>
                    </a:cubicBezTo>
                    <a:cubicBezTo>
                      <a:pt x="15294" y="19564"/>
                      <a:pt x="15147" y="19606"/>
                      <a:pt x="14959" y="19626"/>
                    </a:cubicBezTo>
                    <a:cubicBezTo>
                      <a:pt x="14750" y="19647"/>
                      <a:pt x="14520" y="19710"/>
                      <a:pt x="14310" y="19731"/>
                    </a:cubicBezTo>
                    <a:cubicBezTo>
                      <a:pt x="14143" y="19752"/>
                      <a:pt x="13955" y="19773"/>
                      <a:pt x="13808" y="19836"/>
                    </a:cubicBezTo>
                    <a:cubicBezTo>
                      <a:pt x="13599" y="19878"/>
                      <a:pt x="13390" y="19919"/>
                      <a:pt x="13181" y="19961"/>
                    </a:cubicBezTo>
                    <a:cubicBezTo>
                      <a:pt x="12971" y="20024"/>
                      <a:pt x="12741" y="20045"/>
                      <a:pt x="12532" y="20087"/>
                    </a:cubicBezTo>
                    <a:cubicBezTo>
                      <a:pt x="12364" y="20129"/>
                      <a:pt x="12218" y="20170"/>
                      <a:pt x="12051" y="20191"/>
                    </a:cubicBezTo>
                    <a:cubicBezTo>
                      <a:pt x="12030" y="20191"/>
                      <a:pt x="12009" y="20191"/>
                      <a:pt x="11967" y="20233"/>
                    </a:cubicBezTo>
                    <a:cubicBezTo>
                      <a:pt x="11611" y="20296"/>
                      <a:pt x="11276" y="20380"/>
                      <a:pt x="10900" y="20484"/>
                    </a:cubicBezTo>
                    <a:cubicBezTo>
                      <a:pt x="10889" y="20474"/>
                      <a:pt x="10863" y="20469"/>
                      <a:pt x="10829" y="20469"/>
                    </a:cubicBezTo>
                    <a:cubicBezTo>
                      <a:pt x="10795" y="20469"/>
                      <a:pt x="10753" y="20474"/>
                      <a:pt x="10712" y="20484"/>
                    </a:cubicBezTo>
                    <a:cubicBezTo>
                      <a:pt x="10544" y="20568"/>
                      <a:pt x="10293" y="20610"/>
                      <a:pt x="10126" y="20694"/>
                    </a:cubicBezTo>
                    <a:cubicBezTo>
                      <a:pt x="7092" y="21489"/>
                      <a:pt x="4204" y="22493"/>
                      <a:pt x="1756" y="23581"/>
                    </a:cubicBezTo>
                    <a:cubicBezTo>
                      <a:pt x="1401" y="23719"/>
                      <a:pt x="1381" y="24341"/>
                      <a:pt x="1801" y="24341"/>
                    </a:cubicBezTo>
                    <a:cubicBezTo>
                      <a:pt x="1826" y="24341"/>
                      <a:pt x="1853" y="24339"/>
                      <a:pt x="1882" y="24334"/>
                    </a:cubicBezTo>
                    <a:cubicBezTo>
                      <a:pt x="2279" y="24272"/>
                      <a:pt x="2656" y="24209"/>
                      <a:pt x="3053" y="24146"/>
                    </a:cubicBezTo>
                    <a:lnTo>
                      <a:pt x="3074" y="24146"/>
                    </a:lnTo>
                    <a:cubicBezTo>
                      <a:pt x="7510" y="23476"/>
                      <a:pt x="11925" y="22786"/>
                      <a:pt x="16340" y="22221"/>
                    </a:cubicBezTo>
                    <a:cubicBezTo>
                      <a:pt x="16926" y="22137"/>
                      <a:pt x="17470" y="22075"/>
                      <a:pt x="18077" y="22033"/>
                    </a:cubicBezTo>
                    <a:lnTo>
                      <a:pt x="18244" y="22033"/>
                    </a:lnTo>
                    <a:cubicBezTo>
                      <a:pt x="19960" y="21907"/>
                      <a:pt x="21696" y="21823"/>
                      <a:pt x="23412" y="21698"/>
                    </a:cubicBezTo>
                    <a:lnTo>
                      <a:pt x="23433" y="21698"/>
                    </a:lnTo>
                    <a:cubicBezTo>
                      <a:pt x="22994" y="21761"/>
                      <a:pt x="22575" y="21844"/>
                      <a:pt x="22115" y="21928"/>
                    </a:cubicBezTo>
                    <a:cubicBezTo>
                      <a:pt x="21906" y="21949"/>
                      <a:pt x="21696" y="22012"/>
                      <a:pt x="21487" y="22054"/>
                    </a:cubicBezTo>
                    <a:cubicBezTo>
                      <a:pt x="21278" y="22116"/>
                      <a:pt x="21069" y="22137"/>
                      <a:pt x="20859" y="22179"/>
                    </a:cubicBezTo>
                    <a:cubicBezTo>
                      <a:pt x="20587" y="22242"/>
                      <a:pt x="20295" y="22284"/>
                      <a:pt x="20002" y="22367"/>
                    </a:cubicBezTo>
                    <a:cubicBezTo>
                      <a:pt x="19897" y="22388"/>
                      <a:pt x="19792" y="22430"/>
                      <a:pt x="19667" y="22451"/>
                    </a:cubicBezTo>
                    <a:cubicBezTo>
                      <a:pt x="13160" y="23811"/>
                      <a:pt x="6631" y="25883"/>
                      <a:pt x="501" y="27829"/>
                    </a:cubicBezTo>
                    <a:cubicBezTo>
                      <a:pt x="292" y="27912"/>
                      <a:pt x="145" y="28080"/>
                      <a:pt x="103" y="28226"/>
                    </a:cubicBezTo>
                    <a:cubicBezTo>
                      <a:pt x="1" y="28615"/>
                      <a:pt x="199" y="29064"/>
                      <a:pt x="677" y="29064"/>
                    </a:cubicBezTo>
                    <a:cubicBezTo>
                      <a:pt x="688" y="29064"/>
                      <a:pt x="699" y="29063"/>
                      <a:pt x="710" y="29063"/>
                    </a:cubicBezTo>
                    <a:cubicBezTo>
                      <a:pt x="1714" y="29021"/>
                      <a:pt x="2761" y="28937"/>
                      <a:pt x="3807" y="28833"/>
                    </a:cubicBezTo>
                    <a:cubicBezTo>
                      <a:pt x="6631" y="28561"/>
                      <a:pt x="9498" y="28101"/>
                      <a:pt x="12281" y="27452"/>
                    </a:cubicBezTo>
                    <a:lnTo>
                      <a:pt x="12323" y="27452"/>
                    </a:lnTo>
                    <a:cubicBezTo>
                      <a:pt x="12657" y="27368"/>
                      <a:pt x="13013" y="27285"/>
                      <a:pt x="13369" y="27180"/>
                    </a:cubicBezTo>
                    <a:cubicBezTo>
                      <a:pt x="13411" y="27159"/>
                      <a:pt x="13473" y="27159"/>
                      <a:pt x="13536" y="27138"/>
                    </a:cubicBezTo>
                    <a:cubicBezTo>
                      <a:pt x="14206" y="26971"/>
                      <a:pt x="14854" y="26782"/>
                      <a:pt x="15482" y="26615"/>
                    </a:cubicBezTo>
                    <a:cubicBezTo>
                      <a:pt x="15524" y="26573"/>
                      <a:pt x="15587" y="26573"/>
                      <a:pt x="15629" y="26552"/>
                    </a:cubicBezTo>
                    <a:cubicBezTo>
                      <a:pt x="15880" y="26468"/>
                      <a:pt x="16089" y="26427"/>
                      <a:pt x="16319" y="26343"/>
                    </a:cubicBezTo>
                    <a:cubicBezTo>
                      <a:pt x="16549" y="26259"/>
                      <a:pt x="16758" y="26217"/>
                      <a:pt x="16989" y="26134"/>
                    </a:cubicBezTo>
                    <a:cubicBezTo>
                      <a:pt x="17177" y="26092"/>
                      <a:pt x="17365" y="26008"/>
                      <a:pt x="17554" y="25945"/>
                    </a:cubicBezTo>
                    <a:cubicBezTo>
                      <a:pt x="17888" y="25841"/>
                      <a:pt x="18223" y="25715"/>
                      <a:pt x="18558" y="25590"/>
                    </a:cubicBezTo>
                    <a:lnTo>
                      <a:pt x="18809" y="25506"/>
                    </a:lnTo>
                    <a:cubicBezTo>
                      <a:pt x="19248" y="25360"/>
                      <a:pt x="19688" y="25171"/>
                      <a:pt x="20127" y="24983"/>
                    </a:cubicBezTo>
                    <a:lnTo>
                      <a:pt x="20295" y="24899"/>
                    </a:lnTo>
                    <a:cubicBezTo>
                      <a:pt x="20713" y="24753"/>
                      <a:pt x="21111" y="24564"/>
                      <a:pt x="21529" y="24376"/>
                    </a:cubicBezTo>
                    <a:cubicBezTo>
                      <a:pt x="21550" y="24355"/>
                      <a:pt x="21592" y="24355"/>
                      <a:pt x="21634" y="24334"/>
                    </a:cubicBezTo>
                    <a:cubicBezTo>
                      <a:pt x="22094" y="24125"/>
                      <a:pt x="22596" y="23895"/>
                      <a:pt x="23036" y="23686"/>
                    </a:cubicBezTo>
                    <a:cubicBezTo>
                      <a:pt x="24458" y="23267"/>
                      <a:pt x="25860" y="22891"/>
                      <a:pt x="27283" y="22535"/>
                    </a:cubicBezTo>
                    <a:lnTo>
                      <a:pt x="27283" y="22535"/>
                    </a:lnTo>
                    <a:cubicBezTo>
                      <a:pt x="25839" y="23414"/>
                      <a:pt x="24458" y="24460"/>
                      <a:pt x="23119" y="25527"/>
                    </a:cubicBezTo>
                    <a:cubicBezTo>
                      <a:pt x="22115" y="26343"/>
                      <a:pt x="21131" y="27180"/>
                      <a:pt x="20127" y="28017"/>
                    </a:cubicBezTo>
                    <a:cubicBezTo>
                      <a:pt x="18558" y="29356"/>
                      <a:pt x="16968" y="30653"/>
                      <a:pt x="15294" y="31804"/>
                    </a:cubicBezTo>
                    <a:cubicBezTo>
                      <a:pt x="15001" y="31992"/>
                      <a:pt x="14750" y="32181"/>
                      <a:pt x="14457" y="32369"/>
                    </a:cubicBezTo>
                    <a:cubicBezTo>
                      <a:pt x="14373" y="32411"/>
                      <a:pt x="14310" y="32474"/>
                      <a:pt x="14206" y="32536"/>
                    </a:cubicBezTo>
                    <a:cubicBezTo>
                      <a:pt x="13934" y="32704"/>
                      <a:pt x="13683" y="32892"/>
                      <a:pt x="13411" y="33038"/>
                    </a:cubicBezTo>
                    <a:cubicBezTo>
                      <a:pt x="13285" y="33122"/>
                      <a:pt x="13118" y="33227"/>
                      <a:pt x="12992" y="33311"/>
                    </a:cubicBezTo>
                    <a:cubicBezTo>
                      <a:pt x="12364" y="33687"/>
                      <a:pt x="11737" y="34085"/>
                      <a:pt x="11109" y="34461"/>
                    </a:cubicBezTo>
                    <a:lnTo>
                      <a:pt x="11130" y="34461"/>
                    </a:lnTo>
                    <a:cubicBezTo>
                      <a:pt x="8787" y="35884"/>
                      <a:pt x="6380" y="37244"/>
                      <a:pt x="4058" y="38667"/>
                    </a:cubicBezTo>
                    <a:cubicBezTo>
                      <a:pt x="4016" y="38667"/>
                      <a:pt x="3995" y="38667"/>
                      <a:pt x="3995" y="38688"/>
                    </a:cubicBezTo>
                    <a:cubicBezTo>
                      <a:pt x="3346" y="39064"/>
                      <a:pt x="2719" y="39441"/>
                      <a:pt x="2091" y="39860"/>
                    </a:cubicBezTo>
                    <a:cubicBezTo>
                      <a:pt x="1453" y="40285"/>
                      <a:pt x="1834" y="41175"/>
                      <a:pt x="2490" y="41175"/>
                    </a:cubicBezTo>
                    <a:cubicBezTo>
                      <a:pt x="2543" y="41175"/>
                      <a:pt x="2599" y="41170"/>
                      <a:pt x="2656" y="41157"/>
                    </a:cubicBezTo>
                    <a:cubicBezTo>
                      <a:pt x="2949" y="41094"/>
                      <a:pt x="3263" y="41010"/>
                      <a:pt x="3556" y="40906"/>
                    </a:cubicBezTo>
                    <a:cubicBezTo>
                      <a:pt x="10168" y="39190"/>
                      <a:pt x="17826" y="34838"/>
                      <a:pt x="22994" y="29272"/>
                    </a:cubicBezTo>
                    <a:lnTo>
                      <a:pt x="23015" y="29251"/>
                    </a:lnTo>
                    <a:cubicBezTo>
                      <a:pt x="23224" y="29021"/>
                      <a:pt x="23454" y="28770"/>
                      <a:pt x="23663" y="28540"/>
                    </a:cubicBezTo>
                    <a:cubicBezTo>
                      <a:pt x="23768" y="28435"/>
                      <a:pt x="23852" y="28331"/>
                      <a:pt x="23956" y="28205"/>
                    </a:cubicBezTo>
                    <a:cubicBezTo>
                      <a:pt x="24040" y="28121"/>
                      <a:pt x="24103" y="28017"/>
                      <a:pt x="24165" y="27933"/>
                    </a:cubicBezTo>
                    <a:cubicBezTo>
                      <a:pt x="24312" y="27724"/>
                      <a:pt x="24479" y="27557"/>
                      <a:pt x="24626" y="27347"/>
                    </a:cubicBezTo>
                    <a:cubicBezTo>
                      <a:pt x="24688" y="27285"/>
                      <a:pt x="24709" y="27243"/>
                      <a:pt x="24772" y="27180"/>
                    </a:cubicBezTo>
                    <a:cubicBezTo>
                      <a:pt x="25128" y="26720"/>
                      <a:pt x="25463" y="26238"/>
                      <a:pt x="25777" y="25778"/>
                    </a:cubicBezTo>
                    <a:cubicBezTo>
                      <a:pt x="25777" y="25778"/>
                      <a:pt x="25777" y="25736"/>
                      <a:pt x="25818" y="25736"/>
                    </a:cubicBezTo>
                    <a:cubicBezTo>
                      <a:pt x="26488" y="24732"/>
                      <a:pt x="27095" y="23644"/>
                      <a:pt x="27555" y="22577"/>
                    </a:cubicBezTo>
                    <a:cubicBezTo>
                      <a:pt x="27597" y="22535"/>
                      <a:pt x="27555" y="22472"/>
                      <a:pt x="27534" y="22451"/>
                    </a:cubicBezTo>
                    <a:cubicBezTo>
                      <a:pt x="29020" y="22075"/>
                      <a:pt x="30526" y="21740"/>
                      <a:pt x="32012" y="21426"/>
                    </a:cubicBezTo>
                    <a:lnTo>
                      <a:pt x="32012" y="21426"/>
                    </a:lnTo>
                    <a:cubicBezTo>
                      <a:pt x="28329" y="25171"/>
                      <a:pt x="25463" y="29649"/>
                      <a:pt x="22052" y="33583"/>
                    </a:cubicBezTo>
                    <a:cubicBezTo>
                      <a:pt x="21947" y="33729"/>
                      <a:pt x="21843" y="33834"/>
                      <a:pt x="21738" y="33959"/>
                    </a:cubicBezTo>
                    <a:cubicBezTo>
                      <a:pt x="21027" y="34775"/>
                      <a:pt x="20315" y="35549"/>
                      <a:pt x="19604" y="36365"/>
                    </a:cubicBezTo>
                    <a:cubicBezTo>
                      <a:pt x="17365" y="38876"/>
                      <a:pt x="15085" y="41366"/>
                      <a:pt x="12804" y="43835"/>
                    </a:cubicBezTo>
                    <a:lnTo>
                      <a:pt x="12783" y="43835"/>
                    </a:lnTo>
                    <a:cubicBezTo>
                      <a:pt x="12323" y="44358"/>
                      <a:pt x="11841" y="44860"/>
                      <a:pt x="11381" y="45383"/>
                    </a:cubicBezTo>
                    <a:cubicBezTo>
                      <a:pt x="11130" y="45655"/>
                      <a:pt x="11297" y="46074"/>
                      <a:pt x="11590" y="46179"/>
                    </a:cubicBezTo>
                    <a:cubicBezTo>
                      <a:pt x="11631" y="46195"/>
                      <a:pt x="11678" y="46205"/>
                      <a:pt x="11727" y="46205"/>
                    </a:cubicBezTo>
                    <a:cubicBezTo>
                      <a:pt x="11805" y="46205"/>
                      <a:pt x="11890" y="46180"/>
                      <a:pt x="11967" y="46116"/>
                    </a:cubicBezTo>
                    <a:cubicBezTo>
                      <a:pt x="20211" y="40173"/>
                      <a:pt x="28873" y="31218"/>
                      <a:pt x="32137" y="21384"/>
                    </a:cubicBezTo>
                    <a:cubicBezTo>
                      <a:pt x="37138" y="20338"/>
                      <a:pt x="42243" y="19626"/>
                      <a:pt x="47391" y="19229"/>
                    </a:cubicBezTo>
                    <a:lnTo>
                      <a:pt x="47391" y="19229"/>
                    </a:lnTo>
                    <a:cubicBezTo>
                      <a:pt x="47370" y="19250"/>
                      <a:pt x="47328" y="19250"/>
                      <a:pt x="47307" y="19292"/>
                    </a:cubicBezTo>
                    <a:cubicBezTo>
                      <a:pt x="46951" y="19543"/>
                      <a:pt x="46596" y="19815"/>
                      <a:pt x="46240" y="20066"/>
                    </a:cubicBezTo>
                    <a:cubicBezTo>
                      <a:pt x="46156" y="20129"/>
                      <a:pt x="46156" y="20254"/>
                      <a:pt x="46261" y="20275"/>
                    </a:cubicBezTo>
                    <a:cubicBezTo>
                      <a:pt x="46344" y="20296"/>
                      <a:pt x="43185" y="26217"/>
                      <a:pt x="41260" y="29691"/>
                    </a:cubicBezTo>
                    <a:cubicBezTo>
                      <a:pt x="40590" y="30946"/>
                      <a:pt x="40067" y="31888"/>
                      <a:pt x="39900" y="32097"/>
                    </a:cubicBezTo>
                    <a:cubicBezTo>
                      <a:pt x="39170" y="33200"/>
                      <a:pt x="38427" y="34291"/>
                      <a:pt x="37682" y="35388"/>
                    </a:cubicBezTo>
                    <a:lnTo>
                      <a:pt x="37682" y="35388"/>
                    </a:lnTo>
                    <a:cubicBezTo>
                      <a:pt x="38801" y="33696"/>
                      <a:pt x="39806" y="31949"/>
                      <a:pt x="40632" y="30172"/>
                    </a:cubicBezTo>
                    <a:cubicBezTo>
                      <a:pt x="40779" y="29900"/>
                      <a:pt x="40883" y="29649"/>
                      <a:pt x="41009" y="29377"/>
                    </a:cubicBezTo>
                    <a:cubicBezTo>
                      <a:pt x="41030" y="29356"/>
                      <a:pt x="41030" y="29293"/>
                      <a:pt x="41051" y="29272"/>
                    </a:cubicBezTo>
                    <a:cubicBezTo>
                      <a:pt x="41155" y="29042"/>
                      <a:pt x="41260" y="28770"/>
                      <a:pt x="41365" y="28540"/>
                    </a:cubicBezTo>
                    <a:cubicBezTo>
                      <a:pt x="41406" y="28498"/>
                      <a:pt x="41427" y="28435"/>
                      <a:pt x="41427" y="28393"/>
                    </a:cubicBezTo>
                    <a:cubicBezTo>
                      <a:pt x="41532" y="28142"/>
                      <a:pt x="41616" y="27912"/>
                      <a:pt x="41720" y="27661"/>
                    </a:cubicBezTo>
                    <a:lnTo>
                      <a:pt x="41720" y="27619"/>
                    </a:lnTo>
                    <a:cubicBezTo>
                      <a:pt x="41867" y="27201"/>
                      <a:pt x="41992" y="26824"/>
                      <a:pt x="42139" y="26406"/>
                    </a:cubicBezTo>
                    <a:cubicBezTo>
                      <a:pt x="42181" y="26238"/>
                      <a:pt x="42243" y="26050"/>
                      <a:pt x="42285" y="25904"/>
                    </a:cubicBezTo>
                    <a:cubicBezTo>
                      <a:pt x="42306" y="25778"/>
                      <a:pt x="42369" y="25632"/>
                      <a:pt x="42390" y="25506"/>
                    </a:cubicBezTo>
                    <a:cubicBezTo>
                      <a:pt x="42453" y="25318"/>
                      <a:pt x="42494" y="25108"/>
                      <a:pt x="42557" y="24941"/>
                    </a:cubicBezTo>
                    <a:cubicBezTo>
                      <a:pt x="42578" y="24795"/>
                      <a:pt x="42599" y="24690"/>
                      <a:pt x="42620" y="24564"/>
                    </a:cubicBezTo>
                    <a:cubicBezTo>
                      <a:pt x="42683" y="24355"/>
                      <a:pt x="42725" y="24146"/>
                      <a:pt x="42766" y="23958"/>
                    </a:cubicBezTo>
                    <a:cubicBezTo>
                      <a:pt x="42787" y="23853"/>
                      <a:pt x="42808" y="23748"/>
                      <a:pt x="42808" y="23644"/>
                    </a:cubicBezTo>
                    <a:cubicBezTo>
                      <a:pt x="42871" y="23435"/>
                      <a:pt x="42892" y="23204"/>
                      <a:pt x="42913" y="22995"/>
                    </a:cubicBezTo>
                    <a:cubicBezTo>
                      <a:pt x="42934" y="22891"/>
                      <a:pt x="42934" y="22807"/>
                      <a:pt x="42976" y="22702"/>
                    </a:cubicBezTo>
                    <a:cubicBezTo>
                      <a:pt x="42997" y="22451"/>
                      <a:pt x="43038" y="22179"/>
                      <a:pt x="43080" y="21949"/>
                    </a:cubicBezTo>
                    <a:cubicBezTo>
                      <a:pt x="43080" y="21907"/>
                      <a:pt x="43101" y="21844"/>
                      <a:pt x="43101" y="21761"/>
                    </a:cubicBezTo>
                    <a:cubicBezTo>
                      <a:pt x="43122" y="21447"/>
                      <a:pt x="43143" y="21112"/>
                      <a:pt x="43185" y="20798"/>
                    </a:cubicBezTo>
                    <a:cubicBezTo>
                      <a:pt x="43185" y="20652"/>
                      <a:pt x="43080" y="20547"/>
                      <a:pt x="42934" y="20484"/>
                    </a:cubicBezTo>
                    <a:cubicBezTo>
                      <a:pt x="42894" y="20471"/>
                      <a:pt x="42852" y="20464"/>
                      <a:pt x="42810" y="20464"/>
                    </a:cubicBezTo>
                    <a:cubicBezTo>
                      <a:pt x="42720" y="20464"/>
                      <a:pt x="42629" y="20497"/>
                      <a:pt x="42557" y="20568"/>
                    </a:cubicBezTo>
                    <a:cubicBezTo>
                      <a:pt x="42474" y="20673"/>
                      <a:pt x="42390" y="20756"/>
                      <a:pt x="42306" y="20861"/>
                    </a:cubicBezTo>
                    <a:cubicBezTo>
                      <a:pt x="42097" y="21091"/>
                      <a:pt x="41930" y="21300"/>
                      <a:pt x="41720" y="21531"/>
                    </a:cubicBezTo>
                    <a:cubicBezTo>
                      <a:pt x="41658" y="21593"/>
                      <a:pt x="41720" y="21656"/>
                      <a:pt x="41783" y="21656"/>
                    </a:cubicBezTo>
                    <a:cubicBezTo>
                      <a:pt x="41344" y="21865"/>
                      <a:pt x="40883" y="22242"/>
                      <a:pt x="40423" y="22744"/>
                    </a:cubicBezTo>
                    <a:cubicBezTo>
                      <a:pt x="38205" y="25192"/>
                      <a:pt x="36134" y="30632"/>
                      <a:pt x="34836" y="32787"/>
                    </a:cubicBezTo>
                    <a:cubicBezTo>
                      <a:pt x="33581" y="34817"/>
                      <a:pt x="32305" y="36826"/>
                      <a:pt x="31007" y="38813"/>
                    </a:cubicBezTo>
                    <a:cubicBezTo>
                      <a:pt x="31070" y="38772"/>
                      <a:pt x="31091" y="38709"/>
                      <a:pt x="31154" y="38667"/>
                    </a:cubicBezTo>
                    <a:lnTo>
                      <a:pt x="31154" y="38667"/>
                    </a:lnTo>
                    <a:cubicBezTo>
                      <a:pt x="30422" y="39818"/>
                      <a:pt x="29647" y="40969"/>
                      <a:pt x="28894" y="42119"/>
                    </a:cubicBezTo>
                    <a:lnTo>
                      <a:pt x="28873" y="42119"/>
                    </a:lnTo>
                    <a:cubicBezTo>
                      <a:pt x="28162" y="43186"/>
                      <a:pt x="27450" y="44254"/>
                      <a:pt x="26718" y="45342"/>
                    </a:cubicBezTo>
                    <a:lnTo>
                      <a:pt x="26697" y="45342"/>
                    </a:lnTo>
                    <a:cubicBezTo>
                      <a:pt x="26509" y="45614"/>
                      <a:pt x="26341" y="45886"/>
                      <a:pt x="26153" y="46137"/>
                    </a:cubicBezTo>
                    <a:cubicBezTo>
                      <a:pt x="26153" y="46179"/>
                      <a:pt x="26132" y="46179"/>
                      <a:pt x="26132" y="46199"/>
                    </a:cubicBezTo>
                    <a:lnTo>
                      <a:pt x="26090" y="46199"/>
                    </a:lnTo>
                    <a:cubicBezTo>
                      <a:pt x="25944" y="46492"/>
                      <a:pt x="26028" y="46764"/>
                      <a:pt x="26195" y="46953"/>
                    </a:cubicBezTo>
                    <a:cubicBezTo>
                      <a:pt x="26237" y="46953"/>
                      <a:pt x="26237" y="46974"/>
                      <a:pt x="26258" y="47015"/>
                    </a:cubicBezTo>
                    <a:cubicBezTo>
                      <a:pt x="26362" y="47120"/>
                      <a:pt x="26488" y="47162"/>
                      <a:pt x="26655" y="47183"/>
                    </a:cubicBezTo>
                    <a:cubicBezTo>
                      <a:pt x="26736" y="47203"/>
                      <a:pt x="26820" y="47215"/>
                      <a:pt x="26902" y="47215"/>
                    </a:cubicBezTo>
                    <a:cubicBezTo>
                      <a:pt x="27075" y="47215"/>
                      <a:pt x="27246" y="47164"/>
                      <a:pt x="27388" y="47036"/>
                    </a:cubicBezTo>
                    <a:cubicBezTo>
                      <a:pt x="30422" y="44358"/>
                      <a:pt x="33665" y="40969"/>
                      <a:pt x="36427" y="37181"/>
                    </a:cubicBezTo>
                    <a:lnTo>
                      <a:pt x="36427" y="37181"/>
                    </a:lnTo>
                    <a:cubicBezTo>
                      <a:pt x="35046" y="39127"/>
                      <a:pt x="33602" y="41073"/>
                      <a:pt x="32137" y="42998"/>
                    </a:cubicBezTo>
                    <a:lnTo>
                      <a:pt x="32137" y="43040"/>
                    </a:lnTo>
                    <a:cubicBezTo>
                      <a:pt x="31635" y="43689"/>
                      <a:pt x="31154" y="44316"/>
                      <a:pt x="30652" y="44965"/>
                    </a:cubicBezTo>
                    <a:cubicBezTo>
                      <a:pt x="30463" y="45195"/>
                      <a:pt x="30484" y="45509"/>
                      <a:pt x="30631" y="45760"/>
                    </a:cubicBezTo>
                    <a:cubicBezTo>
                      <a:pt x="30673" y="45823"/>
                      <a:pt x="30735" y="45886"/>
                      <a:pt x="30798" y="45927"/>
                    </a:cubicBezTo>
                    <a:cubicBezTo>
                      <a:pt x="30895" y="46003"/>
                      <a:pt x="31004" y="46045"/>
                      <a:pt x="31121" y="46045"/>
                    </a:cubicBezTo>
                    <a:cubicBezTo>
                      <a:pt x="31230" y="46045"/>
                      <a:pt x="31346" y="46008"/>
                      <a:pt x="31468" y="45927"/>
                    </a:cubicBezTo>
                    <a:cubicBezTo>
                      <a:pt x="32535" y="45153"/>
                      <a:pt x="33581" y="44337"/>
                      <a:pt x="34606" y="43458"/>
                    </a:cubicBezTo>
                    <a:lnTo>
                      <a:pt x="34606" y="43417"/>
                    </a:lnTo>
                    <a:cubicBezTo>
                      <a:pt x="34920" y="43166"/>
                      <a:pt x="35234" y="42873"/>
                      <a:pt x="35506" y="42622"/>
                    </a:cubicBezTo>
                    <a:cubicBezTo>
                      <a:pt x="35506" y="42622"/>
                      <a:pt x="35506" y="42580"/>
                      <a:pt x="35548" y="42580"/>
                    </a:cubicBezTo>
                    <a:cubicBezTo>
                      <a:pt x="36908" y="41324"/>
                      <a:pt x="38184" y="40006"/>
                      <a:pt x="39377" y="38604"/>
                    </a:cubicBezTo>
                    <a:cubicBezTo>
                      <a:pt x="41762" y="35779"/>
                      <a:pt x="43813" y="32683"/>
                      <a:pt x="45382" y="29356"/>
                    </a:cubicBezTo>
                    <a:cubicBezTo>
                      <a:pt x="45424" y="29251"/>
                      <a:pt x="45487" y="29147"/>
                      <a:pt x="45507" y="29063"/>
                    </a:cubicBezTo>
                    <a:cubicBezTo>
                      <a:pt x="45612" y="28833"/>
                      <a:pt x="45717" y="28624"/>
                      <a:pt x="45821" y="28393"/>
                    </a:cubicBezTo>
                    <a:cubicBezTo>
                      <a:pt x="45863" y="28247"/>
                      <a:pt x="45926" y="28121"/>
                      <a:pt x="46010" y="27975"/>
                    </a:cubicBezTo>
                    <a:cubicBezTo>
                      <a:pt x="46072" y="27766"/>
                      <a:pt x="46177" y="27557"/>
                      <a:pt x="46261" y="27305"/>
                    </a:cubicBezTo>
                    <a:cubicBezTo>
                      <a:pt x="46324" y="27159"/>
                      <a:pt x="46386" y="26992"/>
                      <a:pt x="46449" y="26845"/>
                    </a:cubicBezTo>
                    <a:lnTo>
                      <a:pt x="46679" y="26217"/>
                    </a:lnTo>
                    <a:lnTo>
                      <a:pt x="46993" y="25360"/>
                    </a:lnTo>
                    <a:lnTo>
                      <a:pt x="47223" y="24648"/>
                    </a:lnTo>
                    <a:cubicBezTo>
                      <a:pt x="47286" y="24460"/>
                      <a:pt x="47328" y="24272"/>
                      <a:pt x="47412" y="24104"/>
                    </a:cubicBezTo>
                    <a:cubicBezTo>
                      <a:pt x="47474" y="23895"/>
                      <a:pt x="47516" y="23707"/>
                      <a:pt x="47579" y="23497"/>
                    </a:cubicBezTo>
                    <a:lnTo>
                      <a:pt x="47725" y="22953"/>
                    </a:lnTo>
                    <a:cubicBezTo>
                      <a:pt x="47788" y="22744"/>
                      <a:pt x="47830" y="22556"/>
                      <a:pt x="47893" y="22347"/>
                    </a:cubicBezTo>
                    <a:cubicBezTo>
                      <a:pt x="47935" y="22158"/>
                      <a:pt x="47956" y="21970"/>
                      <a:pt x="48018" y="21823"/>
                    </a:cubicBezTo>
                    <a:cubicBezTo>
                      <a:pt x="48060" y="21614"/>
                      <a:pt x="48123" y="21405"/>
                      <a:pt x="48144" y="21196"/>
                    </a:cubicBezTo>
                    <a:cubicBezTo>
                      <a:pt x="48165" y="21028"/>
                      <a:pt x="48207" y="20861"/>
                      <a:pt x="48248" y="20694"/>
                    </a:cubicBezTo>
                    <a:cubicBezTo>
                      <a:pt x="48269" y="20484"/>
                      <a:pt x="48332" y="20296"/>
                      <a:pt x="48353" y="20087"/>
                    </a:cubicBezTo>
                    <a:cubicBezTo>
                      <a:pt x="48416" y="19752"/>
                      <a:pt x="48207" y="19417"/>
                      <a:pt x="47893" y="19292"/>
                    </a:cubicBezTo>
                    <a:cubicBezTo>
                      <a:pt x="50720" y="19079"/>
                      <a:pt x="53566" y="18973"/>
                      <a:pt x="56425" y="18973"/>
                    </a:cubicBezTo>
                    <a:cubicBezTo>
                      <a:pt x="59744" y="18973"/>
                      <a:pt x="63082" y="19115"/>
                      <a:pt x="66431" y="19396"/>
                    </a:cubicBezTo>
                    <a:cubicBezTo>
                      <a:pt x="66159" y="19647"/>
                      <a:pt x="65908" y="19940"/>
                      <a:pt x="65678" y="20233"/>
                    </a:cubicBezTo>
                    <a:cubicBezTo>
                      <a:pt x="65615" y="20275"/>
                      <a:pt x="65594" y="20338"/>
                      <a:pt x="65531" y="20380"/>
                    </a:cubicBezTo>
                    <a:cubicBezTo>
                      <a:pt x="65406" y="20547"/>
                      <a:pt x="65301" y="20694"/>
                      <a:pt x="65176" y="20861"/>
                    </a:cubicBezTo>
                    <a:cubicBezTo>
                      <a:pt x="65113" y="20924"/>
                      <a:pt x="65071" y="20986"/>
                      <a:pt x="65008" y="21070"/>
                    </a:cubicBezTo>
                    <a:cubicBezTo>
                      <a:pt x="64904" y="21217"/>
                      <a:pt x="64778" y="21384"/>
                      <a:pt x="64674" y="21531"/>
                    </a:cubicBezTo>
                    <a:lnTo>
                      <a:pt x="64527" y="21761"/>
                    </a:lnTo>
                    <a:lnTo>
                      <a:pt x="64213" y="22242"/>
                    </a:lnTo>
                    <a:cubicBezTo>
                      <a:pt x="64150" y="22326"/>
                      <a:pt x="64109" y="22388"/>
                      <a:pt x="64046" y="22493"/>
                    </a:cubicBezTo>
                    <a:cubicBezTo>
                      <a:pt x="63941" y="22660"/>
                      <a:pt x="63837" y="22807"/>
                      <a:pt x="63753" y="22995"/>
                    </a:cubicBezTo>
                    <a:cubicBezTo>
                      <a:pt x="63711" y="23079"/>
                      <a:pt x="63648" y="23183"/>
                      <a:pt x="63606" y="23267"/>
                    </a:cubicBezTo>
                    <a:cubicBezTo>
                      <a:pt x="63502" y="23414"/>
                      <a:pt x="63418" y="23581"/>
                      <a:pt x="63313" y="23748"/>
                    </a:cubicBezTo>
                    <a:cubicBezTo>
                      <a:pt x="63272" y="23853"/>
                      <a:pt x="63209" y="23937"/>
                      <a:pt x="63167" y="24041"/>
                    </a:cubicBezTo>
                    <a:cubicBezTo>
                      <a:pt x="63021" y="24272"/>
                      <a:pt x="62895" y="24523"/>
                      <a:pt x="62790" y="24753"/>
                    </a:cubicBezTo>
                    <a:cubicBezTo>
                      <a:pt x="62686" y="24941"/>
                      <a:pt x="62602" y="25108"/>
                      <a:pt x="62497" y="25297"/>
                    </a:cubicBezTo>
                    <a:cubicBezTo>
                      <a:pt x="62456" y="25380"/>
                      <a:pt x="62435" y="25485"/>
                      <a:pt x="62372" y="25569"/>
                    </a:cubicBezTo>
                    <a:cubicBezTo>
                      <a:pt x="62267" y="25778"/>
                      <a:pt x="62184" y="25945"/>
                      <a:pt x="62079" y="26155"/>
                    </a:cubicBezTo>
                    <a:lnTo>
                      <a:pt x="62016" y="26322"/>
                    </a:lnTo>
                    <a:cubicBezTo>
                      <a:pt x="61430" y="27494"/>
                      <a:pt x="60886" y="28665"/>
                      <a:pt x="60342" y="29795"/>
                    </a:cubicBezTo>
                    <a:cubicBezTo>
                      <a:pt x="60342" y="29816"/>
                      <a:pt x="60300" y="29858"/>
                      <a:pt x="60300" y="29858"/>
                    </a:cubicBezTo>
                    <a:cubicBezTo>
                      <a:pt x="60196" y="30088"/>
                      <a:pt x="60070" y="30298"/>
                      <a:pt x="59966" y="30528"/>
                    </a:cubicBezTo>
                    <a:cubicBezTo>
                      <a:pt x="59715" y="31051"/>
                      <a:pt x="59443" y="31553"/>
                      <a:pt x="59150" y="32013"/>
                    </a:cubicBezTo>
                    <a:cubicBezTo>
                      <a:pt x="57371" y="35110"/>
                      <a:pt x="55446" y="38123"/>
                      <a:pt x="53458" y="41094"/>
                    </a:cubicBezTo>
                    <a:cubicBezTo>
                      <a:pt x="53458" y="41115"/>
                      <a:pt x="53438" y="41115"/>
                      <a:pt x="53396" y="41157"/>
                    </a:cubicBezTo>
                    <a:lnTo>
                      <a:pt x="50257" y="45865"/>
                    </a:lnTo>
                    <a:cubicBezTo>
                      <a:pt x="50071" y="46144"/>
                      <a:pt x="50357" y="46412"/>
                      <a:pt x="50645" y="46412"/>
                    </a:cubicBezTo>
                    <a:cubicBezTo>
                      <a:pt x="50745" y="46412"/>
                      <a:pt x="50846" y="46380"/>
                      <a:pt x="50927" y="46304"/>
                    </a:cubicBezTo>
                    <a:cubicBezTo>
                      <a:pt x="53479" y="43898"/>
                      <a:pt x="55781" y="41261"/>
                      <a:pt x="57852" y="38437"/>
                    </a:cubicBezTo>
                    <a:lnTo>
                      <a:pt x="57852" y="38395"/>
                    </a:lnTo>
                    <a:cubicBezTo>
                      <a:pt x="59087" y="36721"/>
                      <a:pt x="60259" y="34984"/>
                      <a:pt x="61326" y="33143"/>
                    </a:cubicBezTo>
                    <a:cubicBezTo>
                      <a:pt x="62916" y="30444"/>
                      <a:pt x="64966" y="27243"/>
                      <a:pt x="66034" y="23937"/>
                    </a:cubicBezTo>
                    <a:lnTo>
                      <a:pt x="66034" y="23916"/>
                    </a:lnTo>
                    <a:cubicBezTo>
                      <a:pt x="66117" y="23707"/>
                      <a:pt x="66159" y="23497"/>
                      <a:pt x="66222" y="23288"/>
                    </a:cubicBezTo>
                    <a:cubicBezTo>
                      <a:pt x="66222" y="23225"/>
                      <a:pt x="66243" y="23204"/>
                      <a:pt x="66243" y="23163"/>
                    </a:cubicBezTo>
                    <a:cubicBezTo>
                      <a:pt x="66306" y="22995"/>
                      <a:pt x="66326" y="22849"/>
                      <a:pt x="66368" y="22702"/>
                    </a:cubicBezTo>
                    <a:cubicBezTo>
                      <a:pt x="66410" y="22639"/>
                      <a:pt x="66410" y="22577"/>
                      <a:pt x="66431" y="22493"/>
                    </a:cubicBezTo>
                    <a:cubicBezTo>
                      <a:pt x="66452" y="22347"/>
                      <a:pt x="66515" y="22179"/>
                      <a:pt x="66536" y="22054"/>
                    </a:cubicBezTo>
                    <a:cubicBezTo>
                      <a:pt x="66557" y="21928"/>
                      <a:pt x="66578" y="21823"/>
                      <a:pt x="66619" y="21698"/>
                    </a:cubicBezTo>
                    <a:cubicBezTo>
                      <a:pt x="66640" y="21614"/>
                      <a:pt x="66640" y="21531"/>
                      <a:pt x="66661" y="21447"/>
                    </a:cubicBezTo>
                    <a:cubicBezTo>
                      <a:pt x="66682" y="21321"/>
                      <a:pt x="66682" y="21217"/>
                      <a:pt x="66724" y="21091"/>
                    </a:cubicBezTo>
                    <a:lnTo>
                      <a:pt x="66724" y="20986"/>
                    </a:lnTo>
                    <a:cubicBezTo>
                      <a:pt x="66745" y="20714"/>
                      <a:pt x="66766" y="20442"/>
                      <a:pt x="66787" y="20170"/>
                    </a:cubicBezTo>
                    <a:cubicBezTo>
                      <a:pt x="66787" y="19940"/>
                      <a:pt x="66829" y="19668"/>
                      <a:pt x="66787" y="19438"/>
                    </a:cubicBezTo>
                    <a:lnTo>
                      <a:pt x="66787" y="19438"/>
                    </a:lnTo>
                    <a:cubicBezTo>
                      <a:pt x="68565" y="19606"/>
                      <a:pt x="70344" y="19773"/>
                      <a:pt x="72122" y="20024"/>
                    </a:cubicBezTo>
                    <a:cubicBezTo>
                      <a:pt x="72018" y="20129"/>
                      <a:pt x="71955" y="20233"/>
                      <a:pt x="71850" y="20338"/>
                    </a:cubicBezTo>
                    <a:cubicBezTo>
                      <a:pt x="71788" y="20380"/>
                      <a:pt x="71767" y="20442"/>
                      <a:pt x="71704" y="20484"/>
                    </a:cubicBezTo>
                    <a:lnTo>
                      <a:pt x="71390" y="20882"/>
                    </a:lnTo>
                    <a:cubicBezTo>
                      <a:pt x="71348" y="20924"/>
                      <a:pt x="71285" y="21007"/>
                      <a:pt x="71244" y="21070"/>
                    </a:cubicBezTo>
                    <a:cubicBezTo>
                      <a:pt x="71139" y="21196"/>
                      <a:pt x="71034" y="21342"/>
                      <a:pt x="70909" y="21489"/>
                    </a:cubicBezTo>
                    <a:cubicBezTo>
                      <a:pt x="70867" y="21531"/>
                      <a:pt x="70825" y="21593"/>
                      <a:pt x="70804" y="21635"/>
                    </a:cubicBezTo>
                    <a:cubicBezTo>
                      <a:pt x="70658" y="21803"/>
                      <a:pt x="70553" y="21949"/>
                      <a:pt x="70428" y="22116"/>
                    </a:cubicBezTo>
                    <a:cubicBezTo>
                      <a:pt x="70407" y="22137"/>
                      <a:pt x="70407" y="22158"/>
                      <a:pt x="70386" y="22179"/>
                    </a:cubicBezTo>
                    <a:cubicBezTo>
                      <a:pt x="69821" y="22953"/>
                      <a:pt x="69298" y="23748"/>
                      <a:pt x="68775" y="24564"/>
                    </a:cubicBezTo>
                    <a:cubicBezTo>
                      <a:pt x="68356" y="25171"/>
                      <a:pt x="68000" y="25799"/>
                      <a:pt x="67666" y="26448"/>
                    </a:cubicBezTo>
                    <a:cubicBezTo>
                      <a:pt x="66850" y="27829"/>
                      <a:pt x="66034" y="29230"/>
                      <a:pt x="65176" y="30528"/>
                    </a:cubicBezTo>
                    <a:cubicBezTo>
                      <a:pt x="62393" y="34796"/>
                      <a:pt x="59443" y="38918"/>
                      <a:pt x="56492" y="43061"/>
                    </a:cubicBezTo>
                    <a:cubicBezTo>
                      <a:pt x="56492" y="43061"/>
                      <a:pt x="56492" y="43082"/>
                      <a:pt x="56471" y="43082"/>
                    </a:cubicBezTo>
                    <a:lnTo>
                      <a:pt x="56074" y="43626"/>
                    </a:lnTo>
                    <a:cubicBezTo>
                      <a:pt x="55822" y="43988"/>
                      <a:pt x="56079" y="44373"/>
                      <a:pt x="56400" y="44373"/>
                    </a:cubicBezTo>
                    <a:cubicBezTo>
                      <a:pt x="56506" y="44373"/>
                      <a:pt x="56619" y="44331"/>
                      <a:pt x="56723" y="44233"/>
                    </a:cubicBezTo>
                    <a:cubicBezTo>
                      <a:pt x="58668" y="42412"/>
                      <a:pt x="60719" y="40257"/>
                      <a:pt x="62707" y="37956"/>
                    </a:cubicBezTo>
                    <a:cubicBezTo>
                      <a:pt x="62707" y="37935"/>
                      <a:pt x="62749" y="37935"/>
                      <a:pt x="62749" y="37935"/>
                    </a:cubicBezTo>
                    <a:cubicBezTo>
                      <a:pt x="62790" y="37872"/>
                      <a:pt x="62853" y="37830"/>
                      <a:pt x="62895" y="37746"/>
                    </a:cubicBezTo>
                    <a:cubicBezTo>
                      <a:pt x="62895" y="37949"/>
                      <a:pt x="63058" y="38129"/>
                      <a:pt x="63236" y="38129"/>
                    </a:cubicBezTo>
                    <a:cubicBezTo>
                      <a:pt x="63297" y="38129"/>
                      <a:pt x="63360" y="38108"/>
                      <a:pt x="63418" y="38060"/>
                    </a:cubicBezTo>
                    <a:lnTo>
                      <a:pt x="63816" y="37746"/>
                    </a:lnTo>
                    <a:lnTo>
                      <a:pt x="63816" y="37725"/>
                    </a:lnTo>
                    <a:cubicBezTo>
                      <a:pt x="64318" y="37328"/>
                      <a:pt x="64799" y="36909"/>
                      <a:pt x="65301" y="36491"/>
                    </a:cubicBezTo>
                    <a:cubicBezTo>
                      <a:pt x="65406" y="36386"/>
                      <a:pt x="65531" y="36282"/>
                      <a:pt x="65636" y="36198"/>
                    </a:cubicBezTo>
                    <a:lnTo>
                      <a:pt x="65636" y="36198"/>
                    </a:lnTo>
                    <a:cubicBezTo>
                      <a:pt x="65636" y="36240"/>
                      <a:pt x="65615" y="36240"/>
                      <a:pt x="65615" y="36261"/>
                    </a:cubicBezTo>
                    <a:cubicBezTo>
                      <a:pt x="66452" y="35528"/>
                      <a:pt x="67289" y="34733"/>
                      <a:pt x="68084" y="33959"/>
                    </a:cubicBezTo>
                    <a:lnTo>
                      <a:pt x="68126" y="33896"/>
                    </a:lnTo>
                    <a:lnTo>
                      <a:pt x="68879" y="33143"/>
                    </a:lnTo>
                    <a:cubicBezTo>
                      <a:pt x="68942" y="33101"/>
                      <a:pt x="68984" y="33038"/>
                      <a:pt x="69047" y="32955"/>
                    </a:cubicBezTo>
                    <a:cubicBezTo>
                      <a:pt x="69256" y="32725"/>
                      <a:pt x="69465" y="32515"/>
                      <a:pt x="69674" y="32285"/>
                    </a:cubicBezTo>
                    <a:cubicBezTo>
                      <a:pt x="69758" y="32202"/>
                      <a:pt x="69821" y="32097"/>
                      <a:pt x="69925" y="32013"/>
                    </a:cubicBezTo>
                    <a:cubicBezTo>
                      <a:pt x="70114" y="31804"/>
                      <a:pt x="70302" y="31637"/>
                      <a:pt x="70448" y="31427"/>
                    </a:cubicBezTo>
                    <a:cubicBezTo>
                      <a:pt x="70553" y="31281"/>
                      <a:pt x="70658" y="31176"/>
                      <a:pt x="70762" y="31051"/>
                    </a:cubicBezTo>
                    <a:cubicBezTo>
                      <a:pt x="70930" y="30862"/>
                      <a:pt x="71055" y="30716"/>
                      <a:pt x="71223" y="30528"/>
                    </a:cubicBezTo>
                    <a:cubicBezTo>
                      <a:pt x="71348" y="30381"/>
                      <a:pt x="71474" y="30235"/>
                      <a:pt x="71578" y="30088"/>
                    </a:cubicBezTo>
                    <a:cubicBezTo>
                      <a:pt x="71704" y="29921"/>
                      <a:pt x="71850" y="29774"/>
                      <a:pt x="71955" y="29607"/>
                    </a:cubicBezTo>
                    <a:cubicBezTo>
                      <a:pt x="72080" y="29440"/>
                      <a:pt x="72227" y="29272"/>
                      <a:pt x="72373" y="29084"/>
                    </a:cubicBezTo>
                    <a:cubicBezTo>
                      <a:pt x="72478" y="28958"/>
                      <a:pt x="72583" y="28812"/>
                      <a:pt x="72687" y="28665"/>
                    </a:cubicBezTo>
                    <a:cubicBezTo>
                      <a:pt x="72834" y="28498"/>
                      <a:pt x="73001" y="28289"/>
                      <a:pt x="73127" y="28101"/>
                    </a:cubicBezTo>
                    <a:cubicBezTo>
                      <a:pt x="73231" y="27975"/>
                      <a:pt x="73315" y="27829"/>
                      <a:pt x="73420" y="27724"/>
                    </a:cubicBezTo>
                    <a:lnTo>
                      <a:pt x="73880" y="27096"/>
                    </a:lnTo>
                    <a:cubicBezTo>
                      <a:pt x="73964" y="26992"/>
                      <a:pt x="74047" y="26866"/>
                      <a:pt x="74110" y="26761"/>
                    </a:cubicBezTo>
                    <a:cubicBezTo>
                      <a:pt x="74277" y="26531"/>
                      <a:pt x="74424" y="26301"/>
                      <a:pt x="74591" y="26092"/>
                    </a:cubicBezTo>
                    <a:cubicBezTo>
                      <a:pt x="74675" y="25987"/>
                      <a:pt x="74717" y="25883"/>
                      <a:pt x="74801" y="25778"/>
                    </a:cubicBezTo>
                    <a:cubicBezTo>
                      <a:pt x="74947" y="25527"/>
                      <a:pt x="75135" y="25276"/>
                      <a:pt x="75303" y="25046"/>
                    </a:cubicBezTo>
                    <a:cubicBezTo>
                      <a:pt x="75345" y="24962"/>
                      <a:pt x="75407" y="24857"/>
                      <a:pt x="75470" y="24774"/>
                    </a:cubicBezTo>
                    <a:cubicBezTo>
                      <a:pt x="75637" y="24523"/>
                      <a:pt x="75826" y="24251"/>
                      <a:pt x="75972" y="23999"/>
                    </a:cubicBezTo>
                    <a:cubicBezTo>
                      <a:pt x="76035" y="23916"/>
                      <a:pt x="76056" y="23853"/>
                      <a:pt x="76098" y="23790"/>
                    </a:cubicBezTo>
                    <a:cubicBezTo>
                      <a:pt x="76286" y="23497"/>
                      <a:pt x="76454" y="23204"/>
                      <a:pt x="76621" y="22911"/>
                    </a:cubicBezTo>
                    <a:cubicBezTo>
                      <a:pt x="76621" y="22891"/>
                      <a:pt x="76663" y="22891"/>
                      <a:pt x="76663" y="22870"/>
                    </a:cubicBezTo>
                    <a:cubicBezTo>
                      <a:pt x="77018" y="22263"/>
                      <a:pt x="77353" y="21635"/>
                      <a:pt x="77667" y="21028"/>
                    </a:cubicBezTo>
                    <a:cubicBezTo>
                      <a:pt x="78483" y="21196"/>
                      <a:pt x="79299" y="21321"/>
                      <a:pt x="80115" y="21510"/>
                    </a:cubicBezTo>
                    <a:cubicBezTo>
                      <a:pt x="80031" y="21593"/>
                      <a:pt x="79927" y="21656"/>
                      <a:pt x="79843" y="21740"/>
                    </a:cubicBezTo>
                    <a:cubicBezTo>
                      <a:pt x="79801" y="21803"/>
                      <a:pt x="79739" y="21844"/>
                      <a:pt x="79655" y="21907"/>
                    </a:cubicBezTo>
                    <a:cubicBezTo>
                      <a:pt x="79550" y="22012"/>
                      <a:pt x="79446" y="22075"/>
                      <a:pt x="79383" y="22179"/>
                    </a:cubicBezTo>
                    <a:cubicBezTo>
                      <a:pt x="79299" y="22263"/>
                      <a:pt x="79215" y="22347"/>
                      <a:pt x="79174" y="22430"/>
                    </a:cubicBezTo>
                    <a:cubicBezTo>
                      <a:pt x="79090" y="22493"/>
                      <a:pt x="79006" y="22598"/>
                      <a:pt x="78922" y="22681"/>
                    </a:cubicBezTo>
                    <a:cubicBezTo>
                      <a:pt x="78818" y="22786"/>
                      <a:pt x="78755" y="22891"/>
                      <a:pt x="78650" y="22995"/>
                    </a:cubicBezTo>
                    <a:cubicBezTo>
                      <a:pt x="78588" y="23058"/>
                      <a:pt x="78546" y="23121"/>
                      <a:pt x="78483" y="23183"/>
                    </a:cubicBezTo>
                    <a:cubicBezTo>
                      <a:pt x="78337" y="23372"/>
                      <a:pt x="78169" y="23539"/>
                      <a:pt x="78044" y="23727"/>
                    </a:cubicBezTo>
                    <a:lnTo>
                      <a:pt x="77981" y="23790"/>
                    </a:lnTo>
                    <a:cubicBezTo>
                      <a:pt x="77855" y="23958"/>
                      <a:pt x="77709" y="24146"/>
                      <a:pt x="77562" y="24334"/>
                    </a:cubicBezTo>
                    <a:cubicBezTo>
                      <a:pt x="77542" y="24355"/>
                      <a:pt x="77521" y="24418"/>
                      <a:pt x="77500" y="24439"/>
                    </a:cubicBezTo>
                    <a:cubicBezTo>
                      <a:pt x="77353" y="24627"/>
                      <a:pt x="77228" y="24774"/>
                      <a:pt x="77102" y="24962"/>
                    </a:cubicBezTo>
                    <a:cubicBezTo>
                      <a:pt x="77081" y="24983"/>
                      <a:pt x="77081" y="25004"/>
                      <a:pt x="77039" y="25046"/>
                    </a:cubicBezTo>
                    <a:cubicBezTo>
                      <a:pt x="76140" y="26343"/>
                      <a:pt x="75261" y="27766"/>
                      <a:pt x="74403" y="29084"/>
                    </a:cubicBezTo>
                    <a:cubicBezTo>
                      <a:pt x="74005" y="29712"/>
                      <a:pt x="73587" y="30318"/>
                      <a:pt x="73210" y="30904"/>
                    </a:cubicBezTo>
                    <a:cubicBezTo>
                      <a:pt x="70532" y="34629"/>
                      <a:pt x="67687" y="38228"/>
                      <a:pt x="64841" y="41805"/>
                    </a:cubicBezTo>
                    <a:cubicBezTo>
                      <a:pt x="64841" y="41826"/>
                      <a:pt x="64799" y="41826"/>
                      <a:pt x="64778" y="41847"/>
                    </a:cubicBezTo>
                    <a:cubicBezTo>
                      <a:pt x="64653" y="42015"/>
                      <a:pt x="64548" y="42161"/>
                      <a:pt x="64422" y="42329"/>
                    </a:cubicBezTo>
                    <a:cubicBezTo>
                      <a:pt x="64052" y="42766"/>
                      <a:pt x="64426" y="43500"/>
                      <a:pt x="64913" y="43500"/>
                    </a:cubicBezTo>
                    <a:cubicBezTo>
                      <a:pt x="65031" y="43500"/>
                      <a:pt x="65157" y="43457"/>
                      <a:pt x="65280" y="43354"/>
                    </a:cubicBezTo>
                    <a:cubicBezTo>
                      <a:pt x="66368" y="42433"/>
                      <a:pt x="67582" y="41408"/>
                      <a:pt x="68816" y="40257"/>
                    </a:cubicBezTo>
                    <a:cubicBezTo>
                      <a:pt x="68816" y="40257"/>
                      <a:pt x="68816" y="40236"/>
                      <a:pt x="68837" y="40236"/>
                    </a:cubicBezTo>
                    <a:lnTo>
                      <a:pt x="68921" y="40153"/>
                    </a:lnTo>
                    <a:lnTo>
                      <a:pt x="68942" y="40153"/>
                    </a:lnTo>
                    <a:cubicBezTo>
                      <a:pt x="73838" y="35612"/>
                      <a:pt x="79132" y="29440"/>
                      <a:pt x="80575" y="23393"/>
                    </a:cubicBezTo>
                    <a:cubicBezTo>
                      <a:pt x="80596" y="23309"/>
                      <a:pt x="80638" y="23204"/>
                      <a:pt x="80638" y="23121"/>
                    </a:cubicBezTo>
                    <a:cubicBezTo>
                      <a:pt x="80659" y="23058"/>
                      <a:pt x="80659" y="22995"/>
                      <a:pt x="80680" y="22911"/>
                    </a:cubicBezTo>
                    <a:cubicBezTo>
                      <a:pt x="80764" y="22472"/>
                      <a:pt x="80847" y="22054"/>
                      <a:pt x="80889" y="21614"/>
                    </a:cubicBezTo>
                    <a:cubicBezTo>
                      <a:pt x="81894" y="21823"/>
                      <a:pt x="82877" y="22033"/>
                      <a:pt x="83881" y="22263"/>
                    </a:cubicBezTo>
                    <a:cubicBezTo>
                      <a:pt x="83777" y="22451"/>
                      <a:pt x="83693" y="22660"/>
                      <a:pt x="83588" y="22849"/>
                    </a:cubicBezTo>
                    <a:cubicBezTo>
                      <a:pt x="83526" y="22974"/>
                      <a:pt x="83484" y="23079"/>
                      <a:pt x="83400" y="23204"/>
                    </a:cubicBezTo>
                    <a:cubicBezTo>
                      <a:pt x="83275" y="23497"/>
                      <a:pt x="83107" y="23811"/>
                      <a:pt x="82982" y="24125"/>
                    </a:cubicBezTo>
                    <a:cubicBezTo>
                      <a:pt x="82961" y="24167"/>
                      <a:pt x="82940" y="24230"/>
                      <a:pt x="82940" y="24251"/>
                    </a:cubicBezTo>
                    <a:cubicBezTo>
                      <a:pt x="81831" y="26678"/>
                      <a:pt x="80889" y="29168"/>
                      <a:pt x="79529" y="31490"/>
                    </a:cubicBezTo>
                    <a:cubicBezTo>
                      <a:pt x="77521" y="34922"/>
                      <a:pt x="75010" y="37872"/>
                      <a:pt x="72290" y="40759"/>
                    </a:cubicBezTo>
                    <a:lnTo>
                      <a:pt x="72290" y="40780"/>
                    </a:lnTo>
                    <a:lnTo>
                      <a:pt x="72269" y="40801"/>
                    </a:lnTo>
                    <a:cubicBezTo>
                      <a:pt x="72050" y="41105"/>
                      <a:pt x="72320" y="41558"/>
                      <a:pt x="72630" y="41558"/>
                    </a:cubicBezTo>
                    <a:cubicBezTo>
                      <a:pt x="72705" y="41558"/>
                      <a:pt x="72782" y="41532"/>
                      <a:pt x="72855" y="41471"/>
                    </a:cubicBezTo>
                    <a:cubicBezTo>
                      <a:pt x="74257" y="40383"/>
                      <a:pt x="75637" y="39169"/>
                      <a:pt x="76914" y="37746"/>
                    </a:cubicBezTo>
                    <a:cubicBezTo>
                      <a:pt x="76914" y="37746"/>
                      <a:pt x="76914" y="37725"/>
                      <a:pt x="76935" y="37725"/>
                    </a:cubicBezTo>
                    <a:cubicBezTo>
                      <a:pt x="80785" y="33583"/>
                      <a:pt x="83840" y="28205"/>
                      <a:pt x="84216" y="22807"/>
                    </a:cubicBezTo>
                    <a:lnTo>
                      <a:pt x="84216" y="22744"/>
                    </a:lnTo>
                    <a:cubicBezTo>
                      <a:pt x="84216" y="22598"/>
                      <a:pt x="84237" y="22493"/>
                      <a:pt x="84237" y="22367"/>
                    </a:cubicBezTo>
                    <a:cubicBezTo>
                      <a:pt x="85785" y="22744"/>
                      <a:pt x="87355" y="23163"/>
                      <a:pt x="88903" y="23581"/>
                    </a:cubicBezTo>
                    <a:cubicBezTo>
                      <a:pt x="88254" y="24230"/>
                      <a:pt x="87689" y="24941"/>
                      <a:pt x="87166" y="25673"/>
                    </a:cubicBezTo>
                    <a:lnTo>
                      <a:pt x="87145" y="25694"/>
                    </a:lnTo>
                    <a:cubicBezTo>
                      <a:pt x="87062" y="25820"/>
                      <a:pt x="86957" y="25924"/>
                      <a:pt x="86894" y="26050"/>
                    </a:cubicBezTo>
                    <a:cubicBezTo>
                      <a:pt x="86853" y="26113"/>
                      <a:pt x="86832" y="26155"/>
                      <a:pt x="86790" y="26196"/>
                    </a:cubicBezTo>
                    <a:cubicBezTo>
                      <a:pt x="86727" y="26301"/>
                      <a:pt x="86643" y="26364"/>
                      <a:pt x="86601" y="26468"/>
                    </a:cubicBezTo>
                    <a:cubicBezTo>
                      <a:pt x="86539" y="26552"/>
                      <a:pt x="86518" y="26615"/>
                      <a:pt x="86476" y="26678"/>
                    </a:cubicBezTo>
                    <a:cubicBezTo>
                      <a:pt x="86434" y="26740"/>
                      <a:pt x="86413" y="26761"/>
                      <a:pt x="86392" y="26824"/>
                    </a:cubicBezTo>
                    <a:cubicBezTo>
                      <a:pt x="85555" y="28101"/>
                      <a:pt x="84802" y="29398"/>
                      <a:pt x="83944" y="30716"/>
                    </a:cubicBezTo>
                    <a:cubicBezTo>
                      <a:pt x="83254" y="31804"/>
                      <a:pt x="82521" y="32913"/>
                      <a:pt x="81747" y="33980"/>
                    </a:cubicBezTo>
                    <a:cubicBezTo>
                      <a:pt x="81287" y="34671"/>
                      <a:pt x="80806" y="35340"/>
                      <a:pt x="80345" y="35989"/>
                    </a:cubicBezTo>
                    <a:cubicBezTo>
                      <a:pt x="79529" y="37098"/>
                      <a:pt x="78713" y="38186"/>
                      <a:pt x="77876" y="39295"/>
                    </a:cubicBezTo>
                    <a:cubicBezTo>
                      <a:pt x="77834" y="39378"/>
                      <a:pt x="77772" y="39420"/>
                      <a:pt x="77730" y="39504"/>
                    </a:cubicBezTo>
                    <a:cubicBezTo>
                      <a:pt x="77426" y="39909"/>
                      <a:pt x="77735" y="40546"/>
                      <a:pt x="78163" y="40546"/>
                    </a:cubicBezTo>
                    <a:cubicBezTo>
                      <a:pt x="78265" y="40546"/>
                      <a:pt x="78374" y="40509"/>
                      <a:pt x="78483" y="40425"/>
                    </a:cubicBezTo>
                    <a:cubicBezTo>
                      <a:pt x="79885" y="39399"/>
                      <a:pt x="81308" y="38165"/>
                      <a:pt x="82647" y="36826"/>
                    </a:cubicBezTo>
                    <a:cubicBezTo>
                      <a:pt x="86225" y="33206"/>
                      <a:pt x="89175" y="28603"/>
                      <a:pt x="89154" y="23644"/>
                    </a:cubicBezTo>
                    <a:lnTo>
                      <a:pt x="89154" y="23623"/>
                    </a:lnTo>
                    <a:cubicBezTo>
                      <a:pt x="93632" y="24899"/>
                      <a:pt x="98068" y="26448"/>
                      <a:pt x="102420" y="28310"/>
                    </a:cubicBezTo>
                    <a:cubicBezTo>
                      <a:pt x="102545" y="28101"/>
                      <a:pt x="102629" y="27870"/>
                      <a:pt x="102503" y="27808"/>
                    </a:cubicBezTo>
                    <a:cubicBezTo>
                      <a:pt x="97837" y="25778"/>
                      <a:pt x="93025" y="24041"/>
                      <a:pt x="88171" y="22660"/>
                    </a:cubicBezTo>
                    <a:cubicBezTo>
                      <a:pt x="88254" y="22639"/>
                      <a:pt x="88317" y="22598"/>
                      <a:pt x="88380" y="22535"/>
                    </a:cubicBezTo>
                    <a:cubicBezTo>
                      <a:pt x="88401" y="22493"/>
                      <a:pt x="88401" y="22472"/>
                      <a:pt x="88401" y="22451"/>
                    </a:cubicBezTo>
                    <a:cubicBezTo>
                      <a:pt x="88464" y="22137"/>
                      <a:pt x="88485" y="21823"/>
                      <a:pt x="88526" y="21489"/>
                    </a:cubicBezTo>
                    <a:lnTo>
                      <a:pt x="88526" y="21426"/>
                    </a:lnTo>
                    <a:cubicBezTo>
                      <a:pt x="88568" y="21133"/>
                      <a:pt x="88589" y="20819"/>
                      <a:pt x="88589" y="20547"/>
                    </a:cubicBezTo>
                    <a:lnTo>
                      <a:pt x="88589" y="20359"/>
                    </a:lnTo>
                    <a:lnTo>
                      <a:pt x="88589" y="19626"/>
                    </a:lnTo>
                    <a:lnTo>
                      <a:pt x="88589" y="19187"/>
                    </a:lnTo>
                    <a:cubicBezTo>
                      <a:pt x="88589" y="19041"/>
                      <a:pt x="88589" y="18936"/>
                      <a:pt x="88568" y="18810"/>
                    </a:cubicBezTo>
                    <a:cubicBezTo>
                      <a:pt x="88359" y="14730"/>
                      <a:pt x="86790" y="10755"/>
                      <a:pt x="84174" y="7595"/>
                    </a:cubicBezTo>
                    <a:cubicBezTo>
                      <a:pt x="83881" y="7219"/>
                      <a:pt x="83588" y="6884"/>
                      <a:pt x="83254" y="6570"/>
                    </a:cubicBezTo>
                    <a:lnTo>
                      <a:pt x="83065" y="6382"/>
                    </a:lnTo>
                    <a:cubicBezTo>
                      <a:pt x="83024" y="6340"/>
                      <a:pt x="82940" y="6277"/>
                      <a:pt x="82856" y="6256"/>
                    </a:cubicBezTo>
                    <a:cubicBezTo>
                      <a:pt x="82782" y="6226"/>
                      <a:pt x="82702" y="6211"/>
                      <a:pt x="82621" y="6211"/>
                    </a:cubicBezTo>
                    <a:cubicBezTo>
                      <a:pt x="82315" y="6211"/>
                      <a:pt x="81993" y="6414"/>
                      <a:pt x="81894" y="6696"/>
                    </a:cubicBezTo>
                    <a:cubicBezTo>
                      <a:pt x="81873" y="6696"/>
                      <a:pt x="81894" y="6696"/>
                      <a:pt x="81894" y="6738"/>
                    </a:cubicBezTo>
                    <a:cubicBezTo>
                      <a:pt x="81831" y="6842"/>
                      <a:pt x="81831" y="6989"/>
                      <a:pt x="81873" y="7114"/>
                    </a:cubicBezTo>
                    <a:cubicBezTo>
                      <a:pt x="82124" y="7909"/>
                      <a:pt x="82396" y="8725"/>
                      <a:pt x="82668" y="9499"/>
                    </a:cubicBezTo>
                    <a:lnTo>
                      <a:pt x="82668" y="9520"/>
                    </a:lnTo>
                    <a:cubicBezTo>
                      <a:pt x="84195" y="13914"/>
                      <a:pt x="85911" y="18350"/>
                      <a:pt x="87857" y="22535"/>
                    </a:cubicBezTo>
                    <a:cubicBezTo>
                      <a:pt x="87857" y="22550"/>
                      <a:pt x="87867" y="22564"/>
                      <a:pt x="87881" y="22572"/>
                    </a:cubicBezTo>
                    <a:lnTo>
                      <a:pt x="87881" y="22572"/>
                    </a:lnTo>
                    <a:cubicBezTo>
                      <a:pt x="86673" y="22239"/>
                      <a:pt x="85445" y="21926"/>
                      <a:pt x="84216" y="21614"/>
                    </a:cubicBezTo>
                    <a:cubicBezTo>
                      <a:pt x="84205" y="21580"/>
                      <a:pt x="84180" y="21564"/>
                      <a:pt x="84154" y="21564"/>
                    </a:cubicBezTo>
                    <a:cubicBezTo>
                      <a:pt x="84132" y="21564"/>
                      <a:pt x="84109" y="21574"/>
                      <a:pt x="84091" y="21593"/>
                    </a:cubicBezTo>
                    <a:cubicBezTo>
                      <a:pt x="83693" y="21489"/>
                      <a:pt x="83337" y="21405"/>
                      <a:pt x="82940" y="21300"/>
                    </a:cubicBezTo>
                    <a:cubicBezTo>
                      <a:pt x="82961" y="21279"/>
                      <a:pt x="82982" y="21238"/>
                      <a:pt x="82982" y="21196"/>
                    </a:cubicBezTo>
                    <a:cubicBezTo>
                      <a:pt x="83086" y="20568"/>
                      <a:pt x="83149" y="19961"/>
                      <a:pt x="83170" y="19334"/>
                    </a:cubicBezTo>
                    <a:lnTo>
                      <a:pt x="83170" y="19208"/>
                    </a:lnTo>
                    <a:lnTo>
                      <a:pt x="83170" y="18727"/>
                    </a:lnTo>
                    <a:lnTo>
                      <a:pt x="83170" y="18497"/>
                    </a:lnTo>
                    <a:lnTo>
                      <a:pt x="83170" y="18141"/>
                    </a:lnTo>
                    <a:cubicBezTo>
                      <a:pt x="83170" y="17994"/>
                      <a:pt x="83170" y="17890"/>
                      <a:pt x="83149" y="17764"/>
                    </a:cubicBezTo>
                    <a:cubicBezTo>
                      <a:pt x="83149" y="17681"/>
                      <a:pt x="83149" y="17576"/>
                      <a:pt x="83128" y="17513"/>
                    </a:cubicBezTo>
                    <a:cubicBezTo>
                      <a:pt x="83128" y="17346"/>
                      <a:pt x="83086" y="17157"/>
                      <a:pt x="83065" y="17011"/>
                    </a:cubicBezTo>
                    <a:lnTo>
                      <a:pt x="83065" y="16885"/>
                    </a:lnTo>
                    <a:cubicBezTo>
                      <a:pt x="82438" y="11550"/>
                      <a:pt x="79215" y="6758"/>
                      <a:pt x="74549" y="4059"/>
                    </a:cubicBezTo>
                    <a:cubicBezTo>
                      <a:pt x="74131" y="3829"/>
                      <a:pt x="73713" y="3620"/>
                      <a:pt x="73252" y="3411"/>
                    </a:cubicBezTo>
                    <a:cubicBezTo>
                      <a:pt x="73148" y="3348"/>
                      <a:pt x="73085" y="3306"/>
                      <a:pt x="72980" y="3285"/>
                    </a:cubicBezTo>
                    <a:cubicBezTo>
                      <a:pt x="72311" y="2992"/>
                      <a:pt x="71641" y="2720"/>
                      <a:pt x="70930" y="2511"/>
                    </a:cubicBezTo>
                    <a:cubicBezTo>
                      <a:pt x="70873" y="2496"/>
                      <a:pt x="70818" y="2489"/>
                      <a:pt x="70763" y="2489"/>
                    </a:cubicBezTo>
                    <a:cubicBezTo>
                      <a:pt x="70292" y="2489"/>
                      <a:pt x="69915" y="3021"/>
                      <a:pt x="70009" y="3453"/>
                    </a:cubicBezTo>
                    <a:cubicBezTo>
                      <a:pt x="68482" y="2239"/>
                      <a:pt x="66829" y="1130"/>
                      <a:pt x="65134" y="105"/>
                    </a:cubicBezTo>
                    <a:cubicBezTo>
                      <a:pt x="65008" y="32"/>
                      <a:pt x="64882" y="0"/>
                      <a:pt x="647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9388400" y="28623625"/>
                <a:ext cx="714775" cy="158125"/>
              </a:xfrm>
              <a:custGeom>
                <a:avLst/>
                <a:gdLst/>
                <a:ahLst/>
                <a:cxnLst/>
                <a:rect l="l" t="t" r="r" b="b"/>
                <a:pathLst>
                  <a:path w="28591" h="6325" extrusionOk="0">
                    <a:moveTo>
                      <a:pt x="9416" y="0"/>
                    </a:moveTo>
                    <a:cubicBezTo>
                      <a:pt x="6592" y="0"/>
                      <a:pt x="3725" y="272"/>
                      <a:pt x="942" y="711"/>
                    </a:cubicBezTo>
                    <a:cubicBezTo>
                      <a:pt x="1" y="837"/>
                      <a:pt x="1" y="2176"/>
                      <a:pt x="1026" y="2218"/>
                    </a:cubicBezTo>
                    <a:cubicBezTo>
                      <a:pt x="1193" y="2218"/>
                      <a:pt x="1361" y="2260"/>
                      <a:pt x="1549" y="2281"/>
                    </a:cubicBezTo>
                    <a:lnTo>
                      <a:pt x="1675" y="2281"/>
                    </a:lnTo>
                    <a:cubicBezTo>
                      <a:pt x="5336" y="2490"/>
                      <a:pt x="8998" y="3055"/>
                      <a:pt x="12618" y="3683"/>
                    </a:cubicBezTo>
                    <a:lnTo>
                      <a:pt x="12513" y="3683"/>
                    </a:lnTo>
                    <a:cubicBezTo>
                      <a:pt x="16070" y="4310"/>
                      <a:pt x="19606" y="5022"/>
                      <a:pt x="23163" y="5587"/>
                    </a:cubicBezTo>
                    <a:lnTo>
                      <a:pt x="23644" y="5670"/>
                    </a:lnTo>
                    <a:cubicBezTo>
                      <a:pt x="24000" y="5733"/>
                      <a:pt x="24335" y="5775"/>
                      <a:pt x="24711" y="5838"/>
                    </a:cubicBezTo>
                    <a:cubicBezTo>
                      <a:pt x="25130" y="5880"/>
                      <a:pt x="25548" y="5963"/>
                      <a:pt x="25967" y="6026"/>
                    </a:cubicBezTo>
                    <a:cubicBezTo>
                      <a:pt x="26113" y="6047"/>
                      <a:pt x="26302" y="6068"/>
                      <a:pt x="26469" y="6089"/>
                    </a:cubicBezTo>
                    <a:lnTo>
                      <a:pt x="28352" y="6319"/>
                    </a:lnTo>
                    <a:cubicBezTo>
                      <a:pt x="28364" y="6323"/>
                      <a:pt x="28377" y="6325"/>
                      <a:pt x="28389" y="6325"/>
                    </a:cubicBezTo>
                    <a:cubicBezTo>
                      <a:pt x="28500" y="6325"/>
                      <a:pt x="28591" y="6162"/>
                      <a:pt x="28478" y="6068"/>
                    </a:cubicBezTo>
                    <a:cubicBezTo>
                      <a:pt x="23142" y="1716"/>
                      <a:pt x="16760" y="105"/>
                      <a:pt x="10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33" name="Google Shape;33;p2"/>
            <p:cNvGrpSpPr/>
            <p:nvPr/>
          </p:nvGrpSpPr>
          <p:grpSpPr>
            <a:xfrm rot="900096" flipH="1">
              <a:off x="-1219966" y="1825542"/>
              <a:ext cx="2024065" cy="1024172"/>
              <a:chOff x="19279125" y="28273675"/>
              <a:chExt cx="2565725" cy="1298250"/>
            </a:xfrm>
          </p:grpSpPr>
          <p:sp>
            <p:nvSpPr>
              <p:cNvPr id="34" name="Google Shape;34;p2"/>
              <p:cNvSpPr/>
              <p:nvPr/>
            </p:nvSpPr>
            <p:spPr>
              <a:xfrm>
                <a:off x="19715375" y="28798125"/>
                <a:ext cx="506850" cy="665075"/>
              </a:xfrm>
              <a:custGeom>
                <a:avLst/>
                <a:gdLst/>
                <a:ahLst/>
                <a:cxnLst/>
                <a:rect l="l" t="t" r="r" b="b"/>
                <a:pathLst>
                  <a:path w="20274" h="26603" extrusionOk="0">
                    <a:moveTo>
                      <a:pt x="20102" y="0"/>
                    </a:moveTo>
                    <a:cubicBezTo>
                      <a:pt x="20089" y="0"/>
                      <a:pt x="20076" y="3"/>
                      <a:pt x="20065" y="8"/>
                    </a:cubicBezTo>
                    <a:cubicBezTo>
                      <a:pt x="20002" y="8"/>
                      <a:pt x="19981" y="29"/>
                      <a:pt x="19918" y="50"/>
                    </a:cubicBezTo>
                    <a:cubicBezTo>
                      <a:pt x="18014" y="1975"/>
                      <a:pt x="16194" y="4026"/>
                      <a:pt x="14415" y="6181"/>
                    </a:cubicBezTo>
                    <a:cubicBezTo>
                      <a:pt x="14060" y="6537"/>
                      <a:pt x="13746" y="6934"/>
                      <a:pt x="13474" y="7332"/>
                    </a:cubicBezTo>
                    <a:cubicBezTo>
                      <a:pt x="13264" y="7583"/>
                      <a:pt x="13055" y="7876"/>
                      <a:pt x="12846" y="8148"/>
                    </a:cubicBezTo>
                    <a:lnTo>
                      <a:pt x="12804" y="8169"/>
                    </a:lnTo>
                    <a:cubicBezTo>
                      <a:pt x="9561" y="12270"/>
                      <a:pt x="6506" y="16643"/>
                      <a:pt x="3577" y="20911"/>
                    </a:cubicBezTo>
                    <a:cubicBezTo>
                      <a:pt x="3577" y="20911"/>
                      <a:pt x="3577" y="20932"/>
                      <a:pt x="3556" y="20932"/>
                    </a:cubicBezTo>
                    <a:cubicBezTo>
                      <a:pt x="3556" y="20953"/>
                      <a:pt x="3535" y="20953"/>
                      <a:pt x="3535" y="20974"/>
                    </a:cubicBezTo>
                    <a:cubicBezTo>
                      <a:pt x="2447" y="22522"/>
                      <a:pt x="1401" y="24050"/>
                      <a:pt x="355" y="25535"/>
                    </a:cubicBezTo>
                    <a:cubicBezTo>
                      <a:pt x="0" y="26042"/>
                      <a:pt x="531" y="26603"/>
                      <a:pt x="1046" y="26603"/>
                    </a:cubicBezTo>
                    <a:cubicBezTo>
                      <a:pt x="1169" y="26603"/>
                      <a:pt x="1292" y="26571"/>
                      <a:pt x="1401" y="26498"/>
                    </a:cubicBezTo>
                    <a:cubicBezTo>
                      <a:pt x="1987" y="26142"/>
                      <a:pt x="2593" y="25745"/>
                      <a:pt x="3137" y="25347"/>
                    </a:cubicBezTo>
                    <a:cubicBezTo>
                      <a:pt x="3158" y="25347"/>
                      <a:pt x="3158" y="25326"/>
                      <a:pt x="3158" y="25326"/>
                    </a:cubicBezTo>
                    <a:cubicBezTo>
                      <a:pt x="11423" y="19593"/>
                      <a:pt x="18746" y="10177"/>
                      <a:pt x="20274" y="239"/>
                    </a:cubicBezTo>
                    <a:cubicBezTo>
                      <a:pt x="20274" y="155"/>
                      <a:pt x="20232" y="113"/>
                      <a:pt x="20211" y="50"/>
                    </a:cubicBezTo>
                    <a:cubicBezTo>
                      <a:pt x="20180" y="20"/>
                      <a:pt x="20139" y="0"/>
                      <a:pt x="201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20308800" y="28749150"/>
                <a:ext cx="511325" cy="822775"/>
              </a:xfrm>
              <a:custGeom>
                <a:avLst/>
                <a:gdLst/>
                <a:ahLst/>
                <a:cxnLst/>
                <a:rect l="l" t="t" r="r" b="b"/>
                <a:pathLst>
                  <a:path w="20453" h="32911" extrusionOk="0">
                    <a:moveTo>
                      <a:pt x="20227" y="1"/>
                    </a:moveTo>
                    <a:cubicBezTo>
                      <a:pt x="20190" y="1"/>
                      <a:pt x="20153" y="8"/>
                      <a:pt x="20118" y="22"/>
                    </a:cubicBezTo>
                    <a:cubicBezTo>
                      <a:pt x="20097" y="22"/>
                      <a:pt x="20097" y="63"/>
                      <a:pt x="20076" y="84"/>
                    </a:cubicBezTo>
                    <a:cubicBezTo>
                      <a:pt x="19804" y="335"/>
                      <a:pt x="19574" y="607"/>
                      <a:pt x="19302" y="900"/>
                    </a:cubicBezTo>
                    <a:cubicBezTo>
                      <a:pt x="19302" y="900"/>
                      <a:pt x="19302" y="921"/>
                      <a:pt x="19281" y="921"/>
                    </a:cubicBezTo>
                    <a:cubicBezTo>
                      <a:pt x="19051" y="1172"/>
                      <a:pt x="18841" y="1444"/>
                      <a:pt x="18632" y="1695"/>
                    </a:cubicBezTo>
                    <a:cubicBezTo>
                      <a:pt x="18569" y="1758"/>
                      <a:pt x="18528" y="1842"/>
                      <a:pt x="18465" y="1884"/>
                    </a:cubicBezTo>
                    <a:cubicBezTo>
                      <a:pt x="18318" y="2093"/>
                      <a:pt x="18130" y="2302"/>
                      <a:pt x="17984" y="2512"/>
                    </a:cubicBezTo>
                    <a:cubicBezTo>
                      <a:pt x="17921" y="2595"/>
                      <a:pt x="17837" y="2679"/>
                      <a:pt x="17795" y="2784"/>
                    </a:cubicBezTo>
                    <a:cubicBezTo>
                      <a:pt x="17628" y="2993"/>
                      <a:pt x="17502" y="3160"/>
                      <a:pt x="17356" y="3369"/>
                    </a:cubicBezTo>
                    <a:cubicBezTo>
                      <a:pt x="17293" y="3453"/>
                      <a:pt x="17209" y="3558"/>
                      <a:pt x="17168" y="3641"/>
                    </a:cubicBezTo>
                    <a:cubicBezTo>
                      <a:pt x="17000" y="3851"/>
                      <a:pt x="16875" y="4060"/>
                      <a:pt x="16749" y="4269"/>
                    </a:cubicBezTo>
                    <a:cubicBezTo>
                      <a:pt x="16686" y="4353"/>
                      <a:pt x="16644" y="4436"/>
                      <a:pt x="16561" y="4520"/>
                    </a:cubicBezTo>
                    <a:lnTo>
                      <a:pt x="16100" y="5232"/>
                    </a:lnTo>
                    <a:cubicBezTo>
                      <a:pt x="16059" y="5273"/>
                      <a:pt x="16017" y="5336"/>
                      <a:pt x="15996" y="5420"/>
                    </a:cubicBezTo>
                    <a:cubicBezTo>
                      <a:pt x="15598" y="6006"/>
                      <a:pt x="15222" y="6633"/>
                      <a:pt x="14866" y="7282"/>
                    </a:cubicBezTo>
                    <a:cubicBezTo>
                      <a:pt x="14803" y="7345"/>
                      <a:pt x="14782" y="7429"/>
                      <a:pt x="14740" y="7512"/>
                    </a:cubicBezTo>
                    <a:cubicBezTo>
                      <a:pt x="14594" y="7742"/>
                      <a:pt x="14468" y="7973"/>
                      <a:pt x="14322" y="8203"/>
                    </a:cubicBezTo>
                    <a:cubicBezTo>
                      <a:pt x="14259" y="8286"/>
                      <a:pt x="14217" y="8391"/>
                      <a:pt x="14155" y="8475"/>
                    </a:cubicBezTo>
                    <a:lnTo>
                      <a:pt x="13757" y="9186"/>
                    </a:lnTo>
                    <a:cubicBezTo>
                      <a:pt x="13715" y="9249"/>
                      <a:pt x="13652" y="9333"/>
                      <a:pt x="13631" y="9416"/>
                    </a:cubicBezTo>
                    <a:cubicBezTo>
                      <a:pt x="13485" y="9709"/>
                      <a:pt x="13318" y="9960"/>
                      <a:pt x="13171" y="10253"/>
                    </a:cubicBezTo>
                    <a:cubicBezTo>
                      <a:pt x="12962" y="10609"/>
                      <a:pt x="12753" y="10986"/>
                      <a:pt x="12564" y="11341"/>
                    </a:cubicBezTo>
                    <a:cubicBezTo>
                      <a:pt x="12502" y="11488"/>
                      <a:pt x="12439" y="11592"/>
                      <a:pt x="12376" y="11718"/>
                    </a:cubicBezTo>
                    <a:lnTo>
                      <a:pt x="12062" y="12262"/>
                    </a:lnTo>
                    <a:cubicBezTo>
                      <a:pt x="11539" y="13224"/>
                      <a:pt x="10995" y="14166"/>
                      <a:pt x="10409" y="15108"/>
                    </a:cubicBezTo>
                    <a:cubicBezTo>
                      <a:pt x="8568" y="18183"/>
                      <a:pt x="6622" y="21217"/>
                      <a:pt x="4718" y="24251"/>
                    </a:cubicBezTo>
                    <a:lnTo>
                      <a:pt x="4718" y="24272"/>
                    </a:lnTo>
                    <a:lnTo>
                      <a:pt x="4718" y="24293"/>
                    </a:lnTo>
                    <a:lnTo>
                      <a:pt x="4718" y="24314"/>
                    </a:lnTo>
                    <a:lnTo>
                      <a:pt x="4718" y="24356"/>
                    </a:lnTo>
                    <a:lnTo>
                      <a:pt x="4718" y="24377"/>
                    </a:lnTo>
                    <a:cubicBezTo>
                      <a:pt x="3693" y="26030"/>
                      <a:pt x="2668" y="27641"/>
                      <a:pt x="1684" y="29315"/>
                    </a:cubicBezTo>
                    <a:lnTo>
                      <a:pt x="1684" y="29336"/>
                    </a:lnTo>
                    <a:lnTo>
                      <a:pt x="1684" y="29377"/>
                    </a:lnTo>
                    <a:lnTo>
                      <a:pt x="1684" y="29398"/>
                    </a:lnTo>
                    <a:lnTo>
                      <a:pt x="1684" y="29419"/>
                    </a:lnTo>
                    <a:lnTo>
                      <a:pt x="1684" y="29461"/>
                    </a:lnTo>
                    <a:cubicBezTo>
                      <a:pt x="1621" y="29503"/>
                      <a:pt x="1600" y="29587"/>
                      <a:pt x="1559" y="29670"/>
                    </a:cubicBezTo>
                    <a:lnTo>
                      <a:pt x="1559" y="29691"/>
                    </a:lnTo>
                    <a:cubicBezTo>
                      <a:pt x="1140" y="30361"/>
                      <a:pt x="743" y="31072"/>
                      <a:pt x="345" y="31763"/>
                    </a:cubicBezTo>
                    <a:cubicBezTo>
                      <a:pt x="1" y="32365"/>
                      <a:pt x="520" y="32911"/>
                      <a:pt x="1088" y="32911"/>
                    </a:cubicBezTo>
                    <a:cubicBezTo>
                      <a:pt x="1210" y="32911"/>
                      <a:pt x="1335" y="32886"/>
                      <a:pt x="1454" y="32830"/>
                    </a:cubicBezTo>
                    <a:cubicBezTo>
                      <a:pt x="1517" y="32809"/>
                      <a:pt x="1600" y="32746"/>
                      <a:pt x="1684" y="32662"/>
                    </a:cubicBezTo>
                    <a:cubicBezTo>
                      <a:pt x="6476" y="28038"/>
                      <a:pt x="10388" y="22556"/>
                      <a:pt x="13757" y="16844"/>
                    </a:cubicBezTo>
                    <a:cubicBezTo>
                      <a:pt x="16247" y="12408"/>
                      <a:pt x="19051" y="7721"/>
                      <a:pt x="20097" y="2700"/>
                    </a:cubicBezTo>
                    <a:cubicBezTo>
                      <a:pt x="20097" y="2658"/>
                      <a:pt x="20118" y="2616"/>
                      <a:pt x="20118" y="2595"/>
                    </a:cubicBezTo>
                    <a:cubicBezTo>
                      <a:pt x="20160" y="2365"/>
                      <a:pt x="20222" y="2093"/>
                      <a:pt x="20243" y="1863"/>
                    </a:cubicBezTo>
                    <a:cubicBezTo>
                      <a:pt x="20243" y="1800"/>
                      <a:pt x="20264" y="1779"/>
                      <a:pt x="20264" y="1737"/>
                    </a:cubicBezTo>
                    <a:lnTo>
                      <a:pt x="20348" y="1172"/>
                    </a:lnTo>
                    <a:cubicBezTo>
                      <a:pt x="20390" y="1068"/>
                      <a:pt x="20390" y="1005"/>
                      <a:pt x="20390" y="879"/>
                    </a:cubicBezTo>
                    <a:cubicBezTo>
                      <a:pt x="20411" y="733"/>
                      <a:pt x="20411" y="607"/>
                      <a:pt x="20432" y="440"/>
                    </a:cubicBezTo>
                    <a:cubicBezTo>
                      <a:pt x="20432" y="356"/>
                      <a:pt x="20453" y="294"/>
                      <a:pt x="20453" y="210"/>
                    </a:cubicBezTo>
                    <a:lnTo>
                      <a:pt x="20453" y="126"/>
                    </a:lnTo>
                    <a:cubicBezTo>
                      <a:pt x="20453" y="105"/>
                      <a:pt x="20432" y="105"/>
                      <a:pt x="20432" y="84"/>
                    </a:cubicBezTo>
                    <a:cubicBezTo>
                      <a:pt x="20376" y="29"/>
                      <a:pt x="20301" y="1"/>
                      <a:pt x="20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20182700" y="28375125"/>
                <a:ext cx="603425" cy="350075"/>
              </a:xfrm>
              <a:custGeom>
                <a:avLst/>
                <a:gdLst/>
                <a:ahLst/>
                <a:cxnLst/>
                <a:rect l="l" t="t" r="r" b="b"/>
                <a:pathLst>
                  <a:path w="24137" h="14003" extrusionOk="0">
                    <a:moveTo>
                      <a:pt x="808" y="1"/>
                    </a:moveTo>
                    <a:cubicBezTo>
                      <a:pt x="364" y="1"/>
                      <a:pt x="1" y="496"/>
                      <a:pt x="137" y="922"/>
                    </a:cubicBezTo>
                    <a:cubicBezTo>
                      <a:pt x="179" y="1027"/>
                      <a:pt x="263" y="1131"/>
                      <a:pt x="367" y="1215"/>
                    </a:cubicBezTo>
                    <a:cubicBezTo>
                      <a:pt x="6623" y="6404"/>
                      <a:pt x="13131" y="11070"/>
                      <a:pt x="20935" y="13288"/>
                    </a:cubicBezTo>
                    <a:cubicBezTo>
                      <a:pt x="20977" y="13309"/>
                      <a:pt x="21040" y="13309"/>
                      <a:pt x="21103" y="13351"/>
                    </a:cubicBezTo>
                    <a:cubicBezTo>
                      <a:pt x="21500" y="13434"/>
                      <a:pt x="21919" y="13560"/>
                      <a:pt x="22316" y="13643"/>
                    </a:cubicBezTo>
                    <a:cubicBezTo>
                      <a:pt x="22421" y="13685"/>
                      <a:pt x="22484" y="13706"/>
                      <a:pt x="22588" y="13727"/>
                    </a:cubicBezTo>
                    <a:cubicBezTo>
                      <a:pt x="22965" y="13811"/>
                      <a:pt x="23362" y="13895"/>
                      <a:pt x="23718" y="13957"/>
                    </a:cubicBezTo>
                    <a:cubicBezTo>
                      <a:pt x="23781" y="13957"/>
                      <a:pt x="23802" y="13999"/>
                      <a:pt x="23823" y="13999"/>
                    </a:cubicBezTo>
                    <a:cubicBezTo>
                      <a:pt x="23838" y="14001"/>
                      <a:pt x="23852" y="14002"/>
                      <a:pt x="23867" y="14002"/>
                    </a:cubicBezTo>
                    <a:cubicBezTo>
                      <a:pt x="23990" y="14002"/>
                      <a:pt x="24078" y="13923"/>
                      <a:pt x="24116" y="13811"/>
                    </a:cubicBezTo>
                    <a:cubicBezTo>
                      <a:pt x="24137" y="13769"/>
                      <a:pt x="24137" y="13727"/>
                      <a:pt x="24116" y="13685"/>
                    </a:cubicBezTo>
                    <a:cubicBezTo>
                      <a:pt x="24116" y="13643"/>
                      <a:pt x="24095" y="13602"/>
                      <a:pt x="24032" y="13581"/>
                    </a:cubicBezTo>
                    <a:cubicBezTo>
                      <a:pt x="23676" y="13309"/>
                      <a:pt x="23341" y="13037"/>
                      <a:pt x="22965" y="12765"/>
                    </a:cubicBezTo>
                    <a:cubicBezTo>
                      <a:pt x="22923" y="12744"/>
                      <a:pt x="22860" y="12681"/>
                      <a:pt x="22818" y="12660"/>
                    </a:cubicBezTo>
                    <a:cubicBezTo>
                      <a:pt x="22525" y="12451"/>
                      <a:pt x="22212" y="12221"/>
                      <a:pt x="21919" y="12011"/>
                    </a:cubicBezTo>
                    <a:lnTo>
                      <a:pt x="21688" y="11844"/>
                    </a:lnTo>
                    <a:cubicBezTo>
                      <a:pt x="21333" y="11614"/>
                      <a:pt x="21019" y="11384"/>
                      <a:pt x="20684" y="11175"/>
                    </a:cubicBezTo>
                    <a:lnTo>
                      <a:pt x="20663" y="11133"/>
                    </a:lnTo>
                    <a:cubicBezTo>
                      <a:pt x="16876" y="8580"/>
                      <a:pt x="12859" y="6404"/>
                      <a:pt x="8841" y="4228"/>
                    </a:cubicBezTo>
                    <a:cubicBezTo>
                      <a:pt x="8841" y="4228"/>
                      <a:pt x="8820" y="4228"/>
                      <a:pt x="8820" y="4207"/>
                    </a:cubicBezTo>
                    <a:lnTo>
                      <a:pt x="8800" y="4207"/>
                    </a:lnTo>
                    <a:cubicBezTo>
                      <a:pt x="6226" y="2847"/>
                      <a:pt x="3673" y="1508"/>
                      <a:pt x="1121" y="85"/>
                    </a:cubicBezTo>
                    <a:cubicBezTo>
                      <a:pt x="1016" y="27"/>
                      <a:pt x="910" y="1"/>
                      <a:pt x="8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19914100" y="28430850"/>
                <a:ext cx="673250" cy="292175"/>
              </a:xfrm>
              <a:custGeom>
                <a:avLst/>
                <a:gdLst/>
                <a:ahLst/>
                <a:cxnLst/>
                <a:rect l="l" t="t" r="r" b="b"/>
                <a:pathLst>
                  <a:path w="26930" h="11687" extrusionOk="0">
                    <a:moveTo>
                      <a:pt x="1364" y="1"/>
                    </a:moveTo>
                    <a:cubicBezTo>
                      <a:pt x="1157" y="1"/>
                      <a:pt x="953" y="11"/>
                      <a:pt x="754" y="32"/>
                    </a:cubicBezTo>
                    <a:cubicBezTo>
                      <a:pt x="210" y="53"/>
                      <a:pt x="1" y="492"/>
                      <a:pt x="106" y="911"/>
                    </a:cubicBezTo>
                    <a:cubicBezTo>
                      <a:pt x="210" y="1141"/>
                      <a:pt x="357" y="1392"/>
                      <a:pt x="650" y="1476"/>
                    </a:cubicBezTo>
                    <a:cubicBezTo>
                      <a:pt x="3683" y="2522"/>
                      <a:pt x="6696" y="3610"/>
                      <a:pt x="9647" y="4782"/>
                    </a:cubicBezTo>
                    <a:lnTo>
                      <a:pt x="9626" y="4782"/>
                    </a:lnTo>
                    <a:cubicBezTo>
                      <a:pt x="11802" y="5640"/>
                      <a:pt x="13936" y="6581"/>
                      <a:pt x="16091" y="7606"/>
                    </a:cubicBezTo>
                    <a:cubicBezTo>
                      <a:pt x="16970" y="8025"/>
                      <a:pt x="17807" y="8464"/>
                      <a:pt x="18644" y="8925"/>
                    </a:cubicBezTo>
                    <a:cubicBezTo>
                      <a:pt x="21238" y="10222"/>
                      <a:pt x="23770" y="11394"/>
                      <a:pt x="26783" y="11686"/>
                    </a:cubicBezTo>
                    <a:cubicBezTo>
                      <a:pt x="26825" y="11686"/>
                      <a:pt x="26867" y="11686"/>
                      <a:pt x="26888" y="11666"/>
                    </a:cubicBezTo>
                    <a:cubicBezTo>
                      <a:pt x="26909" y="11645"/>
                      <a:pt x="26930" y="11582"/>
                      <a:pt x="26930" y="11498"/>
                    </a:cubicBezTo>
                    <a:cubicBezTo>
                      <a:pt x="26930" y="11414"/>
                      <a:pt x="26888" y="11373"/>
                      <a:pt x="26804" y="11352"/>
                    </a:cubicBezTo>
                    <a:lnTo>
                      <a:pt x="26783" y="11352"/>
                    </a:lnTo>
                    <a:cubicBezTo>
                      <a:pt x="26553" y="11268"/>
                      <a:pt x="26344" y="11184"/>
                      <a:pt x="26093" y="11080"/>
                    </a:cubicBezTo>
                    <a:cubicBezTo>
                      <a:pt x="26051" y="11059"/>
                      <a:pt x="25988" y="11038"/>
                      <a:pt x="25946" y="11038"/>
                    </a:cubicBezTo>
                    <a:cubicBezTo>
                      <a:pt x="25737" y="10954"/>
                      <a:pt x="25528" y="10850"/>
                      <a:pt x="25318" y="10745"/>
                    </a:cubicBezTo>
                    <a:cubicBezTo>
                      <a:pt x="25256" y="10724"/>
                      <a:pt x="25214" y="10682"/>
                      <a:pt x="25130" y="10661"/>
                    </a:cubicBezTo>
                    <a:cubicBezTo>
                      <a:pt x="24921" y="10557"/>
                      <a:pt x="24733" y="10452"/>
                      <a:pt x="24523" y="10347"/>
                    </a:cubicBezTo>
                    <a:lnTo>
                      <a:pt x="24377" y="10264"/>
                    </a:lnTo>
                    <a:cubicBezTo>
                      <a:pt x="24189" y="10159"/>
                      <a:pt x="24042" y="10054"/>
                      <a:pt x="23854" y="9950"/>
                    </a:cubicBezTo>
                    <a:cubicBezTo>
                      <a:pt x="23791" y="9929"/>
                      <a:pt x="23749" y="9908"/>
                      <a:pt x="23686" y="9845"/>
                    </a:cubicBezTo>
                    <a:cubicBezTo>
                      <a:pt x="23519" y="9762"/>
                      <a:pt x="23331" y="9615"/>
                      <a:pt x="23142" y="9510"/>
                    </a:cubicBezTo>
                    <a:cubicBezTo>
                      <a:pt x="23059" y="9469"/>
                      <a:pt x="23017" y="9427"/>
                      <a:pt x="22933" y="9385"/>
                    </a:cubicBezTo>
                    <a:cubicBezTo>
                      <a:pt x="22745" y="9280"/>
                      <a:pt x="22598" y="9155"/>
                      <a:pt x="22410" y="9029"/>
                    </a:cubicBezTo>
                    <a:cubicBezTo>
                      <a:pt x="22326" y="8966"/>
                      <a:pt x="22264" y="8925"/>
                      <a:pt x="22180" y="8841"/>
                    </a:cubicBezTo>
                    <a:cubicBezTo>
                      <a:pt x="22054" y="8757"/>
                      <a:pt x="21950" y="8673"/>
                      <a:pt x="21845" y="8569"/>
                    </a:cubicBezTo>
                    <a:cubicBezTo>
                      <a:pt x="21678" y="8443"/>
                      <a:pt x="21531" y="8339"/>
                      <a:pt x="21364" y="8213"/>
                    </a:cubicBezTo>
                    <a:cubicBezTo>
                      <a:pt x="21343" y="8192"/>
                      <a:pt x="21280" y="8150"/>
                      <a:pt x="21259" y="8129"/>
                    </a:cubicBezTo>
                    <a:cubicBezTo>
                      <a:pt x="18769" y="6246"/>
                      <a:pt x="16363" y="4112"/>
                      <a:pt x="13559" y="2773"/>
                    </a:cubicBezTo>
                    <a:cubicBezTo>
                      <a:pt x="10023" y="1078"/>
                      <a:pt x="6006" y="137"/>
                      <a:pt x="2051" y="32"/>
                    </a:cubicBezTo>
                    <a:lnTo>
                      <a:pt x="1989" y="32"/>
                    </a:lnTo>
                    <a:cubicBezTo>
                      <a:pt x="1779" y="11"/>
                      <a:pt x="1570" y="1"/>
                      <a:pt x="13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19600250" y="28499650"/>
                <a:ext cx="774200" cy="245875"/>
              </a:xfrm>
              <a:custGeom>
                <a:avLst/>
                <a:gdLst/>
                <a:ahLst/>
                <a:cxnLst/>
                <a:rect l="l" t="t" r="r" b="b"/>
                <a:pathLst>
                  <a:path w="30968" h="9835" extrusionOk="0">
                    <a:moveTo>
                      <a:pt x="6613" y="0"/>
                    </a:moveTo>
                    <a:cubicBezTo>
                      <a:pt x="4520" y="0"/>
                      <a:pt x="2532" y="63"/>
                      <a:pt x="733" y="251"/>
                    </a:cubicBezTo>
                    <a:cubicBezTo>
                      <a:pt x="252" y="272"/>
                      <a:pt x="1" y="753"/>
                      <a:pt x="105" y="1151"/>
                    </a:cubicBezTo>
                    <a:cubicBezTo>
                      <a:pt x="105" y="1318"/>
                      <a:pt x="252" y="1507"/>
                      <a:pt x="545" y="1590"/>
                    </a:cubicBezTo>
                    <a:cubicBezTo>
                      <a:pt x="5859" y="2678"/>
                      <a:pt x="11007" y="4080"/>
                      <a:pt x="16154" y="5712"/>
                    </a:cubicBezTo>
                    <a:cubicBezTo>
                      <a:pt x="16509" y="5817"/>
                      <a:pt x="16844" y="5963"/>
                      <a:pt x="17179" y="6068"/>
                    </a:cubicBezTo>
                    <a:lnTo>
                      <a:pt x="17158" y="6068"/>
                    </a:lnTo>
                    <a:cubicBezTo>
                      <a:pt x="18518" y="6528"/>
                      <a:pt x="19878" y="7051"/>
                      <a:pt x="21259" y="7574"/>
                    </a:cubicBezTo>
                    <a:cubicBezTo>
                      <a:pt x="21343" y="7595"/>
                      <a:pt x="21385" y="7637"/>
                      <a:pt x="21468" y="7658"/>
                    </a:cubicBezTo>
                    <a:cubicBezTo>
                      <a:pt x="21489" y="7658"/>
                      <a:pt x="21531" y="7679"/>
                      <a:pt x="21573" y="7679"/>
                    </a:cubicBezTo>
                    <a:cubicBezTo>
                      <a:pt x="24000" y="8579"/>
                      <a:pt x="26490" y="9416"/>
                      <a:pt x="29022" y="9730"/>
                    </a:cubicBezTo>
                    <a:lnTo>
                      <a:pt x="29064" y="9730"/>
                    </a:lnTo>
                    <a:cubicBezTo>
                      <a:pt x="29182" y="9747"/>
                      <a:pt x="29355" y="9777"/>
                      <a:pt x="29528" y="9777"/>
                    </a:cubicBezTo>
                    <a:cubicBezTo>
                      <a:pt x="29569" y="9777"/>
                      <a:pt x="29610" y="9775"/>
                      <a:pt x="29649" y="9771"/>
                    </a:cubicBezTo>
                    <a:cubicBezTo>
                      <a:pt x="29838" y="9792"/>
                      <a:pt x="30026" y="9792"/>
                      <a:pt x="30173" y="9834"/>
                    </a:cubicBezTo>
                    <a:lnTo>
                      <a:pt x="30319" y="9834"/>
                    </a:lnTo>
                    <a:cubicBezTo>
                      <a:pt x="30361" y="9834"/>
                      <a:pt x="30424" y="9834"/>
                      <a:pt x="30466" y="9792"/>
                    </a:cubicBezTo>
                    <a:cubicBezTo>
                      <a:pt x="30758" y="9730"/>
                      <a:pt x="30968" y="9374"/>
                      <a:pt x="30905" y="9060"/>
                    </a:cubicBezTo>
                    <a:cubicBezTo>
                      <a:pt x="30884" y="8997"/>
                      <a:pt x="30884" y="8914"/>
                      <a:pt x="30821" y="8851"/>
                    </a:cubicBezTo>
                    <a:cubicBezTo>
                      <a:pt x="30779" y="8788"/>
                      <a:pt x="30717" y="8725"/>
                      <a:pt x="30675" y="8642"/>
                    </a:cubicBezTo>
                    <a:cubicBezTo>
                      <a:pt x="30445" y="8328"/>
                      <a:pt x="30173" y="8056"/>
                      <a:pt x="29942" y="7763"/>
                    </a:cubicBezTo>
                    <a:cubicBezTo>
                      <a:pt x="29733" y="7428"/>
                      <a:pt x="29440" y="7135"/>
                      <a:pt x="29105" y="6905"/>
                    </a:cubicBezTo>
                    <a:cubicBezTo>
                      <a:pt x="23686" y="1716"/>
                      <a:pt x="14501" y="42"/>
                      <a:pt x="66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20149825" y="28752300"/>
                <a:ext cx="462625" cy="768775"/>
              </a:xfrm>
              <a:custGeom>
                <a:avLst/>
                <a:gdLst/>
                <a:ahLst/>
                <a:cxnLst/>
                <a:rect l="l" t="t" r="r" b="b"/>
                <a:pathLst>
                  <a:path w="18505" h="30751" extrusionOk="0">
                    <a:moveTo>
                      <a:pt x="13598" y="8453"/>
                    </a:moveTo>
                    <a:cubicBezTo>
                      <a:pt x="13593" y="8459"/>
                      <a:pt x="13588" y="8464"/>
                      <a:pt x="13588" y="8474"/>
                    </a:cubicBezTo>
                    <a:lnTo>
                      <a:pt x="13588" y="8474"/>
                    </a:lnTo>
                    <a:cubicBezTo>
                      <a:pt x="13591" y="8467"/>
                      <a:pt x="13595" y="8460"/>
                      <a:pt x="13598" y="8453"/>
                    </a:cubicBezTo>
                    <a:close/>
                    <a:moveTo>
                      <a:pt x="18233" y="0"/>
                    </a:moveTo>
                    <a:cubicBezTo>
                      <a:pt x="18170" y="0"/>
                      <a:pt x="18066" y="42"/>
                      <a:pt x="18003" y="84"/>
                    </a:cubicBezTo>
                    <a:cubicBezTo>
                      <a:pt x="17773" y="293"/>
                      <a:pt x="17563" y="481"/>
                      <a:pt x="17333" y="691"/>
                    </a:cubicBezTo>
                    <a:cubicBezTo>
                      <a:pt x="17255" y="769"/>
                      <a:pt x="17323" y="902"/>
                      <a:pt x="17418" y="902"/>
                    </a:cubicBezTo>
                    <a:cubicBezTo>
                      <a:pt x="17424" y="902"/>
                      <a:pt x="17431" y="901"/>
                      <a:pt x="17438" y="900"/>
                    </a:cubicBezTo>
                    <a:lnTo>
                      <a:pt x="17438" y="900"/>
                    </a:lnTo>
                    <a:cubicBezTo>
                      <a:pt x="17375" y="921"/>
                      <a:pt x="17354" y="942"/>
                      <a:pt x="17291" y="984"/>
                    </a:cubicBezTo>
                    <a:cubicBezTo>
                      <a:pt x="17291" y="984"/>
                      <a:pt x="17270" y="984"/>
                      <a:pt x="17270" y="1005"/>
                    </a:cubicBezTo>
                    <a:cubicBezTo>
                      <a:pt x="17229" y="1025"/>
                      <a:pt x="17187" y="1046"/>
                      <a:pt x="17145" y="1109"/>
                    </a:cubicBezTo>
                    <a:lnTo>
                      <a:pt x="17124" y="1130"/>
                    </a:lnTo>
                    <a:lnTo>
                      <a:pt x="16977" y="1256"/>
                    </a:lnTo>
                    <a:cubicBezTo>
                      <a:pt x="16957" y="1297"/>
                      <a:pt x="16936" y="1318"/>
                      <a:pt x="16915" y="1360"/>
                    </a:cubicBezTo>
                    <a:lnTo>
                      <a:pt x="16852" y="1423"/>
                    </a:lnTo>
                    <a:cubicBezTo>
                      <a:pt x="16203" y="2302"/>
                      <a:pt x="15471" y="4143"/>
                      <a:pt x="14927" y="5524"/>
                    </a:cubicBezTo>
                    <a:cubicBezTo>
                      <a:pt x="14760" y="5922"/>
                      <a:pt x="14613" y="6340"/>
                      <a:pt x="14446" y="6738"/>
                    </a:cubicBezTo>
                    <a:cubicBezTo>
                      <a:pt x="14446" y="6759"/>
                      <a:pt x="14425" y="6779"/>
                      <a:pt x="14425" y="6800"/>
                    </a:cubicBezTo>
                    <a:cubicBezTo>
                      <a:pt x="14425" y="6842"/>
                      <a:pt x="14404" y="6842"/>
                      <a:pt x="14404" y="6863"/>
                    </a:cubicBezTo>
                    <a:cubicBezTo>
                      <a:pt x="14341" y="6968"/>
                      <a:pt x="14320" y="7051"/>
                      <a:pt x="14299" y="7093"/>
                    </a:cubicBezTo>
                    <a:cubicBezTo>
                      <a:pt x="14236" y="7219"/>
                      <a:pt x="14153" y="7365"/>
                      <a:pt x="14111" y="7470"/>
                    </a:cubicBezTo>
                    <a:cubicBezTo>
                      <a:pt x="13930" y="7793"/>
                      <a:pt x="13787" y="8115"/>
                      <a:pt x="13608" y="8438"/>
                    </a:cubicBezTo>
                    <a:lnTo>
                      <a:pt x="13608" y="8438"/>
                    </a:lnTo>
                    <a:cubicBezTo>
                      <a:pt x="13609" y="8436"/>
                      <a:pt x="13609" y="8434"/>
                      <a:pt x="13609" y="8432"/>
                    </a:cubicBezTo>
                    <a:lnTo>
                      <a:pt x="13609" y="8432"/>
                    </a:lnTo>
                    <a:cubicBezTo>
                      <a:pt x="13605" y="8439"/>
                      <a:pt x="13602" y="8446"/>
                      <a:pt x="13598" y="8453"/>
                    </a:cubicBezTo>
                    <a:lnTo>
                      <a:pt x="13598" y="8453"/>
                    </a:lnTo>
                    <a:cubicBezTo>
                      <a:pt x="13599" y="8452"/>
                      <a:pt x="13600" y="8451"/>
                      <a:pt x="13601" y="8450"/>
                    </a:cubicBezTo>
                    <a:lnTo>
                      <a:pt x="13601" y="8450"/>
                    </a:lnTo>
                    <a:cubicBezTo>
                      <a:pt x="13597" y="8458"/>
                      <a:pt x="13592" y="8466"/>
                      <a:pt x="13588" y="8474"/>
                    </a:cubicBezTo>
                    <a:cubicBezTo>
                      <a:pt x="13588" y="8474"/>
                      <a:pt x="13588" y="8474"/>
                      <a:pt x="13588" y="8474"/>
                    </a:cubicBezTo>
                    <a:lnTo>
                      <a:pt x="13588" y="8474"/>
                    </a:lnTo>
                    <a:cubicBezTo>
                      <a:pt x="12527" y="10595"/>
                      <a:pt x="11404" y="12735"/>
                      <a:pt x="10261" y="14814"/>
                    </a:cubicBezTo>
                    <a:cubicBezTo>
                      <a:pt x="8294" y="18308"/>
                      <a:pt x="6181" y="21635"/>
                      <a:pt x="3900" y="24878"/>
                    </a:cubicBezTo>
                    <a:cubicBezTo>
                      <a:pt x="2729" y="26552"/>
                      <a:pt x="1536" y="28226"/>
                      <a:pt x="301" y="29879"/>
                    </a:cubicBezTo>
                    <a:cubicBezTo>
                      <a:pt x="1" y="30291"/>
                      <a:pt x="299" y="30750"/>
                      <a:pt x="688" y="30750"/>
                    </a:cubicBezTo>
                    <a:cubicBezTo>
                      <a:pt x="813" y="30750"/>
                      <a:pt x="948" y="30703"/>
                      <a:pt x="1076" y="30591"/>
                    </a:cubicBezTo>
                    <a:cubicBezTo>
                      <a:pt x="2540" y="29251"/>
                      <a:pt x="4047" y="27787"/>
                      <a:pt x="5532" y="26155"/>
                    </a:cubicBezTo>
                    <a:lnTo>
                      <a:pt x="5532" y="26134"/>
                    </a:lnTo>
                    <a:lnTo>
                      <a:pt x="5616" y="26050"/>
                    </a:lnTo>
                    <a:cubicBezTo>
                      <a:pt x="11726" y="19355"/>
                      <a:pt x="17375" y="10546"/>
                      <a:pt x="18379" y="1988"/>
                    </a:cubicBezTo>
                    <a:lnTo>
                      <a:pt x="18379" y="1883"/>
                    </a:lnTo>
                    <a:cubicBezTo>
                      <a:pt x="18421" y="1360"/>
                      <a:pt x="18484" y="816"/>
                      <a:pt x="18505" y="293"/>
                    </a:cubicBezTo>
                    <a:lnTo>
                      <a:pt x="18505" y="189"/>
                    </a:lnTo>
                    <a:cubicBezTo>
                      <a:pt x="18484" y="84"/>
                      <a:pt x="18379" y="0"/>
                      <a:pt x="18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9279125" y="28273675"/>
                <a:ext cx="2565725" cy="1180375"/>
              </a:xfrm>
              <a:custGeom>
                <a:avLst/>
                <a:gdLst/>
                <a:ahLst/>
                <a:cxnLst/>
                <a:rect l="l" t="t" r="r" b="b"/>
                <a:pathLst>
                  <a:path w="102629" h="47215" extrusionOk="0">
                    <a:moveTo>
                      <a:pt x="72729" y="5754"/>
                    </a:moveTo>
                    <a:lnTo>
                      <a:pt x="72729" y="5754"/>
                    </a:lnTo>
                    <a:cubicBezTo>
                      <a:pt x="73231" y="6277"/>
                      <a:pt x="73733" y="6800"/>
                      <a:pt x="74194" y="7365"/>
                    </a:cubicBezTo>
                    <a:cubicBezTo>
                      <a:pt x="74232" y="7403"/>
                      <a:pt x="74269" y="7419"/>
                      <a:pt x="74305" y="7419"/>
                    </a:cubicBezTo>
                    <a:cubicBezTo>
                      <a:pt x="74369" y="7419"/>
                      <a:pt x="74426" y="7369"/>
                      <a:pt x="74466" y="7302"/>
                    </a:cubicBezTo>
                    <a:cubicBezTo>
                      <a:pt x="76328" y="9144"/>
                      <a:pt x="77918" y="11173"/>
                      <a:pt x="79257" y="13391"/>
                    </a:cubicBezTo>
                    <a:lnTo>
                      <a:pt x="79257" y="13433"/>
                    </a:lnTo>
                    <a:cubicBezTo>
                      <a:pt x="80659" y="15777"/>
                      <a:pt x="81789" y="18371"/>
                      <a:pt x="82626" y="21196"/>
                    </a:cubicBezTo>
                    <a:cubicBezTo>
                      <a:pt x="82103" y="21070"/>
                      <a:pt x="81559" y="20966"/>
                      <a:pt x="81036" y="20819"/>
                    </a:cubicBezTo>
                    <a:lnTo>
                      <a:pt x="81036" y="20777"/>
                    </a:lnTo>
                    <a:cubicBezTo>
                      <a:pt x="80994" y="20756"/>
                      <a:pt x="80931" y="20694"/>
                      <a:pt x="80868" y="20694"/>
                    </a:cubicBezTo>
                    <a:cubicBezTo>
                      <a:pt x="80847" y="20694"/>
                      <a:pt x="80847" y="20694"/>
                      <a:pt x="80827" y="20714"/>
                    </a:cubicBezTo>
                    <a:cubicBezTo>
                      <a:pt x="80785" y="20756"/>
                      <a:pt x="80743" y="20777"/>
                      <a:pt x="80722" y="20798"/>
                    </a:cubicBezTo>
                    <a:cubicBezTo>
                      <a:pt x="79885" y="20610"/>
                      <a:pt x="79006" y="20463"/>
                      <a:pt x="78169" y="20275"/>
                    </a:cubicBezTo>
                    <a:lnTo>
                      <a:pt x="78169" y="20254"/>
                    </a:lnTo>
                    <a:cubicBezTo>
                      <a:pt x="78169" y="20254"/>
                      <a:pt x="78169" y="20233"/>
                      <a:pt x="78211" y="20233"/>
                    </a:cubicBezTo>
                    <a:cubicBezTo>
                      <a:pt x="78839" y="14416"/>
                      <a:pt x="76579" y="9834"/>
                      <a:pt x="73043" y="6152"/>
                    </a:cubicBezTo>
                    <a:lnTo>
                      <a:pt x="72729" y="5754"/>
                    </a:lnTo>
                    <a:close/>
                    <a:moveTo>
                      <a:pt x="72311" y="19857"/>
                    </a:moveTo>
                    <a:cubicBezTo>
                      <a:pt x="73985" y="20066"/>
                      <a:pt x="75637" y="20338"/>
                      <a:pt x="77311" y="20610"/>
                    </a:cubicBezTo>
                    <a:cubicBezTo>
                      <a:pt x="76935" y="21091"/>
                      <a:pt x="76579" y="21531"/>
                      <a:pt x="76223" y="22012"/>
                    </a:cubicBezTo>
                    <a:cubicBezTo>
                      <a:pt x="74884" y="23644"/>
                      <a:pt x="73524" y="25297"/>
                      <a:pt x="72164" y="26929"/>
                    </a:cubicBezTo>
                    <a:lnTo>
                      <a:pt x="72164" y="26950"/>
                    </a:lnTo>
                    <a:cubicBezTo>
                      <a:pt x="71516" y="27703"/>
                      <a:pt x="70867" y="28456"/>
                      <a:pt x="70218" y="29230"/>
                    </a:cubicBezTo>
                    <a:cubicBezTo>
                      <a:pt x="69465" y="30109"/>
                      <a:pt x="68712" y="30967"/>
                      <a:pt x="67917" y="31867"/>
                    </a:cubicBezTo>
                    <a:lnTo>
                      <a:pt x="67896" y="31888"/>
                    </a:lnTo>
                    <a:cubicBezTo>
                      <a:pt x="66640" y="33331"/>
                      <a:pt x="65364" y="34733"/>
                      <a:pt x="64067" y="36156"/>
                    </a:cubicBezTo>
                    <a:cubicBezTo>
                      <a:pt x="65615" y="34210"/>
                      <a:pt x="67080" y="32181"/>
                      <a:pt x="68335" y="30067"/>
                    </a:cubicBezTo>
                    <a:cubicBezTo>
                      <a:pt x="68440" y="29879"/>
                      <a:pt x="68586" y="29670"/>
                      <a:pt x="68691" y="29481"/>
                    </a:cubicBezTo>
                    <a:cubicBezTo>
                      <a:pt x="68754" y="29356"/>
                      <a:pt x="68816" y="29251"/>
                      <a:pt x="68900" y="29126"/>
                    </a:cubicBezTo>
                    <a:cubicBezTo>
                      <a:pt x="69047" y="28854"/>
                      <a:pt x="69172" y="28603"/>
                      <a:pt x="69319" y="28331"/>
                    </a:cubicBezTo>
                    <a:lnTo>
                      <a:pt x="69465" y="28017"/>
                    </a:lnTo>
                    <a:lnTo>
                      <a:pt x="69779" y="27389"/>
                    </a:lnTo>
                    <a:cubicBezTo>
                      <a:pt x="69821" y="27285"/>
                      <a:pt x="69883" y="27201"/>
                      <a:pt x="69904" y="27096"/>
                    </a:cubicBezTo>
                    <a:cubicBezTo>
                      <a:pt x="70051" y="26824"/>
                      <a:pt x="70176" y="26552"/>
                      <a:pt x="70302" y="26259"/>
                    </a:cubicBezTo>
                    <a:cubicBezTo>
                      <a:pt x="70344" y="26155"/>
                      <a:pt x="70386" y="26092"/>
                      <a:pt x="70428" y="25987"/>
                    </a:cubicBezTo>
                    <a:cubicBezTo>
                      <a:pt x="70574" y="25715"/>
                      <a:pt x="70679" y="25422"/>
                      <a:pt x="70783" y="25171"/>
                    </a:cubicBezTo>
                    <a:cubicBezTo>
                      <a:pt x="70804" y="25108"/>
                      <a:pt x="70804" y="25088"/>
                      <a:pt x="70825" y="25046"/>
                    </a:cubicBezTo>
                    <a:cubicBezTo>
                      <a:pt x="70930" y="24753"/>
                      <a:pt x="71055" y="24460"/>
                      <a:pt x="71160" y="24167"/>
                    </a:cubicBezTo>
                    <a:cubicBezTo>
                      <a:pt x="71202" y="24104"/>
                      <a:pt x="71223" y="24041"/>
                      <a:pt x="71244" y="23958"/>
                    </a:cubicBezTo>
                    <a:cubicBezTo>
                      <a:pt x="71348" y="23644"/>
                      <a:pt x="71453" y="23330"/>
                      <a:pt x="71557" y="23058"/>
                    </a:cubicBezTo>
                    <a:cubicBezTo>
                      <a:pt x="71557" y="22995"/>
                      <a:pt x="71578" y="22974"/>
                      <a:pt x="71578" y="22911"/>
                    </a:cubicBezTo>
                    <a:cubicBezTo>
                      <a:pt x="71683" y="22598"/>
                      <a:pt x="71767" y="22326"/>
                      <a:pt x="71850" y="22012"/>
                    </a:cubicBezTo>
                    <a:cubicBezTo>
                      <a:pt x="71850" y="21970"/>
                      <a:pt x="71871" y="21949"/>
                      <a:pt x="71871" y="21928"/>
                    </a:cubicBezTo>
                    <a:cubicBezTo>
                      <a:pt x="71955" y="21593"/>
                      <a:pt x="72039" y="21279"/>
                      <a:pt x="72101" y="20924"/>
                    </a:cubicBezTo>
                    <a:cubicBezTo>
                      <a:pt x="72101" y="20903"/>
                      <a:pt x="72143" y="20882"/>
                      <a:pt x="72143" y="20819"/>
                    </a:cubicBezTo>
                    <a:cubicBezTo>
                      <a:pt x="72206" y="20505"/>
                      <a:pt x="72269" y="20170"/>
                      <a:pt x="72311" y="19857"/>
                    </a:cubicBezTo>
                    <a:close/>
                    <a:moveTo>
                      <a:pt x="64761" y="0"/>
                    </a:moveTo>
                    <a:cubicBezTo>
                      <a:pt x="64113" y="0"/>
                      <a:pt x="63614" y="912"/>
                      <a:pt x="64213" y="1423"/>
                    </a:cubicBezTo>
                    <a:cubicBezTo>
                      <a:pt x="65238" y="2281"/>
                      <a:pt x="66180" y="3243"/>
                      <a:pt x="67059" y="4269"/>
                    </a:cubicBezTo>
                    <a:lnTo>
                      <a:pt x="67080" y="4269"/>
                    </a:lnTo>
                    <a:lnTo>
                      <a:pt x="67122" y="4289"/>
                    </a:lnTo>
                    <a:cubicBezTo>
                      <a:pt x="67122" y="4331"/>
                      <a:pt x="67143" y="4331"/>
                      <a:pt x="67143" y="4331"/>
                    </a:cubicBezTo>
                    <a:lnTo>
                      <a:pt x="67143" y="4352"/>
                    </a:lnTo>
                    <a:lnTo>
                      <a:pt x="67163" y="4373"/>
                    </a:lnTo>
                    <a:cubicBezTo>
                      <a:pt x="69904" y="7574"/>
                      <a:pt x="72143" y="11299"/>
                      <a:pt x="74382" y="14940"/>
                    </a:cubicBezTo>
                    <a:cubicBezTo>
                      <a:pt x="75031" y="16007"/>
                      <a:pt x="75700" y="17053"/>
                      <a:pt x="76349" y="18078"/>
                    </a:cubicBezTo>
                    <a:cubicBezTo>
                      <a:pt x="76433" y="18183"/>
                      <a:pt x="76474" y="18287"/>
                      <a:pt x="76558" y="18392"/>
                    </a:cubicBezTo>
                    <a:cubicBezTo>
                      <a:pt x="76746" y="18664"/>
                      <a:pt x="76893" y="18915"/>
                      <a:pt x="77081" y="19187"/>
                    </a:cubicBezTo>
                    <a:cubicBezTo>
                      <a:pt x="77102" y="19229"/>
                      <a:pt x="77165" y="19292"/>
                      <a:pt x="77186" y="19334"/>
                    </a:cubicBezTo>
                    <a:cubicBezTo>
                      <a:pt x="77374" y="19606"/>
                      <a:pt x="77542" y="19878"/>
                      <a:pt x="77730" y="20150"/>
                    </a:cubicBezTo>
                    <a:cubicBezTo>
                      <a:pt x="77709" y="20150"/>
                      <a:pt x="77688" y="20170"/>
                      <a:pt x="77625" y="20191"/>
                    </a:cubicBezTo>
                    <a:cubicBezTo>
                      <a:pt x="75575" y="19815"/>
                      <a:pt x="73524" y="19501"/>
                      <a:pt x="71453" y="19229"/>
                    </a:cubicBezTo>
                    <a:cubicBezTo>
                      <a:pt x="72039" y="13956"/>
                      <a:pt x="68963" y="9248"/>
                      <a:pt x="64862" y="5796"/>
                    </a:cubicBezTo>
                    <a:lnTo>
                      <a:pt x="64841" y="5754"/>
                    </a:lnTo>
                    <a:lnTo>
                      <a:pt x="64820" y="5754"/>
                    </a:lnTo>
                    <a:cubicBezTo>
                      <a:pt x="62016" y="3411"/>
                      <a:pt x="58710" y="1611"/>
                      <a:pt x="55739" y="565"/>
                    </a:cubicBezTo>
                    <a:cubicBezTo>
                      <a:pt x="55650" y="534"/>
                      <a:pt x="55563" y="520"/>
                      <a:pt x="55478" y="520"/>
                    </a:cubicBezTo>
                    <a:cubicBezTo>
                      <a:pt x="54985" y="520"/>
                      <a:pt x="54588" y="997"/>
                      <a:pt x="54588" y="1444"/>
                    </a:cubicBezTo>
                    <a:cubicBezTo>
                      <a:pt x="54588" y="1674"/>
                      <a:pt x="54693" y="1946"/>
                      <a:pt x="54986" y="2072"/>
                    </a:cubicBezTo>
                    <a:cubicBezTo>
                      <a:pt x="55509" y="2364"/>
                      <a:pt x="55990" y="2678"/>
                      <a:pt x="56492" y="2992"/>
                    </a:cubicBezTo>
                    <a:cubicBezTo>
                      <a:pt x="56513" y="2992"/>
                      <a:pt x="56513" y="3013"/>
                      <a:pt x="56555" y="3034"/>
                    </a:cubicBezTo>
                    <a:cubicBezTo>
                      <a:pt x="57811" y="4038"/>
                      <a:pt x="59087" y="4980"/>
                      <a:pt x="60342" y="5942"/>
                    </a:cubicBezTo>
                    <a:lnTo>
                      <a:pt x="60363" y="5942"/>
                    </a:lnTo>
                    <a:cubicBezTo>
                      <a:pt x="61849" y="7261"/>
                      <a:pt x="63272" y="8683"/>
                      <a:pt x="64611" y="10211"/>
                    </a:cubicBezTo>
                    <a:cubicBezTo>
                      <a:pt x="66619" y="12450"/>
                      <a:pt x="68021" y="15128"/>
                      <a:pt x="69758" y="17576"/>
                    </a:cubicBezTo>
                    <a:cubicBezTo>
                      <a:pt x="69779" y="17618"/>
                      <a:pt x="69800" y="17639"/>
                      <a:pt x="69800" y="17681"/>
                    </a:cubicBezTo>
                    <a:cubicBezTo>
                      <a:pt x="69883" y="17827"/>
                      <a:pt x="69988" y="17932"/>
                      <a:pt x="70072" y="18057"/>
                    </a:cubicBezTo>
                    <a:cubicBezTo>
                      <a:pt x="70114" y="18141"/>
                      <a:pt x="70176" y="18183"/>
                      <a:pt x="70218" y="18266"/>
                    </a:cubicBezTo>
                    <a:cubicBezTo>
                      <a:pt x="70302" y="18371"/>
                      <a:pt x="70344" y="18455"/>
                      <a:pt x="70428" y="18559"/>
                    </a:cubicBezTo>
                    <a:cubicBezTo>
                      <a:pt x="70511" y="18664"/>
                      <a:pt x="70595" y="18769"/>
                      <a:pt x="70700" y="18873"/>
                    </a:cubicBezTo>
                    <a:cubicBezTo>
                      <a:pt x="70741" y="18915"/>
                      <a:pt x="70804" y="18999"/>
                      <a:pt x="70846" y="19041"/>
                    </a:cubicBezTo>
                    <a:cubicBezTo>
                      <a:pt x="70909" y="19103"/>
                      <a:pt x="70930" y="19145"/>
                      <a:pt x="70992" y="19208"/>
                    </a:cubicBezTo>
                    <a:cubicBezTo>
                      <a:pt x="69570" y="19020"/>
                      <a:pt x="68147" y="18894"/>
                      <a:pt x="66745" y="18769"/>
                    </a:cubicBezTo>
                    <a:lnTo>
                      <a:pt x="66766" y="18769"/>
                    </a:lnTo>
                    <a:cubicBezTo>
                      <a:pt x="66763" y="18768"/>
                      <a:pt x="66761" y="18768"/>
                      <a:pt x="66758" y="18768"/>
                    </a:cubicBezTo>
                    <a:lnTo>
                      <a:pt x="66758" y="18768"/>
                    </a:lnTo>
                    <a:cubicBezTo>
                      <a:pt x="66814" y="18763"/>
                      <a:pt x="66854" y="18725"/>
                      <a:pt x="66912" y="18706"/>
                    </a:cubicBezTo>
                    <a:lnTo>
                      <a:pt x="66933" y="18685"/>
                    </a:lnTo>
                    <a:cubicBezTo>
                      <a:pt x="66975" y="18601"/>
                      <a:pt x="67017" y="18497"/>
                      <a:pt x="66954" y="18413"/>
                    </a:cubicBezTo>
                    <a:cubicBezTo>
                      <a:pt x="63837" y="14228"/>
                      <a:pt x="59673" y="10608"/>
                      <a:pt x="55216" y="7512"/>
                    </a:cubicBezTo>
                    <a:cubicBezTo>
                      <a:pt x="55174" y="7491"/>
                      <a:pt x="55153" y="7491"/>
                      <a:pt x="55132" y="7470"/>
                    </a:cubicBezTo>
                    <a:cubicBezTo>
                      <a:pt x="54233" y="6842"/>
                      <a:pt x="53333" y="6256"/>
                      <a:pt x="52412" y="5691"/>
                    </a:cubicBezTo>
                    <a:cubicBezTo>
                      <a:pt x="52391" y="5691"/>
                      <a:pt x="52391" y="5649"/>
                      <a:pt x="52350" y="5629"/>
                    </a:cubicBezTo>
                    <a:cubicBezTo>
                      <a:pt x="51701" y="5210"/>
                      <a:pt x="51052" y="4813"/>
                      <a:pt x="50404" y="4436"/>
                    </a:cubicBezTo>
                    <a:cubicBezTo>
                      <a:pt x="49211" y="3745"/>
                      <a:pt x="48039" y="3076"/>
                      <a:pt x="46888" y="2469"/>
                    </a:cubicBezTo>
                    <a:cubicBezTo>
                      <a:pt x="46771" y="2407"/>
                      <a:pt x="46661" y="2379"/>
                      <a:pt x="46560" y="2379"/>
                    </a:cubicBezTo>
                    <a:cubicBezTo>
                      <a:pt x="46119" y="2379"/>
                      <a:pt x="45860" y="2901"/>
                      <a:pt x="46031" y="3327"/>
                    </a:cubicBezTo>
                    <a:lnTo>
                      <a:pt x="46051" y="3348"/>
                    </a:lnTo>
                    <a:cubicBezTo>
                      <a:pt x="46072" y="3432"/>
                      <a:pt x="46114" y="3515"/>
                      <a:pt x="46177" y="3599"/>
                    </a:cubicBezTo>
                    <a:cubicBezTo>
                      <a:pt x="50445" y="8118"/>
                      <a:pt x="55551" y="12722"/>
                      <a:pt x="61137" y="16007"/>
                    </a:cubicBezTo>
                    <a:cubicBezTo>
                      <a:pt x="61179" y="16049"/>
                      <a:pt x="61200" y="16049"/>
                      <a:pt x="61221" y="16069"/>
                    </a:cubicBezTo>
                    <a:cubicBezTo>
                      <a:pt x="61514" y="16258"/>
                      <a:pt x="61807" y="16404"/>
                      <a:pt x="62121" y="16572"/>
                    </a:cubicBezTo>
                    <a:cubicBezTo>
                      <a:pt x="62184" y="16613"/>
                      <a:pt x="62267" y="16634"/>
                      <a:pt x="62351" y="16697"/>
                    </a:cubicBezTo>
                    <a:cubicBezTo>
                      <a:pt x="62644" y="16844"/>
                      <a:pt x="62916" y="17011"/>
                      <a:pt x="63230" y="17157"/>
                    </a:cubicBezTo>
                    <a:cubicBezTo>
                      <a:pt x="63376" y="17220"/>
                      <a:pt x="63481" y="17304"/>
                      <a:pt x="63606" y="17346"/>
                    </a:cubicBezTo>
                    <a:cubicBezTo>
                      <a:pt x="63816" y="17450"/>
                      <a:pt x="64004" y="17555"/>
                      <a:pt x="64213" y="17639"/>
                    </a:cubicBezTo>
                    <a:cubicBezTo>
                      <a:pt x="64360" y="17722"/>
                      <a:pt x="64548" y="17785"/>
                      <a:pt x="64715" y="17869"/>
                    </a:cubicBezTo>
                    <a:cubicBezTo>
                      <a:pt x="64946" y="17973"/>
                      <a:pt x="65155" y="18078"/>
                      <a:pt x="65385" y="18183"/>
                    </a:cubicBezTo>
                    <a:cubicBezTo>
                      <a:pt x="65531" y="18266"/>
                      <a:pt x="65699" y="18308"/>
                      <a:pt x="65866" y="18392"/>
                    </a:cubicBezTo>
                    <a:lnTo>
                      <a:pt x="66410" y="18622"/>
                    </a:lnTo>
                    <a:cubicBezTo>
                      <a:pt x="66512" y="18683"/>
                      <a:pt x="66615" y="18705"/>
                      <a:pt x="66717" y="18764"/>
                    </a:cubicBezTo>
                    <a:lnTo>
                      <a:pt x="66717" y="18764"/>
                    </a:lnTo>
                    <a:cubicBezTo>
                      <a:pt x="63282" y="18461"/>
                      <a:pt x="59832" y="18310"/>
                      <a:pt x="56381" y="18310"/>
                    </a:cubicBezTo>
                    <a:cubicBezTo>
                      <a:pt x="45847" y="18310"/>
                      <a:pt x="35302" y="19722"/>
                      <a:pt x="25149" y="22556"/>
                    </a:cubicBezTo>
                    <a:cubicBezTo>
                      <a:pt x="25756" y="22221"/>
                      <a:pt x="26341" y="21865"/>
                      <a:pt x="26906" y="21510"/>
                    </a:cubicBezTo>
                    <a:cubicBezTo>
                      <a:pt x="26927" y="21489"/>
                      <a:pt x="26969" y="21447"/>
                      <a:pt x="26969" y="21426"/>
                    </a:cubicBezTo>
                    <a:lnTo>
                      <a:pt x="26969" y="21321"/>
                    </a:lnTo>
                    <a:cubicBezTo>
                      <a:pt x="26969" y="21300"/>
                      <a:pt x="26969" y="21300"/>
                      <a:pt x="26927" y="21279"/>
                    </a:cubicBezTo>
                    <a:cubicBezTo>
                      <a:pt x="27409" y="21196"/>
                      <a:pt x="27848" y="21112"/>
                      <a:pt x="28287" y="21007"/>
                    </a:cubicBezTo>
                    <a:cubicBezTo>
                      <a:pt x="28664" y="20924"/>
                      <a:pt x="28999" y="20861"/>
                      <a:pt x="29375" y="20756"/>
                    </a:cubicBezTo>
                    <a:cubicBezTo>
                      <a:pt x="29396" y="20756"/>
                      <a:pt x="29396" y="20714"/>
                      <a:pt x="29417" y="20714"/>
                    </a:cubicBezTo>
                    <a:cubicBezTo>
                      <a:pt x="29543" y="20673"/>
                      <a:pt x="29543" y="20547"/>
                      <a:pt x="29501" y="20442"/>
                    </a:cubicBezTo>
                    <a:cubicBezTo>
                      <a:pt x="29480" y="20380"/>
                      <a:pt x="29417" y="20338"/>
                      <a:pt x="29375" y="20296"/>
                    </a:cubicBezTo>
                    <a:cubicBezTo>
                      <a:pt x="27701" y="19710"/>
                      <a:pt x="25881" y="19354"/>
                      <a:pt x="23998" y="19208"/>
                    </a:cubicBezTo>
                    <a:lnTo>
                      <a:pt x="23935" y="19208"/>
                    </a:lnTo>
                    <a:cubicBezTo>
                      <a:pt x="23580" y="19187"/>
                      <a:pt x="23224" y="19145"/>
                      <a:pt x="22889" y="19124"/>
                    </a:cubicBezTo>
                    <a:lnTo>
                      <a:pt x="22722" y="19124"/>
                    </a:lnTo>
                    <a:cubicBezTo>
                      <a:pt x="22408" y="19124"/>
                      <a:pt x="22073" y="19103"/>
                      <a:pt x="21759" y="19103"/>
                    </a:cubicBezTo>
                    <a:lnTo>
                      <a:pt x="20295" y="19103"/>
                    </a:lnTo>
                    <a:cubicBezTo>
                      <a:pt x="20002" y="19103"/>
                      <a:pt x="19751" y="19124"/>
                      <a:pt x="19458" y="19124"/>
                    </a:cubicBezTo>
                    <a:cubicBezTo>
                      <a:pt x="19332" y="19124"/>
                      <a:pt x="19186" y="19145"/>
                      <a:pt x="19060" y="19145"/>
                    </a:cubicBezTo>
                    <a:cubicBezTo>
                      <a:pt x="18830" y="19187"/>
                      <a:pt x="18558" y="19187"/>
                      <a:pt x="18328" y="19208"/>
                    </a:cubicBezTo>
                    <a:cubicBezTo>
                      <a:pt x="18181" y="19229"/>
                      <a:pt x="18014" y="19229"/>
                      <a:pt x="17867" y="19250"/>
                    </a:cubicBezTo>
                    <a:cubicBezTo>
                      <a:pt x="17658" y="19292"/>
                      <a:pt x="17407" y="19313"/>
                      <a:pt x="17198" y="19334"/>
                    </a:cubicBezTo>
                    <a:cubicBezTo>
                      <a:pt x="17030" y="19354"/>
                      <a:pt x="16842" y="19396"/>
                      <a:pt x="16654" y="19396"/>
                    </a:cubicBezTo>
                    <a:cubicBezTo>
                      <a:pt x="16466" y="19417"/>
                      <a:pt x="16256" y="19438"/>
                      <a:pt x="16089" y="19459"/>
                    </a:cubicBezTo>
                    <a:cubicBezTo>
                      <a:pt x="15880" y="19501"/>
                      <a:pt x="15670" y="19522"/>
                      <a:pt x="15482" y="19543"/>
                    </a:cubicBezTo>
                    <a:cubicBezTo>
                      <a:pt x="15294" y="19564"/>
                      <a:pt x="15147" y="19606"/>
                      <a:pt x="14959" y="19626"/>
                    </a:cubicBezTo>
                    <a:cubicBezTo>
                      <a:pt x="14750" y="19647"/>
                      <a:pt x="14520" y="19710"/>
                      <a:pt x="14310" y="19731"/>
                    </a:cubicBezTo>
                    <a:cubicBezTo>
                      <a:pt x="14143" y="19752"/>
                      <a:pt x="13955" y="19773"/>
                      <a:pt x="13808" y="19836"/>
                    </a:cubicBezTo>
                    <a:cubicBezTo>
                      <a:pt x="13599" y="19878"/>
                      <a:pt x="13390" y="19919"/>
                      <a:pt x="13181" y="19961"/>
                    </a:cubicBezTo>
                    <a:cubicBezTo>
                      <a:pt x="12971" y="20024"/>
                      <a:pt x="12741" y="20045"/>
                      <a:pt x="12532" y="20087"/>
                    </a:cubicBezTo>
                    <a:cubicBezTo>
                      <a:pt x="12364" y="20129"/>
                      <a:pt x="12218" y="20170"/>
                      <a:pt x="12051" y="20191"/>
                    </a:cubicBezTo>
                    <a:cubicBezTo>
                      <a:pt x="12030" y="20191"/>
                      <a:pt x="12009" y="20191"/>
                      <a:pt x="11967" y="20233"/>
                    </a:cubicBezTo>
                    <a:cubicBezTo>
                      <a:pt x="11611" y="20296"/>
                      <a:pt x="11276" y="20380"/>
                      <a:pt x="10900" y="20484"/>
                    </a:cubicBezTo>
                    <a:cubicBezTo>
                      <a:pt x="10889" y="20474"/>
                      <a:pt x="10863" y="20469"/>
                      <a:pt x="10829" y="20469"/>
                    </a:cubicBezTo>
                    <a:cubicBezTo>
                      <a:pt x="10795" y="20469"/>
                      <a:pt x="10753" y="20474"/>
                      <a:pt x="10712" y="20484"/>
                    </a:cubicBezTo>
                    <a:cubicBezTo>
                      <a:pt x="10544" y="20568"/>
                      <a:pt x="10293" y="20610"/>
                      <a:pt x="10126" y="20694"/>
                    </a:cubicBezTo>
                    <a:cubicBezTo>
                      <a:pt x="7092" y="21489"/>
                      <a:pt x="4204" y="22493"/>
                      <a:pt x="1756" y="23581"/>
                    </a:cubicBezTo>
                    <a:cubicBezTo>
                      <a:pt x="1401" y="23719"/>
                      <a:pt x="1381" y="24341"/>
                      <a:pt x="1801" y="24341"/>
                    </a:cubicBezTo>
                    <a:cubicBezTo>
                      <a:pt x="1826" y="24341"/>
                      <a:pt x="1853" y="24339"/>
                      <a:pt x="1882" y="24334"/>
                    </a:cubicBezTo>
                    <a:cubicBezTo>
                      <a:pt x="2279" y="24272"/>
                      <a:pt x="2656" y="24209"/>
                      <a:pt x="3053" y="24146"/>
                    </a:cubicBezTo>
                    <a:lnTo>
                      <a:pt x="3074" y="24146"/>
                    </a:lnTo>
                    <a:cubicBezTo>
                      <a:pt x="7510" y="23476"/>
                      <a:pt x="11925" y="22786"/>
                      <a:pt x="16340" y="22221"/>
                    </a:cubicBezTo>
                    <a:cubicBezTo>
                      <a:pt x="16926" y="22137"/>
                      <a:pt x="17470" y="22075"/>
                      <a:pt x="18077" y="22033"/>
                    </a:cubicBezTo>
                    <a:lnTo>
                      <a:pt x="18244" y="22033"/>
                    </a:lnTo>
                    <a:cubicBezTo>
                      <a:pt x="19960" y="21907"/>
                      <a:pt x="21696" y="21823"/>
                      <a:pt x="23412" y="21698"/>
                    </a:cubicBezTo>
                    <a:lnTo>
                      <a:pt x="23433" y="21698"/>
                    </a:lnTo>
                    <a:cubicBezTo>
                      <a:pt x="22994" y="21761"/>
                      <a:pt x="22575" y="21844"/>
                      <a:pt x="22115" y="21928"/>
                    </a:cubicBezTo>
                    <a:cubicBezTo>
                      <a:pt x="21906" y="21949"/>
                      <a:pt x="21696" y="22012"/>
                      <a:pt x="21487" y="22054"/>
                    </a:cubicBezTo>
                    <a:cubicBezTo>
                      <a:pt x="21278" y="22116"/>
                      <a:pt x="21069" y="22137"/>
                      <a:pt x="20859" y="22179"/>
                    </a:cubicBezTo>
                    <a:cubicBezTo>
                      <a:pt x="20587" y="22242"/>
                      <a:pt x="20295" y="22284"/>
                      <a:pt x="20002" y="22367"/>
                    </a:cubicBezTo>
                    <a:cubicBezTo>
                      <a:pt x="19897" y="22388"/>
                      <a:pt x="19792" y="22430"/>
                      <a:pt x="19667" y="22451"/>
                    </a:cubicBezTo>
                    <a:cubicBezTo>
                      <a:pt x="13160" y="23811"/>
                      <a:pt x="6631" y="25883"/>
                      <a:pt x="501" y="27829"/>
                    </a:cubicBezTo>
                    <a:cubicBezTo>
                      <a:pt x="292" y="27912"/>
                      <a:pt x="145" y="28080"/>
                      <a:pt x="103" y="28226"/>
                    </a:cubicBezTo>
                    <a:cubicBezTo>
                      <a:pt x="1" y="28615"/>
                      <a:pt x="199" y="29064"/>
                      <a:pt x="677" y="29064"/>
                    </a:cubicBezTo>
                    <a:cubicBezTo>
                      <a:pt x="688" y="29064"/>
                      <a:pt x="699" y="29063"/>
                      <a:pt x="710" y="29063"/>
                    </a:cubicBezTo>
                    <a:cubicBezTo>
                      <a:pt x="1714" y="29021"/>
                      <a:pt x="2761" y="28937"/>
                      <a:pt x="3807" y="28833"/>
                    </a:cubicBezTo>
                    <a:cubicBezTo>
                      <a:pt x="6631" y="28561"/>
                      <a:pt x="9498" y="28101"/>
                      <a:pt x="12281" y="27452"/>
                    </a:cubicBezTo>
                    <a:lnTo>
                      <a:pt x="12323" y="27452"/>
                    </a:lnTo>
                    <a:cubicBezTo>
                      <a:pt x="12657" y="27368"/>
                      <a:pt x="13013" y="27285"/>
                      <a:pt x="13369" y="27180"/>
                    </a:cubicBezTo>
                    <a:cubicBezTo>
                      <a:pt x="13411" y="27159"/>
                      <a:pt x="13473" y="27159"/>
                      <a:pt x="13536" y="27138"/>
                    </a:cubicBezTo>
                    <a:cubicBezTo>
                      <a:pt x="14206" y="26971"/>
                      <a:pt x="14854" y="26782"/>
                      <a:pt x="15482" y="26615"/>
                    </a:cubicBezTo>
                    <a:cubicBezTo>
                      <a:pt x="15524" y="26573"/>
                      <a:pt x="15587" y="26573"/>
                      <a:pt x="15629" y="26552"/>
                    </a:cubicBezTo>
                    <a:cubicBezTo>
                      <a:pt x="15880" y="26468"/>
                      <a:pt x="16089" y="26427"/>
                      <a:pt x="16319" y="26343"/>
                    </a:cubicBezTo>
                    <a:cubicBezTo>
                      <a:pt x="16549" y="26259"/>
                      <a:pt x="16758" y="26217"/>
                      <a:pt x="16989" y="26134"/>
                    </a:cubicBezTo>
                    <a:cubicBezTo>
                      <a:pt x="17177" y="26092"/>
                      <a:pt x="17365" y="26008"/>
                      <a:pt x="17554" y="25945"/>
                    </a:cubicBezTo>
                    <a:cubicBezTo>
                      <a:pt x="17888" y="25841"/>
                      <a:pt x="18223" y="25715"/>
                      <a:pt x="18558" y="25590"/>
                    </a:cubicBezTo>
                    <a:lnTo>
                      <a:pt x="18809" y="25506"/>
                    </a:lnTo>
                    <a:cubicBezTo>
                      <a:pt x="19248" y="25360"/>
                      <a:pt x="19688" y="25171"/>
                      <a:pt x="20127" y="24983"/>
                    </a:cubicBezTo>
                    <a:lnTo>
                      <a:pt x="20295" y="24899"/>
                    </a:lnTo>
                    <a:cubicBezTo>
                      <a:pt x="20713" y="24753"/>
                      <a:pt x="21111" y="24564"/>
                      <a:pt x="21529" y="24376"/>
                    </a:cubicBezTo>
                    <a:cubicBezTo>
                      <a:pt x="21550" y="24355"/>
                      <a:pt x="21592" y="24355"/>
                      <a:pt x="21634" y="24334"/>
                    </a:cubicBezTo>
                    <a:cubicBezTo>
                      <a:pt x="22094" y="24125"/>
                      <a:pt x="22596" y="23895"/>
                      <a:pt x="23036" y="23686"/>
                    </a:cubicBezTo>
                    <a:cubicBezTo>
                      <a:pt x="24458" y="23267"/>
                      <a:pt x="25860" y="22891"/>
                      <a:pt x="27283" y="22535"/>
                    </a:cubicBezTo>
                    <a:lnTo>
                      <a:pt x="27283" y="22535"/>
                    </a:lnTo>
                    <a:cubicBezTo>
                      <a:pt x="25839" y="23414"/>
                      <a:pt x="24458" y="24460"/>
                      <a:pt x="23119" y="25527"/>
                    </a:cubicBezTo>
                    <a:cubicBezTo>
                      <a:pt x="22115" y="26343"/>
                      <a:pt x="21131" y="27180"/>
                      <a:pt x="20127" y="28017"/>
                    </a:cubicBezTo>
                    <a:cubicBezTo>
                      <a:pt x="18558" y="29356"/>
                      <a:pt x="16968" y="30653"/>
                      <a:pt x="15294" y="31804"/>
                    </a:cubicBezTo>
                    <a:cubicBezTo>
                      <a:pt x="15001" y="31992"/>
                      <a:pt x="14750" y="32181"/>
                      <a:pt x="14457" y="32369"/>
                    </a:cubicBezTo>
                    <a:cubicBezTo>
                      <a:pt x="14373" y="32411"/>
                      <a:pt x="14310" y="32474"/>
                      <a:pt x="14206" y="32536"/>
                    </a:cubicBezTo>
                    <a:cubicBezTo>
                      <a:pt x="13934" y="32704"/>
                      <a:pt x="13683" y="32892"/>
                      <a:pt x="13411" y="33038"/>
                    </a:cubicBezTo>
                    <a:cubicBezTo>
                      <a:pt x="13285" y="33122"/>
                      <a:pt x="13118" y="33227"/>
                      <a:pt x="12992" y="33311"/>
                    </a:cubicBezTo>
                    <a:cubicBezTo>
                      <a:pt x="12364" y="33687"/>
                      <a:pt x="11737" y="34085"/>
                      <a:pt x="11109" y="34461"/>
                    </a:cubicBezTo>
                    <a:lnTo>
                      <a:pt x="11130" y="34461"/>
                    </a:lnTo>
                    <a:cubicBezTo>
                      <a:pt x="8787" y="35884"/>
                      <a:pt x="6380" y="37244"/>
                      <a:pt x="4058" y="38667"/>
                    </a:cubicBezTo>
                    <a:cubicBezTo>
                      <a:pt x="4016" y="38667"/>
                      <a:pt x="3995" y="38667"/>
                      <a:pt x="3995" y="38688"/>
                    </a:cubicBezTo>
                    <a:cubicBezTo>
                      <a:pt x="3346" y="39064"/>
                      <a:pt x="2719" y="39441"/>
                      <a:pt x="2091" y="39860"/>
                    </a:cubicBezTo>
                    <a:cubicBezTo>
                      <a:pt x="1453" y="40285"/>
                      <a:pt x="1834" y="41175"/>
                      <a:pt x="2490" y="41175"/>
                    </a:cubicBezTo>
                    <a:cubicBezTo>
                      <a:pt x="2543" y="41175"/>
                      <a:pt x="2599" y="41170"/>
                      <a:pt x="2656" y="41157"/>
                    </a:cubicBezTo>
                    <a:cubicBezTo>
                      <a:pt x="2949" y="41094"/>
                      <a:pt x="3263" y="41010"/>
                      <a:pt x="3556" y="40906"/>
                    </a:cubicBezTo>
                    <a:cubicBezTo>
                      <a:pt x="10168" y="39190"/>
                      <a:pt x="17826" y="34838"/>
                      <a:pt x="22994" y="29272"/>
                    </a:cubicBezTo>
                    <a:lnTo>
                      <a:pt x="23015" y="29251"/>
                    </a:lnTo>
                    <a:cubicBezTo>
                      <a:pt x="23224" y="29021"/>
                      <a:pt x="23454" y="28770"/>
                      <a:pt x="23663" y="28540"/>
                    </a:cubicBezTo>
                    <a:cubicBezTo>
                      <a:pt x="23768" y="28435"/>
                      <a:pt x="23852" y="28331"/>
                      <a:pt x="23956" y="28205"/>
                    </a:cubicBezTo>
                    <a:cubicBezTo>
                      <a:pt x="24040" y="28121"/>
                      <a:pt x="24103" y="28017"/>
                      <a:pt x="24165" y="27933"/>
                    </a:cubicBezTo>
                    <a:cubicBezTo>
                      <a:pt x="24312" y="27724"/>
                      <a:pt x="24479" y="27557"/>
                      <a:pt x="24626" y="27347"/>
                    </a:cubicBezTo>
                    <a:cubicBezTo>
                      <a:pt x="24688" y="27285"/>
                      <a:pt x="24709" y="27243"/>
                      <a:pt x="24772" y="27180"/>
                    </a:cubicBezTo>
                    <a:cubicBezTo>
                      <a:pt x="25128" y="26720"/>
                      <a:pt x="25463" y="26238"/>
                      <a:pt x="25777" y="25778"/>
                    </a:cubicBezTo>
                    <a:cubicBezTo>
                      <a:pt x="25777" y="25778"/>
                      <a:pt x="25777" y="25736"/>
                      <a:pt x="25818" y="25736"/>
                    </a:cubicBezTo>
                    <a:cubicBezTo>
                      <a:pt x="26488" y="24732"/>
                      <a:pt x="27095" y="23644"/>
                      <a:pt x="27555" y="22577"/>
                    </a:cubicBezTo>
                    <a:cubicBezTo>
                      <a:pt x="27597" y="22535"/>
                      <a:pt x="27555" y="22472"/>
                      <a:pt x="27534" y="22451"/>
                    </a:cubicBezTo>
                    <a:cubicBezTo>
                      <a:pt x="29020" y="22075"/>
                      <a:pt x="30526" y="21740"/>
                      <a:pt x="32012" y="21426"/>
                    </a:cubicBezTo>
                    <a:lnTo>
                      <a:pt x="32012" y="21426"/>
                    </a:lnTo>
                    <a:cubicBezTo>
                      <a:pt x="28329" y="25171"/>
                      <a:pt x="25463" y="29649"/>
                      <a:pt x="22052" y="33583"/>
                    </a:cubicBezTo>
                    <a:cubicBezTo>
                      <a:pt x="21947" y="33729"/>
                      <a:pt x="21843" y="33834"/>
                      <a:pt x="21738" y="33959"/>
                    </a:cubicBezTo>
                    <a:cubicBezTo>
                      <a:pt x="21027" y="34775"/>
                      <a:pt x="20315" y="35549"/>
                      <a:pt x="19604" y="36365"/>
                    </a:cubicBezTo>
                    <a:cubicBezTo>
                      <a:pt x="17365" y="38876"/>
                      <a:pt x="15085" y="41366"/>
                      <a:pt x="12804" y="43835"/>
                    </a:cubicBezTo>
                    <a:lnTo>
                      <a:pt x="12783" y="43835"/>
                    </a:lnTo>
                    <a:cubicBezTo>
                      <a:pt x="12323" y="44358"/>
                      <a:pt x="11841" y="44860"/>
                      <a:pt x="11381" y="45383"/>
                    </a:cubicBezTo>
                    <a:cubicBezTo>
                      <a:pt x="11130" y="45655"/>
                      <a:pt x="11297" y="46074"/>
                      <a:pt x="11590" y="46179"/>
                    </a:cubicBezTo>
                    <a:cubicBezTo>
                      <a:pt x="11631" y="46195"/>
                      <a:pt x="11678" y="46205"/>
                      <a:pt x="11727" y="46205"/>
                    </a:cubicBezTo>
                    <a:cubicBezTo>
                      <a:pt x="11805" y="46205"/>
                      <a:pt x="11890" y="46180"/>
                      <a:pt x="11967" y="46116"/>
                    </a:cubicBezTo>
                    <a:cubicBezTo>
                      <a:pt x="20211" y="40173"/>
                      <a:pt x="28873" y="31218"/>
                      <a:pt x="32137" y="21384"/>
                    </a:cubicBezTo>
                    <a:cubicBezTo>
                      <a:pt x="37138" y="20338"/>
                      <a:pt x="42243" y="19626"/>
                      <a:pt x="47391" y="19229"/>
                    </a:cubicBezTo>
                    <a:lnTo>
                      <a:pt x="47391" y="19229"/>
                    </a:lnTo>
                    <a:cubicBezTo>
                      <a:pt x="47370" y="19250"/>
                      <a:pt x="47328" y="19250"/>
                      <a:pt x="47307" y="19292"/>
                    </a:cubicBezTo>
                    <a:cubicBezTo>
                      <a:pt x="46951" y="19543"/>
                      <a:pt x="46596" y="19815"/>
                      <a:pt x="46240" y="20066"/>
                    </a:cubicBezTo>
                    <a:cubicBezTo>
                      <a:pt x="46156" y="20129"/>
                      <a:pt x="46156" y="20254"/>
                      <a:pt x="46261" y="20275"/>
                    </a:cubicBezTo>
                    <a:cubicBezTo>
                      <a:pt x="46344" y="20296"/>
                      <a:pt x="43185" y="26217"/>
                      <a:pt x="41260" y="29691"/>
                    </a:cubicBezTo>
                    <a:cubicBezTo>
                      <a:pt x="40590" y="30946"/>
                      <a:pt x="40067" y="31888"/>
                      <a:pt x="39900" y="32097"/>
                    </a:cubicBezTo>
                    <a:cubicBezTo>
                      <a:pt x="39170" y="33200"/>
                      <a:pt x="38427" y="34291"/>
                      <a:pt x="37682" y="35388"/>
                    </a:cubicBezTo>
                    <a:lnTo>
                      <a:pt x="37682" y="35388"/>
                    </a:lnTo>
                    <a:cubicBezTo>
                      <a:pt x="38801" y="33696"/>
                      <a:pt x="39806" y="31949"/>
                      <a:pt x="40632" y="30172"/>
                    </a:cubicBezTo>
                    <a:cubicBezTo>
                      <a:pt x="40779" y="29900"/>
                      <a:pt x="40883" y="29649"/>
                      <a:pt x="41009" y="29377"/>
                    </a:cubicBezTo>
                    <a:cubicBezTo>
                      <a:pt x="41030" y="29356"/>
                      <a:pt x="41030" y="29293"/>
                      <a:pt x="41051" y="29272"/>
                    </a:cubicBezTo>
                    <a:cubicBezTo>
                      <a:pt x="41155" y="29042"/>
                      <a:pt x="41260" y="28770"/>
                      <a:pt x="41365" y="28540"/>
                    </a:cubicBezTo>
                    <a:cubicBezTo>
                      <a:pt x="41406" y="28498"/>
                      <a:pt x="41427" y="28435"/>
                      <a:pt x="41427" y="28393"/>
                    </a:cubicBezTo>
                    <a:cubicBezTo>
                      <a:pt x="41532" y="28142"/>
                      <a:pt x="41616" y="27912"/>
                      <a:pt x="41720" y="27661"/>
                    </a:cubicBezTo>
                    <a:lnTo>
                      <a:pt x="41720" y="27619"/>
                    </a:lnTo>
                    <a:cubicBezTo>
                      <a:pt x="41867" y="27201"/>
                      <a:pt x="41992" y="26824"/>
                      <a:pt x="42139" y="26406"/>
                    </a:cubicBezTo>
                    <a:cubicBezTo>
                      <a:pt x="42181" y="26238"/>
                      <a:pt x="42243" y="26050"/>
                      <a:pt x="42285" y="25904"/>
                    </a:cubicBezTo>
                    <a:cubicBezTo>
                      <a:pt x="42306" y="25778"/>
                      <a:pt x="42369" y="25632"/>
                      <a:pt x="42390" y="25506"/>
                    </a:cubicBezTo>
                    <a:cubicBezTo>
                      <a:pt x="42453" y="25318"/>
                      <a:pt x="42494" y="25108"/>
                      <a:pt x="42557" y="24941"/>
                    </a:cubicBezTo>
                    <a:cubicBezTo>
                      <a:pt x="42578" y="24795"/>
                      <a:pt x="42599" y="24690"/>
                      <a:pt x="42620" y="24564"/>
                    </a:cubicBezTo>
                    <a:cubicBezTo>
                      <a:pt x="42683" y="24355"/>
                      <a:pt x="42725" y="24146"/>
                      <a:pt x="42766" y="23958"/>
                    </a:cubicBezTo>
                    <a:cubicBezTo>
                      <a:pt x="42787" y="23853"/>
                      <a:pt x="42808" y="23748"/>
                      <a:pt x="42808" y="23644"/>
                    </a:cubicBezTo>
                    <a:cubicBezTo>
                      <a:pt x="42871" y="23435"/>
                      <a:pt x="42892" y="23204"/>
                      <a:pt x="42913" y="22995"/>
                    </a:cubicBezTo>
                    <a:cubicBezTo>
                      <a:pt x="42934" y="22891"/>
                      <a:pt x="42934" y="22807"/>
                      <a:pt x="42976" y="22702"/>
                    </a:cubicBezTo>
                    <a:cubicBezTo>
                      <a:pt x="42997" y="22451"/>
                      <a:pt x="43038" y="22179"/>
                      <a:pt x="43080" y="21949"/>
                    </a:cubicBezTo>
                    <a:cubicBezTo>
                      <a:pt x="43080" y="21907"/>
                      <a:pt x="43101" y="21844"/>
                      <a:pt x="43101" y="21761"/>
                    </a:cubicBezTo>
                    <a:cubicBezTo>
                      <a:pt x="43122" y="21447"/>
                      <a:pt x="43143" y="21112"/>
                      <a:pt x="43185" y="20798"/>
                    </a:cubicBezTo>
                    <a:cubicBezTo>
                      <a:pt x="43185" y="20652"/>
                      <a:pt x="43080" y="20547"/>
                      <a:pt x="42934" y="20484"/>
                    </a:cubicBezTo>
                    <a:cubicBezTo>
                      <a:pt x="42894" y="20471"/>
                      <a:pt x="42852" y="20464"/>
                      <a:pt x="42810" y="20464"/>
                    </a:cubicBezTo>
                    <a:cubicBezTo>
                      <a:pt x="42720" y="20464"/>
                      <a:pt x="42629" y="20497"/>
                      <a:pt x="42557" y="20568"/>
                    </a:cubicBezTo>
                    <a:cubicBezTo>
                      <a:pt x="42474" y="20673"/>
                      <a:pt x="42390" y="20756"/>
                      <a:pt x="42306" y="20861"/>
                    </a:cubicBezTo>
                    <a:cubicBezTo>
                      <a:pt x="42097" y="21091"/>
                      <a:pt x="41930" y="21300"/>
                      <a:pt x="41720" y="21531"/>
                    </a:cubicBezTo>
                    <a:cubicBezTo>
                      <a:pt x="41658" y="21593"/>
                      <a:pt x="41720" y="21656"/>
                      <a:pt x="41783" y="21656"/>
                    </a:cubicBezTo>
                    <a:cubicBezTo>
                      <a:pt x="41344" y="21865"/>
                      <a:pt x="40883" y="22242"/>
                      <a:pt x="40423" y="22744"/>
                    </a:cubicBezTo>
                    <a:cubicBezTo>
                      <a:pt x="38205" y="25192"/>
                      <a:pt x="36134" y="30632"/>
                      <a:pt x="34836" y="32787"/>
                    </a:cubicBezTo>
                    <a:cubicBezTo>
                      <a:pt x="33581" y="34817"/>
                      <a:pt x="32305" y="36826"/>
                      <a:pt x="31007" y="38813"/>
                    </a:cubicBezTo>
                    <a:cubicBezTo>
                      <a:pt x="31070" y="38772"/>
                      <a:pt x="31091" y="38709"/>
                      <a:pt x="31154" y="38667"/>
                    </a:cubicBezTo>
                    <a:lnTo>
                      <a:pt x="31154" y="38667"/>
                    </a:lnTo>
                    <a:cubicBezTo>
                      <a:pt x="30422" y="39818"/>
                      <a:pt x="29647" y="40969"/>
                      <a:pt x="28894" y="42119"/>
                    </a:cubicBezTo>
                    <a:lnTo>
                      <a:pt x="28873" y="42119"/>
                    </a:lnTo>
                    <a:cubicBezTo>
                      <a:pt x="28162" y="43186"/>
                      <a:pt x="27450" y="44254"/>
                      <a:pt x="26718" y="45342"/>
                    </a:cubicBezTo>
                    <a:lnTo>
                      <a:pt x="26697" y="45342"/>
                    </a:lnTo>
                    <a:cubicBezTo>
                      <a:pt x="26509" y="45614"/>
                      <a:pt x="26341" y="45886"/>
                      <a:pt x="26153" y="46137"/>
                    </a:cubicBezTo>
                    <a:cubicBezTo>
                      <a:pt x="26153" y="46179"/>
                      <a:pt x="26132" y="46179"/>
                      <a:pt x="26132" y="46199"/>
                    </a:cubicBezTo>
                    <a:lnTo>
                      <a:pt x="26090" y="46199"/>
                    </a:lnTo>
                    <a:cubicBezTo>
                      <a:pt x="25944" y="46492"/>
                      <a:pt x="26028" y="46764"/>
                      <a:pt x="26195" y="46953"/>
                    </a:cubicBezTo>
                    <a:cubicBezTo>
                      <a:pt x="26237" y="46953"/>
                      <a:pt x="26237" y="46974"/>
                      <a:pt x="26258" y="47015"/>
                    </a:cubicBezTo>
                    <a:cubicBezTo>
                      <a:pt x="26362" y="47120"/>
                      <a:pt x="26488" y="47162"/>
                      <a:pt x="26655" y="47183"/>
                    </a:cubicBezTo>
                    <a:cubicBezTo>
                      <a:pt x="26736" y="47203"/>
                      <a:pt x="26820" y="47215"/>
                      <a:pt x="26902" y="47215"/>
                    </a:cubicBezTo>
                    <a:cubicBezTo>
                      <a:pt x="27075" y="47215"/>
                      <a:pt x="27246" y="47164"/>
                      <a:pt x="27388" y="47036"/>
                    </a:cubicBezTo>
                    <a:cubicBezTo>
                      <a:pt x="30422" y="44358"/>
                      <a:pt x="33665" y="40969"/>
                      <a:pt x="36427" y="37181"/>
                    </a:cubicBezTo>
                    <a:lnTo>
                      <a:pt x="36427" y="37181"/>
                    </a:lnTo>
                    <a:cubicBezTo>
                      <a:pt x="35046" y="39127"/>
                      <a:pt x="33602" y="41073"/>
                      <a:pt x="32137" y="42998"/>
                    </a:cubicBezTo>
                    <a:lnTo>
                      <a:pt x="32137" y="43040"/>
                    </a:lnTo>
                    <a:cubicBezTo>
                      <a:pt x="31635" y="43689"/>
                      <a:pt x="31154" y="44316"/>
                      <a:pt x="30652" y="44965"/>
                    </a:cubicBezTo>
                    <a:cubicBezTo>
                      <a:pt x="30463" y="45195"/>
                      <a:pt x="30484" y="45509"/>
                      <a:pt x="30631" y="45760"/>
                    </a:cubicBezTo>
                    <a:cubicBezTo>
                      <a:pt x="30673" y="45823"/>
                      <a:pt x="30735" y="45886"/>
                      <a:pt x="30798" y="45927"/>
                    </a:cubicBezTo>
                    <a:cubicBezTo>
                      <a:pt x="30895" y="46003"/>
                      <a:pt x="31004" y="46045"/>
                      <a:pt x="31121" y="46045"/>
                    </a:cubicBezTo>
                    <a:cubicBezTo>
                      <a:pt x="31230" y="46045"/>
                      <a:pt x="31346" y="46008"/>
                      <a:pt x="31468" y="45927"/>
                    </a:cubicBezTo>
                    <a:cubicBezTo>
                      <a:pt x="32535" y="45153"/>
                      <a:pt x="33581" y="44337"/>
                      <a:pt x="34606" y="43458"/>
                    </a:cubicBezTo>
                    <a:lnTo>
                      <a:pt x="34606" y="43417"/>
                    </a:lnTo>
                    <a:cubicBezTo>
                      <a:pt x="34920" y="43166"/>
                      <a:pt x="35234" y="42873"/>
                      <a:pt x="35506" y="42622"/>
                    </a:cubicBezTo>
                    <a:cubicBezTo>
                      <a:pt x="35506" y="42622"/>
                      <a:pt x="35506" y="42580"/>
                      <a:pt x="35548" y="42580"/>
                    </a:cubicBezTo>
                    <a:cubicBezTo>
                      <a:pt x="36908" y="41324"/>
                      <a:pt x="38184" y="40006"/>
                      <a:pt x="39377" y="38604"/>
                    </a:cubicBezTo>
                    <a:cubicBezTo>
                      <a:pt x="41762" y="35779"/>
                      <a:pt x="43813" y="32683"/>
                      <a:pt x="45382" y="29356"/>
                    </a:cubicBezTo>
                    <a:cubicBezTo>
                      <a:pt x="45424" y="29251"/>
                      <a:pt x="45487" y="29147"/>
                      <a:pt x="45507" y="29063"/>
                    </a:cubicBezTo>
                    <a:cubicBezTo>
                      <a:pt x="45612" y="28833"/>
                      <a:pt x="45717" y="28624"/>
                      <a:pt x="45821" y="28393"/>
                    </a:cubicBezTo>
                    <a:cubicBezTo>
                      <a:pt x="45863" y="28247"/>
                      <a:pt x="45926" y="28121"/>
                      <a:pt x="46010" y="27975"/>
                    </a:cubicBezTo>
                    <a:cubicBezTo>
                      <a:pt x="46072" y="27766"/>
                      <a:pt x="46177" y="27557"/>
                      <a:pt x="46261" y="27305"/>
                    </a:cubicBezTo>
                    <a:cubicBezTo>
                      <a:pt x="46324" y="27159"/>
                      <a:pt x="46386" y="26992"/>
                      <a:pt x="46449" y="26845"/>
                    </a:cubicBezTo>
                    <a:lnTo>
                      <a:pt x="46679" y="26217"/>
                    </a:lnTo>
                    <a:lnTo>
                      <a:pt x="46993" y="25360"/>
                    </a:lnTo>
                    <a:lnTo>
                      <a:pt x="47223" y="24648"/>
                    </a:lnTo>
                    <a:cubicBezTo>
                      <a:pt x="47286" y="24460"/>
                      <a:pt x="47328" y="24272"/>
                      <a:pt x="47412" y="24104"/>
                    </a:cubicBezTo>
                    <a:cubicBezTo>
                      <a:pt x="47474" y="23895"/>
                      <a:pt x="47516" y="23707"/>
                      <a:pt x="47579" y="23497"/>
                    </a:cubicBezTo>
                    <a:lnTo>
                      <a:pt x="47725" y="22953"/>
                    </a:lnTo>
                    <a:cubicBezTo>
                      <a:pt x="47788" y="22744"/>
                      <a:pt x="47830" y="22556"/>
                      <a:pt x="47893" y="22347"/>
                    </a:cubicBezTo>
                    <a:cubicBezTo>
                      <a:pt x="47935" y="22158"/>
                      <a:pt x="47956" y="21970"/>
                      <a:pt x="48018" y="21823"/>
                    </a:cubicBezTo>
                    <a:cubicBezTo>
                      <a:pt x="48060" y="21614"/>
                      <a:pt x="48123" y="21405"/>
                      <a:pt x="48144" y="21196"/>
                    </a:cubicBezTo>
                    <a:cubicBezTo>
                      <a:pt x="48165" y="21028"/>
                      <a:pt x="48207" y="20861"/>
                      <a:pt x="48248" y="20694"/>
                    </a:cubicBezTo>
                    <a:cubicBezTo>
                      <a:pt x="48269" y="20484"/>
                      <a:pt x="48332" y="20296"/>
                      <a:pt x="48353" y="20087"/>
                    </a:cubicBezTo>
                    <a:cubicBezTo>
                      <a:pt x="48416" y="19752"/>
                      <a:pt x="48207" y="19417"/>
                      <a:pt x="47893" y="19292"/>
                    </a:cubicBezTo>
                    <a:cubicBezTo>
                      <a:pt x="50720" y="19079"/>
                      <a:pt x="53566" y="18973"/>
                      <a:pt x="56425" y="18973"/>
                    </a:cubicBezTo>
                    <a:cubicBezTo>
                      <a:pt x="59744" y="18973"/>
                      <a:pt x="63082" y="19115"/>
                      <a:pt x="66431" y="19396"/>
                    </a:cubicBezTo>
                    <a:cubicBezTo>
                      <a:pt x="66159" y="19647"/>
                      <a:pt x="65908" y="19940"/>
                      <a:pt x="65678" y="20233"/>
                    </a:cubicBezTo>
                    <a:cubicBezTo>
                      <a:pt x="65615" y="20275"/>
                      <a:pt x="65594" y="20338"/>
                      <a:pt x="65531" y="20380"/>
                    </a:cubicBezTo>
                    <a:cubicBezTo>
                      <a:pt x="65406" y="20547"/>
                      <a:pt x="65301" y="20694"/>
                      <a:pt x="65176" y="20861"/>
                    </a:cubicBezTo>
                    <a:cubicBezTo>
                      <a:pt x="65113" y="20924"/>
                      <a:pt x="65071" y="20986"/>
                      <a:pt x="65008" y="21070"/>
                    </a:cubicBezTo>
                    <a:cubicBezTo>
                      <a:pt x="64904" y="21217"/>
                      <a:pt x="64778" y="21384"/>
                      <a:pt x="64674" y="21531"/>
                    </a:cubicBezTo>
                    <a:lnTo>
                      <a:pt x="64527" y="21761"/>
                    </a:lnTo>
                    <a:lnTo>
                      <a:pt x="64213" y="22242"/>
                    </a:lnTo>
                    <a:cubicBezTo>
                      <a:pt x="64150" y="22326"/>
                      <a:pt x="64109" y="22388"/>
                      <a:pt x="64046" y="22493"/>
                    </a:cubicBezTo>
                    <a:cubicBezTo>
                      <a:pt x="63941" y="22660"/>
                      <a:pt x="63837" y="22807"/>
                      <a:pt x="63753" y="22995"/>
                    </a:cubicBezTo>
                    <a:cubicBezTo>
                      <a:pt x="63711" y="23079"/>
                      <a:pt x="63648" y="23183"/>
                      <a:pt x="63606" y="23267"/>
                    </a:cubicBezTo>
                    <a:cubicBezTo>
                      <a:pt x="63502" y="23414"/>
                      <a:pt x="63418" y="23581"/>
                      <a:pt x="63313" y="23748"/>
                    </a:cubicBezTo>
                    <a:cubicBezTo>
                      <a:pt x="63272" y="23853"/>
                      <a:pt x="63209" y="23937"/>
                      <a:pt x="63167" y="24041"/>
                    </a:cubicBezTo>
                    <a:cubicBezTo>
                      <a:pt x="63021" y="24272"/>
                      <a:pt x="62895" y="24523"/>
                      <a:pt x="62790" y="24753"/>
                    </a:cubicBezTo>
                    <a:cubicBezTo>
                      <a:pt x="62686" y="24941"/>
                      <a:pt x="62602" y="25108"/>
                      <a:pt x="62497" y="25297"/>
                    </a:cubicBezTo>
                    <a:cubicBezTo>
                      <a:pt x="62456" y="25380"/>
                      <a:pt x="62435" y="25485"/>
                      <a:pt x="62372" y="25569"/>
                    </a:cubicBezTo>
                    <a:cubicBezTo>
                      <a:pt x="62267" y="25778"/>
                      <a:pt x="62184" y="25945"/>
                      <a:pt x="62079" y="26155"/>
                    </a:cubicBezTo>
                    <a:lnTo>
                      <a:pt x="62016" y="26322"/>
                    </a:lnTo>
                    <a:cubicBezTo>
                      <a:pt x="61430" y="27494"/>
                      <a:pt x="60886" y="28665"/>
                      <a:pt x="60342" y="29795"/>
                    </a:cubicBezTo>
                    <a:cubicBezTo>
                      <a:pt x="60342" y="29816"/>
                      <a:pt x="60300" y="29858"/>
                      <a:pt x="60300" y="29858"/>
                    </a:cubicBezTo>
                    <a:cubicBezTo>
                      <a:pt x="60196" y="30088"/>
                      <a:pt x="60070" y="30298"/>
                      <a:pt x="59966" y="30528"/>
                    </a:cubicBezTo>
                    <a:cubicBezTo>
                      <a:pt x="59715" y="31051"/>
                      <a:pt x="59443" y="31553"/>
                      <a:pt x="59150" y="32013"/>
                    </a:cubicBezTo>
                    <a:cubicBezTo>
                      <a:pt x="57371" y="35110"/>
                      <a:pt x="55446" y="38123"/>
                      <a:pt x="53458" y="41094"/>
                    </a:cubicBezTo>
                    <a:cubicBezTo>
                      <a:pt x="53458" y="41115"/>
                      <a:pt x="53438" y="41115"/>
                      <a:pt x="53396" y="41157"/>
                    </a:cubicBezTo>
                    <a:lnTo>
                      <a:pt x="50257" y="45865"/>
                    </a:lnTo>
                    <a:cubicBezTo>
                      <a:pt x="50071" y="46144"/>
                      <a:pt x="50357" y="46412"/>
                      <a:pt x="50645" y="46412"/>
                    </a:cubicBezTo>
                    <a:cubicBezTo>
                      <a:pt x="50745" y="46412"/>
                      <a:pt x="50846" y="46380"/>
                      <a:pt x="50927" y="46304"/>
                    </a:cubicBezTo>
                    <a:cubicBezTo>
                      <a:pt x="53479" y="43898"/>
                      <a:pt x="55781" y="41261"/>
                      <a:pt x="57852" y="38437"/>
                    </a:cubicBezTo>
                    <a:lnTo>
                      <a:pt x="57852" y="38395"/>
                    </a:lnTo>
                    <a:cubicBezTo>
                      <a:pt x="59087" y="36721"/>
                      <a:pt x="60259" y="34984"/>
                      <a:pt x="61326" y="33143"/>
                    </a:cubicBezTo>
                    <a:cubicBezTo>
                      <a:pt x="62916" y="30444"/>
                      <a:pt x="64966" y="27243"/>
                      <a:pt x="66034" y="23937"/>
                    </a:cubicBezTo>
                    <a:lnTo>
                      <a:pt x="66034" y="23916"/>
                    </a:lnTo>
                    <a:cubicBezTo>
                      <a:pt x="66117" y="23707"/>
                      <a:pt x="66159" y="23497"/>
                      <a:pt x="66222" y="23288"/>
                    </a:cubicBezTo>
                    <a:cubicBezTo>
                      <a:pt x="66222" y="23225"/>
                      <a:pt x="66243" y="23204"/>
                      <a:pt x="66243" y="23163"/>
                    </a:cubicBezTo>
                    <a:cubicBezTo>
                      <a:pt x="66306" y="22995"/>
                      <a:pt x="66326" y="22849"/>
                      <a:pt x="66368" y="22702"/>
                    </a:cubicBezTo>
                    <a:cubicBezTo>
                      <a:pt x="66410" y="22639"/>
                      <a:pt x="66410" y="22577"/>
                      <a:pt x="66431" y="22493"/>
                    </a:cubicBezTo>
                    <a:cubicBezTo>
                      <a:pt x="66452" y="22347"/>
                      <a:pt x="66515" y="22179"/>
                      <a:pt x="66536" y="22054"/>
                    </a:cubicBezTo>
                    <a:cubicBezTo>
                      <a:pt x="66557" y="21928"/>
                      <a:pt x="66578" y="21823"/>
                      <a:pt x="66619" y="21698"/>
                    </a:cubicBezTo>
                    <a:cubicBezTo>
                      <a:pt x="66640" y="21614"/>
                      <a:pt x="66640" y="21531"/>
                      <a:pt x="66661" y="21447"/>
                    </a:cubicBezTo>
                    <a:cubicBezTo>
                      <a:pt x="66682" y="21321"/>
                      <a:pt x="66682" y="21217"/>
                      <a:pt x="66724" y="21091"/>
                    </a:cubicBezTo>
                    <a:lnTo>
                      <a:pt x="66724" y="20986"/>
                    </a:lnTo>
                    <a:cubicBezTo>
                      <a:pt x="66745" y="20714"/>
                      <a:pt x="66766" y="20442"/>
                      <a:pt x="66787" y="20170"/>
                    </a:cubicBezTo>
                    <a:cubicBezTo>
                      <a:pt x="66787" y="19940"/>
                      <a:pt x="66829" y="19668"/>
                      <a:pt x="66787" y="19438"/>
                    </a:cubicBezTo>
                    <a:lnTo>
                      <a:pt x="66787" y="19438"/>
                    </a:lnTo>
                    <a:cubicBezTo>
                      <a:pt x="68565" y="19606"/>
                      <a:pt x="70344" y="19773"/>
                      <a:pt x="72122" y="20024"/>
                    </a:cubicBezTo>
                    <a:cubicBezTo>
                      <a:pt x="72018" y="20129"/>
                      <a:pt x="71955" y="20233"/>
                      <a:pt x="71850" y="20338"/>
                    </a:cubicBezTo>
                    <a:cubicBezTo>
                      <a:pt x="71788" y="20380"/>
                      <a:pt x="71767" y="20442"/>
                      <a:pt x="71704" y="20484"/>
                    </a:cubicBezTo>
                    <a:lnTo>
                      <a:pt x="71390" y="20882"/>
                    </a:lnTo>
                    <a:cubicBezTo>
                      <a:pt x="71348" y="20924"/>
                      <a:pt x="71285" y="21007"/>
                      <a:pt x="71244" y="21070"/>
                    </a:cubicBezTo>
                    <a:cubicBezTo>
                      <a:pt x="71139" y="21196"/>
                      <a:pt x="71034" y="21342"/>
                      <a:pt x="70909" y="21489"/>
                    </a:cubicBezTo>
                    <a:cubicBezTo>
                      <a:pt x="70867" y="21531"/>
                      <a:pt x="70825" y="21593"/>
                      <a:pt x="70804" y="21635"/>
                    </a:cubicBezTo>
                    <a:cubicBezTo>
                      <a:pt x="70658" y="21803"/>
                      <a:pt x="70553" y="21949"/>
                      <a:pt x="70428" y="22116"/>
                    </a:cubicBezTo>
                    <a:cubicBezTo>
                      <a:pt x="70407" y="22137"/>
                      <a:pt x="70407" y="22158"/>
                      <a:pt x="70386" y="22179"/>
                    </a:cubicBezTo>
                    <a:cubicBezTo>
                      <a:pt x="69821" y="22953"/>
                      <a:pt x="69298" y="23748"/>
                      <a:pt x="68775" y="24564"/>
                    </a:cubicBezTo>
                    <a:cubicBezTo>
                      <a:pt x="68356" y="25171"/>
                      <a:pt x="68000" y="25799"/>
                      <a:pt x="67666" y="26448"/>
                    </a:cubicBezTo>
                    <a:cubicBezTo>
                      <a:pt x="66850" y="27829"/>
                      <a:pt x="66034" y="29230"/>
                      <a:pt x="65176" y="30528"/>
                    </a:cubicBezTo>
                    <a:cubicBezTo>
                      <a:pt x="62393" y="34796"/>
                      <a:pt x="59443" y="38918"/>
                      <a:pt x="56492" y="43061"/>
                    </a:cubicBezTo>
                    <a:cubicBezTo>
                      <a:pt x="56492" y="43061"/>
                      <a:pt x="56492" y="43082"/>
                      <a:pt x="56471" y="43082"/>
                    </a:cubicBezTo>
                    <a:lnTo>
                      <a:pt x="56074" y="43626"/>
                    </a:lnTo>
                    <a:cubicBezTo>
                      <a:pt x="55822" y="43988"/>
                      <a:pt x="56079" y="44373"/>
                      <a:pt x="56400" y="44373"/>
                    </a:cubicBezTo>
                    <a:cubicBezTo>
                      <a:pt x="56506" y="44373"/>
                      <a:pt x="56619" y="44331"/>
                      <a:pt x="56723" y="44233"/>
                    </a:cubicBezTo>
                    <a:cubicBezTo>
                      <a:pt x="58668" y="42412"/>
                      <a:pt x="60719" y="40257"/>
                      <a:pt x="62707" y="37956"/>
                    </a:cubicBezTo>
                    <a:cubicBezTo>
                      <a:pt x="62707" y="37935"/>
                      <a:pt x="62749" y="37935"/>
                      <a:pt x="62749" y="37935"/>
                    </a:cubicBezTo>
                    <a:cubicBezTo>
                      <a:pt x="62790" y="37872"/>
                      <a:pt x="62853" y="37830"/>
                      <a:pt x="62895" y="37746"/>
                    </a:cubicBezTo>
                    <a:cubicBezTo>
                      <a:pt x="62895" y="37949"/>
                      <a:pt x="63058" y="38129"/>
                      <a:pt x="63236" y="38129"/>
                    </a:cubicBezTo>
                    <a:cubicBezTo>
                      <a:pt x="63297" y="38129"/>
                      <a:pt x="63360" y="38108"/>
                      <a:pt x="63418" y="38060"/>
                    </a:cubicBezTo>
                    <a:lnTo>
                      <a:pt x="63816" y="37746"/>
                    </a:lnTo>
                    <a:lnTo>
                      <a:pt x="63816" y="37725"/>
                    </a:lnTo>
                    <a:cubicBezTo>
                      <a:pt x="64318" y="37328"/>
                      <a:pt x="64799" y="36909"/>
                      <a:pt x="65301" y="36491"/>
                    </a:cubicBezTo>
                    <a:cubicBezTo>
                      <a:pt x="65406" y="36386"/>
                      <a:pt x="65531" y="36282"/>
                      <a:pt x="65636" y="36198"/>
                    </a:cubicBezTo>
                    <a:lnTo>
                      <a:pt x="65636" y="36198"/>
                    </a:lnTo>
                    <a:cubicBezTo>
                      <a:pt x="65636" y="36240"/>
                      <a:pt x="65615" y="36240"/>
                      <a:pt x="65615" y="36261"/>
                    </a:cubicBezTo>
                    <a:cubicBezTo>
                      <a:pt x="66452" y="35528"/>
                      <a:pt x="67289" y="34733"/>
                      <a:pt x="68084" y="33959"/>
                    </a:cubicBezTo>
                    <a:lnTo>
                      <a:pt x="68126" y="33896"/>
                    </a:lnTo>
                    <a:lnTo>
                      <a:pt x="68879" y="33143"/>
                    </a:lnTo>
                    <a:cubicBezTo>
                      <a:pt x="68942" y="33101"/>
                      <a:pt x="68984" y="33038"/>
                      <a:pt x="69047" y="32955"/>
                    </a:cubicBezTo>
                    <a:cubicBezTo>
                      <a:pt x="69256" y="32725"/>
                      <a:pt x="69465" y="32515"/>
                      <a:pt x="69674" y="32285"/>
                    </a:cubicBezTo>
                    <a:cubicBezTo>
                      <a:pt x="69758" y="32202"/>
                      <a:pt x="69821" y="32097"/>
                      <a:pt x="69925" y="32013"/>
                    </a:cubicBezTo>
                    <a:cubicBezTo>
                      <a:pt x="70114" y="31804"/>
                      <a:pt x="70302" y="31637"/>
                      <a:pt x="70448" y="31427"/>
                    </a:cubicBezTo>
                    <a:cubicBezTo>
                      <a:pt x="70553" y="31281"/>
                      <a:pt x="70658" y="31176"/>
                      <a:pt x="70762" y="31051"/>
                    </a:cubicBezTo>
                    <a:cubicBezTo>
                      <a:pt x="70930" y="30862"/>
                      <a:pt x="71055" y="30716"/>
                      <a:pt x="71223" y="30528"/>
                    </a:cubicBezTo>
                    <a:cubicBezTo>
                      <a:pt x="71348" y="30381"/>
                      <a:pt x="71474" y="30235"/>
                      <a:pt x="71578" y="30088"/>
                    </a:cubicBezTo>
                    <a:cubicBezTo>
                      <a:pt x="71704" y="29921"/>
                      <a:pt x="71850" y="29774"/>
                      <a:pt x="71955" y="29607"/>
                    </a:cubicBezTo>
                    <a:cubicBezTo>
                      <a:pt x="72080" y="29440"/>
                      <a:pt x="72227" y="29272"/>
                      <a:pt x="72373" y="29084"/>
                    </a:cubicBezTo>
                    <a:cubicBezTo>
                      <a:pt x="72478" y="28958"/>
                      <a:pt x="72583" y="28812"/>
                      <a:pt x="72687" y="28665"/>
                    </a:cubicBezTo>
                    <a:cubicBezTo>
                      <a:pt x="72834" y="28498"/>
                      <a:pt x="73001" y="28289"/>
                      <a:pt x="73127" y="28101"/>
                    </a:cubicBezTo>
                    <a:cubicBezTo>
                      <a:pt x="73231" y="27975"/>
                      <a:pt x="73315" y="27829"/>
                      <a:pt x="73420" y="27724"/>
                    </a:cubicBezTo>
                    <a:lnTo>
                      <a:pt x="73880" y="27096"/>
                    </a:lnTo>
                    <a:cubicBezTo>
                      <a:pt x="73964" y="26992"/>
                      <a:pt x="74047" y="26866"/>
                      <a:pt x="74110" y="26761"/>
                    </a:cubicBezTo>
                    <a:cubicBezTo>
                      <a:pt x="74277" y="26531"/>
                      <a:pt x="74424" y="26301"/>
                      <a:pt x="74591" y="26092"/>
                    </a:cubicBezTo>
                    <a:cubicBezTo>
                      <a:pt x="74675" y="25987"/>
                      <a:pt x="74717" y="25883"/>
                      <a:pt x="74801" y="25778"/>
                    </a:cubicBezTo>
                    <a:cubicBezTo>
                      <a:pt x="74947" y="25527"/>
                      <a:pt x="75135" y="25276"/>
                      <a:pt x="75303" y="25046"/>
                    </a:cubicBezTo>
                    <a:cubicBezTo>
                      <a:pt x="75345" y="24962"/>
                      <a:pt x="75407" y="24857"/>
                      <a:pt x="75470" y="24774"/>
                    </a:cubicBezTo>
                    <a:cubicBezTo>
                      <a:pt x="75637" y="24523"/>
                      <a:pt x="75826" y="24251"/>
                      <a:pt x="75972" y="23999"/>
                    </a:cubicBezTo>
                    <a:cubicBezTo>
                      <a:pt x="76035" y="23916"/>
                      <a:pt x="76056" y="23853"/>
                      <a:pt x="76098" y="23790"/>
                    </a:cubicBezTo>
                    <a:cubicBezTo>
                      <a:pt x="76286" y="23497"/>
                      <a:pt x="76454" y="23204"/>
                      <a:pt x="76621" y="22911"/>
                    </a:cubicBezTo>
                    <a:cubicBezTo>
                      <a:pt x="76621" y="22891"/>
                      <a:pt x="76663" y="22891"/>
                      <a:pt x="76663" y="22870"/>
                    </a:cubicBezTo>
                    <a:cubicBezTo>
                      <a:pt x="77018" y="22263"/>
                      <a:pt x="77353" y="21635"/>
                      <a:pt x="77667" y="21028"/>
                    </a:cubicBezTo>
                    <a:cubicBezTo>
                      <a:pt x="78483" y="21196"/>
                      <a:pt x="79299" y="21321"/>
                      <a:pt x="80115" y="21510"/>
                    </a:cubicBezTo>
                    <a:cubicBezTo>
                      <a:pt x="80031" y="21593"/>
                      <a:pt x="79927" y="21656"/>
                      <a:pt x="79843" y="21740"/>
                    </a:cubicBezTo>
                    <a:cubicBezTo>
                      <a:pt x="79801" y="21803"/>
                      <a:pt x="79739" y="21844"/>
                      <a:pt x="79655" y="21907"/>
                    </a:cubicBezTo>
                    <a:cubicBezTo>
                      <a:pt x="79550" y="22012"/>
                      <a:pt x="79446" y="22075"/>
                      <a:pt x="79383" y="22179"/>
                    </a:cubicBezTo>
                    <a:cubicBezTo>
                      <a:pt x="79299" y="22263"/>
                      <a:pt x="79215" y="22347"/>
                      <a:pt x="79174" y="22430"/>
                    </a:cubicBezTo>
                    <a:cubicBezTo>
                      <a:pt x="79090" y="22493"/>
                      <a:pt x="79006" y="22598"/>
                      <a:pt x="78922" y="22681"/>
                    </a:cubicBezTo>
                    <a:cubicBezTo>
                      <a:pt x="78818" y="22786"/>
                      <a:pt x="78755" y="22891"/>
                      <a:pt x="78650" y="22995"/>
                    </a:cubicBezTo>
                    <a:cubicBezTo>
                      <a:pt x="78588" y="23058"/>
                      <a:pt x="78546" y="23121"/>
                      <a:pt x="78483" y="23183"/>
                    </a:cubicBezTo>
                    <a:cubicBezTo>
                      <a:pt x="78337" y="23372"/>
                      <a:pt x="78169" y="23539"/>
                      <a:pt x="78044" y="23727"/>
                    </a:cubicBezTo>
                    <a:lnTo>
                      <a:pt x="77981" y="23790"/>
                    </a:lnTo>
                    <a:cubicBezTo>
                      <a:pt x="77855" y="23958"/>
                      <a:pt x="77709" y="24146"/>
                      <a:pt x="77562" y="24334"/>
                    </a:cubicBezTo>
                    <a:cubicBezTo>
                      <a:pt x="77542" y="24355"/>
                      <a:pt x="77521" y="24418"/>
                      <a:pt x="77500" y="24439"/>
                    </a:cubicBezTo>
                    <a:cubicBezTo>
                      <a:pt x="77353" y="24627"/>
                      <a:pt x="77228" y="24774"/>
                      <a:pt x="77102" y="24962"/>
                    </a:cubicBezTo>
                    <a:cubicBezTo>
                      <a:pt x="77081" y="24983"/>
                      <a:pt x="77081" y="25004"/>
                      <a:pt x="77039" y="25046"/>
                    </a:cubicBezTo>
                    <a:cubicBezTo>
                      <a:pt x="76140" y="26343"/>
                      <a:pt x="75261" y="27766"/>
                      <a:pt x="74403" y="29084"/>
                    </a:cubicBezTo>
                    <a:cubicBezTo>
                      <a:pt x="74005" y="29712"/>
                      <a:pt x="73587" y="30318"/>
                      <a:pt x="73210" y="30904"/>
                    </a:cubicBezTo>
                    <a:cubicBezTo>
                      <a:pt x="70532" y="34629"/>
                      <a:pt x="67687" y="38228"/>
                      <a:pt x="64841" y="41805"/>
                    </a:cubicBezTo>
                    <a:cubicBezTo>
                      <a:pt x="64841" y="41826"/>
                      <a:pt x="64799" y="41826"/>
                      <a:pt x="64778" y="41847"/>
                    </a:cubicBezTo>
                    <a:cubicBezTo>
                      <a:pt x="64653" y="42015"/>
                      <a:pt x="64548" y="42161"/>
                      <a:pt x="64422" y="42329"/>
                    </a:cubicBezTo>
                    <a:cubicBezTo>
                      <a:pt x="64052" y="42766"/>
                      <a:pt x="64426" y="43500"/>
                      <a:pt x="64913" y="43500"/>
                    </a:cubicBezTo>
                    <a:cubicBezTo>
                      <a:pt x="65031" y="43500"/>
                      <a:pt x="65157" y="43457"/>
                      <a:pt x="65280" y="43354"/>
                    </a:cubicBezTo>
                    <a:cubicBezTo>
                      <a:pt x="66368" y="42433"/>
                      <a:pt x="67582" y="41408"/>
                      <a:pt x="68816" y="40257"/>
                    </a:cubicBezTo>
                    <a:cubicBezTo>
                      <a:pt x="68816" y="40257"/>
                      <a:pt x="68816" y="40236"/>
                      <a:pt x="68837" y="40236"/>
                    </a:cubicBezTo>
                    <a:lnTo>
                      <a:pt x="68921" y="40153"/>
                    </a:lnTo>
                    <a:lnTo>
                      <a:pt x="68942" y="40153"/>
                    </a:lnTo>
                    <a:cubicBezTo>
                      <a:pt x="73838" y="35612"/>
                      <a:pt x="79132" y="29440"/>
                      <a:pt x="80575" y="23393"/>
                    </a:cubicBezTo>
                    <a:cubicBezTo>
                      <a:pt x="80596" y="23309"/>
                      <a:pt x="80638" y="23204"/>
                      <a:pt x="80638" y="23121"/>
                    </a:cubicBezTo>
                    <a:cubicBezTo>
                      <a:pt x="80659" y="23058"/>
                      <a:pt x="80659" y="22995"/>
                      <a:pt x="80680" y="22911"/>
                    </a:cubicBezTo>
                    <a:cubicBezTo>
                      <a:pt x="80764" y="22472"/>
                      <a:pt x="80847" y="22054"/>
                      <a:pt x="80889" y="21614"/>
                    </a:cubicBezTo>
                    <a:cubicBezTo>
                      <a:pt x="81894" y="21823"/>
                      <a:pt x="82877" y="22033"/>
                      <a:pt x="83881" y="22263"/>
                    </a:cubicBezTo>
                    <a:cubicBezTo>
                      <a:pt x="83777" y="22451"/>
                      <a:pt x="83693" y="22660"/>
                      <a:pt x="83588" y="22849"/>
                    </a:cubicBezTo>
                    <a:cubicBezTo>
                      <a:pt x="83526" y="22974"/>
                      <a:pt x="83484" y="23079"/>
                      <a:pt x="83400" y="23204"/>
                    </a:cubicBezTo>
                    <a:cubicBezTo>
                      <a:pt x="83275" y="23497"/>
                      <a:pt x="83107" y="23811"/>
                      <a:pt x="82982" y="24125"/>
                    </a:cubicBezTo>
                    <a:cubicBezTo>
                      <a:pt x="82961" y="24167"/>
                      <a:pt x="82940" y="24230"/>
                      <a:pt x="82940" y="24251"/>
                    </a:cubicBezTo>
                    <a:cubicBezTo>
                      <a:pt x="81831" y="26678"/>
                      <a:pt x="80889" y="29168"/>
                      <a:pt x="79529" y="31490"/>
                    </a:cubicBezTo>
                    <a:cubicBezTo>
                      <a:pt x="77521" y="34922"/>
                      <a:pt x="75010" y="37872"/>
                      <a:pt x="72290" y="40759"/>
                    </a:cubicBezTo>
                    <a:lnTo>
                      <a:pt x="72290" y="40780"/>
                    </a:lnTo>
                    <a:lnTo>
                      <a:pt x="72269" y="40801"/>
                    </a:lnTo>
                    <a:cubicBezTo>
                      <a:pt x="72050" y="41105"/>
                      <a:pt x="72320" y="41558"/>
                      <a:pt x="72630" y="41558"/>
                    </a:cubicBezTo>
                    <a:cubicBezTo>
                      <a:pt x="72705" y="41558"/>
                      <a:pt x="72782" y="41532"/>
                      <a:pt x="72855" y="41471"/>
                    </a:cubicBezTo>
                    <a:cubicBezTo>
                      <a:pt x="74257" y="40383"/>
                      <a:pt x="75637" y="39169"/>
                      <a:pt x="76914" y="37746"/>
                    </a:cubicBezTo>
                    <a:cubicBezTo>
                      <a:pt x="76914" y="37746"/>
                      <a:pt x="76914" y="37725"/>
                      <a:pt x="76935" y="37725"/>
                    </a:cubicBezTo>
                    <a:cubicBezTo>
                      <a:pt x="80785" y="33583"/>
                      <a:pt x="83840" y="28205"/>
                      <a:pt x="84216" y="22807"/>
                    </a:cubicBezTo>
                    <a:lnTo>
                      <a:pt x="84216" y="22744"/>
                    </a:lnTo>
                    <a:cubicBezTo>
                      <a:pt x="84216" y="22598"/>
                      <a:pt x="84237" y="22493"/>
                      <a:pt x="84237" y="22367"/>
                    </a:cubicBezTo>
                    <a:cubicBezTo>
                      <a:pt x="85785" y="22744"/>
                      <a:pt x="87355" y="23163"/>
                      <a:pt x="88903" y="23581"/>
                    </a:cubicBezTo>
                    <a:cubicBezTo>
                      <a:pt x="88254" y="24230"/>
                      <a:pt x="87689" y="24941"/>
                      <a:pt x="87166" y="25673"/>
                    </a:cubicBezTo>
                    <a:lnTo>
                      <a:pt x="87145" y="25694"/>
                    </a:lnTo>
                    <a:cubicBezTo>
                      <a:pt x="87062" y="25820"/>
                      <a:pt x="86957" y="25924"/>
                      <a:pt x="86894" y="26050"/>
                    </a:cubicBezTo>
                    <a:cubicBezTo>
                      <a:pt x="86853" y="26113"/>
                      <a:pt x="86832" y="26155"/>
                      <a:pt x="86790" y="26196"/>
                    </a:cubicBezTo>
                    <a:cubicBezTo>
                      <a:pt x="86727" y="26301"/>
                      <a:pt x="86643" y="26364"/>
                      <a:pt x="86601" y="26468"/>
                    </a:cubicBezTo>
                    <a:cubicBezTo>
                      <a:pt x="86539" y="26552"/>
                      <a:pt x="86518" y="26615"/>
                      <a:pt x="86476" y="26678"/>
                    </a:cubicBezTo>
                    <a:cubicBezTo>
                      <a:pt x="86434" y="26740"/>
                      <a:pt x="86413" y="26761"/>
                      <a:pt x="86392" y="26824"/>
                    </a:cubicBezTo>
                    <a:cubicBezTo>
                      <a:pt x="85555" y="28101"/>
                      <a:pt x="84802" y="29398"/>
                      <a:pt x="83944" y="30716"/>
                    </a:cubicBezTo>
                    <a:cubicBezTo>
                      <a:pt x="83254" y="31804"/>
                      <a:pt x="82521" y="32913"/>
                      <a:pt x="81747" y="33980"/>
                    </a:cubicBezTo>
                    <a:cubicBezTo>
                      <a:pt x="81287" y="34671"/>
                      <a:pt x="80806" y="35340"/>
                      <a:pt x="80345" y="35989"/>
                    </a:cubicBezTo>
                    <a:cubicBezTo>
                      <a:pt x="79529" y="37098"/>
                      <a:pt x="78713" y="38186"/>
                      <a:pt x="77876" y="39295"/>
                    </a:cubicBezTo>
                    <a:cubicBezTo>
                      <a:pt x="77834" y="39378"/>
                      <a:pt x="77772" y="39420"/>
                      <a:pt x="77730" y="39504"/>
                    </a:cubicBezTo>
                    <a:cubicBezTo>
                      <a:pt x="77426" y="39909"/>
                      <a:pt x="77735" y="40546"/>
                      <a:pt x="78163" y="40546"/>
                    </a:cubicBezTo>
                    <a:cubicBezTo>
                      <a:pt x="78265" y="40546"/>
                      <a:pt x="78374" y="40509"/>
                      <a:pt x="78483" y="40425"/>
                    </a:cubicBezTo>
                    <a:cubicBezTo>
                      <a:pt x="79885" y="39399"/>
                      <a:pt x="81308" y="38165"/>
                      <a:pt x="82647" y="36826"/>
                    </a:cubicBezTo>
                    <a:cubicBezTo>
                      <a:pt x="86225" y="33206"/>
                      <a:pt x="89175" y="28603"/>
                      <a:pt x="89154" y="23644"/>
                    </a:cubicBezTo>
                    <a:lnTo>
                      <a:pt x="89154" y="23623"/>
                    </a:lnTo>
                    <a:cubicBezTo>
                      <a:pt x="93632" y="24899"/>
                      <a:pt x="98068" y="26448"/>
                      <a:pt x="102420" y="28310"/>
                    </a:cubicBezTo>
                    <a:cubicBezTo>
                      <a:pt x="102545" y="28101"/>
                      <a:pt x="102629" y="27870"/>
                      <a:pt x="102503" y="27808"/>
                    </a:cubicBezTo>
                    <a:cubicBezTo>
                      <a:pt x="97837" y="25778"/>
                      <a:pt x="93025" y="24041"/>
                      <a:pt x="88171" y="22660"/>
                    </a:cubicBezTo>
                    <a:cubicBezTo>
                      <a:pt x="88254" y="22639"/>
                      <a:pt x="88317" y="22598"/>
                      <a:pt x="88380" y="22535"/>
                    </a:cubicBezTo>
                    <a:cubicBezTo>
                      <a:pt x="88401" y="22493"/>
                      <a:pt x="88401" y="22472"/>
                      <a:pt x="88401" y="22451"/>
                    </a:cubicBezTo>
                    <a:cubicBezTo>
                      <a:pt x="88464" y="22137"/>
                      <a:pt x="88485" y="21823"/>
                      <a:pt x="88526" y="21489"/>
                    </a:cubicBezTo>
                    <a:lnTo>
                      <a:pt x="88526" y="21426"/>
                    </a:lnTo>
                    <a:cubicBezTo>
                      <a:pt x="88568" y="21133"/>
                      <a:pt x="88589" y="20819"/>
                      <a:pt x="88589" y="20547"/>
                    </a:cubicBezTo>
                    <a:lnTo>
                      <a:pt x="88589" y="20359"/>
                    </a:lnTo>
                    <a:lnTo>
                      <a:pt x="88589" y="19626"/>
                    </a:lnTo>
                    <a:lnTo>
                      <a:pt x="88589" y="19187"/>
                    </a:lnTo>
                    <a:cubicBezTo>
                      <a:pt x="88589" y="19041"/>
                      <a:pt x="88589" y="18936"/>
                      <a:pt x="88568" y="18810"/>
                    </a:cubicBezTo>
                    <a:cubicBezTo>
                      <a:pt x="88359" y="14730"/>
                      <a:pt x="86790" y="10755"/>
                      <a:pt x="84174" y="7595"/>
                    </a:cubicBezTo>
                    <a:cubicBezTo>
                      <a:pt x="83881" y="7219"/>
                      <a:pt x="83588" y="6884"/>
                      <a:pt x="83254" y="6570"/>
                    </a:cubicBezTo>
                    <a:lnTo>
                      <a:pt x="83065" y="6382"/>
                    </a:lnTo>
                    <a:cubicBezTo>
                      <a:pt x="83024" y="6340"/>
                      <a:pt x="82940" y="6277"/>
                      <a:pt x="82856" y="6256"/>
                    </a:cubicBezTo>
                    <a:cubicBezTo>
                      <a:pt x="82782" y="6226"/>
                      <a:pt x="82702" y="6211"/>
                      <a:pt x="82621" y="6211"/>
                    </a:cubicBezTo>
                    <a:cubicBezTo>
                      <a:pt x="82315" y="6211"/>
                      <a:pt x="81993" y="6414"/>
                      <a:pt x="81894" y="6696"/>
                    </a:cubicBezTo>
                    <a:cubicBezTo>
                      <a:pt x="81873" y="6696"/>
                      <a:pt x="81894" y="6696"/>
                      <a:pt x="81894" y="6738"/>
                    </a:cubicBezTo>
                    <a:cubicBezTo>
                      <a:pt x="81831" y="6842"/>
                      <a:pt x="81831" y="6989"/>
                      <a:pt x="81873" y="7114"/>
                    </a:cubicBezTo>
                    <a:cubicBezTo>
                      <a:pt x="82124" y="7909"/>
                      <a:pt x="82396" y="8725"/>
                      <a:pt x="82668" y="9499"/>
                    </a:cubicBezTo>
                    <a:lnTo>
                      <a:pt x="82668" y="9520"/>
                    </a:lnTo>
                    <a:cubicBezTo>
                      <a:pt x="84195" y="13914"/>
                      <a:pt x="85911" y="18350"/>
                      <a:pt x="87857" y="22535"/>
                    </a:cubicBezTo>
                    <a:cubicBezTo>
                      <a:pt x="87857" y="22550"/>
                      <a:pt x="87867" y="22564"/>
                      <a:pt x="87881" y="22572"/>
                    </a:cubicBezTo>
                    <a:lnTo>
                      <a:pt x="87881" y="22572"/>
                    </a:lnTo>
                    <a:cubicBezTo>
                      <a:pt x="86673" y="22239"/>
                      <a:pt x="85445" y="21926"/>
                      <a:pt x="84216" y="21614"/>
                    </a:cubicBezTo>
                    <a:cubicBezTo>
                      <a:pt x="84205" y="21580"/>
                      <a:pt x="84180" y="21564"/>
                      <a:pt x="84154" y="21564"/>
                    </a:cubicBezTo>
                    <a:cubicBezTo>
                      <a:pt x="84132" y="21564"/>
                      <a:pt x="84109" y="21574"/>
                      <a:pt x="84091" y="21593"/>
                    </a:cubicBezTo>
                    <a:cubicBezTo>
                      <a:pt x="83693" y="21489"/>
                      <a:pt x="83337" y="21405"/>
                      <a:pt x="82940" y="21300"/>
                    </a:cubicBezTo>
                    <a:cubicBezTo>
                      <a:pt x="82961" y="21279"/>
                      <a:pt x="82982" y="21238"/>
                      <a:pt x="82982" y="21196"/>
                    </a:cubicBezTo>
                    <a:cubicBezTo>
                      <a:pt x="83086" y="20568"/>
                      <a:pt x="83149" y="19961"/>
                      <a:pt x="83170" y="19334"/>
                    </a:cubicBezTo>
                    <a:lnTo>
                      <a:pt x="83170" y="19208"/>
                    </a:lnTo>
                    <a:lnTo>
                      <a:pt x="83170" y="18727"/>
                    </a:lnTo>
                    <a:lnTo>
                      <a:pt x="83170" y="18497"/>
                    </a:lnTo>
                    <a:lnTo>
                      <a:pt x="83170" y="18141"/>
                    </a:lnTo>
                    <a:cubicBezTo>
                      <a:pt x="83170" y="17994"/>
                      <a:pt x="83170" y="17890"/>
                      <a:pt x="83149" y="17764"/>
                    </a:cubicBezTo>
                    <a:cubicBezTo>
                      <a:pt x="83149" y="17681"/>
                      <a:pt x="83149" y="17576"/>
                      <a:pt x="83128" y="17513"/>
                    </a:cubicBezTo>
                    <a:cubicBezTo>
                      <a:pt x="83128" y="17346"/>
                      <a:pt x="83086" y="17157"/>
                      <a:pt x="83065" y="17011"/>
                    </a:cubicBezTo>
                    <a:lnTo>
                      <a:pt x="83065" y="16885"/>
                    </a:lnTo>
                    <a:cubicBezTo>
                      <a:pt x="82438" y="11550"/>
                      <a:pt x="79215" y="6758"/>
                      <a:pt x="74549" y="4059"/>
                    </a:cubicBezTo>
                    <a:cubicBezTo>
                      <a:pt x="74131" y="3829"/>
                      <a:pt x="73713" y="3620"/>
                      <a:pt x="73252" y="3411"/>
                    </a:cubicBezTo>
                    <a:cubicBezTo>
                      <a:pt x="73148" y="3348"/>
                      <a:pt x="73085" y="3306"/>
                      <a:pt x="72980" y="3285"/>
                    </a:cubicBezTo>
                    <a:cubicBezTo>
                      <a:pt x="72311" y="2992"/>
                      <a:pt x="71641" y="2720"/>
                      <a:pt x="70930" y="2511"/>
                    </a:cubicBezTo>
                    <a:cubicBezTo>
                      <a:pt x="70873" y="2496"/>
                      <a:pt x="70818" y="2489"/>
                      <a:pt x="70763" y="2489"/>
                    </a:cubicBezTo>
                    <a:cubicBezTo>
                      <a:pt x="70292" y="2489"/>
                      <a:pt x="69915" y="3021"/>
                      <a:pt x="70009" y="3453"/>
                    </a:cubicBezTo>
                    <a:cubicBezTo>
                      <a:pt x="68482" y="2239"/>
                      <a:pt x="66829" y="1130"/>
                      <a:pt x="65134" y="105"/>
                    </a:cubicBezTo>
                    <a:cubicBezTo>
                      <a:pt x="65008" y="32"/>
                      <a:pt x="64882" y="0"/>
                      <a:pt x="647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9388400" y="28623625"/>
                <a:ext cx="714775" cy="158125"/>
              </a:xfrm>
              <a:custGeom>
                <a:avLst/>
                <a:gdLst/>
                <a:ahLst/>
                <a:cxnLst/>
                <a:rect l="l" t="t" r="r" b="b"/>
                <a:pathLst>
                  <a:path w="28591" h="6325" extrusionOk="0">
                    <a:moveTo>
                      <a:pt x="9416" y="0"/>
                    </a:moveTo>
                    <a:cubicBezTo>
                      <a:pt x="6592" y="0"/>
                      <a:pt x="3725" y="272"/>
                      <a:pt x="942" y="711"/>
                    </a:cubicBezTo>
                    <a:cubicBezTo>
                      <a:pt x="1" y="837"/>
                      <a:pt x="1" y="2176"/>
                      <a:pt x="1026" y="2218"/>
                    </a:cubicBezTo>
                    <a:cubicBezTo>
                      <a:pt x="1193" y="2218"/>
                      <a:pt x="1361" y="2260"/>
                      <a:pt x="1549" y="2281"/>
                    </a:cubicBezTo>
                    <a:lnTo>
                      <a:pt x="1675" y="2281"/>
                    </a:lnTo>
                    <a:cubicBezTo>
                      <a:pt x="5336" y="2490"/>
                      <a:pt x="8998" y="3055"/>
                      <a:pt x="12618" y="3683"/>
                    </a:cubicBezTo>
                    <a:lnTo>
                      <a:pt x="12513" y="3683"/>
                    </a:lnTo>
                    <a:cubicBezTo>
                      <a:pt x="16070" y="4310"/>
                      <a:pt x="19606" y="5022"/>
                      <a:pt x="23163" y="5587"/>
                    </a:cubicBezTo>
                    <a:lnTo>
                      <a:pt x="23644" y="5670"/>
                    </a:lnTo>
                    <a:cubicBezTo>
                      <a:pt x="24000" y="5733"/>
                      <a:pt x="24335" y="5775"/>
                      <a:pt x="24711" y="5838"/>
                    </a:cubicBezTo>
                    <a:cubicBezTo>
                      <a:pt x="25130" y="5880"/>
                      <a:pt x="25548" y="5963"/>
                      <a:pt x="25967" y="6026"/>
                    </a:cubicBezTo>
                    <a:cubicBezTo>
                      <a:pt x="26113" y="6047"/>
                      <a:pt x="26302" y="6068"/>
                      <a:pt x="26469" y="6089"/>
                    </a:cubicBezTo>
                    <a:lnTo>
                      <a:pt x="28352" y="6319"/>
                    </a:lnTo>
                    <a:cubicBezTo>
                      <a:pt x="28364" y="6323"/>
                      <a:pt x="28377" y="6325"/>
                      <a:pt x="28389" y="6325"/>
                    </a:cubicBezTo>
                    <a:cubicBezTo>
                      <a:pt x="28500" y="6325"/>
                      <a:pt x="28591" y="6162"/>
                      <a:pt x="28478" y="6068"/>
                    </a:cubicBezTo>
                    <a:cubicBezTo>
                      <a:pt x="23142" y="1716"/>
                      <a:pt x="16760" y="105"/>
                      <a:pt x="10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42" name="Google Shape;42;p2"/>
          <p:cNvSpPr txBox="1">
            <a:spLocks noGrp="1"/>
          </p:cNvSpPr>
          <p:nvPr>
            <p:ph type="subTitle" idx="1"/>
          </p:nvPr>
        </p:nvSpPr>
        <p:spPr>
          <a:xfrm>
            <a:off x="6200000" y="4536033"/>
            <a:ext cx="3333200" cy="8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43" name="Google Shape;43;p2"/>
          <p:cNvSpPr txBox="1">
            <a:spLocks noGrp="1"/>
          </p:cNvSpPr>
          <p:nvPr>
            <p:ph type="ctrTitle"/>
          </p:nvPr>
        </p:nvSpPr>
        <p:spPr>
          <a:xfrm>
            <a:off x="5777184" y="862300"/>
            <a:ext cx="4212800" cy="36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Sarala"/>
              <a:buNone/>
              <a:defRPr sz="6667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706605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3"/>
          <p:cNvGrpSpPr/>
          <p:nvPr/>
        </p:nvGrpSpPr>
        <p:grpSpPr>
          <a:xfrm>
            <a:off x="-1805242" y="-793554"/>
            <a:ext cx="15227252" cy="8861660"/>
            <a:chOff x="-1353932" y="-595166"/>
            <a:chExt cx="11420439" cy="6646245"/>
          </a:xfrm>
        </p:grpSpPr>
        <p:sp>
          <p:nvSpPr>
            <p:cNvPr id="46" name="Google Shape;46;p3"/>
            <p:cNvSpPr/>
            <p:nvPr/>
          </p:nvSpPr>
          <p:spPr>
            <a:xfrm>
              <a:off x="2205180" y="714675"/>
              <a:ext cx="4718700" cy="47187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-125" y="2572323"/>
              <a:ext cx="9144000" cy="2585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-628650" y="3929975"/>
              <a:ext cx="10565925" cy="2121104"/>
            </a:xfrm>
            <a:custGeom>
              <a:avLst/>
              <a:gdLst/>
              <a:ahLst/>
              <a:cxnLst/>
              <a:rect l="l" t="t" r="r" b="b"/>
              <a:pathLst>
                <a:path w="422637" h="70492" extrusionOk="0">
                  <a:moveTo>
                    <a:pt x="422636" y="0"/>
                  </a:moveTo>
                  <a:lnTo>
                    <a:pt x="422636" y="30130"/>
                  </a:lnTo>
                  <a:cubicBezTo>
                    <a:pt x="412907" y="34629"/>
                    <a:pt x="402424" y="37851"/>
                    <a:pt x="392255" y="41534"/>
                  </a:cubicBezTo>
                  <a:cubicBezTo>
                    <a:pt x="368926" y="50050"/>
                    <a:pt x="346767" y="61453"/>
                    <a:pt x="322475" y="67479"/>
                  </a:cubicBezTo>
                  <a:cubicBezTo>
                    <a:pt x="319713" y="68149"/>
                    <a:pt x="316951" y="68755"/>
                    <a:pt x="314168" y="69299"/>
                  </a:cubicBezTo>
                  <a:lnTo>
                    <a:pt x="185237" y="69299"/>
                  </a:lnTo>
                  <a:cubicBezTo>
                    <a:pt x="151153" y="68358"/>
                    <a:pt x="116901" y="70492"/>
                    <a:pt x="83109" y="66558"/>
                  </a:cubicBezTo>
                  <a:cubicBezTo>
                    <a:pt x="54716" y="63273"/>
                    <a:pt x="27264" y="55699"/>
                    <a:pt x="0" y="47748"/>
                  </a:cubicBezTo>
                  <a:lnTo>
                    <a:pt x="0" y="14793"/>
                  </a:lnTo>
                  <a:cubicBezTo>
                    <a:pt x="19145" y="14731"/>
                    <a:pt x="38332" y="11027"/>
                    <a:pt x="57373" y="12910"/>
                  </a:cubicBezTo>
                  <a:cubicBezTo>
                    <a:pt x="69362" y="14124"/>
                    <a:pt x="81163" y="17555"/>
                    <a:pt x="93257" y="17179"/>
                  </a:cubicBezTo>
                  <a:cubicBezTo>
                    <a:pt x="103426" y="16865"/>
                    <a:pt x="113260" y="13831"/>
                    <a:pt x="123345" y="12638"/>
                  </a:cubicBezTo>
                  <a:cubicBezTo>
                    <a:pt x="150525" y="9395"/>
                    <a:pt x="177391" y="19355"/>
                    <a:pt x="204717" y="21217"/>
                  </a:cubicBezTo>
                  <a:cubicBezTo>
                    <a:pt x="226268" y="22682"/>
                    <a:pt x="248154" y="19083"/>
                    <a:pt x="269476" y="22305"/>
                  </a:cubicBezTo>
                  <a:cubicBezTo>
                    <a:pt x="279603" y="23832"/>
                    <a:pt x="290567" y="26783"/>
                    <a:pt x="299710" y="22577"/>
                  </a:cubicBezTo>
                  <a:cubicBezTo>
                    <a:pt x="304732" y="20275"/>
                    <a:pt x="308373" y="16091"/>
                    <a:pt x="313059" y="13287"/>
                  </a:cubicBezTo>
                  <a:cubicBezTo>
                    <a:pt x="319881" y="9249"/>
                    <a:pt x="328355" y="8391"/>
                    <a:pt x="336452" y="7679"/>
                  </a:cubicBezTo>
                  <a:cubicBezTo>
                    <a:pt x="347793" y="6675"/>
                    <a:pt x="359091" y="5650"/>
                    <a:pt x="370390" y="4625"/>
                  </a:cubicBezTo>
                  <a:lnTo>
                    <a:pt x="416673" y="461"/>
                  </a:lnTo>
                  <a:cubicBezTo>
                    <a:pt x="418661" y="251"/>
                    <a:pt x="420649" y="63"/>
                    <a:pt x="422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7181425" y="1057500"/>
              <a:ext cx="1736915" cy="289825"/>
            </a:xfrm>
            <a:custGeom>
              <a:avLst/>
              <a:gdLst/>
              <a:ahLst/>
              <a:cxnLst/>
              <a:rect l="l" t="t" r="r" b="b"/>
              <a:pathLst>
                <a:path w="129790" h="21657" extrusionOk="0">
                  <a:moveTo>
                    <a:pt x="129790" y="21092"/>
                  </a:moveTo>
                  <a:cubicBezTo>
                    <a:pt x="127467" y="20548"/>
                    <a:pt x="112277" y="19104"/>
                    <a:pt x="109954" y="18623"/>
                  </a:cubicBezTo>
                  <a:cubicBezTo>
                    <a:pt x="105372" y="17681"/>
                    <a:pt x="101752" y="13894"/>
                    <a:pt x="97944" y="10881"/>
                  </a:cubicBezTo>
                  <a:cubicBezTo>
                    <a:pt x="94115" y="7889"/>
                    <a:pt x="89093" y="5546"/>
                    <a:pt x="84909" y="7889"/>
                  </a:cubicBezTo>
                  <a:cubicBezTo>
                    <a:pt x="82816" y="9061"/>
                    <a:pt x="80933" y="11341"/>
                    <a:pt x="78652" y="10923"/>
                  </a:cubicBezTo>
                  <a:cubicBezTo>
                    <a:pt x="77460" y="10714"/>
                    <a:pt x="76497" y="9730"/>
                    <a:pt x="75556" y="8852"/>
                  </a:cubicBezTo>
                  <a:cubicBezTo>
                    <a:pt x="72062" y="5546"/>
                    <a:pt x="68149" y="2616"/>
                    <a:pt x="63692" y="1570"/>
                  </a:cubicBezTo>
                  <a:cubicBezTo>
                    <a:pt x="57101" y="1"/>
                    <a:pt x="53377" y="3453"/>
                    <a:pt x="48732" y="7512"/>
                  </a:cubicBezTo>
                  <a:cubicBezTo>
                    <a:pt x="48376" y="7826"/>
                    <a:pt x="47978" y="8161"/>
                    <a:pt x="47518" y="8349"/>
                  </a:cubicBezTo>
                  <a:cubicBezTo>
                    <a:pt x="46639" y="8663"/>
                    <a:pt x="45698" y="8349"/>
                    <a:pt x="44840" y="8056"/>
                  </a:cubicBezTo>
                  <a:cubicBezTo>
                    <a:pt x="42727" y="7366"/>
                    <a:pt x="40509" y="6738"/>
                    <a:pt x="38270" y="6801"/>
                  </a:cubicBezTo>
                  <a:cubicBezTo>
                    <a:pt x="36031" y="6885"/>
                    <a:pt x="33729" y="7743"/>
                    <a:pt x="32369" y="9521"/>
                  </a:cubicBezTo>
                  <a:cubicBezTo>
                    <a:pt x="31512" y="10651"/>
                    <a:pt x="31051" y="12074"/>
                    <a:pt x="30193" y="13162"/>
                  </a:cubicBezTo>
                  <a:cubicBezTo>
                    <a:pt x="29336" y="14292"/>
                    <a:pt x="27745" y="15087"/>
                    <a:pt x="26511" y="14396"/>
                  </a:cubicBezTo>
                  <a:cubicBezTo>
                    <a:pt x="26113" y="14166"/>
                    <a:pt x="25799" y="13810"/>
                    <a:pt x="25465" y="13497"/>
                  </a:cubicBezTo>
                  <a:cubicBezTo>
                    <a:pt x="24188" y="12429"/>
                    <a:pt x="22242" y="12325"/>
                    <a:pt x="20736" y="13036"/>
                  </a:cubicBezTo>
                  <a:cubicBezTo>
                    <a:pt x="19208" y="13727"/>
                    <a:pt x="18120" y="15150"/>
                    <a:pt x="17493" y="16698"/>
                  </a:cubicBezTo>
                  <a:cubicBezTo>
                    <a:pt x="17284" y="17179"/>
                    <a:pt x="17116" y="17744"/>
                    <a:pt x="16760" y="18121"/>
                  </a:cubicBezTo>
                  <a:cubicBezTo>
                    <a:pt x="16447" y="18476"/>
                    <a:pt x="16007" y="18644"/>
                    <a:pt x="15547" y="18790"/>
                  </a:cubicBezTo>
                  <a:cubicBezTo>
                    <a:pt x="12346" y="19836"/>
                    <a:pt x="9542" y="18309"/>
                    <a:pt x="6340" y="18100"/>
                  </a:cubicBezTo>
                  <a:cubicBezTo>
                    <a:pt x="4311" y="17974"/>
                    <a:pt x="691" y="17807"/>
                    <a:pt x="147" y="20464"/>
                  </a:cubicBezTo>
                  <a:cubicBezTo>
                    <a:pt x="1" y="21238"/>
                    <a:pt x="7031" y="20945"/>
                    <a:pt x="7763" y="20924"/>
                  </a:cubicBezTo>
                  <a:cubicBezTo>
                    <a:pt x="16865" y="20485"/>
                    <a:pt x="26009" y="21134"/>
                    <a:pt x="35152" y="21301"/>
                  </a:cubicBezTo>
                  <a:cubicBezTo>
                    <a:pt x="44568" y="21448"/>
                    <a:pt x="54004" y="21531"/>
                    <a:pt x="63420" y="21573"/>
                  </a:cubicBezTo>
                  <a:cubicBezTo>
                    <a:pt x="80347" y="21657"/>
                    <a:pt x="97295" y="21552"/>
                    <a:pt x="114202" y="21301"/>
                  </a:cubicBezTo>
                  <a:cubicBezTo>
                    <a:pt x="115457" y="21301"/>
                    <a:pt x="124517" y="21322"/>
                    <a:pt x="129790" y="210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3"/>
            <p:cNvSpPr/>
            <p:nvPr/>
          </p:nvSpPr>
          <p:spPr>
            <a:xfrm flipH="1">
              <a:off x="1515500" y="1186863"/>
              <a:ext cx="1846559" cy="394163"/>
            </a:xfrm>
            <a:custGeom>
              <a:avLst/>
              <a:gdLst/>
              <a:ahLst/>
              <a:cxnLst/>
              <a:rect l="l" t="t" r="r" b="b"/>
              <a:pathLst>
                <a:path w="134687" h="28750" extrusionOk="0">
                  <a:moveTo>
                    <a:pt x="16112" y="28582"/>
                  </a:moveTo>
                  <a:cubicBezTo>
                    <a:pt x="54360" y="27641"/>
                    <a:pt x="93425" y="28750"/>
                    <a:pt x="131673" y="27808"/>
                  </a:cubicBezTo>
                  <a:cubicBezTo>
                    <a:pt x="132845" y="27787"/>
                    <a:pt x="134268" y="27578"/>
                    <a:pt x="134686" y="26469"/>
                  </a:cubicBezTo>
                  <a:cubicBezTo>
                    <a:pt x="132426" y="25277"/>
                    <a:pt x="129706" y="26323"/>
                    <a:pt x="127175" y="26448"/>
                  </a:cubicBezTo>
                  <a:cubicBezTo>
                    <a:pt x="122655" y="26678"/>
                    <a:pt x="118617" y="23917"/>
                    <a:pt x="114620" y="21761"/>
                  </a:cubicBezTo>
                  <a:cubicBezTo>
                    <a:pt x="110624" y="19627"/>
                    <a:pt x="105519" y="18100"/>
                    <a:pt x="101752" y="20611"/>
                  </a:cubicBezTo>
                  <a:cubicBezTo>
                    <a:pt x="101041" y="21092"/>
                    <a:pt x="100330" y="21720"/>
                    <a:pt x="99472" y="21678"/>
                  </a:cubicBezTo>
                  <a:cubicBezTo>
                    <a:pt x="98949" y="21657"/>
                    <a:pt x="98488" y="21364"/>
                    <a:pt x="98028" y="21113"/>
                  </a:cubicBezTo>
                  <a:cubicBezTo>
                    <a:pt x="94513" y="18895"/>
                    <a:pt x="91332" y="16091"/>
                    <a:pt x="88675" y="12869"/>
                  </a:cubicBezTo>
                  <a:cubicBezTo>
                    <a:pt x="86604" y="10379"/>
                    <a:pt x="84804" y="7596"/>
                    <a:pt x="82210" y="5650"/>
                  </a:cubicBezTo>
                  <a:cubicBezTo>
                    <a:pt x="76560" y="1424"/>
                    <a:pt x="67584" y="2700"/>
                    <a:pt x="63316" y="8287"/>
                  </a:cubicBezTo>
                  <a:cubicBezTo>
                    <a:pt x="62876" y="8893"/>
                    <a:pt x="62416" y="9584"/>
                    <a:pt x="61705" y="9814"/>
                  </a:cubicBezTo>
                  <a:cubicBezTo>
                    <a:pt x="60533" y="10232"/>
                    <a:pt x="59340" y="9270"/>
                    <a:pt x="58399" y="8454"/>
                  </a:cubicBezTo>
                  <a:cubicBezTo>
                    <a:pt x="49694" y="921"/>
                    <a:pt x="35655" y="1"/>
                    <a:pt x="26532" y="7031"/>
                  </a:cubicBezTo>
                  <a:cubicBezTo>
                    <a:pt x="23917" y="9061"/>
                    <a:pt x="21761" y="11592"/>
                    <a:pt x="19648" y="14124"/>
                  </a:cubicBezTo>
                  <a:cubicBezTo>
                    <a:pt x="16112" y="18372"/>
                    <a:pt x="5253" y="26888"/>
                    <a:pt x="1" y="28562"/>
                  </a:cubicBezTo>
                  <a:lnTo>
                    <a:pt x="16112" y="28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51" name="Google Shape;51;p3"/>
            <p:cNvGrpSpPr/>
            <p:nvPr/>
          </p:nvGrpSpPr>
          <p:grpSpPr>
            <a:xfrm rot="899960">
              <a:off x="7376572" y="3040319"/>
              <a:ext cx="2565648" cy="1298211"/>
              <a:chOff x="19279125" y="28273675"/>
              <a:chExt cx="2565725" cy="1298250"/>
            </a:xfrm>
          </p:grpSpPr>
          <p:sp>
            <p:nvSpPr>
              <p:cNvPr id="52" name="Google Shape;52;p3"/>
              <p:cNvSpPr/>
              <p:nvPr/>
            </p:nvSpPr>
            <p:spPr>
              <a:xfrm>
                <a:off x="19715375" y="28798125"/>
                <a:ext cx="506850" cy="665075"/>
              </a:xfrm>
              <a:custGeom>
                <a:avLst/>
                <a:gdLst/>
                <a:ahLst/>
                <a:cxnLst/>
                <a:rect l="l" t="t" r="r" b="b"/>
                <a:pathLst>
                  <a:path w="20274" h="26603" extrusionOk="0">
                    <a:moveTo>
                      <a:pt x="20102" y="0"/>
                    </a:moveTo>
                    <a:cubicBezTo>
                      <a:pt x="20089" y="0"/>
                      <a:pt x="20076" y="3"/>
                      <a:pt x="20065" y="8"/>
                    </a:cubicBezTo>
                    <a:cubicBezTo>
                      <a:pt x="20002" y="8"/>
                      <a:pt x="19981" y="29"/>
                      <a:pt x="19918" y="50"/>
                    </a:cubicBezTo>
                    <a:cubicBezTo>
                      <a:pt x="18014" y="1975"/>
                      <a:pt x="16194" y="4026"/>
                      <a:pt x="14415" y="6181"/>
                    </a:cubicBezTo>
                    <a:cubicBezTo>
                      <a:pt x="14060" y="6537"/>
                      <a:pt x="13746" y="6934"/>
                      <a:pt x="13474" y="7332"/>
                    </a:cubicBezTo>
                    <a:cubicBezTo>
                      <a:pt x="13264" y="7583"/>
                      <a:pt x="13055" y="7876"/>
                      <a:pt x="12846" y="8148"/>
                    </a:cubicBezTo>
                    <a:lnTo>
                      <a:pt x="12804" y="8169"/>
                    </a:lnTo>
                    <a:cubicBezTo>
                      <a:pt x="9561" y="12270"/>
                      <a:pt x="6506" y="16643"/>
                      <a:pt x="3577" y="20911"/>
                    </a:cubicBezTo>
                    <a:cubicBezTo>
                      <a:pt x="3577" y="20911"/>
                      <a:pt x="3577" y="20932"/>
                      <a:pt x="3556" y="20932"/>
                    </a:cubicBezTo>
                    <a:cubicBezTo>
                      <a:pt x="3556" y="20953"/>
                      <a:pt x="3535" y="20953"/>
                      <a:pt x="3535" y="20974"/>
                    </a:cubicBezTo>
                    <a:cubicBezTo>
                      <a:pt x="2447" y="22522"/>
                      <a:pt x="1401" y="24050"/>
                      <a:pt x="355" y="25535"/>
                    </a:cubicBezTo>
                    <a:cubicBezTo>
                      <a:pt x="0" y="26042"/>
                      <a:pt x="531" y="26603"/>
                      <a:pt x="1046" y="26603"/>
                    </a:cubicBezTo>
                    <a:cubicBezTo>
                      <a:pt x="1169" y="26603"/>
                      <a:pt x="1292" y="26571"/>
                      <a:pt x="1401" y="26498"/>
                    </a:cubicBezTo>
                    <a:cubicBezTo>
                      <a:pt x="1987" y="26142"/>
                      <a:pt x="2593" y="25745"/>
                      <a:pt x="3137" y="25347"/>
                    </a:cubicBezTo>
                    <a:cubicBezTo>
                      <a:pt x="3158" y="25347"/>
                      <a:pt x="3158" y="25326"/>
                      <a:pt x="3158" y="25326"/>
                    </a:cubicBezTo>
                    <a:cubicBezTo>
                      <a:pt x="11423" y="19593"/>
                      <a:pt x="18746" y="10177"/>
                      <a:pt x="20274" y="239"/>
                    </a:cubicBezTo>
                    <a:cubicBezTo>
                      <a:pt x="20274" y="155"/>
                      <a:pt x="20232" y="113"/>
                      <a:pt x="20211" y="50"/>
                    </a:cubicBezTo>
                    <a:cubicBezTo>
                      <a:pt x="20180" y="20"/>
                      <a:pt x="20139" y="0"/>
                      <a:pt x="201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>
                <a:off x="20308800" y="28749150"/>
                <a:ext cx="511325" cy="822775"/>
              </a:xfrm>
              <a:custGeom>
                <a:avLst/>
                <a:gdLst/>
                <a:ahLst/>
                <a:cxnLst/>
                <a:rect l="l" t="t" r="r" b="b"/>
                <a:pathLst>
                  <a:path w="20453" h="32911" extrusionOk="0">
                    <a:moveTo>
                      <a:pt x="20227" y="1"/>
                    </a:moveTo>
                    <a:cubicBezTo>
                      <a:pt x="20190" y="1"/>
                      <a:pt x="20153" y="8"/>
                      <a:pt x="20118" y="22"/>
                    </a:cubicBezTo>
                    <a:cubicBezTo>
                      <a:pt x="20097" y="22"/>
                      <a:pt x="20097" y="63"/>
                      <a:pt x="20076" y="84"/>
                    </a:cubicBezTo>
                    <a:cubicBezTo>
                      <a:pt x="19804" y="335"/>
                      <a:pt x="19574" y="607"/>
                      <a:pt x="19302" y="900"/>
                    </a:cubicBezTo>
                    <a:cubicBezTo>
                      <a:pt x="19302" y="900"/>
                      <a:pt x="19302" y="921"/>
                      <a:pt x="19281" y="921"/>
                    </a:cubicBezTo>
                    <a:cubicBezTo>
                      <a:pt x="19051" y="1172"/>
                      <a:pt x="18841" y="1444"/>
                      <a:pt x="18632" y="1695"/>
                    </a:cubicBezTo>
                    <a:cubicBezTo>
                      <a:pt x="18569" y="1758"/>
                      <a:pt x="18528" y="1842"/>
                      <a:pt x="18465" y="1884"/>
                    </a:cubicBezTo>
                    <a:cubicBezTo>
                      <a:pt x="18318" y="2093"/>
                      <a:pt x="18130" y="2302"/>
                      <a:pt x="17984" y="2512"/>
                    </a:cubicBezTo>
                    <a:cubicBezTo>
                      <a:pt x="17921" y="2595"/>
                      <a:pt x="17837" y="2679"/>
                      <a:pt x="17795" y="2784"/>
                    </a:cubicBezTo>
                    <a:cubicBezTo>
                      <a:pt x="17628" y="2993"/>
                      <a:pt x="17502" y="3160"/>
                      <a:pt x="17356" y="3369"/>
                    </a:cubicBezTo>
                    <a:cubicBezTo>
                      <a:pt x="17293" y="3453"/>
                      <a:pt x="17209" y="3558"/>
                      <a:pt x="17168" y="3641"/>
                    </a:cubicBezTo>
                    <a:cubicBezTo>
                      <a:pt x="17000" y="3851"/>
                      <a:pt x="16875" y="4060"/>
                      <a:pt x="16749" y="4269"/>
                    </a:cubicBezTo>
                    <a:cubicBezTo>
                      <a:pt x="16686" y="4353"/>
                      <a:pt x="16644" y="4436"/>
                      <a:pt x="16561" y="4520"/>
                    </a:cubicBezTo>
                    <a:lnTo>
                      <a:pt x="16100" y="5232"/>
                    </a:lnTo>
                    <a:cubicBezTo>
                      <a:pt x="16059" y="5273"/>
                      <a:pt x="16017" y="5336"/>
                      <a:pt x="15996" y="5420"/>
                    </a:cubicBezTo>
                    <a:cubicBezTo>
                      <a:pt x="15598" y="6006"/>
                      <a:pt x="15222" y="6633"/>
                      <a:pt x="14866" y="7282"/>
                    </a:cubicBezTo>
                    <a:cubicBezTo>
                      <a:pt x="14803" y="7345"/>
                      <a:pt x="14782" y="7429"/>
                      <a:pt x="14740" y="7512"/>
                    </a:cubicBezTo>
                    <a:cubicBezTo>
                      <a:pt x="14594" y="7742"/>
                      <a:pt x="14468" y="7973"/>
                      <a:pt x="14322" y="8203"/>
                    </a:cubicBezTo>
                    <a:cubicBezTo>
                      <a:pt x="14259" y="8286"/>
                      <a:pt x="14217" y="8391"/>
                      <a:pt x="14155" y="8475"/>
                    </a:cubicBezTo>
                    <a:lnTo>
                      <a:pt x="13757" y="9186"/>
                    </a:lnTo>
                    <a:cubicBezTo>
                      <a:pt x="13715" y="9249"/>
                      <a:pt x="13652" y="9333"/>
                      <a:pt x="13631" y="9416"/>
                    </a:cubicBezTo>
                    <a:cubicBezTo>
                      <a:pt x="13485" y="9709"/>
                      <a:pt x="13318" y="9960"/>
                      <a:pt x="13171" y="10253"/>
                    </a:cubicBezTo>
                    <a:cubicBezTo>
                      <a:pt x="12962" y="10609"/>
                      <a:pt x="12753" y="10986"/>
                      <a:pt x="12564" y="11341"/>
                    </a:cubicBezTo>
                    <a:cubicBezTo>
                      <a:pt x="12502" y="11488"/>
                      <a:pt x="12439" y="11592"/>
                      <a:pt x="12376" y="11718"/>
                    </a:cubicBezTo>
                    <a:lnTo>
                      <a:pt x="12062" y="12262"/>
                    </a:lnTo>
                    <a:cubicBezTo>
                      <a:pt x="11539" y="13224"/>
                      <a:pt x="10995" y="14166"/>
                      <a:pt x="10409" y="15108"/>
                    </a:cubicBezTo>
                    <a:cubicBezTo>
                      <a:pt x="8568" y="18183"/>
                      <a:pt x="6622" y="21217"/>
                      <a:pt x="4718" y="24251"/>
                    </a:cubicBezTo>
                    <a:lnTo>
                      <a:pt x="4718" y="24272"/>
                    </a:lnTo>
                    <a:lnTo>
                      <a:pt x="4718" y="24293"/>
                    </a:lnTo>
                    <a:lnTo>
                      <a:pt x="4718" y="24314"/>
                    </a:lnTo>
                    <a:lnTo>
                      <a:pt x="4718" y="24356"/>
                    </a:lnTo>
                    <a:lnTo>
                      <a:pt x="4718" y="24377"/>
                    </a:lnTo>
                    <a:cubicBezTo>
                      <a:pt x="3693" y="26030"/>
                      <a:pt x="2668" y="27641"/>
                      <a:pt x="1684" y="29315"/>
                    </a:cubicBezTo>
                    <a:lnTo>
                      <a:pt x="1684" y="29336"/>
                    </a:lnTo>
                    <a:lnTo>
                      <a:pt x="1684" y="29377"/>
                    </a:lnTo>
                    <a:lnTo>
                      <a:pt x="1684" y="29398"/>
                    </a:lnTo>
                    <a:lnTo>
                      <a:pt x="1684" y="29419"/>
                    </a:lnTo>
                    <a:lnTo>
                      <a:pt x="1684" y="29461"/>
                    </a:lnTo>
                    <a:cubicBezTo>
                      <a:pt x="1621" y="29503"/>
                      <a:pt x="1600" y="29587"/>
                      <a:pt x="1559" y="29670"/>
                    </a:cubicBezTo>
                    <a:lnTo>
                      <a:pt x="1559" y="29691"/>
                    </a:lnTo>
                    <a:cubicBezTo>
                      <a:pt x="1140" y="30361"/>
                      <a:pt x="743" y="31072"/>
                      <a:pt x="345" y="31763"/>
                    </a:cubicBezTo>
                    <a:cubicBezTo>
                      <a:pt x="1" y="32365"/>
                      <a:pt x="520" y="32911"/>
                      <a:pt x="1088" y="32911"/>
                    </a:cubicBezTo>
                    <a:cubicBezTo>
                      <a:pt x="1210" y="32911"/>
                      <a:pt x="1335" y="32886"/>
                      <a:pt x="1454" y="32830"/>
                    </a:cubicBezTo>
                    <a:cubicBezTo>
                      <a:pt x="1517" y="32809"/>
                      <a:pt x="1600" y="32746"/>
                      <a:pt x="1684" y="32662"/>
                    </a:cubicBezTo>
                    <a:cubicBezTo>
                      <a:pt x="6476" y="28038"/>
                      <a:pt x="10388" y="22556"/>
                      <a:pt x="13757" y="16844"/>
                    </a:cubicBezTo>
                    <a:cubicBezTo>
                      <a:pt x="16247" y="12408"/>
                      <a:pt x="19051" y="7721"/>
                      <a:pt x="20097" y="2700"/>
                    </a:cubicBezTo>
                    <a:cubicBezTo>
                      <a:pt x="20097" y="2658"/>
                      <a:pt x="20118" y="2616"/>
                      <a:pt x="20118" y="2595"/>
                    </a:cubicBezTo>
                    <a:cubicBezTo>
                      <a:pt x="20160" y="2365"/>
                      <a:pt x="20222" y="2093"/>
                      <a:pt x="20243" y="1863"/>
                    </a:cubicBezTo>
                    <a:cubicBezTo>
                      <a:pt x="20243" y="1800"/>
                      <a:pt x="20264" y="1779"/>
                      <a:pt x="20264" y="1737"/>
                    </a:cubicBezTo>
                    <a:lnTo>
                      <a:pt x="20348" y="1172"/>
                    </a:lnTo>
                    <a:cubicBezTo>
                      <a:pt x="20390" y="1068"/>
                      <a:pt x="20390" y="1005"/>
                      <a:pt x="20390" y="879"/>
                    </a:cubicBezTo>
                    <a:cubicBezTo>
                      <a:pt x="20411" y="733"/>
                      <a:pt x="20411" y="607"/>
                      <a:pt x="20432" y="440"/>
                    </a:cubicBezTo>
                    <a:cubicBezTo>
                      <a:pt x="20432" y="356"/>
                      <a:pt x="20453" y="294"/>
                      <a:pt x="20453" y="210"/>
                    </a:cubicBezTo>
                    <a:lnTo>
                      <a:pt x="20453" y="126"/>
                    </a:lnTo>
                    <a:cubicBezTo>
                      <a:pt x="20453" y="105"/>
                      <a:pt x="20432" y="105"/>
                      <a:pt x="20432" y="84"/>
                    </a:cubicBezTo>
                    <a:cubicBezTo>
                      <a:pt x="20376" y="29"/>
                      <a:pt x="20301" y="1"/>
                      <a:pt x="20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20182700" y="28375125"/>
                <a:ext cx="603425" cy="350075"/>
              </a:xfrm>
              <a:custGeom>
                <a:avLst/>
                <a:gdLst/>
                <a:ahLst/>
                <a:cxnLst/>
                <a:rect l="l" t="t" r="r" b="b"/>
                <a:pathLst>
                  <a:path w="24137" h="14003" extrusionOk="0">
                    <a:moveTo>
                      <a:pt x="808" y="1"/>
                    </a:moveTo>
                    <a:cubicBezTo>
                      <a:pt x="364" y="1"/>
                      <a:pt x="1" y="496"/>
                      <a:pt x="137" y="922"/>
                    </a:cubicBezTo>
                    <a:cubicBezTo>
                      <a:pt x="179" y="1027"/>
                      <a:pt x="263" y="1131"/>
                      <a:pt x="367" y="1215"/>
                    </a:cubicBezTo>
                    <a:cubicBezTo>
                      <a:pt x="6623" y="6404"/>
                      <a:pt x="13131" y="11070"/>
                      <a:pt x="20935" y="13288"/>
                    </a:cubicBezTo>
                    <a:cubicBezTo>
                      <a:pt x="20977" y="13309"/>
                      <a:pt x="21040" y="13309"/>
                      <a:pt x="21103" y="13351"/>
                    </a:cubicBezTo>
                    <a:cubicBezTo>
                      <a:pt x="21500" y="13434"/>
                      <a:pt x="21919" y="13560"/>
                      <a:pt x="22316" y="13643"/>
                    </a:cubicBezTo>
                    <a:cubicBezTo>
                      <a:pt x="22421" y="13685"/>
                      <a:pt x="22484" y="13706"/>
                      <a:pt x="22588" y="13727"/>
                    </a:cubicBezTo>
                    <a:cubicBezTo>
                      <a:pt x="22965" y="13811"/>
                      <a:pt x="23362" y="13895"/>
                      <a:pt x="23718" y="13957"/>
                    </a:cubicBezTo>
                    <a:cubicBezTo>
                      <a:pt x="23781" y="13957"/>
                      <a:pt x="23802" y="13999"/>
                      <a:pt x="23823" y="13999"/>
                    </a:cubicBezTo>
                    <a:cubicBezTo>
                      <a:pt x="23838" y="14001"/>
                      <a:pt x="23852" y="14002"/>
                      <a:pt x="23867" y="14002"/>
                    </a:cubicBezTo>
                    <a:cubicBezTo>
                      <a:pt x="23990" y="14002"/>
                      <a:pt x="24078" y="13923"/>
                      <a:pt x="24116" y="13811"/>
                    </a:cubicBezTo>
                    <a:cubicBezTo>
                      <a:pt x="24137" y="13769"/>
                      <a:pt x="24137" y="13727"/>
                      <a:pt x="24116" y="13685"/>
                    </a:cubicBezTo>
                    <a:cubicBezTo>
                      <a:pt x="24116" y="13643"/>
                      <a:pt x="24095" y="13602"/>
                      <a:pt x="24032" y="13581"/>
                    </a:cubicBezTo>
                    <a:cubicBezTo>
                      <a:pt x="23676" y="13309"/>
                      <a:pt x="23341" y="13037"/>
                      <a:pt x="22965" y="12765"/>
                    </a:cubicBezTo>
                    <a:cubicBezTo>
                      <a:pt x="22923" y="12744"/>
                      <a:pt x="22860" y="12681"/>
                      <a:pt x="22818" y="12660"/>
                    </a:cubicBezTo>
                    <a:cubicBezTo>
                      <a:pt x="22525" y="12451"/>
                      <a:pt x="22212" y="12221"/>
                      <a:pt x="21919" y="12011"/>
                    </a:cubicBezTo>
                    <a:lnTo>
                      <a:pt x="21688" y="11844"/>
                    </a:lnTo>
                    <a:cubicBezTo>
                      <a:pt x="21333" y="11614"/>
                      <a:pt x="21019" y="11384"/>
                      <a:pt x="20684" y="11175"/>
                    </a:cubicBezTo>
                    <a:lnTo>
                      <a:pt x="20663" y="11133"/>
                    </a:lnTo>
                    <a:cubicBezTo>
                      <a:pt x="16876" y="8580"/>
                      <a:pt x="12859" y="6404"/>
                      <a:pt x="8841" y="4228"/>
                    </a:cubicBezTo>
                    <a:cubicBezTo>
                      <a:pt x="8841" y="4228"/>
                      <a:pt x="8820" y="4228"/>
                      <a:pt x="8820" y="4207"/>
                    </a:cubicBezTo>
                    <a:lnTo>
                      <a:pt x="8800" y="4207"/>
                    </a:lnTo>
                    <a:cubicBezTo>
                      <a:pt x="6226" y="2847"/>
                      <a:pt x="3673" y="1508"/>
                      <a:pt x="1121" y="85"/>
                    </a:cubicBezTo>
                    <a:cubicBezTo>
                      <a:pt x="1016" y="27"/>
                      <a:pt x="910" y="1"/>
                      <a:pt x="8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19914100" y="28430850"/>
                <a:ext cx="673250" cy="292175"/>
              </a:xfrm>
              <a:custGeom>
                <a:avLst/>
                <a:gdLst/>
                <a:ahLst/>
                <a:cxnLst/>
                <a:rect l="l" t="t" r="r" b="b"/>
                <a:pathLst>
                  <a:path w="26930" h="11687" extrusionOk="0">
                    <a:moveTo>
                      <a:pt x="1364" y="1"/>
                    </a:moveTo>
                    <a:cubicBezTo>
                      <a:pt x="1157" y="1"/>
                      <a:pt x="953" y="11"/>
                      <a:pt x="754" y="32"/>
                    </a:cubicBezTo>
                    <a:cubicBezTo>
                      <a:pt x="210" y="53"/>
                      <a:pt x="1" y="492"/>
                      <a:pt x="106" y="911"/>
                    </a:cubicBezTo>
                    <a:cubicBezTo>
                      <a:pt x="210" y="1141"/>
                      <a:pt x="357" y="1392"/>
                      <a:pt x="650" y="1476"/>
                    </a:cubicBezTo>
                    <a:cubicBezTo>
                      <a:pt x="3683" y="2522"/>
                      <a:pt x="6696" y="3610"/>
                      <a:pt x="9647" y="4782"/>
                    </a:cubicBezTo>
                    <a:lnTo>
                      <a:pt x="9626" y="4782"/>
                    </a:lnTo>
                    <a:cubicBezTo>
                      <a:pt x="11802" y="5640"/>
                      <a:pt x="13936" y="6581"/>
                      <a:pt x="16091" y="7606"/>
                    </a:cubicBezTo>
                    <a:cubicBezTo>
                      <a:pt x="16970" y="8025"/>
                      <a:pt x="17807" y="8464"/>
                      <a:pt x="18644" y="8925"/>
                    </a:cubicBezTo>
                    <a:cubicBezTo>
                      <a:pt x="21238" y="10222"/>
                      <a:pt x="23770" y="11394"/>
                      <a:pt x="26783" y="11686"/>
                    </a:cubicBezTo>
                    <a:cubicBezTo>
                      <a:pt x="26825" y="11686"/>
                      <a:pt x="26867" y="11686"/>
                      <a:pt x="26888" y="11666"/>
                    </a:cubicBezTo>
                    <a:cubicBezTo>
                      <a:pt x="26909" y="11645"/>
                      <a:pt x="26930" y="11582"/>
                      <a:pt x="26930" y="11498"/>
                    </a:cubicBezTo>
                    <a:cubicBezTo>
                      <a:pt x="26930" y="11414"/>
                      <a:pt x="26888" y="11373"/>
                      <a:pt x="26804" y="11352"/>
                    </a:cubicBezTo>
                    <a:lnTo>
                      <a:pt x="26783" y="11352"/>
                    </a:lnTo>
                    <a:cubicBezTo>
                      <a:pt x="26553" y="11268"/>
                      <a:pt x="26344" y="11184"/>
                      <a:pt x="26093" y="11080"/>
                    </a:cubicBezTo>
                    <a:cubicBezTo>
                      <a:pt x="26051" y="11059"/>
                      <a:pt x="25988" y="11038"/>
                      <a:pt x="25946" y="11038"/>
                    </a:cubicBezTo>
                    <a:cubicBezTo>
                      <a:pt x="25737" y="10954"/>
                      <a:pt x="25528" y="10850"/>
                      <a:pt x="25318" y="10745"/>
                    </a:cubicBezTo>
                    <a:cubicBezTo>
                      <a:pt x="25256" y="10724"/>
                      <a:pt x="25214" y="10682"/>
                      <a:pt x="25130" y="10661"/>
                    </a:cubicBezTo>
                    <a:cubicBezTo>
                      <a:pt x="24921" y="10557"/>
                      <a:pt x="24733" y="10452"/>
                      <a:pt x="24523" y="10347"/>
                    </a:cubicBezTo>
                    <a:lnTo>
                      <a:pt x="24377" y="10264"/>
                    </a:lnTo>
                    <a:cubicBezTo>
                      <a:pt x="24189" y="10159"/>
                      <a:pt x="24042" y="10054"/>
                      <a:pt x="23854" y="9950"/>
                    </a:cubicBezTo>
                    <a:cubicBezTo>
                      <a:pt x="23791" y="9929"/>
                      <a:pt x="23749" y="9908"/>
                      <a:pt x="23686" y="9845"/>
                    </a:cubicBezTo>
                    <a:cubicBezTo>
                      <a:pt x="23519" y="9762"/>
                      <a:pt x="23331" y="9615"/>
                      <a:pt x="23142" y="9510"/>
                    </a:cubicBezTo>
                    <a:cubicBezTo>
                      <a:pt x="23059" y="9469"/>
                      <a:pt x="23017" y="9427"/>
                      <a:pt x="22933" y="9385"/>
                    </a:cubicBezTo>
                    <a:cubicBezTo>
                      <a:pt x="22745" y="9280"/>
                      <a:pt x="22598" y="9155"/>
                      <a:pt x="22410" y="9029"/>
                    </a:cubicBezTo>
                    <a:cubicBezTo>
                      <a:pt x="22326" y="8966"/>
                      <a:pt x="22264" y="8925"/>
                      <a:pt x="22180" y="8841"/>
                    </a:cubicBezTo>
                    <a:cubicBezTo>
                      <a:pt x="22054" y="8757"/>
                      <a:pt x="21950" y="8673"/>
                      <a:pt x="21845" y="8569"/>
                    </a:cubicBezTo>
                    <a:cubicBezTo>
                      <a:pt x="21678" y="8443"/>
                      <a:pt x="21531" y="8339"/>
                      <a:pt x="21364" y="8213"/>
                    </a:cubicBezTo>
                    <a:cubicBezTo>
                      <a:pt x="21343" y="8192"/>
                      <a:pt x="21280" y="8150"/>
                      <a:pt x="21259" y="8129"/>
                    </a:cubicBezTo>
                    <a:cubicBezTo>
                      <a:pt x="18769" y="6246"/>
                      <a:pt x="16363" y="4112"/>
                      <a:pt x="13559" y="2773"/>
                    </a:cubicBezTo>
                    <a:cubicBezTo>
                      <a:pt x="10023" y="1078"/>
                      <a:pt x="6006" y="137"/>
                      <a:pt x="2051" y="32"/>
                    </a:cubicBezTo>
                    <a:lnTo>
                      <a:pt x="1989" y="32"/>
                    </a:lnTo>
                    <a:cubicBezTo>
                      <a:pt x="1779" y="11"/>
                      <a:pt x="1570" y="1"/>
                      <a:pt x="13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19600250" y="28499650"/>
                <a:ext cx="774200" cy="245875"/>
              </a:xfrm>
              <a:custGeom>
                <a:avLst/>
                <a:gdLst/>
                <a:ahLst/>
                <a:cxnLst/>
                <a:rect l="l" t="t" r="r" b="b"/>
                <a:pathLst>
                  <a:path w="30968" h="9835" extrusionOk="0">
                    <a:moveTo>
                      <a:pt x="6613" y="0"/>
                    </a:moveTo>
                    <a:cubicBezTo>
                      <a:pt x="4520" y="0"/>
                      <a:pt x="2532" y="63"/>
                      <a:pt x="733" y="251"/>
                    </a:cubicBezTo>
                    <a:cubicBezTo>
                      <a:pt x="252" y="272"/>
                      <a:pt x="1" y="753"/>
                      <a:pt x="105" y="1151"/>
                    </a:cubicBezTo>
                    <a:cubicBezTo>
                      <a:pt x="105" y="1318"/>
                      <a:pt x="252" y="1507"/>
                      <a:pt x="545" y="1590"/>
                    </a:cubicBezTo>
                    <a:cubicBezTo>
                      <a:pt x="5859" y="2678"/>
                      <a:pt x="11007" y="4080"/>
                      <a:pt x="16154" y="5712"/>
                    </a:cubicBezTo>
                    <a:cubicBezTo>
                      <a:pt x="16509" y="5817"/>
                      <a:pt x="16844" y="5963"/>
                      <a:pt x="17179" y="6068"/>
                    </a:cubicBezTo>
                    <a:lnTo>
                      <a:pt x="17158" y="6068"/>
                    </a:lnTo>
                    <a:cubicBezTo>
                      <a:pt x="18518" y="6528"/>
                      <a:pt x="19878" y="7051"/>
                      <a:pt x="21259" y="7574"/>
                    </a:cubicBezTo>
                    <a:cubicBezTo>
                      <a:pt x="21343" y="7595"/>
                      <a:pt x="21385" y="7637"/>
                      <a:pt x="21468" y="7658"/>
                    </a:cubicBezTo>
                    <a:cubicBezTo>
                      <a:pt x="21489" y="7658"/>
                      <a:pt x="21531" y="7679"/>
                      <a:pt x="21573" y="7679"/>
                    </a:cubicBezTo>
                    <a:cubicBezTo>
                      <a:pt x="24000" y="8579"/>
                      <a:pt x="26490" y="9416"/>
                      <a:pt x="29022" y="9730"/>
                    </a:cubicBezTo>
                    <a:lnTo>
                      <a:pt x="29064" y="9730"/>
                    </a:lnTo>
                    <a:cubicBezTo>
                      <a:pt x="29182" y="9747"/>
                      <a:pt x="29355" y="9777"/>
                      <a:pt x="29528" y="9777"/>
                    </a:cubicBezTo>
                    <a:cubicBezTo>
                      <a:pt x="29569" y="9777"/>
                      <a:pt x="29610" y="9775"/>
                      <a:pt x="29649" y="9771"/>
                    </a:cubicBezTo>
                    <a:cubicBezTo>
                      <a:pt x="29838" y="9792"/>
                      <a:pt x="30026" y="9792"/>
                      <a:pt x="30173" y="9834"/>
                    </a:cubicBezTo>
                    <a:lnTo>
                      <a:pt x="30319" y="9834"/>
                    </a:lnTo>
                    <a:cubicBezTo>
                      <a:pt x="30361" y="9834"/>
                      <a:pt x="30424" y="9834"/>
                      <a:pt x="30466" y="9792"/>
                    </a:cubicBezTo>
                    <a:cubicBezTo>
                      <a:pt x="30758" y="9730"/>
                      <a:pt x="30968" y="9374"/>
                      <a:pt x="30905" y="9060"/>
                    </a:cubicBezTo>
                    <a:cubicBezTo>
                      <a:pt x="30884" y="8997"/>
                      <a:pt x="30884" y="8914"/>
                      <a:pt x="30821" y="8851"/>
                    </a:cubicBezTo>
                    <a:cubicBezTo>
                      <a:pt x="30779" y="8788"/>
                      <a:pt x="30717" y="8725"/>
                      <a:pt x="30675" y="8642"/>
                    </a:cubicBezTo>
                    <a:cubicBezTo>
                      <a:pt x="30445" y="8328"/>
                      <a:pt x="30173" y="8056"/>
                      <a:pt x="29942" y="7763"/>
                    </a:cubicBezTo>
                    <a:cubicBezTo>
                      <a:pt x="29733" y="7428"/>
                      <a:pt x="29440" y="7135"/>
                      <a:pt x="29105" y="6905"/>
                    </a:cubicBezTo>
                    <a:cubicBezTo>
                      <a:pt x="23686" y="1716"/>
                      <a:pt x="14501" y="42"/>
                      <a:pt x="66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20149825" y="28752300"/>
                <a:ext cx="462625" cy="768775"/>
              </a:xfrm>
              <a:custGeom>
                <a:avLst/>
                <a:gdLst/>
                <a:ahLst/>
                <a:cxnLst/>
                <a:rect l="l" t="t" r="r" b="b"/>
                <a:pathLst>
                  <a:path w="18505" h="30751" extrusionOk="0">
                    <a:moveTo>
                      <a:pt x="13598" y="8453"/>
                    </a:moveTo>
                    <a:cubicBezTo>
                      <a:pt x="13593" y="8459"/>
                      <a:pt x="13588" y="8464"/>
                      <a:pt x="13588" y="8474"/>
                    </a:cubicBezTo>
                    <a:lnTo>
                      <a:pt x="13588" y="8474"/>
                    </a:lnTo>
                    <a:cubicBezTo>
                      <a:pt x="13591" y="8467"/>
                      <a:pt x="13595" y="8460"/>
                      <a:pt x="13598" y="8453"/>
                    </a:cubicBezTo>
                    <a:close/>
                    <a:moveTo>
                      <a:pt x="18233" y="0"/>
                    </a:moveTo>
                    <a:cubicBezTo>
                      <a:pt x="18170" y="0"/>
                      <a:pt x="18066" y="42"/>
                      <a:pt x="18003" y="84"/>
                    </a:cubicBezTo>
                    <a:cubicBezTo>
                      <a:pt x="17773" y="293"/>
                      <a:pt x="17563" y="481"/>
                      <a:pt x="17333" y="691"/>
                    </a:cubicBezTo>
                    <a:cubicBezTo>
                      <a:pt x="17255" y="769"/>
                      <a:pt x="17323" y="902"/>
                      <a:pt x="17418" y="902"/>
                    </a:cubicBezTo>
                    <a:cubicBezTo>
                      <a:pt x="17424" y="902"/>
                      <a:pt x="17431" y="901"/>
                      <a:pt x="17438" y="900"/>
                    </a:cubicBezTo>
                    <a:lnTo>
                      <a:pt x="17438" y="900"/>
                    </a:lnTo>
                    <a:cubicBezTo>
                      <a:pt x="17375" y="921"/>
                      <a:pt x="17354" y="942"/>
                      <a:pt x="17291" y="984"/>
                    </a:cubicBezTo>
                    <a:cubicBezTo>
                      <a:pt x="17291" y="984"/>
                      <a:pt x="17270" y="984"/>
                      <a:pt x="17270" y="1005"/>
                    </a:cubicBezTo>
                    <a:cubicBezTo>
                      <a:pt x="17229" y="1025"/>
                      <a:pt x="17187" y="1046"/>
                      <a:pt x="17145" y="1109"/>
                    </a:cubicBezTo>
                    <a:lnTo>
                      <a:pt x="17124" y="1130"/>
                    </a:lnTo>
                    <a:lnTo>
                      <a:pt x="16977" y="1256"/>
                    </a:lnTo>
                    <a:cubicBezTo>
                      <a:pt x="16957" y="1297"/>
                      <a:pt x="16936" y="1318"/>
                      <a:pt x="16915" y="1360"/>
                    </a:cubicBezTo>
                    <a:lnTo>
                      <a:pt x="16852" y="1423"/>
                    </a:lnTo>
                    <a:cubicBezTo>
                      <a:pt x="16203" y="2302"/>
                      <a:pt x="15471" y="4143"/>
                      <a:pt x="14927" y="5524"/>
                    </a:cubicBezTo>
                    <a:cubicBezTo>
                      <a:pt x="14760" y="5922"/>
                      <a:pt x="14613" y="6340"/>
                      <a:pt x="14446" y="6738"/>
                    </a:cubicBezTo>
                    <a:cubicBezTo>
                      <a:pt x="14446" y="6759"/>
                      <a:pt x="14425" y="6779"/>
                      <a:pt x="14425" y="6800"/>
                    </a:cubicBezTo>
                    <a:cubicBezTo>
                      <a:pt x="14425" y="6842"/>
                      <a:pt x="14404" y="6842"/>
                      <a:pt x="14404" y="6863"/>
                    </a:cubicBezTo>
                    <a:cubicBezTo>
                      <a:pt x="14341" y="6968"/>
                      <a:pt x="14320" y="7051"/>
                      <a:pt x="14299" y="7093"/>
                    </a:cubicBezTo>
                    <a:cubicBezTo>
                      <a:pt x="14236" y="7219"/>
                      <a:pt x="14153" y="7365"/>
                      <a:pt x="14111" y="7470"/>
                    </a:cubicBezTo>
                    <a:cubicBezTo>
                      <a:pt x="13930" y="7793"/>
                      <a:pt x="13787" y="8115"/>
                      <a:pt x="13608" y="8438"/>
                    </a:cubicBezTo>
                    <a:lnTo>
                      <a:pt x="13608" y="8438"/>
                    </a:lnTo>
                    <a:cubicBezTo>
                      <a:pt x="13609" y="8436"/>
                      <a:pt x="13609" y="8434"/>
                      <a:pt x="13609" y="8432"/>
                    </a:cubicBezTo>
                    <a:lnTo>
                      <a:pt x="13609" y="8432"/>
                    </a:lnTo>
                    <a:cubicBezTo>
                      <a:pt x="13605" y="8439"/>
                      <a:pt x="13602" y="8446"/>
                      <a:pt x="13598" y="8453"/>
                    </a:cubicBezTo>
                    <a:lnTo>
                      <a:pt x="13598" y="8453"/>
                    </a:lnTo>
                    <a:cubicBezTo>
                      <a:pt x="13599" y="8452"/>
                      <a:pt x="13600" y="8451"/>
                      <a:pt x="13601" y="8450"/>
                    </a:cubicBezTo>
                    <a:lnTo>
                      <a:pt x="13601" y="8450"/>
                    </a:lnTo>
                    <a:cubicBezTo>
                      <a:pt x="13597" y="8458"/>
                      <a:pt x="13592" y="8466"/>
                      <a:pt x="13588" y="8474"/>
                    </a:cubicBezTo>
                    <a:cubicBezTo>
                      <a:pt x="13588" y="8474"/>
                      <a:pt x="13588" y="8474"/>
                      <a:pt x="13588" y="8474"/>
                    </a:cubicBezTo>
                    <a:lnTo>
                      <a:pt x="13588" y="8474"/>
                    </a:lnTo>
                    <a:cubicBezTo>
                      <a:pt x="12527" y="10595"/>
                      <a:pt x="11404" y="12735"/>
                      <a:pt x="10261" y="14814"/>
                    </a:cubicBezTo>
                    <a:cubicBezTo>
                      <a:pt x="8294" y="18308"/>
                      <a:pt x="6181" y="21635"/>
                      <a:pt x="3900" y="24878"/>
                    </a:cubicBezTo>
                    <a:cubicBezTo>
                      <a:pt x="2729" y="26552"/>
                      <a:pt x="1536" y="28226"/>
                      <a:pt x="301" y="29879"/>
                    </a:cubicBezTo>
                    <a:cubicBezTo>
                      <a:pt x="1" y="30291"/>
                      <a:pt x="299" y="30750"/>
                      <a:pt x="688" y="30750"/>
                    </a:cubicBezTo>
                    <a:cubicBezTo>
                      <a:pt x="813" y="30750"/>
                      <a:pt x="948" y="30703"/>
                      <a:pt x="1076" y="30591"/>
                    </a:cubicBezTo>
                    <a:cubicBezTo>
                      <a:pt x="2540" y="29251"/>
                      <a:pt x="4047" y="27787"/>
                      <a:pt x="5532" y="26155"/>
                    </a:cubicBezTo>
                    <a:lnTo>
                      <a:pt x="5532" y="26134"/>
                    </a:lnTo>
                    <a:lnTo>
                      <a:pt x="5616" y="26050"/>
                    </a:lnTo>
                    <a:cubicBezTo>
                      <a:pt x="11726" y="19355"/>
                      <a:pt x="17375" y="10546"/>
                      <a:pt x="18379" y="1988"/>
                    </a:cubicBezTo>
                    <a:lnTo>
                      <a:pt x="18379" y="1883"/>
                    </a:lnTo>
                    <a:cubicBezTo>
                      <a:pt x="18421" y="1360"/>
                      <a:pt x="18484" y="816"/>
                      <a:pt x="18505" y="293"/>
                    </a:cubicBezTo>
                    <a:lnTo>
                      <a:pt x="18505" y="189"/>
                    </a:lnTo>
                    <a:cubicBezTo>
                      <a:pt x="18484" y="84"/>
                      <a:pt x="18379" y="0"/>
                      <a:pt x="18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19279125" y="28273675"/>
                <a:ext cx="2565725" cy="1180375"/>
              </a:xfrm>
              <a:custGeom>
                <a:avLst/>
                <a:gdLst/>
                <a:ahLst/>
                <a:cxnLst/>
                <a:rect l="l" t="t" r="r" b="b"/>
                <a:pathLst>
                  <a:path w="102629" h="47215" extrusionOk="0">
                    <a:moveTo>
                      <a:pt x="72729" y="5754"/>
                    </a:moveTo>
                    <a:lnTo>
                      <a:pt x="72729" y="5754"/>
                    </a:lnTo>
                    <a:cubicBezTo>
                      <a:pt x="73231" y="6277"/>
                      <a:pt x="73733" y="6800"/>
                      <a:pt x="74194" y="7365"/>
                    </a:cubicBezTo>
                    <a:cubicBezTo>
                      <a:pt x="74232" y="7403"/>
                      <a:pt x="74269" y="7419"/>
                      <a:pt x="74305" y="7419"/>
                    </a:cubicBezTo>
                    <a:cubicBezTo>
                      <a:pt x="74369" y="7419"/>
                      <a:pt x="74426" y="7369"/>
                      <a:pt x="74466" y="7302"/>
                    </a:cubicBezTo>
                    <a:cubicBezTo>
                      <a:pt x="76328" y="9144"/>
                      <a:pt x="77918" y="11173"/>
                      <a:pt x="79257" y="13391"/>
                    </a:cubicBezTo>
                    <a:lnTo>
                      <a:pt x="79257" y="13433"/>
                    </a:lnTo>
                    <a:cubicBezTo>
                      <a:pt x="80659" y="15777"/>
                      <a:pt x="81789" y="18371"/>
                      <a:pt x="82626" y="21196"/>
                    </a:cubicBezTo>
                    <a:cubicBezTo>
                      <a:pt x="82103" y="21070"/>
                      <a:pt x="81559" y="20966"/>
                      <a:pt x="81036" y="20819"/>
                    </a:cubicBezTo>
                    <a:lnTo>
                      <a:pt x="81036" y="20777"/>
                    </a:lnTo>
                    <a:cubicBezTo>
                      <a:pt x="80994" y="20756"/>
                      <a:pt x="80931" y="20694"/>
                      <a:pt x="80868" y="20694"/>
                    </a:cubicBezTo>
                    <a:cubicBezTo>
                      <a:pt x="80847" y="20694"/>
                      <a:pt x="80847" y="20694"/>
                      <a:pt x="80827" y="20714"/>
                    </a:cubicBezTo>
                    <a:cubicBezTo>
                      <a:pt x="80785" y="20756"/>
                      <a:pt x="80743" y="20777"/>
                      <a:pt x="80722" y="20798"/>
                    </a:cubicBezTo>
                    <a:cubicBezTo>
                      <a:pt x="79885" y="20610"/>
                      <a:pt x="79006" y="20463"/>
                      <a:pt x="78169" y="20275"/>
                    </a:cubicBezTo>
                    <a:lnTo>
                      <a:pt x="78169" y="20254"/>
                    </a:lnTo>
                    <a:cubicBezTo>
                      <a:pt x="78169" y="20254"/>
                      <a:pt x="78169" y="20233"/>
                      <a:pt x="78211" y="20233"/>
                    </a:cubicBezTo>
                    <a:cubicBezTo>
                      <a:pt x="78839" y="14416"/>
                      <a:pt x="76579" y="9834"/>
                      <a:pt x="73043" y="6152"/>
                    </a:cubicBezTo>
                    <a:lnTo>
                      <a:pt x="72729" y="5754"/>
                    </a:lnTo>
                    <a:close/>
                    <a:moveTo>
                      <a:pt x="72311" y="19857"/>
                    </a:moveTo>
                    <a:cubicBezTo>
                      <a:pt x="73985" y="20066"/>
                      <a:pt x="75637" y="20338"/>
                      <a:pt x="77311" y="20610"/>
                    </a:cubicBezTo>
                    <a:cubicBezTo>
                      <a:pt x="76935" y="21091"/>
                      <a:pt x="76579" y="21531"/>
                      <a:pt x="76223" y="22012"/>
                    </a:cubicBezTo>
                    <a:cubicBezTo>
                      <a:pt x="74884" y="23644"/>
                      <a:pt x="73524" y="25297"/>
                      <a:pt x="72164" y="26929"/>
                    </a:cubicBezTo>
                    <a:lnTo>
                      <a:pt x="72164" y="26950"/>
                    </a:lnTo>
                    <a:cubicBezTo>
                      <a:pt x="71516" y="27703"/>
                      <a:pt x="70867" y="28456"/>
                      <a:pt x="70218" y="29230"/>
                    </a:cubicBezTo>
                    <a:cubicBezTo>
                      <a:pt x="69465" y="30109"/>
                      <a:pt x="68712" y="30967"/>
                      <a:pt x="67917" y="31867"/>
                    </a:cubicBezTo>
                    <a:lnTo>
                      <a:pt x="67896" y="31888"/>
                    </a:lnTo>
                    <a:cubicBezTo>
                      <a:pt x="66640" y="33331"/>
                      <a:pt x="65364" y="34733"/>
                      <a:pt x="64067" y="36156"/>
                    </a:cubicBezTo>
                    <a:cubicBezTo>
                      <a:pt x="65615" y="34210"/>
                      <a:pt x="67080" y="32181"/>
                      <a:pt x="68335" y="30067"/>
                    </a:cubicBezTo>
                    <a:cubicBezTo>
                      <a:pt x="68440" y="29879"/>
                      <a:pt x="68586" y="29670"/>
                      <a:pt x="68691" y="29481"/>
                    </a:cubicBezTo>
                    <a:cubicBezTo>
                      <a:pt x="68754" y="29356"/>
                      <a:pt x="68816" y="29251"/>
                      <a:pt x="68900" y="29126"/>
                    </a:cubicBezTo>
                    <a:cubicBezTo>
                      <a:pt x="69047" y="28854"/>
                      <a:pt x="69172" y="28603"/>
                      <a:pt x="69319" y="28331"/>
                    </a:cubicBezTo>
                    <a:lnTo>
                      <a:pt x="69465" y="28017"/>
                    </a:lnTo>
                    <a:lnTo>
                      <a:pt x="69779" y="27389"/>
                    </a:lnTo>
                    <a:cubicBezTo>
                      <a:pt x="69821" y="27285"/>
                      <a:pt x="69883" y="27201"/>
                      <a:pt x="69904" y="27096"/>
                    </a:cubicBezTo>
                    <a:cubicBezTo>
                      <a:pt x="70051" y="26824"/>
                      <a:pt x="70176" y="26552"/>
                      <a:pt x="70302" y="26259"/>
                    </a:cubicBezTo>
                    <a:cubicBezTo>
                      <a:pt x="70344" y="26155"/>
                      <a:pt x="70386" y="26092"/>
                      <a:pt x="70428" y="25987"/>
                    </a:cubicBezTo>
                    <a:cubicBezTo>
                      <a:pt x="70574" y="25715"/>
                      <a:pt x="70679" y="25422"/>
                      <a:pt x="70783" y="25171"/>
                    </a:cubicBezTo>
                    <a:cubicBezTo>
                      <a:pt x="70804" y="25108"/>
                      <a:pt x="70804" y="25088"/>
                      <a:pt x="70825" y="25046"/>
                    </a:cubicBezTo>
                    <a:cubicBezTo>
                      <a:pt x="70930" y="24753"/>
                      <a:pt x="71055" y="24460"/>
                      <a:pt x="71160" y="24167"/>
                    </a:cubicBezTo>
                    <a:cubicBezTo>
                      <a:pt x="71202" y="24104"/>
                      <a:pt x="71223" y="24041"/>
                      <a:pt x="71244" y="23958"/>
                    </a:cubicBezTo>
                    <a:cubicBezTo>
                      <a:pt x="71348" y="23644"/>
                      <a:pt x="71453" y="23330"/>
                      <a:pt x="71557" y="23058"/>
                    </a:cubicBezTo>
                    <a:cubicBezTo>
                      <a:pt x="71557" y="22995"/>
                      <a:pt x="71578" y="22974"/>
                      <a:pt x="71578" y="22911"/>
                    </a:cubicBezTo>
                    <a:cubicBezTo>
                      <a:pt x="71683" y="22598"/>
                      <a:pt x="71767" y="22326"/>
                      <a:pt x="71850" y="22012"/>
                    </a:cubicBezTo>
                    <a:cubicBezTo>
                      <a:pt x="71850" y="21970"/>
                      <a:pt x="71871" y="21949"/>
                      <a:pt x="71871" y="21928"/>
                    </a:cubicBezTo>
                    <a:cubicBezTo>
                      <a:pt x="71955" y="21593"/>
                      <a:pt x="72039" y="21279"/>
                      <a:pt x="72101" y="20924"/>
                    </a:cubicBezTo>
                    <a:cubicBezTo>
                      <a:pt x="72101" y="20903"/>
                      <a:pt x="72143" y="20882"/>
                      <a:pt x="72143" y="20819"/>
                    </a:cubicBezTo>
                    <a:cubicBezTo>
                      <a:pt x="72206" y="20505"/>
                      <a:pt x="72269" y="20170"/>
                      <a:pt x="72311" y="19857"/>
                    </a:cubicBezTo>
                    <a:close/>
                    <a:moveTo>
                      <a:pt x="64761" y="0"/>
                    </a:moveTo>
                    <a:cubicBezTo>
                      <a:pt x="64113" y="0"/>
                      <a:pt x="63614" y="912"/>
                      <a:pt x="64213" y="1423"/>
                    </a:cubicBezTo>
                    <a:cubicBezTo>
                      <a:pt x="65238" y="2281"/>
                      <a:pt x="66180" y="3243"/>
                      <a:pt x="67059" y="4269"/>
                    </a:cubicBezTo>
                    <a:lnTo>
                      <a:pt x="67080" y="4269"/>
                    </a:lnTo>
                    <a:lnTo>
                      <a:pt x="67122" y="4289"/>
                    </a:lnTo>
                    <a:cubicBezTo>
                      <a:pt x="67122" y="4331"/>
                      <a:pt x="67143" y="4331"/>
                      <a:pt x="67143" y="4331"/>
                    </a:cubicBezTo>
                    <a:lnTo>
                      <a:pt x="67143" y="4352"/>
                    </a:lnTo>
                    <a:lnTo>
                      <a:pt x="67163" y="4373"/>
                    </a:lnTo>
                    <a:cubicBezTo>
                      <a:pt x="69904" y="7574"/>
                      <a:pt x="72143" y="11299"/>
                      <a:pt x="74382" y="14940"/>
                    </a:cubicBezTo>
                    <a:cubicBezTo>
                      <a:pt x="75031" y="16007"/>
                      <a:pt x="75700" y="17053"/>
                      <a:pt x="76349" y="18078"/>
                    </a:cubicBezTo>
                    <a:cubicBezTo>
                      <a:pt x="76433" y="18183"/>
                      <a:pt x="76474" y="18287"/>
                      <a:pt x="76558" y="18392"/>
                    </a:cubicBezTo>
                    <a:cubicBezTo>
                      <a:pt x="76746" y="18664"/>
                      <a:pt x="76893" y="18915"/>
                      <a:pt x="77081" y="19187"/>
                    </a:cubicBezTo>
                    <a:cubicBezTo>
                      <a:pt x="77102" y="19229"/>
                      <a:pt x="77165" y="19292"/>
                      <a:pt x="77186" y="19334"/>
                    </a:cubicBezTo>
                    <a:cubicBezTo>
                      <a:pt x="77374" y="19606"/>
                      <a:pt x="77542" y="19878"/>
                      <a:pt x="77730" y="20150"/>
                    </a:cubicBezTo>
                    <a:cubicBezTo>
                      <a:pt x="77709" y="20150"/>
                      <a:pt x="77688" y="20170"/>
                      <a:pt x="77625" y="20191"/>
                    </a:cubicBezTo>
                    <a:cubicBezTo>
                      <a:pt x="75575" y="19815"/>
                      <a:pt x="73524" y="19501"/>
                      <a:pt x="71453" y="19229"/>
                    </a:cubicBezTo>
                    <a:cubicBezTo>
                      <a:pt x="72039" y="13956"/>
                      <a:pt x="68963" y="9248"/>
                      <a:pt x="64862" y="5796"/>
                    </a:cubicBezTo>
                    <a:lnTo>
                      <a:pt x="64841" y="5754"/>
                    </a:lnTo>
                    <a:lnTo>
                      <a:pt x="64820" y="5754"/>
                    </a:lnTo>
                    <a:cubicBezTo>
                      <a:pt x="62016" y="3411"/>
                      <a:pt x="58710" y="1611"/>
                      <a:pt x="55739" y="565"/>
                    </a:cubicBezTo>
                    <a:cubicBezTo>
                      <a:pt x="55650" y="534"/>
                      <a:pt x="55563" y="520"/>
                      <a:pt x="55478" y="520"/>
                    </a:cubicBezTo>
                    <a:cubicBezTo>
                      <a:pt x="54985" y="520"/>
                      <a:pt x="54588" y="997"/>
                      <a:pt x="54588" y="1444"/>
                    </a:cubicBezTo>
                    <a:cubicBezTo>
                      <a:pt x="54588" y="1674"/>
                      <a:pt x="54693" y="1946"/>
                      <a:pt x="54986" y="2072"/>
                    </a:cubicBezTo>
                    <a:cubicBezTo>
                      <a:pt x="55509" y="2364"/>
                      <a:pt x="55990" y="2678"/>
                      <a:pt x="56492" y="2992"/>
                    </a:cubicBezTo>
                    <a:cubicBezTo>
                      <a:pt x="56513" y="2992"/>
                      <a:pt x="56513" y="3013"/>
                      <a:pt x="56555" y="3034"/>
                    </a:cubicBezTo>
                    <a:cubicBezTo>
                      <a:pt x="57811" y="4038"/>
                      <a:pt x="59087" y="4980"/>
                      <a:pt x="60342" y="5942"/>
                    </a:cubicBezTo>
                    <a:lnTo>
                      <a:pt x="60363" y="5942"/>
                    </a:lnTo>
                    <a:cubicBezTo>
                      <a:pt x="61849" y="7261"/>
                      <a:pt x="63272" y="8683"/>
                      <a:pt x="64611" y="10211"/>
                    </a:cubicBezTo>
                    <a:cubicBezTo>
                      <a:pt x="66619" y="12450"/>
                      <a:pt x="68021" y="15128"/>
                      <a:pt x="69758" y="17576"/>
                    </a:cubicBezTo>
                    <a:cubicBezTo>
                      <a:pt x="69779" y="17618"/>
                      <a:pt x="69800" y="17639"/>
                      <a:pt x="69800" y="17681"/>
                    </a:cubicBezTo>
                    <a:cubicBezTo>
                      <a:pt x="69883" y="17827"/>
                      <a:pt x="69988" y="17932"/>
                      <a:pt x="70072" y="18057"/>
                    </a:cubicBezTo>
                    <a:cubicBezTo>
                      <a:pt x="70114" y="18141"/>
                      <a:pt x="70176" y="18183"/>
                      <a:pt x="70218" y="18266"/>
                    </a:cubicBezTo>
                    <a:cubicBezTo>
                      <a:pt x="70302" y="18371"/>
                      <a:pt x="70344" y="18455"/>
                      <a:pt x="70428" y="18559"/>
                    </a:cubicBezTo>
                    <a:cubicBezTo>
                      <a:pt x="70511" y="18664"/>
                      <a:pt x="70595" y="18769"/>
                      <a:pt x="70700" y="18873"/>
                    </a:cubicBezTo>
                    <a:cubicBezTo>
                      <a:pt x="70741" y="18915"/>
                      <a:pt x="70804" y="18999"/>
                      <a:pt x="70846" y="19041"/>
                    </a:cubicBezTo>
                    <a:cubicBezTo>
                      <a:pt x="70909" y="19103"/>
                      <a:pt x="70930" y="19145"/>
                      <a:pt x="70992" y="19208"/>
                    </a:cubicBezTo>
                    <a:cubicBezTo>
                      <a:pt x="69570" y="19020"/>
                      <a:pt x="68147" y="18894"/>
                      <a:pt x="66745" y="18769"/>
                    </a:cubicBezTo>
                    <a:lnTo>
                      <a:pt x="66766" y="18769"/>
                    </a:lnTo>
                    <a:cubicBezTo>
                      <a:pt x="66763" y="18768"/>
                      <a:pt x="66761" y="18768"/>
                      <a:pt x="66758" y="18768"/>
                    </a:cubicBezTo>
                    <a:lnTo>
                      <a:pt x="66758" y="18768"/>
                    </a:lnTo>
                    <a:cubicBezTo>
                      <a:pt x="66814" y="18763"/>
                      <a:pt x="66854" y="18725"/>
                      <a:pt x="66912" y="18706"/>
                    </a:cubicBezTo>
                    <a:lnTo>
                      <a:pt x="66933" y="18685"/>
                    </a:lnTo>
                    <a:cubicBezTo>
                      <a:pt x="66975" y="18601"/>
                      <a:pt x="67017" y="18497"/>
                      <a:pt x="66954" y="18413"/>
                    </a:cubicBezTo>
                    <a:cubicBezTo>
                      <a:pt x="63837" y="14228"/>
                      <a:pt x="59673" y="10608"/>
                      <a:pt x="55216" y="7512"/>
                    </a:cubicBezTo>
                    <a:cubicBezTo>
                      <a:pt x="55174" y="7491"/>
                      <a:pt x="55153" y="7491"/>
                      <a:pt x="55132" y="7470"/>
                    </a:cubicBezTo>
                    <a:cubicBezTo>
                      <a:pt x="54233" y="6842"/>
                      <a:pt x="53333" y="6256"/>
                      <a:pt x="52412" y="5691"/>
                    </a:cubicBezTo>
                    <a:cubicBezTo>
                      <a:pt x="52391" y="5691"/>
                      <a:pt x="52391" y="5649"/>
                      <a:pt x="52350" y="5629"/>
                    </a:cubicBezTo>
                    <a:cubicBezTo>
                      <a:pt x="51701" y="5210"/>
                      <a:pt x="51052" y="4813"/>
                      <a:pt x="50404" y="4436"/>
                    </a:cubicBezTo>
                    <a:cubicBezTo>
                      <a:pt x="49211" y="3745"/>
                      <a:pt x="48039" y="3076"/>
                      <a:pt x="46888" y="2469"/>
                    </a:cubicBezTo>
                    <a:cubicBezTo>
                      <a:pt x="46771" y="2407"/>
                      <a:pt x="46661" y="2379"/>
                      <a:pt x="46560" y="2379"/>
                    </a:cubicBezTo>
                    <a:cubicBezTo>
                      <a:pt x="46119" y="2379"/>
                      <a:pt x="45860" y="2901"/>
                      <a:pt x="46031" y="3327"/>
                    </a:cubicBezTo>
                    <a:lnTo>
                      <a:pt x="46051" y="3348"/>
                    </a:lnTo>
                    <a:cubicBezTo>
                      <a:pt x="46072" y="3432"/>
                      <a:pt x="46114" y="3515"/>
                      <a:pt x="46177" y="3599"/>
                    </a:cubicBezTo>
                    <a:cubicBezTo>
                      <a:pt x="50445" y="8118"/>
                      <a:pt x="55551" y="12722"/>
                      <a:pt x="61137" y="16007"/>
                    </a:cubicBezTo>
                    <a:cubicBezTo>
                      <a:pt x="61179" y="16049"/>
                      <a:pt x="61200" y="16049"/>
                      <a:pt x="61221" y="16069"/>
                    </a:cubicBezTo>
                    <a:cubicBezTo>
                      <a:pt x="61514" y="16258"/>
                      <a:pt x="61807" y="16404"/>
                      <a:pt x="62121" y="16572"/>
                    </a:cubicBezTo>
                    <a:cubicBezTo>
                      <a:pt x="62184" y="16613"/>
                      <a:pt x="62267" y="16634"/>
                      <a:pt x="62351" y="16697"/>
                    </a:cubicBezTo>
                    <a:cubicBezTo>
                      <a:pt x="62644" y="16844"/>
                      <a:pt x="62916" y="17011"/>
                      <a:pt x="63230" y="17157"/>
                    </a:cubicBezTo>
                    <a:cubicBezTo>
                      <a:pt x="63376" y="17220"/>
                      <a:pt x="63481" y="17304"/>
                      <a:pt x="63606" y="17346"/>
                    </a:cubicBezTo>
                    <a:cubicBezTo>
                      <a:pt x="63816" y="17450"/>
                      <a:pt x="64004" y="17555"/>
                      <a:pt x="64213" y="17639"/>
                    </a:cubicBezTo>
                    <a:cubicBezTo>
                      <a:pt x="64360" y="17722"/>
                      <a:pt x="64548" y="17785"/>
                      <a:pt x="64715" y="17869"/>
                    </a:cubicBezTo>
                    <a:cubicBezTo>
                      <a:pt x="64946" y="17973"/>
                      <a:pt x="65155" y="18078"/>
                      <a:pt x="65385" y="18183"/>
                    </a:cubicBezTo>
                    <a:cubicBezTo>
                      <a:pt x="65531" y="18266"/>
                      <a:pt x="65699" y="18308"/>
                      <a:pt x="65866" y="18392"/>
                    </a:cubicBezTo>
                    <a:lnTo>
                      <a:pt x="66410" y="18622"/>
                    </a:lnTo>
                    <a:cubicBezTo>
                      <a:pt x="66512" y="18683"/>
                      <a:pt x="66615" y="18705"/>
                      <a:pt x="66717" y="18764"/>
                    </a:cubicBezTo>
                    <a:lnTo>
                      <a:pt x="66717" y="18764"/>
                    </a:lnTo>
                    <a:cubicBezTo>
                      <a:pt x="63282" y="18461"/>
                      <a:pt x="59832" y="18310"/>
                      <a:pt x="56381" y="18310"/>
                    </a:cubicBezTo>
                    <a:cubicBezTo>
                      <a:pt x="45847" y="18310"/>
                      <a:pt x="35302" y="19722"/>
                      <a:pt x="25149" y="22556"/>
                    </a:cubicBezTo>
                    <a:cubicBezTo>
                      <a:pt x="25756" y="22221"/>
                      <a:pt x="26341" y="21865"/>
                      <a:pt x="26906" y="21510"/>
                    </a:cubicBezTo>
                    <a:cubicBezTo>
                      <a:pt x="26927" y="21489"/>
                      <a:pt x="26969" y="21447"/>
                      <a:pt x="26969" y="21426"/>
                    </a:cubicBezTo>
                    <a:lnTo>
                      <a:pt x="26969" y="21321"/>
                    </a:lnTo>
                    <a:cubicBezTo>
                      <a:pt x="26969" y="21300"/>
                      <a:pt x="26969" y="21300"/>
                      <a:pt x="26927" y="21279"/>
                    </a:cubicBezTo>
                    <a:cubicBezTo>
                      <a:pt x="27409" y="21196"/>
                      <a:pt x="27848" y="21112"/>
                      <a:pt x="28287" y="21007"/>
                    </a:cubicBezTo>
                    <a:cubicBezTo>
                      <a:pt x="28664" y="20924"/>
                      <a:pt x="28999" y="20861"/>
                      <a:pt x="29375" y="20756"/>
                    </a:cubicBezTo>
                    <a:cubicBezTo>
                      <a:pt x="29396" y="20756"/>
                      <a:pt x="29396" y="20714"/>
                      <a:pt x="29417" y="20714"/>
                    </a:cubicBezTo>
                    <a:cubicBezTo>
                      <a:pt x="29543" y="20673"/>
                      <a:pt x="29543" y="20547"/>
                      <a:pt x="29501" y="20442"/>
                    </a:cubicBezTo>
                    <a:cubicBezTo>
                      <a:pt x="29480" y="20380"/>
                      <a:pt x="29417" y="20338"/>
                      <a:pt x="29375" y="20296"/>
                    </a:cubicBezTo>
                    <a:cubicBezTo>
                      <a:pt x="27701" y="19710"/>
                      <a:pt x="25881" y="19354"/>
                      <a:pt x="23998" y="19208"/>
                    </a:cubicBezTo>
                    <a:lnTo>
                      <a:pt x="23935" y="19208"/>
                    </a:lnTo>
                    <a:cubicBezTo>
                      <a:pt x="23580" y="19187"/>
                      <a:pt x="23224" y="19145"/>
                      <a:pt x="22889" y="19124"/>
                    </a:cubicBezTo>
                    <a:lnTo>
                      <a:pt x="22722" y="19124"/>
                    </a:lnTo>
                    <a:cubicBezTo>
                      <a:pt x="22408" y="19124"/>
                      <a:pt x="22073" y="19103"/>
                      <a:pt x="21759" y="19103"/>
                    </a:cubicBezTo>
                    <a:lnTo>
                      <a:pt x="20295" y="19103"/>
                    </a:lnTo>
                    <a:cubicBezTo>
                      <a:pt x="20002" y="19103"/>
                      <a:pt x="19751" y="19124"/>
                      <a:pt x="19458" y="19124"/>
                    </a:cubicBezTo>
                    <a:cubicBezTo>
                      <a:pt x="19332" y="19124"/>
                      <a:pt x="19186" y="19145"/>
                      <a:pt x="19060" y="19145"/>
                    </a:cubicBezTo>
                    <a:cubicBezTo>
                      <a:pt x="18830" y="19187"/>
                      <a:pt x="18558" y="19187"/>
                      <a:pt x="18328" y="19208"/>
                    </a:cubicBezTo>
                    <a:cubicBezTo>
                      <a:pt x="18181" y="19229"/>
                      <a:pt x="18014" y="19229"/>
                      <a:pt x="17867" y="19250"/>
                    </a:cubicBezTo>
                    <a:cubicBezTo>
                      <a:pt x="17658" y="19292"/>
                      <a:pt x="17407" y="19313"/>
                      <a:pt x="17198" y="19334"/>
                    </a:cubicBezTo>
                    <a:cubicBezTo>
                      <a:pt x="17030" y="19354"/>
                      <a:pt x="16842" y="19396"/>
                      <a:pt x="16654" y="19396"/>
                    </a:cubicBezTo>
                    <a:cubicBezTo>
                      <a:pt x="16466" y="19417"/>
                      <a:pt x="16256" y="19438"/>
                      <a:pt x="16089" y="19459"/>
                    </a:cubicBezTo>
                    <a:cubicBezTo>
                      <a:pt x="15880" y="19501"/>
                      <a:pt x="15670" y="19522"/>
                      <a:pt x="15482" y="19543"/>
                    </a:cubicBezTo>
                    <a:cubicBezTo>
                      <a:pt x="15294" y="19564"/>
                      <a:pt x="15147" y="19606"/>
                      <a:pt x="14959" y="19626"/>
                    </a:cubicBezTo>
                    <a:cubicBezTo>
                      <a:pt x="14750" y="19647"/>
                      <a:pt x="14520" y="19710"/>
                      <a:pt x="14310" y="19731"/>
                    </a:cubicBezTo>
                    <a:cubicBezTo>
                      <a:pt x="14143" y="19752"/>
                      <a:pt x="13955" y="19773"/>
                      <a:pt x="13808" y="19836"/>
                    </a:cubicBezTo>
                    <a:cubicBezTo>
                      <a:pt x="13599" y="19878"/>
                      <a:pt x="13390" y="19919"/>
                      <a:pt x="13181" y="19961"/>
                    </a:cubicBezTo>
                    <a:cubicBezTo>
                      <a:pt x="12971" y="20024"/>
                      <a:pt x="12741" y="20045"/>
                      <a:pt x="12532" y="20087"/>
                    </a:cubicBezTo>
                    <a:cubicBezTo>
                      <a:pt x="12364" y="20129"/>
                      <a:pt x="12218" y="20170"/>
                      <a:pt x="12051" y="20191"/>
                    </a:cubicBezTo>
                    <a:cubicBezTo>
                      <a:pt x="12030" y="20191"/>
                      <a:pt x="12009" y="20191"/>
                      <a:pt x="11967" y="20233"/>
                    </a:cubicBezTo>
                    <a:cubicBezTo>
                      <a:pt x="11611" y="20296"/>
                      <a:pt x="11276" y="20380"/>
                      <a:pt x="10900" y="20484"/>
                    </a:cubicBezTo>
                    <a:cubicBezTo>
                      <a:pt x="10889" y="20474"/>
                      <a:pt x="10863" y="20469"/>
                      <a:pt x="10829" y="20469"/>
                    </a:cubicBezTo>
                    <a:cubicBezTo>
                      <a:pt x="10795" y="20469"/>
                      <a:pt x="10753" y="20474"/>
                      <a:pt x="10712" y="20484"/>
                    </a:cubicBezTo>
                    <a:cubicBezTo>
                      <a:pt x="10544" y="20568"/>
                      <a:pt x="10293" y="20610"/>
                      <a:pt x="10126" y="20694"/>
                    </a:cubicBezTo>
                    <a:cubicBezTo>
                      <a:pt x="7092" y="21489"/>
                      <a:pt x="4204" y="22493"/>
                      <a:pt x="1756" y="23581"/>
                    </a:cubicBezTo>
                    <a:cubicBezTo>
                      <a:pt x="1401" y="23719"/>
                      <a:pt x="1381" y="24341"/>
                      <a:pt x="1801" y="24341"/>
                    </a:cubicBezTo>
                    <a:cubicBezTo>
                      <a:pt x="1826" y="24341"/>
                      <a:pt x="1853" y="24339"/>
                      <a:pt x="1882" y="24334"/>
                    </a:cubicBezTo>
                    <a:cubicBezTo>
                      <a:pt x="2279" y="24272"/>
                      <a:pt x="2656" y="24209"/>
                      <a:pt x="3053" y="24146"/>
                    </a:cubicBezTo>
                    <a:lnTo>
                      <a:pt x="3074" y="24146"/>
                    </a:lnTo>
                    <a:cubicBezTo>
                      <a:pt x="7510" y="23476"/>
                      <a:pt x="11925" y="22786"/>
                      <a:pt x="16340" y="22221"/>
                    </a:cubicBezTo>
                    <a:cubicBezTo>
                      <a:pt x="16926" y="22137"/>
                      <a:pt x="17470" y="22075"/>
                      <a:pt x="18077" y="22033"/>
                    </a:cubicBezTo>
                    <a:lnTo>
                      <a:pt x="18244" y="22033"/>
                    </a:lnTo>
                    <a:cubicBezTo>
                      <a:pt x="19960" y="21907"/>
                      <a:pt x="21696" y="21823"/>
                      <a:pt x="23412" y="21698"/>
                    </a:cubicBezTo>
                    <a:lnTo>
                      <a:pt x="23433" y="21698"/>
                    </a:lnTo>
                    <a:cubicBezTo>
                      <a:pt x="22994" y="21761"/>
                      <a:pt x="22575" y="21844"/>
                      <a:pt x="22115" y="21928"/>
                    </a:cubicBezTo>
                    <a:cubicBezTo>
                      <a:pt x="21906" y="21949"/>
                      <a:pt x="21696" y="22012"/>
                      <a:pt x="21487" y="22054"/>
                    </a:cubicBezTo>
                    <a:cubicBezTo>
                      <a:pt x="21278" y="22116"/>
                      <a:pt x="21069" y="22137"/>
                      <a:pt x="20859" y="22179"/>
                    </a:cubicBezTo>
                    <a:cubicBezTo>
                      <a:pt x="20587" y="22242"/>
                      <a:pt x="20295" y="22284"/>
                      <a:pt x="20002" y="22367"/>
                    </a:cubicBezTo>
                    <a:cubicBezTo>
                      <a:pt x="19897" y="22388"/>
                      <a:pt x="19792" y="22430"/>
                      <a:pt x="19667" y="22451"/>
                    </a:cubicBezTo>
                    <a:cubicBezTo>
                      <a:pt x="13160" y="23811"/>
                      <a:pt x="6631" y="25883"/>
                      <a:pt x="501" y="27829"/>
                    </a:cubicBezTo>
                    <a:cubicBezTo>
                      <a:pt x="292" y="27912"/>
                      <a:pt x="145" y="28080"/>
                      <a:pt x="103" y="28226"/>
                    </a:cubicBezTo>
                    <a:cubicBezTo>
                      <a:pt x="1" y="28615"/>
                      <a:pt x="199" y="29064"/>
                      <a:pt x="677" y="29064"/>
                    </a:cubicBezTo>
                    <a:cubicBezTo>
                      <a:pt x="688" y="29064"/>
                      <a:pt x="699" y="29063"/>
                      <a:pt x="710" y="29063"/>
                    </a:cubicBezTo>
                    <a:cubicBezTo>
                      <a:pt x="1714" y="29021"/>
                      <a:pt x="2761" y="28937"/>
                      <a:pt x="3807" y="28833"/>
                    </a:cubicBezTo>
                    <a:cubicBezTo>
                      <a:pt x="6631" y="28561"/>
                      <a:pt x="9498" y="28101"/>
                      <a:pt x="12281" y="27452"/>
                    </a:cubicBezTo>
                    <a:lnTo>
                      <a:pt x="12323" y="27452"/>
                    </a:lnTo>
                    <a:cubicBezTo>
                      <a:pt x="12657" y="27368"/>
                      <a:pt x="13013" y="27285"/>
                      <a:pt x="13369" y="27180"/>
                    </a:cubicBezTo>
                    <a:cubicBezTo>
                      <a:pt x="13411" y="27159"/>
                      <a:pt x="13473" y="27159"/>
                      <a:pt x="13536" y="27138"/>
                    </a:cubicBezTo>
                    <a:cubicBezTo>
                      <a:pt x="14206" y="26971"/>
                      <a:pt x="14854" y="26782"/>
                      <a:pt x="15482" y="26615"/>
                    </a:cubicBezTo>
                    <a:cubicBezTo>
                      <a:pt x="15524" y="26573"/>
                      <a:pt x="15587" y="26573"/>
                      <a:pt x="15629" y="26552"/>
                    </a:cubicBezTo>
                    <a:cubicBezTo>
                      <a:pt x="15880" y="26468"/>
                      <a:pt x="16089" y="26427"/>
                      <a:pt x="16319" y="26343"/>
                    </a:cubicBezTo>
                    <a:cubicBezTo>
                      <a:pt x="16549" y="26259"/>
                      <a:pt x="16758" y="26217"/>
                      <a:pt x="16989" y="26134"/>
                    </a:cubicBezTo>
                    <a:cubicBezTo>
                      <a:pt x="17177" y="26092"/>
                      <a:pt x="17365" y="26008"/>
                      <a:pt x="17554" y="25945"/>
                    </a:cubicBezTo>
                    <a:cubicBezTo>
                      <a:pt x="17888" y="25841"/>
                      <a:pt x="18223" y="25715"/>
                      <a:pt x="18558" y="25590"/>
                    </a:cubicBezTo>
                    <a:lnTo>
                      <a:pt x="18809" y="25506"/>
                    </a:lnTo>
                    <a:cubicBezTo>
                      <a:pt x="19248" y="25360"/>
                      <a:pt x="19688" y="25171"/>
                      <a:pt x="20127" y="24983"/>
                    </a:cubicBezTo>
                    <a:lnTo>
                      <a:pt x="20295" y="24899"/>
                    </a:lnTo>
                    <a:cubicBezTo>
                      <a:pt x="20713" y="24753"/>
                      <a:pt x="21111" y="24564"/>
                      <a:pt x="21529" y="24376"/>
                    </a:cubicBezTo>
                    <a:cubicBezTo>
                      <a:pt x="21550" y="24355"/>
                      <a:pt x="21592" y="24355"/>
                      <a:pt x="21634" y="24334"/>
                    </a:cubicBezTo>
                    <a:cubicBezTo>
                      <a:pt x="22094" y="24125"/>
                      <a:pt x="22596" y="23895"/>
                      <a:pt x="23036" y="23686"/>
                    </a:cubicBezTo>
                    <a:cubicBezTo>
                      <a:pt x="24458" y="23267"/>
                      <a:pt x="25860" y="22891"/>
                      <a:pt x="27283" y="22535"/>
                    </a:cubicBezTo>
                    <a:lnTo>
                      <a:pt x="27283" y="22535"/>
                    </a:lnTo>
                    <a:cubicBezTo>
                      <a:pt x="25839" y="23414"/>
                      <a:pt x="24458" y="24460"/>
                      <a:pt x="23119" y="25527"/>
                    </a:cubicBezTo>
                    <a:cubicBezTo>
                      <a:pt x="22115" y="26343"/>
                      <a:pt x="21131" y="27180"/>
                      <a:pt x="20127" y="28017"/>
                    </a:cubicBezTo>
                    <a:cubicBezTo>
                      <a:pt x="18558" y="29356"/>
                      <a:pt x="16968" y="30653"/>
                      <a:pt x="15294" y="31804"/>
                    </a:cubicBezTo>
                    <a:cubicBezTo>
                      <a:pt x="15001" y="31992"/>
                      <a:pt x="14750" y="32181"/>
                      <a:pt x="14457" y="32369"/>
                    </a:cubicBezTo>
                    <a:cubicBezTo>
                      <a:pt x="14373" y="32411"/>
                      <a:pt x="14310" y="32474"/>
                      <a:pt x="14206" y="32536"/>
                    </a:cubicBezTo>
                    <a:cubicBezTo>
                      <a:pt x="13934" y="32704"/>
                      <a:pt x="13683" y="32892"/>
                      <a:pt x="13411" y="33038"/>
                    </a:cubicBezTo>
                    <a:cubicBezTo>
                      <a:pt x="13285" y="33122"/>
                      <a:pt x="13118" y="33227"/>
                      <a:pt x="12992" y="33311"/>
                    </a:cubicBezTo>
                    <a:cubicBezTo>
                      <a:pt x="12364" y="33687"/>
                      <a:pt x="11737" y="34085"/>
                      <a:pt x="11109" y="34461"/>
                    </a:cubicBezTo>
                    <a:lnTo>
                      <a:pt x="11130" y="34461"/>
                    </a:lnTo>
                    <a:cubicBezTo>
                      <a:pt x="8787" y="35884"/>
                      <a:pt x="6380" y="37244"/>
                      <a:pt x="4058" y="38667"/>
                    </a:cubicBezTo>
                    <a:cubicBezTo>
                      <a:pt x="4016" y="38667"/>
                      <a:pt x="3995" y="38667"/>
                      <a:pt x="3995" y="38688"/>
                    </a:cubicBezTo>
                    <a:cubicBezTo>
                      <a:pt x="3346" y="39064"/>
                      <a:pt x="2719" y="39441"/>
                      <a:pt x="2091" y="39860"/>
                    </a:cubicBezTo>
                    <a:cubicBezTo>
                      <a:pt x="1453" y="40285"/>
                      <a:pt x="1834" y="41175"/>
                      <a:pt x="2490" y="41175"/>
                    </a:cubicBezTo>
                    <a:cubicBezTo>
                      <a:pt x="2543" y="41175"/>
                      <a:pt x="2599" y="41170"/>
                      <a:pt x="2656" y="41157"/>
                    </a:cubicBezTo>
                    <a:cubicBezTo>
                      <a:pt x="2949" y="41094"/>
                      <a:pt x="3263" y="41010"/>
                      <a:pt x="3556" y="40906"/>
                    </a:cubicBezTo>
                    <a:cubicBezTo>
                      <a:pt x="10168" y="39190"/>
                      <a:pt x="17826" y="34838"/>
                      <a:pt x="22994" y="29272"/>
                    </a:cubicBezTo>
                    <a:lnTo>
                      <a:pt x="23015" y="29251"/>
                    </a:lnTo>
                    <a:cubicBezTo>
                      <a:pt x="23224" y="29021"/>
                      <a:pt x="23454" y="28770"/>
                      <a:pt x="23663" y="28540"/>
                    </a:cubicBezTo>
                    <a:cubicBezTo>
                      <a:pt x="23768" y="28435"/>
                      <a:pt x="23852" y="28331"/>
                      <a:pt x="23956" y="28205"/>
                    </a:cubicBezTo>
                    <a:cubicBezTo>
                      <a:pt x="24040" y="28121"/>
                      <a:pt x="24103" y="28017"/>
                      <a:pt x="24165" y="27933"/>
                    </a:cubicBezTo>
                    <a:cubicBezTo>
                      <a:pt x="24312" y="27724"/>
                      <a:pt x="24479" y="27557"/>
                      <a:pt x="24626" y="27347"/>
                    </a:cubicBezTo>
                    <a:cubicBezTo>
                      <a:pt x="24688" y="27285"/>
                      <a:pt x="24709" y="27243"/>
                      <a:pt x="24772" y="27180"/>
                    </a:cubicBezTo>
                    <a:cubicBezTo>
                      <a:pt x="25128" y="26720"/>
                      <a:pt x="25463" y="26238"/>
                      <a:pt x="25777" y="25778"/>
                    </a:cubicBezTo>
                    <a:cubicBezTo>
                      <a:pt x="25777" y="25778"/>
                      <a:pt x="25777" y="25736"/>
                      <a:pt x="25818" y="25736"/>
                    </a:cubicBezTo>
                    <a:cubicBezTo>
                      <a:pt x="26488" y="24732"/>
                      <a:pt x="27095" y="23644"/>
                      <a:pt x="27555" y="22577"/>
                    </a:cubicBezTo>
                    <a:cubicBezTo>
                      <a:pt x="27597" y="22535"/>
                      <a:pt x="27555" y="22472"/>
                      <a:pt x="27534" y="22451"/>
                    </a:cubicBezTo>
                    <a:cubicBezTo>
                      <a:pt x="29020" y="22075"/>
                      <a:pt x="30526" y="21740"/>
                      <a:pt x="32012" y="21426"/>
                    </a:cubicBezTo>
                    <a:lnTo>
                      <a:pt x="32012" y="21426"/>
                    </a:lnTo>
                    <a:cubicBezTo>
                      <a:pt x="28329" y="25171"/>
                      <a:pt x="25463" y="29649"/>
                      <a:pt x="22052" y="33583"/>
                    </a:cubicBezTo>
                    <a:cubicBezTo>
                      <a:pt x="21947" y="33729"/>
                      <a:pt x="21843" y="33834"/>
                      <a:pt x="21738" y="33959"/>
                    </a:cubicBezTo>
                    <a:cubicBezTo>
                      <a:pt x="21027" y="34775"/>
                      <a:pt x="20315" y="35549"/>
                      <a:pt x="19604" y="36365"/>
                    </a:cubicBezTo>
                    <a:cubicBezTo>
                      <a:pt x="17365" y="38876"/>
                      <a:pt x="15085" y="41366"/>
                      <a:pt x="12804" y="43835"/>
                    </a:cubicBezTo>
                    <a:lnTo>
                      <a:pt x="12783" y="43835"/>
                    </a:lnTo>
                    <a:cubicBezTo>
                      <a:pt x="12323" y="44358"/>
                      <a:pt x="11841" y="44860"/>
                      <a:pt x="11381" y="45383"/>
                    </a:cubicBezTo>
                    <a:cubicBezTo>
                      <a:pt x="11130" y="45655"/>
                      <a:pt x="11297" y="46074"/>
                      <a:pt x="11590" y="46179"/>
                    </a:cubicBezTo>
                    <a:cubicBezTo>
                      <a:pt x="11631" y="46195"/>
                      <a:pt x="11678" y="46205"/>
                      <a:pt x="11727" y="46205"/>
                    </a:cubicBezTo>
                    <a:cubicBezTo>
                      <a:pt x="11805" y="46205"/>
                      <a:pt x="11890" y="46180"/>
                      <a:pt x="11967" y="46116"/>
                    </a:cubicBezTo>
                    <a:cubicBezTo>
                      <a:pt x="20211" y="40173"/>
                      <a:pt x="28873" y="31218"/>
                      <a:pt x="32137" y="21384"/>
                    </a:cubicBezTo>
                    <a:cubicBezTo>
                      <a:pt x="37138" y="20338"/>
                      <a:pt x="42243" y="19626"/>
                      <a:pt x="47391" y="19229"/>
                    </a:cubicBezTo>
                    <a:lnTo>
                      <a:pt x="47391" y="19229"/>
                    </a:lnTo>
                    <a:cubicBezTo>
                      <a:pt x="47370" y="19250"/>
                      <a:pt x="47328" y="19250"/>
                      <a:pt x="47307" y="19292"/>
                    </a:cubicBezTo>
                    <a:cubicBezTo>
                      <a:pt x="46951" y="19543"/>
                      <a:pt x="46596" y="19815"/>
                      <a:pt x="46240" y="20066"/>
                    </a:cubicBezTo>
                    <a:cubicBezTo>
                      <a:pt x="46156" y="20129"/>
                      <a:pt x="46156" y="20254"/>
                      <a:pt x="46261" y="20275"/>
                    </a:cubicBezTo>
                    <a:cubicBezTo>
                      <a:pt x="46344" y="20296"/>
                      <a:pt x="43185" y="26217"/>
                      <a:pt x="41260" y="29691"/>
                    </a:cubicBezTo>
                    <a:cubicBezTo>
                      <a:pt x="40590" y="30946"/>
                      <a:pt x="40067" y="31888"/>
                      <a:pt x="39900" y="32097"/>
                    </a:cubicBezTo>
                    <a:cubicBezTo>
                      <a:pt x="39170" y="33200"/>
                      <a:pt x="38427" y="34291"/>
                      <a:pt x="37682" y="35388"/>
                    </a:cubicBezTo>
                    <a:lnTo>
                      <a:pt x="37682" y="35388"/>
                    </a:lnTo>
                    <a:cubicBezTo>
                      <a:pt x="38801" y="33696"/>
                      <a:pt x="39806" y="31949"/>
                      <a:pt x="40632" y="30172"/>
                    </a:cubicBezTo>
                    <a:cubicBezTo>
                      <a:pt x="40779" y="29900"/>
                      <a:pt x="40883" y="29649"/>
                      <a:pt x="41009" y="29377"/>
                    </a:cubicBezTo>
                    <a:cubicBezTo>
                      <a:pt x="41030" y="29356"/>
                      <a:pt x="41030" y="29293"/>
                      <a:pt x="41051" y="29272"/>
                    </a:cubicBezTo>
                    <a:cubicBezTo>
                      <a:pt x="41155" y="29042"/>
                      <a:pt x="41260" y="28770"/>
                      <a:pt x="41365" y="28540"/>
                    </a:cubicBezTo>
                    <a:cubicBezTo>
                      <a:pt x="41406" y="28498"/>
                      <a:pt x="41427" y="28435"/>
                      <a:pt x="41427" y="28393"/>
                    </a:cubicBezTo>
                    <a:cubicBezTo>
                      <a:pt x="41532" y="28142"/>
                      <a:pt x="41616" y="27912"/>
                      <a:pt x="41720" y="27661"/>
                    </a:cubicBezTo>
                    <a:lnTo>
                      <a:pt x="41720" y="27619"/>
                    </a:lnTo>
                    <a:cubicBezTo>
                      <a:pt x="41867" y="27201"/>
                      <a:pt x="41992" y="26824"/>
                      <a:pt x="42139" y="26406"/>
                    </a:cubicBezTo>
                    <a:cubicBezTo>
                      <a:pt x="42181" y="26238"/>
                      <a:pt x="42243" y="26050"/>
                      <a:pt x="42285" y="25904"/>
                    </a:cubicBezTo>
                    <a:cubicBezTo>
                      <a:pt x="42306" y="25778"/>
                      <a:pt x="42369" y="25632"/>
                      <a:pt x="42390" y="25506"/>
                    </a:cubicBezTo>
                    <a:cubicBezTo>
                      <a:pt x="42453" y="25318"/>
                      <a:pt x="42494" y="25108"/>
                      <a:pt x="42557" y="24941"/>
                    </a:cubicBezTo>
                    <a:cubicBezTo>
                      <a:pt x="42578" y="24795"/>
                      <a:pt x="42599" y="24690"/>
                      <a:pt x="42620" y="24564"/>
                    </a:cubicBezTo>
                    <a:cubicBezTo>
                      <a:pt x="42683" y="24355"/>
                      <a:pt x="42725" y="24146"/>
                      <a:pt x="42766" y="23958"/>
                    </a:cubicBezTo>
                    <a:cubicBezTo>
                      <a:pt x="42787" y="23853"/>
                      <a:pt x="42808" y="23748"/>
                      <a:pt x="42808" y="23644"/>
                    </a:cubicBezTo>
                    <a:cubicBezTo>
                      <a:pt x="42871" y="23435"/>
                      <a:pt x="42892" y="23204"/>
                      <a:pt x="42913" y="22995"/>
                    </a:cubicBezTo>
                    <a:cubicBezTo>
                      <a:pt x="42934" y="22891"/>
                      <a:pt x="42934" y="22807"/>
                      <a:pt x="42976" y="22702"/>
                    </a:cubicBezTo>
                    <a:cubicBezTo>
                      <a:pt x="42997" y="22451"/>
                      <a:pt x="43038" y="22179"/>
                      <a:pt x="43080" y="21949"/>
                    </a:cubicBezTo>
                    <a:cubicBezTo>
                      <a:pt x="43080" y="21907"/>
                      <a:pt x="43101" y="21844"/>
                      <a:pt x="43101" y="21761"/>
                    </a:cubicBezTo>
                    <a:cubicBezTo>
                      <a:pt x="43122" y="21447"/>
                      <a:pt x="43143" y="21112"/>
                      <a:pt x="43185" y="20798"/>
                    </a:cubicBezTo>
                    <a:cubicBezTo>
                      <a:pt x="43185" y="20652"/>
                      <a:pt x="43080" y="20547"/>
                      <a:pt x="42934" y="20484"/>
                    </a:cubicBezTo>
                    <a:cubicBezTo>
                      <a:pt x="42894" y="20471"/>
                      <a:pt x="42852" y="20464"/>
                      <a:pt x="42810" y="20464"/>
                    </a:cubicBezTo>
                    <a:cubicBezTo>
                      <a:pt x="42720" y="20464"/>
                      <a:pt x="42629" y="20497"/>
                      <a:pt x="42557" y="20568"/>
                    </a:cubicBezTo>
                    <a:cubicBezTo>
                      <a:pt x="42474" y="20673"/>
                      <a:pt x="42390" y="20756"/>
                      <a:pt x="42306" y="20861"/>
                    </a:cubicBezTo>
                    <a:cubicBezTo>
                      <a:pt x="42097" y="21091"/>
                      <a:pt x="41930" y="21300"/>
                      <a:pt x="41720" y="21531"/>
                    </a:cubicBezTo>
                    <a:cubicBezTo>
                      <a:pt x="41658" y="21593"/>
                      <a:pt x="41720" y="21656"/>
                      <a:pt x="41783" y="21656"/>
                    </a:cubicBezTo>
                    <a:cubicBezTo>
                      <a:pt x="41344" y="21865"/>
                      <a:pt x="40883" y="22242"/>
                      <a:pt x="40423" y="22744"/>
                    </a:cubicBezTo>
                    <a:cubicBezTo>
                      <a:pt x="38205" y="25192"/>
                      <a:pt x="36134" y="30632"/>
                      <a:pt x="34836" y="32787"/>
                    </a:cubicBezTo>
                    <a:cubicBezTo>
                      <a:pt x="33581" y="34817"/>
                      <a:pt x="32305" y="36826"/>
                      <a:pt x="31007" y="38813"/>
                    </a:cubicBezTo>
                    <a:cubicBezTo>
                      <a:pt x="31070" y="38772"/>
                      <a:pt x="31091" y="38709"/>
                      <a:pt x="31154" y="38667"/>
                    </a:cubicBezTo>
                    <a:lnTo>
                      <a:pt x="31154" y="38667"/>
                    </a:lnTo>
                    <a:cubicBezTo>
                      <a:pt x="30422" y="39818"/>
                      <a:pt x="29647" y="40969"/>
                      <a:pt x="28894" y="42119"/>
                    </a:cubicBezTo>
                    <a:lnTo>
                      <a:pt x="28873" y="42119"/>
                    </a:lnTo>
                    <a:cubicBezTo>
                      <a:pt x="28162" y="43186"/>
                      <a:pt x="27450" y="44254"/>
                      <a:pt x="26718" y="45342"/>
                    </a:cubicBezTo>
                    <a:lnTo>
                      <a:pt x="26697" y="45342"/>
                    </a:lnTo>
                    <a:cubicBezTo>
                      <a:pt x="26509" y="45614"/>
                      <a:pt x="26341" y="45886"/>
                      <a:pt x="26153" y="46137"/>
                    </a:cubicBezTo>
                    <a:cubicBezTo>
                      <a:pt x="26153" y="46179"/>
                      <a:pt x="26132" y="46179"/>
                      <a:pt x="26132" y="46199"/>
                    </a:cubicBezTo>
                    <a:lnTo>
                      <a:pt x="26090" y="46199"/>
                    </a:lnTo>
                    <a:cubicBezTo>
                      <a:pt x="25944" y="46492"/>
                      <a:pt x="26028" y="46764"/>
                      <a:pt x="26195" y="46953"/>
                    </a:cubicBezTo>
                    <a:cubicBezTo>
                      <a:pt x="26237" y="46953"/>
                      <a:pt x="26237" y="46974"/>
                      <a:pt x="26258" y="47015"/>
                    </a:cubicBezTo>
                    <a:cubicBezTo>
                      <a:pt x="26362" y="47120"/>
                      <a:pt x="26488" y="47162"/>
                      <a:pt x="26655" y="47183"/>
                    </a:cubicBezTo>
                    <a:cubicBezTo>
                      <a:pt x="26736" y="47203"/>
                      <a:pt x="26820" y="47215"/>
                      <a:pt x="26902" y="47215"/>
                    </a:cubicBezTo>
                    <a:cubicBezTo>
                      <a:pt x="27075" y="47215"/>
                      <a:pt x="27246" y="47164"/>
                      <a:pt x="27388" y="47036"/>
                    </a:cubicBezTo>
                    <a:cubicBezTo>
                      <a:pt x="30422" y="44358"/>
                      <a:pt x="33665" y="40969"/>
                      <a:pt x="36427" y="37181"/>
                    </a:cubicBezTo>
                    <a:lnTo>
                      <a:pt x="36427" y="37181"/>
                    </a:lnTo>
                    <a:cubicBezTo>
                      <a:pt x="35046" y="39127"/>
                      <a:pt x="33602" y="41073"/>
                      <a:pt x="32137" y="42998"/>
                    </a:cubicBezTo>
                    <a:lnTo>
                      <a:pt x="32137" y="43040"/>
                    </a:lnTo>
                    <a:cubicBezTo>
                      <a:pt x="31635" y="43689"/>
                      <a:pt x="31154" y="44316"/>
                      <a:pt x="30652" y="44965"/>
                    </a:cubicBezTo>
                    <a:cubicBezTo>
                      <a:pt x="30463" y="45195"/>
                      <a:pt x="30484" y="45509"/>
                      <a:pt x="30631" y="45760"/>
                    </a:cubicBezTo>
                    <a:cubicBezTo>
                      <a:pt x="30673" y="45823"/>
                      <a:pt x="30735" y="45886"/>
                      <a:pt x="30798" y="45927"/>
                    </a:cubicBezTo>
                    <a:cubicBezTo>
                      <a:pt x="30895" y="46003"/>
                      <a:pt x="31004" y="46045"/>
                      <a:pt x="31121" y="46045"/>
                    </a:cubicBezTo>
                    <a:cubicBezTo>
                      <a:pt x="31230" y="46045"/>
                      <a:pt x="31346" y="46008"/>
                      <a:pt x="31468" y="45927"/>
                    </a:cubicBezTo>
                    <a:cubicBezTo>
                      <a:pt x="32535" y="45153"/>
                      <a:pt x="33581" y="44337"/>
                      <a:pt x="34606" y="43458"/>
                    </a:cubicBezTo>
                    <a:lnTo>
                      <a:pt x="34606" y="43417"/>
                    </a:lnTo>
                    <a:cubicBezTo>
                      <a:pt x="34920" y="43166"/>
                      <a:pt x="35234" y="42873"/>
                      <a:pt x="35506" y="42622"/>
                    </a:cubicBezTo>
                    <a:cubicBezTo>
                      <a:pt x="35506" y="42622"/>
                      <a:pt x="35506" y="42580"/>
                      <a:pt x="35548" y="42580"/>
                    </a:cubicBezTo>
                    <a:cubicBezTo>
                      <a:pt x="36908" y="41324"/>
                      <a:pt x="38184" y="40006"/>
                      <a:pt x="39377" y="38604"/>
                    </a:cubicBezTo>
                    <a:cubicBezTo>
                      <a:pt x="41762" y="35779"/>
                      <a:pt x="43813" y="32683"/>
                      <a:pt x="45382" y="29356"/>
                    </a:cubicBezTo>
                    <a:cubicBezTo>
                      <a:pt x="45424" y="29251"/>
                      <a:pt x="45487" y="29147"/>
                      <a:pt x="45507" y="29063"/>
                    </a:cubicBezTo>
                    <a:cubicBezTo>
                      <a:pt x="45612" y="28833"/>
                      <a:pt x="45717" y="28624"/>
                      <a:pt x="45821" y="28393"/>
                    </a:cubicBezTo>
                    <a:cubicBezTo>
                      <a:pt x="45863" y="28247"/>
                      <a:pt x="45926" y="28121"/>
                      <a:pt x="46010" y="27975"/>
                    </a:cubicBezTo>
                    <a:cubicBezTo>
                      <a:pt x="46072" y="27766"/>
                      <a:pt x="46177" y="27557"/>
                      <a:pt x="46261" y="27305"/>
                    </a:cubicBezTo>
                    <a:cubicBezTo>
                      <a:pt x="46324" y="27159"/>
                      <a:pt x="46386" y="26992"/>
                      <a:pt x="46449" y="26845"/>
                    </a:cubicBezTo>
                    <a:lnTo>
                      <a:pt x="46679" y="26217"/>
                    </a:lnTo>
                    <a:lnTo>
                      <a:pt x="46993" y="25360"/>
                    </a:lnTo>
                    <a:lnTo>
                      <a:pt x="47223" y="24648"/>
                    </a:lnTo>
                    <a:cubicBezTo>
                      <a:pt x="47286" y="24460"/>
                      <a:pt x="47328" y="24272"/>
                      <a:pt x="47412" y="24104"/>
                    </a:cubicBezTo>
                    <a:cubicBezTo>
                      <a:pt x="47474" y="23895"/>
                      <a:pt x="47516" y="23707"/>
                      <a:pt x="47579" y="23497"/>
                    </a:cubicBezTo>
                    <a:lnTo>
                      <a:pt x="47725" y="22953"/>
                    </a:lnTo>
                    <a:cubicBezTo>
                      <a:pt x="47788" y="22744"/>
                      <a:pt x="47830" y="22556"/>
                      <a:pt x="47893" y="22347"/>
                    </a:cubicBezTo>
                    <a:cubicBezTo>
                      <a:pt x="47935" y="22158"/>
                      <a:pt x="47956" y="21970"/>
                      <a:pt x="48018" y="21823"/>
                    </a:cubicBezTo>
                    <a:cubicBezTo>
                      <a:pt x="48060" y="21614"/>
                      <a:pt x="48123" y="21405"/>
                      <a:pt x="48144" y="21196"/>
                    </a:cubicBezTo>
                    <a:cubicBezTo>
                      <a:pt x="48165" y="21028"/>
                      <a:pt x="48207" y="20861"/>
                      <a:pt x="48248" y="20694"/>
                    </a:cubicBezTo>
                    <a:cubicBezTo>
                      <a:pt x="48269" y="20484"/>
                      <a:pt x="48332" y="20296"/>
                      <a:pt x="48353" y="20087"/>
                    </a:cubicBezTo>
                    <a:cubicBezTo>
                      <a:pt x="48416" y="19752"/>
                      <a:pt x="48207" y="19417"/>
                      <a:pt x="47893" y="19292"/>
                    </a:cubicBezTo>
                    <a:cubicBezTo>
                      <a:pt x="50720" y="19079"/>
                      <a:pt x="53566" y="18973"/>
                      <a:pt x="56425" y="18973"/>
                    </a:cubicBezTo>
                    <a:cubicBezTo>
                      <a:pt x="59744" y="18973"/>
                      <a:pt x="63082" y="19115"/>
                      <a:pt x="66431" y="19396"/>
                    </a:cubicBezTo>
                    <a:cubicBezTo>
                      <a:pt x="66159" y="19647"/>
                      <a:pt x="65908" y="19940"/>
                      <a:pt x="65678" y="20233"/>
                    </a:cubicBezTo>
                    <a:cubicBezTo>
                      <a:pt x="65615" y="20275"/>
                      <a:pt x="65594" y="20338"/>
                      <a:pt x="65531" y="20380"/>
                    </a:cubicBezTo>
                    <a:cubicBezTo>
                      <a:pt x="65406" y="20547"/>
                      <a:pt x="65301" y="20694"/>
                      <a:pt x="65176" y="20861"/>
                    </a:cubicBezTo>
                    <a:cubicBezTo>
                      <a:pt x="65113" y="20924"/>
                      <a:pt x="65071" y="20986"/>
                      <a:pt x="65008" y="21070"/>
                    </a:cubicBezTo>
                    <a:cubicBezTo>
                      <a:pt x="64904" y="21217"/>
                      <a:pt x="64778" y="21384"/>
                      <a:pt x="64674" y="21531"/>
                    </a:cubicBezTo>
                    <a:lnTo>
                      <a:pt x="64527" y="21761"/>
                    </a:lnTo>
                    <a:lnTo>
                      <a:pt x="64213" y="22242"/>
                    </a:lnTo>
                    <a:cubicBezTo>
                      <a:pt x="64150" y="22326"/>
                      <a:pt x="64109" y="22388"/>
                      <a:pt x="64046" y="22493"/>
                    </a:cubicBezTo>
                    <a:cubicBezTo>
                      <a:pt x="63941" y="22660"/>
                      <a:pt x="63837" y="22807"/>
                      <a:pt x="63753" y="22995"/>
                    </a:cubicBezTo>
                    <a:cubicBezTo>
                      <a:pt x="63711" y="23079"/>
                      <a:pt x="63648" y="23183"/>
                      <a:pt x="63606" y="23267"/>
                    </a:cubicBezTo>
                    <a:cubicBezTo>
                      <a:pt x="63502" y="23414"/>
                      <a:pt x="63418" y="23581"/>
                      <a:pt x="63313" y="23748"/>
                    </a:cubicBezTo>
                    <a:cubicBezTo>
                      <a:pt x="63272" y="23853"/>
                      <a:pt x="63209" y="23937"/>
                      <a:pt x="63167" y="24041"/>
                    </a:cubicBezTo>
                    <a:cubicBezTo>
                      <a:pt x="63021" y="24272"/>
                      <a:pt x="62895" y="24523"/>
                      <a:pt x="62790" y="24753"/>
                    </a:cubicBezTo>
                    <a:cubicBezTo>
                      <a:pt x="62686" y="24941"/>
                      <a:pt x="62602" y="25108"/>
                      <a:pt x="62497" y="25297"/>
                    </a:cubicBezTo>
                    <a:cubicBezTo>
                      <a:pt x="62456" y="25380"/>
                      <a:pt x="62435" y="25485"/>
                      <a:pt x="62372" y="25569"/>
                    </a:cubicBezTo>
                    <a:cubicBezTo>
                      <a:pt x="62267" y="25778"/>
                      <a:pt x="62184" y="25945"/>
                      <a:pt x="62079" y="26155"/>
                    </a:cubicBezTo>
                    <a:lnTo>
                      <a:pt x="62016" y="26322"/>
                    </a:lnTo>
                    <a:cubicBezTo>
                      <a:pt x="61430" y="27494"/>
                      <a:pt x="60886" y="28665"/>
                      <a:pt x="60342" y="29795"/>
                    </a:cubicBezTo>
                    <a:cubicBezTo>
                      <a:pt x="60342" y="29816"/>
                      <a:pt x="60300" y="29858"/>
                      <a:pt x="60300" y="29858"/>
                    </a:cubicBezTo>
                    <a:cubicBezTo>
                      <a:pt x="60196" y="30088"/>
                      <a:pt x="60070" y="30298"/>
                      <a:pt x="59966" y="30528"/>
                    </a:cubicBezTo>
                    <a:cubicBezTo>
                      <a:pt x="59715" y="31051"/>
                      <a:pt x="59443" y="31553"/>
                      <a:pt x="59150" y="32013"/>
                    </a:cubicBezTo>
                    <a:cubicBezTo>
                      <a:pt x="57371" y="35110"/>
                      <a:pt x="55446" y="38123"/>
                      <a:pt x="53458" y="41094"/>
                    </a:cubicBezTo>
                    <a:cubicBezTo>
                      <a:pt x="53458" y="41115"/>
                      <a:pt x="53438" y="41115"/>
                      <a:pt x="53396" y="41157"/>
                    </a:cubicBezTo>
                    <a:lnTo>
                      <a:pt x="50257" y="45865"/>
                    </a:lnTo>
                    <a:cubicBezTo>
                      <a:pt x="50071" y="46144"/>
                      <a:pt x="50357" y="46412"/>
                      <a:pt x="50645" y="46412"/>
                    </a:cubicBezTo>
                    <a:cubicBezTo>
                      <a:pt x="50745" y="46412"/>
                      <a:pt x="50846" y="46380"/>
                      <a:pt x="50927" y="46304"/>
                    </a:cubicBezTo>
                    <a:cubicBezTo>
                      <a:pt x="53479" y="43898"/>
                      <a:pt x="55781" y="41261"/>
                      <a:pt x="57852" y="38437"/>
                    </a:cubicBezTo>
                    <a:lnTo>
                      <a:pt x="57852" y="38395"/>
                    </a:lnTo>
                    <a:cubicBezTo>
                      <a:pt x="59087" y="36721"/>
                      <a:pt x="60259" y="34984"/>
                      <a:pt x="61326" y="33143"/>
                    </a:cubicBezTo>
                    <a:cubicBezTo>
                      <a:pt x="62916" y="30444"/>
                      <a:pt x="64966" y="27243"/>
                      <a:pt x="66034" y="23937"/>
                    </a:cubicBezTo>
                    <a:lnTo>
                      <a:pt x="66034" y="23916"/>
                    </a:lnTo>
                    <a:cubicBezTo>
                      <a:pt x="66117" y="23707"/>
                      <a:pt x="66159" y="23497"/>
                      <a:pt x="66222" y="23288"/>
                    </a:cubicBezTo>
                    <a:cubicBezTo>
                      <a:pt x="66222" y="23225"/>
                      <a:pt x="66243" y="23204"/>
                      <a:pt x="66243" y="23163"/>
                    </a:cubicBezTo>
                    <a:cubicBezTo>
                      <a:pt x="66306" y="22995"/>
                      <a:pt x="66326" y="22849"/>
                      <a:pt x="66368" y="22702"/>
                    </a:cubicBezTo>
                    <a:cubicBezTo>
                      <a:pt x="66410" y="22639"/>
                      <a:pt x="66410" y="22577"/>
                      <a:pt x="66431" y="22493"/>
                    </a:cubicBezTo>
                    <a:cubicBezTo>
                      <a:pt x="66452" y="22347"/>
                      <a:pt x="66515" y="22179"/>
                      <a:pt x="66536" y="22054"/>
                    </a:cubicBezTo>
                    <a:cubicBezTo>
                      <a:pt x="66557" y="21928"/>
                      <a:pt x="66578" y="21823"/>
                      <a:pt x="66619" y="21698"/>
                    </a:cubicBezTo>
                    <a:cubicBezTo>
                      <a:pt x="66640" y="21614"/>
                      <a:pt x="66640" y="21531"/>
                      <a:pt x="66661" y="21447"/>
                    </a:cubicBezTo>
                    <a:cubicBezTo>
                      <a:pt x="66682" y="21321"/>
                      <a:pt x="66682" y="21217"/>
                      <a:pt x="66724" y="21091"/>
                    </a:cubicBezTo>
                    <a:lnTo>
                      <a:pt x="66724" y="20986"/>
                    </a:lnTo>
                    <a:cubicBezTo>
                      <a:pt x="66745" y="20714"/>
                      <a:pt x="66766" y="20442"/>
                      <a:pt x="66787" y="20170"/>
                    </a:cubicBezTo>
                    <a:cubicBezTo>
                      <a:pt x="66787" y="19940"/>
                      <a:pt x="66829" y="19668"/>
                      <a:pt x="66787" y="19438"/>
                    </a:cubicBezTo>
                    <a:lnTo>
                      <a:pt x="66787" y="19438"/>
                    </a:lnTo>
                    <a:cubicBezTo>
                      <a:pt x="68565" y="19606"/>
                      <a:pt x="70344" y="19773"/>
                      <a:pt x="72122" y="20024"/>
                    </a:cubicBezTo>
                    <a:cubicBezTo>
                      <a:pt x="72018" y="20129"/>
                      <a:pt x="71955" y="20233"/>
                      <a:pt x="71850" y="20338"/>
                    </a:cubicBezTo>
                    <a:cubicBezTo>
                      <a:pt x="71788" y="20380"/>
                      <a:pt x="71767" y="20442"/>
                      <a:pt x="71704" y="20484"/>
                    </a:cubicBezTo>
                    <a:lnTo>
                      <a:pt x="71390" y="20882"/>
                    </a:lnTo>
                    <a:cubicBezTo>
                      <a:pt x="71348" y="20924"/>
                      <a:pt x="71285" y="21007"/>
                      <a:pt x="71244" y="21070"/>
                    </a:cubicBezTo>
                    <a:cubicBezTo>
                      <a:pt x="71139" y="21196"/>
                      <a:pt x="71034" y="21342"/>
                      <a:pt x="70909" y="21489"/>
                    </a:cubicBezTo>
                    <a:cubicBezTo>
                      <a:pt x="70867" y="21531"/>
                      <a:pt x="70825" y="21593"/>
                      <a:pt x="70804" y="21635"/>
                    </a:cubicBezTo>
                    <a:cubicBezTo>
                      <a:pt x="70658" y="21803"/>
                      <a:pt x="70553" y="21949"/>
                      <a:pt x="70428" y="22116"/>
                    </a:cubicBezTo>
                    <a:cubicBezTo>
                      <a:pt x="70407" y="22137"/>
                      <a:pt x="70407" y="22158"/>
                      <a:pt x="70386" y="22179"/>
                    </a:cubicBezTo>
                    <a:cubicBezTo>
                      <a:pt x="69821" y="22953"/>
                      <a:pt x="69298" y="23748"/>
                      <a:pt x="68775" y="24564"/>
                    </a:cubicBezTo>
                    <a:cubicBezTo>
                      <a:pt x="68356" y="25171"/>
                      <a:pt x="68000" y="25799"/>
                      <a:pt x="67666" y="26448"/>
                    </a:cubicBezTo>
                    <a:cubicBezTo>
                      <a:pt x="66850" y="27829"/>
                      <a:pt x="66034" y="29230"/>
                      <a:pt x="65176" y="30528"/>
                    </a:cubicBezTo>
                    <a:cubicBezTo>
                      <a:pt x="62393" y="34796"/>
                      <a:pt x="59443" y="38918"/>
                      <a:pt x="56492" y="43061"/>
                    </a:cubicBezTo>
                    <a:cubicBezTo>
                      <a:pt x="56492" y="43061"/>
                      <a:pt x="56492" y="43082"/>
                      <a:pt x="56471" y="43082"/>
                    </a:cubicBezTo>
                    <a:lnTo>
                      <a:pt x="56074" y="43626"/>
                    </a:lnTo>
                    <a:cubicBezTo>
                      <a:pt x="55822" y="43988"/>
                      <a:pt x="56079" y="44373"/>
                      <a:pt x="56400" y="44373"/>
                    </a:cubicBezTo>
                    <a:cubicBezTo>
                      <a:pt x="56506" y="44373"/>
                      <a:pt x="56619" y="44331"/>
                      <a:pt x="56723" y="44233"/>
                    </a:cubicBezTo>
                    <a:cubicBezTo>
                      <a:pt x="58668" y="42412"/>
                      <a:pt x="60719" y="40257"/>
                      <a:pt x="62707" y="37956"/>
                    </a:cubicBezTo>
                    <a:cubicBezTo>
                      <a:pt x="62707" y="37935"/>
                      <a:pt x="62749" y="37935"/>
                      <a:pt x="62749" y="37935"/>
                    </a:cubicBezTo>
                    <a:cubicBezTo>
                      <a:pt x="62790" y="37872"/>
                      <a:pt x="62853" y="37830"/>
                      <a:pt x="62895" y="37746"/>
                    </a:cubicBezTo>
                    <a:cubicBezTo>
                      <a:pt x="62895" y="37949"/>
                      <a:pt x="63058" y="38129"/>
                      <a:pt x="63236" y="38129"/>
                    </a:cubicBezTo>
                    <a:cubicBezTo>
                      <a:pt x="63297" y="38129"/>
                      <a:pt x="63360" y="38108"/>
                      <a:pt x="63418" y="38060"/>
                    </a:cubicBezTo>
                    <a:lnTo>
                      <a:pt x="63816" y="37746"/>
                    </a:lnTo>
                    <a:lnTo>
                      <a:pt x="63816" y="37725"/>
                    </a:lnTo>
                    <a:cubicBezTo>
                      <a:pt x="64318" y="37328"/>
                      <a:pt x="64799" y="36909"/>
                      <a:pt x="65301" y="36491"/>
                    </a:cubicBezTo>
                    <a:cubicBezTo>
                      <a:pt x="65406" y="36386"/>
                      <a:pt x="65531" y="36282"/>
                      <a:pt x="65636" y="36198"/>
                    </a:cubicBezTo>
                    <a:lnTo>
                      <a:pt x="65636" y="36198"/>
                    </a:lnTo>
                    <a:cubicBezTo>
                      <a:pt x="65636" y="36240"/>
                      <a:pt x="65615" y="36240"/>
                      <a:pt x="65615" y="36261"/>
                    </a:cubicBezTo>
                    <a:cubicBezTo>
                      <a:pt x="66452" y="35528"/>
                      <a:pt x="67289" y="34733"/>
                      <a:pt x="68084" y="33959"/>
                    </a:cubicBezTo>
                    <a:lnTo>
                      <a:pt x="68126" y="33896"/>
                    </a:lnTo>
                    <a:lnTo>
                      <a:pt x="68879" y="33143"/>
                    </a:lnTo>
                    <a:cubicBezTo>
                      <a:pt x="68942" y="33101"/>
                      <a:pt x="68984" y="33038"/>
                      <a:pt x="69047" y="32955"/>
                    </a:cubicBezTo>
                    <a:cubicBezTo>
                      <a:pt x="69256" y="32725"/>
                      <a:pt x="69465" y="32515"/>
                      <a:pt x="69674" y="32285"/>
                    </a:cubicBezTo>
                    <a:cubicBezTo>
                      <a:pt x="69758" y="32202"/>
                      <a:pt x="69821" y="32097"/>
                      <a:pt x="69925" y="32013"/>
                    </a:cubicBezTo>
                    <a:cubicBezTo>
                      <a:pt x="70114" y="31804"/>
                      <a:pt x="70302" y="31637"/>
                      <a:pt x="70448" y="31427"/>
                    </a:cubicBezTo>
                    <a:cubicBezTo>
                      <a:pt x="70553" y="31281"/>
                      <a:pt x="70658" y="31176"/>
                      <a:pt x="70762" y="31051"/>
                    </a:cubicBezTo>
                    <a:cubicBezTo>
                      <a:pt x="70930" y="30862"/>
                      <a:pt x="71055" y="30716"/>
                      <a:pt x="71223" y="30528"/>
                    </a:cubicBezTo>
                    <a:cubicBezTo>
                      <a:pt x="71348" y="30381"/>
                      <a:pt x="71474" y="30235"/>
                      <a:pt x="71578" y="30088"/>
                    </a:cubicBezTo>
                    <a:cubicBezTo>
                      <a:pt x="71704" y="29921"/>
                      <a:pt x="71850" y="29774"/>
                      <a:pt x="71955" y="29607"/>
                    </a:cubicBezTo>
                    <a:cubicBezTo>
                      <a:pt x="72080" y="29440"/>
                      <a:pt x="72227" y="29272"/>
                      <a:pt x="72373" y="29084"/>
                    </a:cubicBezTo>
                    <a:cubicBezTo>
                      <a:pt x="72478" y="28958"/>
                      <a:pt x="72583" y="28812"/>
                      <a:pt x="72687" y="28665"/>
                    </a:cubicBezTo>
                    <a:cubicBezTo>
                      <a:pt x="72834" y="28498"/>
                      <a:pt x="73001" y="28289"/>
                      <a:pt x="73127" y="28101"/>
                    </a:cubicBezTo>
                    <a:cubicBezTo>
                      <a:pt x="73231" y="27975"/>
                      <a:pt x="73315" y="27829"/>
                      <a:pt x="73420" y="27724"/>
                    </a:cubicBezTo>
                    <a:lnTo>
                      <a:pt x="73880" y="27096"/>
                    </a:lnTo>
                    <a:cubicBezTo>
                      <a:pt x="73964" y="26992"/>
                      <a:pt x="74047" y="26866"/>
                      <a:pt x="74110" y="26761"/>
                    </a:cubicBezTo>
                    <a:cubicBezTo>
                      <a:pt x="74277" y="26531"/>
                      <a:pt x="74424" y="26301"/>
                      <a:pt x="74591" y="26092"/>
                    </a:cubicBezTo>
                    <a:cubicBezTo>
                      <a:pt x="74675" y="25987"/>
                      <a:pt x="74717" y="25883"/>
                      <a:pt x="74801" y="25778"/>
                    </a:cubicBezTo>
                    <a:cubicBezTo>
                      <a:pt x="74947" y="25527"/>
                      <a:pt x="75135" y="25276"/>
                      <a:pt x="75303" y="25046"/>
                    </a:cubicBezTo>
                    <a:cubicBezTo>
                      <a:pt x="75345" y="24962"/>
                      <a:pt x="75407" y="24857"/>
                      <a:pt x="75470" y="24774"/>
                    </a:cubicBezTo>
                    <a:cubicBezTo>
                      <a:pt x="75637" y="24523"/>
                      <a:pt x="75826" y="24251"/>
                      <a:pt x="75972" y="23999"/>
                    </a:cubicBezTo>
                    <a:cubicBezTo>
                      <a:pt x="76035" y="23916"/>
                      <a:pt x="76056" y="23853"/>
                      <a:pt x="76098" y="23790"/>
                    </a:cubicBezTo>
                    <a:cubicBezTo>
                      <a:pt x="76286" y="23497"/>
                      <a:pt x="76454" y="23204"/>
                      <a:pt x="76621" y="22911"/>
                    </a:cubicBezTo>
                    <a:cubicBezTo>
                      <a:pt x="76621" y="22891"/>
                      <a:pt x="76663" y="22891"/>
                      <a:pt x="76663" y="22870"/>
                    </a:cubicBezTo>
                    <a:cubicBezTo>
                      <a:pt x="77018" y="22263"/>
                      <a:pt x="77353" y="21635"/>
                      <a:pt x="77667" y="21028"/>
                    </a:cubicBezTo>
                    <a:cubicBezTo>
                      <a:pt x="78483" y="21196"/>
                      <a:pt x="79299" y="21321"/>
                      <a:pt x="80115" y="21510"/>
                    </a:cubicBezTo>
                    <a:cubicBezTo>
                      <a:pt x="80031" y="21593"/>
                      <a:pt x="79927" y="21656"/>
                      <a:pt x="79843" y="21740"/>
                    </a:cubicBezTo>
                    <a:cubicBezTo>
                      <a:pt x="79801" y="21803"/>
                      <a:pt x="79739" y="21844"/>
                      <a:pt x="79655" y="21907"/>
                    </a:cubicBezTo>
                    <a:cubicBezTo>
                      <a:pt x="79550" y="22012"/>
                      <a:pt x="79446" y="22075"/>
                      <a:pt x="79383" y="22179"/>
                    </a:cubicBezTo>
                    <a:cubicBezTo>
                      <a:pt x="79299" y="22263"/>
                      <a:pt x="79215" y="22347"/>
                      <a:pt x="79174" y="22430"/>
                    </a:cubicBezTo>
                    <a:cubicBezTo>
                      <a:pt x="79090" y="22493"/>
                      <a:pt x="79006" y="22598"/>
                      <a:pt x="78922" y="22681"/>
                    </a:cubicBezTo>
                    <a:cubicBezTo>
                      <a:pt x="78818" y="22786"/>
                      <a:pt x="78755" y="22891"/>
                      <a:pt x="78650" y="22995"/>
                    </a:cubicBezTo>
                    <a:cubicBezTo>
                      <a:pt x="78588" y="23058"/>
                      <a:pt x="78546" y="23121"/>
                      <a:pt x="78483" y="23183"/>
                    </a:cubicBezTo>
                    <a:cubicBezTo>
                      <a:pt x="78337" y="23372"/>
                      <a:pt x="78169" y="23539"/>
                      <a:pt x="78044" y="23727"/>
                    </a:cubicBezTo>
                    <a:lnTo>
                      <a:pt x="77981" y="23790"/>
                    </a:lnTo>
                    <a:cubicBezTo>
                      <a:pt x="77855" y="23958"/>
                      <a:pt x="77709" y="24146"/>
                      <a:pt x="77562" y="24334"/>
                    </a:cubicBezTo>
                    <a:cubicBezTo>
                      <a:pt x="77542" y="24355"/>
                      <a:pt x="77521" y="24418"/>
                      <a:pt x="77500" y="24439"/>
                    </a:cubicBezTo>
                    <a:cubicBezTo>
                      <a:pt x="77353" y="24627"/>
                      <a:pt x="77228" y="24774"/>
                      <a:pt x="77102" y="24962"/>
                    </a:cubicBezTo>
                    <a:cubicBezTo>
                      <a:pt x="77081" y="24983"/>
                      <a:pt x="77081" y="25004"/>
                      <a:pt x="77039" y="25046"/>
                    </a:cubicBezTo>
                    <a:cubicBezTo>
                      <a:pt x="76140" y="26343"/>
                      <a:pt x="75261" y="27766"/>
                      <a:pt x="74403" y="29084"/>
                    </a:cubicBezTo>
                    <a:cubicBezTo>
                      <a:pt x="74005" y="29712"/>
                      <a:pt x="73587" y="30318"/>
                      <a:pt x="73210" y="30904"/>
                    </a:cubicBezTo>
                    <a:cubicBezTo>
                      <a:pt x="70532" y="34629"/>
                      <a:pt x="67687" y="38228"/>
                      <a:pt x="64841" y="41805"/>
                    </a:cubicBezTo>
                    <a:cubicBezTo>
                      <a:pt x="64841" y="41826"/>
                      <a:pt x="64799" y="41826"/>
                      <a:pt x="64778" y="41847"/>
                    </a:cubicBezTo>
                    <a:cubicBezTo>
                      <a:pt x="64653" y="42015"/>
                      <a:pt x="64548" y="42161"/>
                      <a:pt x="64422" y="42329"/>
                    </a:cubicBezTo>
                    <a:cubicBezTo>
                      <a:pt x="64052" y="42766"/>
                      <a:pt x="64426" y="43500"/>
                      <a:pt x="64913" y="43500"/>
                    </a:cubicBezTo>
                    <a:cubicBezTo>
                      <a:pt x="65031" y="43500"/>
                      <a:pt x="65157" y="43457"/>
                      <a:pt x="65280" y="43354"/>
                    </a:cubicBezTo>
                    <a:cubicBezTo>
                      <a:pt x="66368" y="42433"/>
                      <a:pt x="67582" y="41408"/>
                      <a:pt x="68816" y="40257"/>
                    </a:cubicBezTo>
                    <a:cubicBezTo>
                      <a:pt x="68816" y="40257"/>
                      <a:pt x="68816" y="40236"/>
                      <a:pt x="68837" y="40236"/>
                    </a:cubicBezTo>
                    <a:lnTo>
                      <a:pt x="68921" y="40153"/>
                    </a:lnTo>
                    <a:lnTo>
                      <a:pt x="68942" y="40153"/>
                    </a:lnTo>
                    <a:cubicBezTo>
                      <a:pt x="73838" y="35612"/>
                      <a:pt x="79132" y="29440"/>
                      <a:pt x="80575" y="23393"/>
                    </a:cubicBezTo>
                    <a:cubicBezTo>
                      <a:pt x="80596" y="23309"/>
                      <a:pt x="80638" y="23204"/>
                      <a:pt x="80638" y="23121"/>
                    </a:cubicBezTo>
                    <a:cubicBezTo>
                      <a:pt x="80659" y="23058"/>
                      <a:pt x="80659" y="22995"/>
                      <a:pt x="80680" y="22911"/>
                    </a:cubicBezTo>
                    <a:cubicBezTo>
                      <a:pt x="80764" y="22472"/>
                      <a:pt x="80847" y="22054"/>
                      <a:pt x="80889" y="21614"/>
                    </a:cubicBezTo>
                    <a:cubicBezTo>
                      <a:pt x="81894" y="21823"/>
                      <a:pt x="82877" y="22033"/>
                      <a:pt x="83881" y="22263"/>
                    </a:cubicBezTo>
                    <a:cubicBezTo>
                      <a:pt x="83777" y="22451"/>
                      <a:pt x="83693" y="22660"/>
                      <a:pt x="83588" y="22849"/>
                    </a:cubicBezTo>
                    <a:cubicBezTo>
                      <a:pt x="83526" y="22974"/>
                      <a:pt x="83484" y="23079"/>
                      <a:pt x="83400" y="23204"/>
                    </a:cubicBezTo>
                    <a:cubicBezTo>
                      <a:pt x="83275" y="23497"/>
                      <a:pt x="83107" y="23811"/>
                      <a:pt x="82982" y="24125"/>
                    </a:cubicBezTo>
                    <a:cubicBezTo>
                      <a:pt x="82961" y="24167"/>
                      <a:pt x="82940" y="24230"/>
                      <a:pt x="82940" y="24251"/>
                    </a:cubicBezTo>
                    <a:cubicBezTo>
                      <a:pt x="81831" y="26678"/>
                      <a:pt x="80889" y="29168"/>
                      <a:pt x="79529" y="31490"/>
                    </a:cubicBezTo>
                    <a:cubicBezTo>
                      <a:pt x="77521" y="34922"/>
                      <a:pt x="75010" y="37872"/>
                      <a:pt x="72290" y="40759"/>
                    </a:cubicBezTo>
                    <a:lnTo>
                      <a:pt x="72290" y="40780"/>
                    </a:lnTo>
                    <a:lnTo>
                      <a:pt x="72269" y="40801"/>
                    </a:lnTo>
                    <a:cubicBezTo>
                      <a:pt x="72050" y="41105"/>
                      <a:pt x="72320" y="41558"/>
                      <a:pt x="72630" y="41558"/>
                    </a:cubicBezTo>
                    <a:cubicBezTo>
                      <a:pt x="72705" y="41558"/>
                      <a:pt x="72782" y="41532"/>
                      <a:pt x="72855" y="41471"/>
                    </a:cubicBezTo>
                    <a:cubicBezTo>
                      <a:pt x="74257" y="40383"/>
                      <a:pt x="75637" y="39169"/>
                      <a:pt x="76914" y="37746"/>
                    </a:cubicBezTo>
                    <a:cubicBezTo>
                      <a:pt x="76914" y="37746"/>
                      <a:pt x="76914" y="37725"/>
                      <a:pt x="76935" y="37725"/>
                    </a:cubicBezTo>
                    <a:cubicBezTo>
                      <a:pt x="80785" y="33583"/>
                      <a:pt x="83840" y="28205"/>
                      <a:pt x="84216" y="22807"/>
                    </a:cubicBezTo>
                    <a:lnTo>
                      <a:pt x="84216" y="22744"/>
                    </a:lnTo>
                    <a:cubicBezTo>
                      <a:pt x="84216" y="22598"/>
                      <a:pt x="84237" y="22493"/>
                      <a:pt x="84237" y="22367"/>
                    </a:cubicBezTo>
                    <a:cubicBezTo>
                      <a:pt x="85785" y="22744"/>
                      <a:pt x="87355" y="23163"/>
                      <a:pt x="88903" y="23581"/>
                    </a:cubicBezTo>
                    <a:cubicBezTo>
                      <a:pt x="88254" y="24230"/>
                      <a:pt x="87689" y="24941"/>
                      <a:pt x="87166" y="25673"/>
                    </a:cubicBezTo>
                    <a:lnTo>
                      <a:pt x="87145" y="25694"/>
                    </a:lnTo>
                    <a:cubicBezTo>
                      <a:pt x="87062" y="25820"/>
                      <a:pt x="86957" y="25924"/>
                      <a:pt x="86894" y="26050"/>
                    </a:cubicBezTo>
                    <a:cubicBezTo>
                      <a:pt x="86853" y="26113"/>
                      <a:pt x="86832" y="26155"/>
                      <a:pt x="86790" y="26196"/>
                    </a:cubicBezTo>
                    <a:cubicBezTo>
                      <a:pt x="86727" y="26301"/>
                      <a:pt x="86643" y="26364"/>
                      <a:pt x="86601" y="26468"/>
                    </a:cubicBezTo>
                    <a:cubicBezTo>
                      <a:pt x="86539" y="26552"/>
                      <a:pt x="86518" y="26615"/>
                      <a:pt x="86476" y="26678"/>
                    </a:cubicBezTo>
                    <a:cubicBezTo>
                      <a:pt x="86434" y="26740"/>
                      <a:pt x="86413" y="26761"/>
                      <a:pt x="86392" y="26824"/>
                    </a:cubicBezTo>
                    <a:cubicBezTo>
                      <a:pt x="85555" y="28101"/>
                      <a:pt x="84802" y="29398"/>
                      <a:pt x="83944" y="30716"/>
                    </a:cubicBezTo>
                    <a:cubicBezTo>
                      <a:pt x="83254" y="31804"/>
                      <a:pt x="82521" y="32913"/>
                      <a:pt x="81747" y="33980"/>
                    </a:cubicBezTo>
                    <a:cubicBezTo>
                      <a:pt x="81287" y="34671"/>
                      <a:pt x="80806" y="35340"/>
                      <a:pt x="80345" y="35989"/>
                    </a:cubicBezTo>
                    <a:cubicBezTo>
                      <a:pt x="79529" y="37098"/>
                      <a:pt x="78713" y="38186"/>
                      <a:pt x="77876" y="39295"/>
                    </a:cubicBezTo>
                    <a:cubicBezTo>
                      <a:pt x="77834" y="39378"/>
                      <a:pt x="77772" y="39420"/>
                      <a:pt x="77730" y="39504"/>
                    </a:cubicBezTo>
                    <a:cubicBezTo>
                      <a:pt x="77426" y="39909"/>
                      <a:pt x="77735" y="40546"/>
                      <a:pt x="78163" y="40546"/>
                    </a:cubicBezTo>
                    <a:cubicBezTo>
                      <a:pt x="78265" y="40546"/>
                      <a:pt x="78374" y="40509"/>
                      <a:pt x="78483" y="40425"/>
                    </a:cubicBezTo>
                    <a:cubicBezTo>
                      <a:pt x="79885" y="39399"/>
                      <a:pt x="81308" y="38165"/>
                      <a:pt x="82647" y="36826"/>
                    </a:cubicBezTo>
                    <a:cubicBezTo>
                      <a:pt x="86225" y="33206"/>
                      <a:pt x="89175" y="28603"/>
                      <a:pt x="89154" y="23644"/>
                    </a:cubicBezTo>
                    <a:lnTo>
                      <a:pt x="89154" y="23623"/>
                    </a:lnTo>
                    <a:cubicBezTo>
                      <a:pt x="93632" y="24899"/>
                      <a:pt x="98068" y="26448"/>
                      <a:pt x="102420" y="28310"/>
                    </a:cubicBezTo>
                    <a:cubicBezTo>
                      <a:pt x="102545" y="28101"/>
                      <a:pt x="102629" y="27870"/>
                      <a:pt x="102503" y="27808"/>
                    </a:cubicBezTo>
                    <a:cubicBezTo>
                      <a:pt x="97837" y="25778"/>
                      <a:pt x="93025" y="24041"/>
                      <a:pt x="88171" y="22660"/>
                    </a:cubicBezTo>
                    <a:cubicBezTo>
                      <a:pt x="88254" y="22639"/>
                      <a:pt x="88317" y="22598"/>
                      <a:pt x="88380" y="22535"/>
                    </a:cubicBezTo>
                    <a:cubicBezTo>
                      <a:pt x="88401" y="22493"/>
                      <a:pt x="88401" y="22472"/>
                      <a:pt x="88401" y="22451"/>
                    </a:cubicBezTo>
                    <a:cubicBezTo>
                      <a:pt x="88464" y="22137"/>
                      <a:pt x="88485" y="21823"/>
                      <a:pt x="88526" y="21489"/>
                    </a:cubicBezTo>
                    <a:lnTo>
                      <a:pt x="88526" y="21426"/>
                    </a:lnTo>
                    <a:cubicBezTo>
                      <a:pt x="88568" y="21133"/>
                      <a:pt x="88589" y="20819"/>
                      <a:pt x="88589" y="20547"/>
                    </a:cubicBezTo>
                    <a:lnTo>
                      <a:pt x="88589" y="20359"/>
                    </a:lnTo>
                    <a:lnTo>
                      <a:pt x="88589" y="19626"/>
                    </a:lnTo>
                    <a:lnTo>
                      <a:pt x="88589" y="19187"/>
                    </a:lnTo>
                    <a:cubicBezTo>
                      <a:pt x="88589" y="19041"/>
                      <a:pt x="88589" y="18936"/>
                      <a:pt x="88568" y="18810"/>
                    </a:cubicBezTo>
                    <a:cubicBezTo>
                      <a:pt x="88359" y="14730"/>
                      <a:pt x="86790" y="10755"/>
                      <a:pt x="84174" y="7595"/>
                    </a:cubicBezTo>
                    <a:cubicBezTo>
                      <a:pt x="83881" y="7219"/>
                      <a:pt x="83588" y="6884"/>
                      <a:pt x="83254" y="6570"/>
                    </a:cubicBezTo>
                    <a:lnTo>
                      <a:pt x="83065" y="6382"/>
                    </a:lnTo>
                    <a:cubicBezTo>
                      <a:pt x="83024" y="6340"/>
                      <a:pt x="82940" y="6277"/>
                      <a:pt x="82856" y="6256"/>
                    </a:cubicBezTo>
                    <a:cubicBezTo>
                      <a:pt x="82782" y="6226"/>
                      <a:pt x="82702" y="6211"/>
                      <a:pt x="82621" y="6211"/>
                    </a:cubicBezTo>
                    <a:cubicBezTo>
                      <a:pt x="82315" y="6211"/>
                      <a:pt x="81993" y="6414"/>
                      <a:pt x="81894" y="6696"/>
                    </a:cubicBezTo>
                    <a:cubicBezTo>
                      <a:pt x="81873" y="6696"/>
                      <a:pt x="81894" y="6696"/>
                      <a:pt x="81894" y="6738"/>
                    </a:cubicBezTo>
                    <a:cubicBezTo>
                      <a:pt x="81831" y="6842"/>
                      <a:pt x="81831" y="6989"/>
                      <a:pt x="81873" y="7114"/>
                    </a:cubicBezTo>
                    <a:cubicBezTo>
                      <a:pt x="82124" y="7909"/>
                      <a:pt x="82396" y="8725"/>
                      <a:pt x="82668" y="9499"/>
                    </a:cubicBezTo>
                    <a:lnTo>
                      <a:pt x="82668" y="9520"/>
                    </a:lnTo>
                    <a:cubicBezTo>
                      <a:pt x="84195" y="13914"/>
                      <a:pt x="85911" y="18350"/>
                      <a:pt x="87857" y="22535"/>
                    </a:cubicBezTo>
                    <a:cubicBezTo>
                      <a:pt x="87857" y="22550"/>
                      <a:pt x="87867" y="22564"/>
                      <a:pt x="87881" y="22572"/>
                    </a:cubicBezTo>
                    <a:lnTo>
                      <a:pt x="87881" y="22572"/>
                    </a:lnTo>
                    <a:cubicBezTo>
                      <a:pt x="86673" y="22239"/>
                      <a:pt x="85445" y="21926"/>
                      <a:pt x="84216" y="21614"/>
                    </a:cubicBezTo>
                    <a:cubicBezTo>
                      <a:pt x="84205" y="21580"/>
                      <a:pt x="84180" y="21564"/>
                      <a:pt x="84154" y="21564"/>
                    </a:cubicBezTo>
                    <a:cubicBezTo>
                      <a:pt x="84132" y="21564"/>
                      <a:pt x="84109" y="21574"/>
                      <a:pt x="84091" y="21593"/>
                    </a:cubicBezTo>
                    <a:cubicBezTo>
                      <a:pt x="83693" y="21489"/>
                      <a:pt x="83337" y="21405"/>
                      <a:pt x="82940" y="21300"/>
                    </a:cubicBezTo>
                    <a:cubicBezTo>
                      <a:pt x="82961" y="21279"/>
                      <a:pt x="82982" y="21238"/>
                      <a:pt x="82982" y="21196"/>
                    </a:cubicBezTo>
                    <a:cubicBezTo>
                      <a:pt x="83086" y="20568"/>
                      <a:pt x="83149" y="19961"/>
                      <a:pt x="83170" y="19334"/>
                    </a:cubicBezTo>
                    <a:lnTo>
                      <a:pt x="83170" y="19208"/>
                    </a:lnTo>
                    <a:lnTo>
                      <a:pt x="83170" y="18727"/>
                    </a:lnTo>
                    <a:lnTo>
                      <a:pt x="83170" y="18497"/>
                    </a:lnTo>
                    <a:lnTo>
                      <a:pt x="83170" y="18141"/>
                    </a:lnTo>
                    <a:cubicBezTo>
                      <a:pt x="83170" y="17994"/>
                      <a:pt x="83170" y="17890"/>
                      <a:pt x="83149" y="17764"/>
                    </a:cubicBezTo>
                    <a:cubicBezTo>
                      <a:pt x="83149" y="17681"/>
                      <a:pt x="83149" y="17576"/>
                      <a:pt x="83128" y="17513"/>
                    </a:cubicBezTo>
                    <a:cubicBezTo>
                      <a:pt x="83128" y="17346"/>
                      <a:pt x="83086" y="17157"/>
                      <a:pt x="83065" y="17011"/>
                    </a:cubicBezTo>
                    <a:lnTo>
                      <a:pt x="83065" y="16885"/>
                    </a:lnTo>
                    <a:cubicBezTo>
                      <a:pt x="82438" y="11550"/>
                      <a:pt x="79215" y="6758"/>
                      <a:pt x="74549" y="4059"/>
                    </a:cubicBezTo>
                    <a:cubicBezTo>
                      <a:pt x="74131" y="3829"/>
                      <a:pt x="73713" y="3620"/>
                      <a:pt x="73252" y="3411"/>
                    </a:cubicBezTo>
                    <a:cubicBezTo>
                      <a:pt x="73148" y="3348"/>
                      <a:pt x="73085" y="3306"/>
                      <a:pt x="72980" y="3285"/>
                    </a:cubicBezTo>
                    <a:cubicBezTo>
                      <a:pt x="72311" y="2992"/>
                      <a:pt x="71641" y="2720"/>
                      <a:pt x="70930" y="2511"/>
                    </a:cubicBezTo>
                    <a:cubicBezTo>
                      <a:pt x="70873" y="2496"/>
                      <a:pt x="70818" y="2489"/>
                      <a:pt x="70763" y="2489"/>
                    </a:cubicBezTo>
                    <a:cubicBezTo>
                      <a:pt x="70292" y="2489"/>
                      <a:pt x="69915" y="3021"/>
                      <a:pt x="70009" y="3453"/>
                    </a:cubicBezTo>
                    <a:cubicBezTo>
                      <a:pt x="68482" y="2239"/>
                      <a:pt x="66829" y="1130"/>
                      <a:pt x="65134" y="105"/>
                    </a:cubicBezTo>
                    <a:cubicBezTo>
                      <a:pt x="65008" y="32"/>
                      <a:pt x="64882" y="0"/>
                      <a:pt x="647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9" name="Google Shape;59;p3"/>
              <p:cNvSpPr/>
              <p:nvPr/>
            </p:nvSpPr>
            <p:spPr>
              <a:xfrm>
                <a:off x="19388400" y="28623625"/>
                <a:ext cx="714775" cy="158125"/>
              </a:xfrm>
              <a:custGeom>
                <a:avLst/>
                <a:gdLst/>
                <a:ahLst/>
                <a:cxnLst/>
                <a:rect l="l" t="t" r="r" b="b"/>
                <a:pathLst>
                  <a:path w="28591" h="6325" extrusionOk="0">
                    <a:moveTo>
                      <a:pt x="9416" y="0"/>
                    </a:moveTo>
                    <a:cubicBezTo>
                      <a:pt x="6592" y="0"/>
                      <a:pt x="3725" y="272"/>
                      <a:pt x="942" y="711"/>
                    </a:cubicBezTo>
                    <a:cubicBezTo>
                      <a:pt x="1" y="837"/>
                      <a:pt x="1" y="2176"/>
                      <a:pt x="1026" y="2218"/>
                    </a:cubicBezTo>
                    <a:cubicBezTo>
                      <a:pt x="1193" y="2218"/>
                      <a:pt x="1361" y="2260"/>
                      <a:pt x="1549" y="2281"/>
                    </a:cubicBezTo>
                    <a:lnTo>
                      <a:pt x="1675" y="2281"/>
                    </a:lnTo>
                    <a:cubicBezTo>
                      <a:pt x="5336" y="2490"/>
                      <a:pt x="8998" y="3055"/>
                      <a:pt x="12618" y="3683"/>
                    </a:cubicBezTo>
                    <a:lnTo>
                      <a:pt x="12513" y="3683"/>
                    </a:lnTo>
                    <a:cubicBezTo>
                      <a:pt x="16070" y="4310"/>
                      <a:pt x="19606" y="5022"/>
                      <a:pt x="23163" y="5587"/>
                    </a:cubicBezTo>
                    <a:lnTo>
                      <a:pt x="23644" y="5670"/>
                    </a:lnTo>
                    <a:cubicBezTo>
                      <a:pt x="24000" y="5733"/>
                      <a:pt x="24335" y="5775"/>
                      <a:pt x="24711" y="5838"/>
                    </a:cubicBezTo>
                    <a:cubicBezTo>
                      <a:pt x="25130" y="5880"/>
                      <a:pt x="25548" y="5963"/>
                      <a:pt x="25967" y="6026"/>
                    </a:cubicBezTo>
                    <a:cubicBezTo>
                      <a:pt x="26113" y="6047"/>
                      <a:pt x="26302" y="6068"/>
                      <a:pt x="26469" y="6089"/>
                    </a:cubicBezTo>
                    <a:lnTo>
                      <a:pt x="28352" y="6319"/>
                    </a:lnTo>
                    <a:cubicBezTo>
                      <a:pt x="28364" y="6323"/>
                      <a:pt x="28377" y="6325"/>
                      <a:pt x="28389" y="6325"/>
                    </a:cubicBezTo>
                    <a:cubicBezTo>
                      <a:pt x="28500" y="6325"/>
                      <a:pt x="28591" y="6162"/>
                      <a:pt x="28478" y="6068"/>
                    </a:cubicBezTo>
                    <a:cubicBezTo>
                      <a:pt x="23142" y="1716"/>
                      <a:pt x="16760" y="105"/>
                      <a:pt x="10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60" name="Google Shape;60;p3"/>
            <p:cNvGrpSpPr/>
            <p:nvPr/>
          </p:nvGrpSpPr>
          <p:grpSpPr>
            <a:xfrm rot="-2362275" flipH="1">
              <a:off x="-1233315" y="3246642"/>
              <a:ext cx="2565552" cy="1298163"/>
              <a:chOff x="19279125" y="28273675"/>
              <a:chExt cx="2565725" cy="1298250"/>
            </a:xfrm>
          </p:grpSpPr>
          <p:sp>
            <p:nvSpPr>
              <p:cNvPr id="61" name="Google Shape;61;p3"/>
              <p:cNvSpPr/>
              <p:nvPr/>
            </p:nvSpPr>
            <p:spPr>
              <a:xfrm>
                <a:off x="19715375" y="28798125"/>
                <a:ext cx="506850" cy="665075"/>
              </a:xfrm>
              <a:custGeom>
                <a:avLst/>
                <a:gdLst/>
                <a:ahLst/>
                <a:cxnLst/>
                <a:rect l="l" t="t" r="r" b="b"/>
                <a:pathLst>
                  <a:path w="20274" h="26603" extrusionOk="0">
                    <a:moveTo>
                      <a:pt x="20102" y="0"/>
                    </a:moveTo>
                    <a:cubicBezTo>
                      <a:pt x="20089" y="0"/>
                      <a:pt x="20076" y="3"/>
                      <a:pt x="20065" y="8"/>
                    </a:cubicBezTo>
                    <a:cubicBezTo>
                      <a:pt x="20002" y="8"/>
                      <a:pt x="19981" y="29"/>
                      <a:pt x="19918" y="50"/>
                    </a:cubicBezTo>
                    <a:cubicBezTo>
                      <a:pt x="18014" y="1975"/>
                      <a:pt x="16194" y="4026"/>
                      <a:pt x="14415" y="6181"/>
                    </a:cubicBezTo>
                    <a:cubicBezTo>
                      <a:pt x="14060" y="6537"/>
                      <a:pt x="13746" y="6934"/>
                      <a:pt x="13474" y="7332"/>
                    </a:cubicBezTo>
                    <a:cubicBezTo>
                      <a:pt x="13264" y="7583"/>
                      <a:pt x="13055" y="7876"/>
                      <a:pt x="12846" y="8148"/>
                    </a:cubicBezTo>
                    <a:lnTo>
                      <a:pt x="12804" y="8169"/>
                    </a:lnTo>
                    <a:cubicBezTo>
                      <a:pt x="9561" y="12270"/>
                      <a:pt x="6506" y="16643"/>
                      <a:pt x="3577" y="20911"/>
                    </a:cubicBezTo>
                    <a:cubicBezTo>
                      <a:pt x="3577" y="20911"/>
                      <a:pt x="3577" y="20932"/>
                      <a:pt x="3556" y="20932"/>
                    </a:cubicBezTo>
                    <a:cubicBezTo>
                      <a:pt x="3556" y="20953"/>
                      <a:pt x="3535" y="20953"/>
                      <a:pt x="3535" y="20974"/>
                    </a:cubicBezTo>
                    <a:cubicBezTo>
                      <a:pt x="2447" y="22522"/>
                      <a:pt x="1401" y="24050"/>
                      <a:pt x="355" y="25535"/>
                    </a:cubicBezTo>
                    <a:cubicBezTo>
                      <a:pt x="0" y="26042"/>
                      <a:pt x="531" y="26603"/>
                      <a:pt x="1046" y="26603"/>
                    </a:cubicBezTo>
                    <a:cubicBezTo>
                      <a:pt x="1169" y="26603"/>
                      <a:pt x="1292" y="26571"/>
                      <a:pt x="1401" y="26498"/>
                    </a:cubicBezTo>
                    <a:cubicBezTo>
                      <a:pt x="1987" y="26142"/>
                      <a:pt x="2593" y="25745"/>
                      <a:pt x="3137" y="25347"/>
                    </a:cubicBezTo>
                    <a:cubicBezTo>
                      <a:pt x="3158" y="25347"/>
                      <a:pt x="3158" y="25326"/>
                      <a:pt x="3158" y="25326"/>
                    </a:cubicBezTo>
                    <a:cubicBezTo>
                      <a:pt x="11423" y="19593"/>
                      <a:pt x="18746" y="10177"/>
                      <a:pt x="20274" y="239"/>
                    </a:cubicBezTo>
                    <a:cubicBezTo>
                      <a:pt x="20274" y="155"/>
                      <a:pt x="20232" y="113"/>
                      <a:pt x="20211" y="50"/>
                    </a:cubicBezTo>
                    <a:cubicBezTo>
                      <a:pt x="20180" y="20"/>
                      <a:pt x="20139" y="0"/>
                      <a:pt x="201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20308800" y="28749150"/>
                <a:ext cx="511325" cy="822775"/>
              </a:xfrm>
              <a:custGeom>
                <a:avLst/>
                <a:gdLst/>
                <a:ahLst/>
                <a:cxnLst/>
                <a:rect l="l" t="t" r="r" b="b"/>
                <a:pathLst>
                  <a:path w="20453" h="32911" extrusionOk="0">
                    <a:moveTo>
                      <a:pt x="20227" y="1"/>
                    </a:moveTo>
                    <a:cubicBezTo>
                      <a:pt x="20190" y="1"/>
                      <a:pt x="20153" y="8"/>
                      <a:pt x="20118" y="22"/>
                    </a:cubicBezTo>
                    <a:cubicBezTo>
                      <a:pt x="20097" y="22"/>
                      <a:pt x="20097" y="63"/>
                      <a:pt x="20076" y="84"/>
                    </a:cubicBezTo>
                    <a:cubicBezTo>
                      <a:pt x="19804" y="335"/>
                      <a:pt x="19574" y="607"/>
                      <a:pt x="19302" y="900"/>
                    </a:cubicBezTo>
                    <a:cubicBezTo>
                      <a:pt x="19302" y="900"/>
                      <a:pt x="19302" y="921"/>
                      <a:pt x="19281" y="921"/>
                    </a:cubicBezTo>
                    <a:cubicBezTo>
                      <a:pt x="19051" y="1172"/>
                      <a:pt x="18841" y="1444"/>
                      <a:pt x="18632" y="1695"/>
                    </a:cubicBezTo>
                    <a:cubicBezTo>
                      <a:pt x="18569" y="1758"/>
                      <a:pt x="18528" y="1842"/>
                      <a:pt x="18465" y="1884"/>
                    </a:cubicBezTo>
                    <a:cubicBezTo>
                      <a:pt x="18318" y="2093"/>
                      <a:pt x="18130" y="2302"/>
                      <a:pt x="17984" y="2512"/>
                    </a:cubicBezTo>
                    <a:cubicBezTo>
                      <a:pt x="17921" y="2595"/>
                      <a:pt x="17837" y="2679"/>
                      <a:pt x="17795" y="2784"/>
                    </a:cubicBezTo>
                    <a:cubicBezTo>
                      <a:pt x="17628" y="2993"/>
                      <a:pt x="17502" y="3160"/>
                      <a:pt x="17356" y="3369"/>
                    </a:cubicBezTo>
                    <a:cubicBezTo>
                      <a:pt x="17293" y="3453"/>
                      <a:pt x="17209" y="3558"/>
                      <a:pt x="17168" y="3641"/>
                    </a:cubicBezTo>
                    <a:cubicBezTo>
                      <a:pt x="17000" y="3851"/>
                      <a:pt x="16875" y="4060"/>
                      <a:pt x="16749" y="4269"/>
                    </a:cubicBezTo>
                    <a:cubicBezTo>
                      <a:pt x="16686" y="4353"/>
                      <a:pt x="16644" y="4436"/>
                      <a:pt x="16561" y="4520"/>
                    </a:cubicBezTo>
                    <a:lnTo>
                      <a:pt x="16100" y="5232"/>
                    </a:lnTo>
                    <a:cubicBezTo>
                      <a:pt x="16059" y="5273"/>
                      <a:pt x="16017" y="5336"/>
                      <a:pt x="15996" y="5420"/>
                    </a:cubicBezTo>
                    <a:cubicBezTo>
                      <a:pt x="15598" y="6006"/>
                      <a:pt x="15222" y="6633"/>
                      <a:pt x="14866" y="7282"/>
                    </a:cubicBezTo>
                    <a:cubicBezTo>
                      <a:pt x="14803" y="7345"/>
                      <a:pt x="14782" y="7429"/>
                      <a:pt x="14740" y="7512"/>
                    </a:cubicBezTo>
                    <a:cubicBezTo>
                      <a:pt x="14594" y="7742"/>
                      <a:pt x="14468" y="7973"/>
                      <a:pt x="14322" y="8203"/>
                    </a:cubicBezTo>
                    <a:cubicBezTo>
                      <a:pt x="14259" y="8286"/>
                      <a:pt x="14217" y="8391"/>
                      <a:pt x="14155" y="8475"/>
                    </a:cubicBezTo>
                    <a:lnTo>
                      <a:pt x="13757" y="9186"/>
                    </a:lnTo>
                    <a:cubicBezTo>
                      <a:pt x="13715" y="9249"/>
                      <a:pt x="13652" y="9333"/>
                      <a:pt x="13631" y="9416"/>
                    </a:cubicBezTo>
                    <a:cubicBezTo>
                      <a:pt x="13485" y="9709"/>
                      <a:pt x="13318" y="9960"/>
                      <a:pt x="13171" y="10253"/>
                    </a:cubicBezTo>
                    <a:cubicBezTo>
                      <a:pt x="12962" y="10609"/>
                      <a:pt x="12753" y="10986"/>
                      <a:pt x="12564" y="11341"/>
                    </a:cubicBezTo>
                    <a:cubicBezTo>
                      <a:pt x="12502" y="11488"/>
                      <a:pt x="12439" y="11592"/>
                      <a:pt x="12376" y="11718"/>
                    </a:cubicBezTo>
                    <a:lnTo>
                      <a:pt x="12062" y="12262"/>
                    </a:lnTo>
                    <a:cubicBezTo>
                      <a:pt x="11539" y="13224"/>
                      <a:pt x="10995" y="14166"/>
                      <a:pt x="10409" y="15108"/>
                    </a:cubicBezTo>
                    <a:cubicBezTo>
                      <a:pt x="8568" y="18183"/>
                      <a:pt x="6622" y="21217"/>
                      <a:pt x="4718" y="24251"/>
                    </a:cubicBezTo>
                    <a:lnTo>
                      <a:pt x="4718" y="24272"/>
                    </a:lnTo>
                    <a:lnTo>
                      <a:pt x="4718" y="24293"/>
                    </a:lnTo>
                    <a:lnTo>
                      <a:pt x="4718" y="24314"/>
                    </a:lnTo>
                    <a:lnTo>
                      <a:pt x="4718" y="24356"/>
                    </a:lnTo>
                    <a:lnTo>
                      <a:pt x="4718" y="24377"/>
                    </a:lnTo>
                    <a:cubicBezTo>
                      <a:pt x="3693" y="26030"/>
                      <a:pt x="2668" y="27641"/>
                      <a:pt x="1684" y="29315"/>
                    </a:cubicBezTo>
                    <a:lnTo>
                      <a:pt x="1684" y="29336"/>
                    </a:lnTo>
                    <a:lnTo>
                      <a:pt x="1684" y="29377"/>
                    </a:lnTo>
                    <a:lnTo>
                      <a:pt x="1684" y="29398"/>
                    </a:lnTo>
                    <a:lnTo>
                      <a:pt x="1684" y="29419"/>
                    </a:lnTo>
                    <a:lnTo>
                      <a:pt x="1684" y="29461"/>
                    </a:lnTo>
                    <a:cubicBezTo>
                      <a:pt x="1621" y="29503"/>
                      <a:pt x="1600" y="29587"/>
                      <a:pt x="1559" y="29670"/>
                    </a:cubicBezTo>
                    <a:lnTo>
                      <a:pt x="1559" y="29691"/>
                    </a:lnTo>
                    <a:cubicBezTo>
                      <a:pt x="1140" y="30361"/>
                      <a:pt x="743" y="31072"/>
                      <a:pt x="345" y="31763"/>
                    </a:cubicBezTo>
                    <a:cubicBezTo>
                      <a:pt x="1" y="32365"/>
                      <a:pt x="520" y="32911"/>
                      <a:pt x="1088" y="32911"/>
                    </a:cubicBezTo>
                    <a:cubicBezTo>
                      <a:pt x="1210" y="32911"/>
                      <a:pt x="1335" y="32886"/>
                      <a:pt x="1454" y="32830"/>
                    </a:cubicBezTo>
                    <a:cubicBezTo>
                      <a:pt x="1517" y="32809"/>
                      <a:pt x="1600" y="32746"/>
                      <a:pt x="1684" y="32662"/>
                    </a:cubicBezTo>
                    <a:cubicBezTo>
                      <a:pt x="6476" y="28038"/>
                      <a:pt x="10388" y="22556"/>
                      <a:pt x="13757" y="16844"/>
                    </a:cubicBezTo>
                    <a:cubicBezTo>
                      <a:pt x="16247" y="12408"/>
                      <a:pt x="19051" y="7721"/>
                      <a:pt x="20097" y="2700"/>
                    </a:cubicBezTo>
                    <a:cubicBezTo>
                      <a:pt x="20097" y="2658"/>
                      <a:pt x="20118" y="2616"/>
                      <a:pt x="20118" y="2595"/>
                    </a:cubicBezTo>
                    <a:cubicBezTo>
                      <a:pt x="20160" y="2365"/>
                      <a:pt x="20222" y="2093"/>
                      <a:pt x="20243" y="1863"/>
                    </a:cubicBezTo>
                    <a:cubicBezTo>
                      <a:pt x="20243" y="1800"/>
                      <a:pt x="20264" y="1779"/>
                      <a:pt x="20264" y="1737"/>
                    </a:cubicBezTo>
                    <a:lnTo>
                      <a:pt x="20348" y="1172"/>
                    </a:lnTo>
                    <a:cubicBezTo>
                      <a:pt x="20390" y="1068"/>
                      <a:pt x="20390" y="1005"/>
                      <a:pt x="20390" y="879"/>
                    </a:cubicBezTo>
                    <a:cubicBezTo>
                      <a:pt x="20411" y="733"/>
                      <a:pt x="20411" y="607"/>
                      <a:pt x="20432" y="440"/>
                    </a:cubicBezTo>
                    <a:cubicBezTo>
                      <a:pt x="20432" y="356"/>
                      <a:pt x="20453" y="294"/>
                      <a:pt x="20453" y="210"/>
                    </a:cubicBezTo>
                    <a:lnTo>
                      <a:pt x="20453" y="126"/>
                    </a:lnTo>
                    <a:cubicBezTo>
                      <a:pt x="20453" y="105"/>
                      <a:pt x="20432" y="105"/>
                      <a:pt x="20432" y="84"/>
                    </a:cubicBezTo>
                    <a:cubicBezTo>
                      <a:pt x="20376" y="29"/>
                      <a:pt x="20301" y="1"/>
                      <a:pt x="20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20182700" y="28375125"/>
                <a:ext cx="603425" cy="350075"/>
              </a:xfrm>
              <a:custGeom>
                <a:avLst/>
                <a:gdLst/>
                <a:ahLst/>
                <a:cxnLst/>
                <a:rect l="l" t="t" r="r" b="b"/>
                <a:pathLst>
                  <a:path w="24137" h="14003" extrusionOk="0">
                    <a:moveTo>
                      <a:pt x="808" y="1"/>
                    </a:moveTo>
                    <a:cubicBezTo>
                      <a:pt x="364" y="1"/>
                      <a:pt x="1" y="496"/>
                      <a:pt x="137" y="922"/>
                    </a:cubicBezTo>
                    <a:cubicBezTo>
                      <a:pt x="179" y="1027"/>
                      <a:pt x="263" y="1131"/>
                      <a:pt x="367" y="1215"/>
                    </a:cubicBezTo>
                    <a:cubicBezTo>
                      <a:pt x="6623" y="6404"/>
                      <a:pt x="13131" y="11070"/>
                      <a:pt x="20935" y="13288"/>
                    </a:cubicBezTo>
                    <a:cubicBezTo>
                      <a:pt x="20977" y="13309"/>
                      <a:pt x="21040" y="13309"/>
                      <a:pt x="21103" y="13351"/>
                    </a:cubicBezTo>
                    <a:cubicBezTo>
                      <a:pt x="21500" y="13434"/>
                      <a:pt x="21919" y="13560"/>
                      <a:pt x="22316" y="13643"/>
                    </a:cubicBezTo>
                    <a:cubicBezTo>
                      <a:pt x="22421" y="13685"/>
                      <a:pt x="22484" y="13706"/>
                      <a:pt x="22588" y="13727"/>
                    </a:cubicBezTo>
                    <a:cubicBezTo>
                      <a:pt x="22965" y="13811"/>
                      <a:pt x="23362" y="13895"/>
                      <a:pt x="23718" y="13957"/>
                    </a:cubicBezTo>
                    <a:cubicBezTo>
                      <a:pt x="23781" y="13957"/>
                      <a:pt x="23802" y="13999"/>
                      <a:pt x="23823" y="13999"/>
                    </a:cubicBezTo>
                    <a:cubicBezTo>
                      <a:pt x="23838" y="14001"/>
                      <a:pt x="23852" y="14002"/>
                      <a:pt x="23867" y="14002"/>
                    </a:cubicBezTo>
                    <a:cubicBezTo>
                      <a:pt x="23990" y="14002"/>
                      <a:pt x="24078" y="13923"/>
                      <a:pt x="24116" y="13811"/>
                    </a:cubicBezTo>
                    <a:cubicBezTo>
                      <a:pt x="24137" y="13769"/>
                      <a:pt x="24137" y="13727"/>
                      <a:pt x="24116" y="13685"/>
                    </a:cubicBezTo>
                    <a:cubicBezTo>
                      <a:pt x="24116" y="13643"/>
                      <a:pt x="24095" y="13602"/>
                      <a:pt x="24032" y="13581"/>
                    </a:cubicBezTo>
                    <a:cubicBezTo>
                      <a:pt x="23676" y="13309"/>
                      <a:pt x="23341" y="13037"/>
                      <a:pt x="22965" y="12765"/>
                    </a:cubicBezTo>
                    <a:cubicBezTo>
                      <a:pt x="22923" y="12744"/>
                      <a:pt x="22860" y="12681"/>
                      <a:pt x="22818" y="12660"/>
                    </a:cubicBezTo>
                    <a:cubicBezTo>
                      <a:pt x="22525" y="12451"/>
                      <a:pt x="22212" y="12221"/>
                      <a:pt x="21919" y="12011"/>
                    </a:cubicBezTo>
                    <a:lnTo>
                      <a:pt x="21688" y="11844"/>
                    </a:lnTo>
                    <a:cubicBezTo>
                      <a:pt x="21333" y="11614"/>
                      <a:pt x="21019" y="11384"/>
                      <a:pt x="20684" y="11175"/>
                    </a:cubicBezTo>
                    <a:lnTo>
                      <a:pt x="20663" y="11133"/>
                    </a:lnTo>
                    <a:cubicBezTo>
                      <a:pt x="16876" y="8580"/>
                      <a:pt x="12859" y="6404"/>
                      <a:pt x="8841" y="4228"/>
                    </a:cubicBezTo>
                    <a:cubicBezTo>
                      <a:pt x="8841" y="4228"/>
                      <a:pt x="8820" y="4228"/>
                      <a:pt x="8820" y="4207"/>
                    </a:cubicBezTo>
                    <a:lnTo>
                      <a:pt x="8800" y="4207"/>
                    </a:lnTo>
                    <a:cubicBezTo>
                      <a:pt x="6226" y="2847"/>
                      <a:pt x="3673" y="1508"/>
                      <a:pt x="1121" y="85"/>
                    </a:cubicBezTo>
                    <a:cubicBezTo>
                      <a:pt x="1016" y="27"/>
                      <a:pt x="910" y="1"/>
                      <a:pt x="8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4" name="Google Shape;64;p3"/>
              <p:cNvSpPr/>
              <p:nvPr/>
            </p:nvSpPr>
            <p:spPr>
              <a:xfrm>
                <a:off x="19914100" y="28430850"/>
                <a:ext cx="673250" cy="292175"/>
              </a:xfrm>
              <a:custGeom>
                <a:avLst/>
                <a:gdLst/>
                <a:ahLst/>
                <a:cxnLst/>
                <a:rect l="l" t="t" r="r" b="b"/>
                <a:pathLst>
                  <a:path w="26930" h="11687" extrusionOk="0">
                    <a:moveTo>
                      <a:pt x="1364" y="1"/>
                    </a:moveTo>
                    <a:cubicBezTo>
                      <a:pt x="1157" y="1"/>
                      <a:pt x="953" y="11"/>
                      <a:pt x="754" y="32"/>
                    </a:cubicBezTo>
                    <a:cubicBezTo>
                      <a:pt x="210" y="53"/>
                      <a:pt x="1" y="492"/>
                      <a:pt x="106" y="911"/>
                    </a:cubicBezTo>
                    <a:cubicBezTo>
                      <a:pt x="210" y="1141"/>
                      <a:pt x="357" y="1392"/>
                      <a:pt x="650" y="1476"/>
                    </a:cubicBezTo>
                    <a:cubicBezTo>
                      <a:pt x="3683" y="2522"/>
                      <a:pt x="6696" y="3610"/>
                      <a:pt x="9647" y="4782"/>
                    </a:cubicBezTo>
                    <a:lnTo>
                      <a:pt x="9626" y="4782"/>
                    </a:lnTo>
                    <a:cubicBezTo>
                      <a:pt x="11802" y="5640"/>
                      <a:pt x="13936" y="6581"/>
                      <a:pt x="16091" y="7606"/>
                    </a:cubicBezTo>
                    <a:cubicBezTo>
                      <a:pt x="16970" y="8025"/>
                      <a:pt x="17807" y="8464"/>
                      <a:pt x="18644" y="8925"/>
                    </a:cubicBezTo>
                    <a:cubicBezTo>
                      <a:pt x="21238" y="10222"/>
                      <a:pt x="23770" y="11394"/>
                      <a:pt x="26783" y="11686"/>
                    </a:cubicBezTo>
                    <a:cubicBezTo>
                      <a:pt x="26825" y="11686"/>
                      <a:pt x="26867" y="11686"/>
                      <a:pt x="26888" y="11666"/>
                    </a:cubicBezTo>
                    <a:cubicBezTo>
                      <a:pt x="26909" y="11645"/>
                      <a:pt x="26930" y="11582"/>
                      <a:pt x="26930" y="11498"/>
                    </a:cubicBezTo>
                    <a:cubicBezTo>
                      <a:pt x="26930" y="11414"/>
                      <a:pt x="26888" y="11373"/>
                      <a:pt x="26804" y="11352"/>
                    </a:cubicBezTo>
                    <a:lnTo>
                      <a:pt x="26783" y="11352"/>
                    </a:lnTo>
                    <a:cubicBezTo>
                      <a:pt x="26553" y="11268"/>
                      <a:pt x="26344" y="11184"/>
                      <a:pt x="26093" y="11080"/>
                    </a:cubicBezTo>
                    <a:cubicBezTo>
                      <a:pt x="26051" y="11059"/>
                      <a:pt x="25988" y="11038"/>
                      <a:pt x="25946" y="11038"/>
                    </a:cubicBezTo>
                    <a:cubicBezTo>
                      <a:pt x="25737" y="10954"/>
                      <a:pt x="25528" y="10850"/>
                      <a:pt x="25318" y="10745"/>
                    </a:cubicBezTo>
                    <a:cubicBezTo>
                      <a:pt x="25256" y="10724"/>
                      <a:pt x="25214" y="10682"/>
                      <a:pt x="25130" y="10661"/>
                    </a:cubicBezTo>
                    <a:cubicBezTo>
                      <a:pt x="24921" y="10557"/>
                      <a:pt x="24733" y="10452"/>
                      <a:pt x="24523" y="10347"/>
                    </a:cubicBezTo>
                    <a:lnTo>
                      <a:pt x="24377" y="10264"/>
                    </a:lnTo>
                    <a:cubicBezTo>
                      <a:pt x="24189" y="10159"/>
                      <a:pt x="24042" y="10054"/>
                      <a:pt x="23854" y="9950"/>
                    </a:cubicBezTo>
                    <a:cubicBezTo>
                      <a:pt x="23791" y="9929"/>
                      <a:pt x="23749" y="9908"/>
                      <a:pt x="23686" y="9845"/>
                    </a:cubicBezTo>
                    <a:cubicBezTo>
                      <a:pt x="23519" y="9762"/>
                      <a:pt x="23331" y="9615"/>
                      <a:pt x="23142" y="9510"/>
                    </a:cubicBezTo>
                    <a:cubicBezTo>
                      <a:pt x="23059" y="9469"/>
                      <a:pt x="23017" y="9427"/>
                      <a:pt x="22933" y="9385"/>
                    </a:cubicBezTo>
                    <a:cubicBezTo>
                      <a:pt x="22745" y="9280"/>
                      <a:pt x="22598" y="9155"/>
                      <a:pt x="22410" y="9029"/>
                    </a:cubicBezTo>
                    <a:cubicBezTo>
                      <a:pt x="22326" y="8966"/>
                      <a:pt x="22264" y="8925"/>
                      <a:pt x="22180" y="8841"/>
                    </a:cubicBezTo>
                    <a:cubicBezTo>
                      <a:pt x="22054" y="8757"/>
                      <a:pt x="21950" y="8673"/>
                      <a:pt x="21845" y="8569"/>
                    </a:cubicBezTo>
                    <a:cubicBezTo>
                      <a:pt x="21678" y="8443"/>
                      <a:pt x="21531" y="8339"/>
                      <a:pt x="21364" y="8213"/>
                    </a:cubicBezTo>
                    <a:cubicBezTo>
                      <a:pt x="21343" y="8192"/>
                      <a:pt x="21280" y="8150"/>
                      <a:pt x="21259" y="8129"/>
                    </a:cubicBezTo>
                    <a:cubicBezTo>
                      <a:pt x="18769" y="6246"/>
                      <a:pt x="16363" y="4112"/>
                      <a:pt x="13559" y="2773"/>
                    </a:cubicBezTo>
                    <a:cubicBezTo>
                      <a:pt x="10023" y="1078"/>
                      <a:pt x="6006" y="137"/>
                      <a:pt x="2051" y="32"/>
                    </a:cubicBezTo>
                    <a:lnTo>
                      <a:pt x="1989" y="32"/>
                    </a:lnTo>
                    <a:cubicBezTo>
                      <a:pt x="1779" y="11"/>
                      <a:pt x="1570" y="1"/>
                      <a:pt x="13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5" name="Google Shape;65;p3"/>
              <p:cNvSpPr/>
              <p:nvPr/>
            </p:nvSpPr>
            <p:spPr>
              <a:xfrm>
                <a:off x="19600250" y="28499650"/>
                <a:ext cx="774200" cy="245875"/>
              </a:xfrm>
              <a:custGeom>
                <a:avLst/>
                <a:gdLst/>
                <a:ahLst/>
                <a:cxnLst/>
                <a:rect l="l" t="t" r="r" b="b"/>
                <a:pathLst>
                  <a:path w="30968" h="9835" extrusionOk="0">
                    <a:moveTo>
                      <a:pt x="6613" y="0"/>
                    </a:moveTo>
                    <a:cubicBezTo>
                      <a:pt x="4520" y="0"/>
                      <a:pt x="2532" y="63"/>
                      <a:pt x="733" y="251"/>
                    </a:cubicBezTo>
                    <a:cubicBezTo>
                      <a:pt x="252" y="272"/>
                      <a:pt x="1" y="753"/>
                      <a:pt x="105" y="1151"/>
                    </a:cubicBezTo>
                    <a:cubicBezTo>
                      <a:pt x="105" y="1318"/>
                      <a:pt x="252" y="1507"/>
                      <a:pt x="545" y="1590"/>
                    </a:cubicBezTo>
                    <a:cubicBezTo>
                      <a:pt x="5859" y="2678"/>
                      <a:pt x="11007" y="4080"/>
                      <a:pt x="16154" y="5712"/>
                    </a:cubicBezTo>
                    <a:cubicBezTo>
                      <a:pt x="16509" y="5817"/>
                      <a:pt x="16844" y="5963"/>
                      <a:pt x="17179" y="6068"/>
                    </a:cubicBezTo>
                    <a:lnTo>
                      <a:pt x="17158" y="6068"/>
                    </a:lnTo>
                    <a:cubicBezTo>
                      <a:pt x="18518" y="6528"/>
                      <a:pt x="19878" y="7051"/>
                      <a:pt x="21259" y="7574"/>
                    </a:cubicBezTo>
                    <a:cubicBezTo>
                      <a:pt x="21343" y="7595"/>
                      <a:pt x="21385" y="7637"/>
                      <a:pt x="21468" y="7658"/>
                    </a:cubicBezTo>
                    <a:cubicBezTo>
                      <a:pt x="21489" y="7658"/>
                      <a:pt x="21531" y="7679"/>
                      <a:pt x="21573" y="7679"/>
                    </a:cubicBezTo>
                    <a:cubicBezTo>
                      <a:pt x="24000" y="8579"/>
                      <a:pt x="26490" y="9416"/>
                      <a:pt x="29022" y="9730"/>
                    </a:cubicBezTo>
                    <a:lnTo>
                      <a:pt x="29064" y="9730"/>
                    </a:lnTo>
                    <a:cubicBezTo>
                      <a:pt x="29182" y="9747"/>
                      <a:pt x="29355" y="9777"/>
                      <a:pt x="29528" y="9777"/>
                    </a:cubicBezTo>
                    <a:cubicBezTo>
                      <a:pt x="29569" y="9777"/>
                      <a:pt x="29610" y="9775"/>
                      <a:pt x="29649" y="9771"/>
                    </a:cubicBezTo>
                    <a:cubicBezTo>
                      <a:pt x="29838" y="9792"/>
                      <a:pt x="30026" y="9792"/>
                      <a:pt x="30173" y="9834"/>
                    </a:cubicBezTo>
                    <a:lnTo>
                      <a:pt x="30319" y="9834"/>
                    </a:lnTo>
                    <a:cubicBezTo>
                      <a:pt x="30361" y="9834"/>
                      <a:pt x="30424" y="9834"/>
                      <a:pt x="30466" y="9792"/>
                    </a:cubicBezTo>
                    <a:cubicBezTo>
                      <a:pt x="30758" y="9730"/>
                      <a:pt x="30968" y="9374"/>
                      <a:pt x="30905" y="9060"/>
                    </a:cubicBezTo>
                    <a:cubicBezTo>
                      <a:pt x="30884" y="8997"/>
                      <a:pt x="30884" y="8914"/>
                      <a:pt x="30821" y="8851"/>
                    </a:cubicBezTo>
                    <a:cubicBezTo>
                      <a:pt x="30779" y="8788"/>
                      <a:pt x="30717" y="8725"/>
                      <a:pt x="30675" y="8642"/>
                    </a:cubicBezTo>
                    <a:cubicBezTo>
                      <a:pt x="30445" y="8328"/>
                      <a:pt x="30173" y="8056"/>
                      <a:pt x="29942" y="7763"/>
                    </a:cubicBezTo>
                    <a:cubicBezTo>
                      <a:pt x="29733" y="7428"/>
                      <a:pt x="29440" y="7135"/>
                      <a:pt x="29105" y="6905"/>
                    </a:cubicBezTo>
                    <a:cubicBezTo>
                      <a:pt x="23686" y="1716"/>
                      <a:pt x="14501" y="42"/>
                      <a:pt x="66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20149825" y="28752300"/>
                <a:ext cx="462625" cy="768775"/>
              </a:xfrm>
              <a:custGeom>
                <a:avLst/>
                <a:gdLst/>
                <a:ahLst/>
                <a:cxnLst/>
                <a:rect l="l" t="t" r="r" b="b"/>
                <a:pathLst>
                  <a:path w="18505" h="30751" extrusionOk="0">
                    <a:moveTo>
                      <a:pt x="13598" y="8453"/>
                    </a:moveTo>
                    <a:cubicBezTo>
                      <a:pt x="13593" y="8459"/>
                      <a:pt x="13588" y="8464"/>
                      <a:pt x="13588" y="8474"/>
                    </a:cubicBezTo>
                    <a:lnTo>
                      <a:pt x="13588" y="8474"/>
                    </a:lnTo>
                    <a:cubicBezTo>
                      <a:pt x="13591" y="8467"/>
                      <a:pt x="13595" y="8460"/>
                      <a:pt x="13598" y="8453"/>
                    </a:cubicBezTo>
                    <a:close/>
                    <a:moveTo>
                      <a:pt x="18233" y="0"/>
                    </a:moveTo>
                    <a:cubicBezTo>
                      <a:pt x="18170" y="0"/>
                      <a:pt x="18066" y="42"/>
                      <a:pt x="18003" y="84"/>
                    </a:cubicBezTo>
                    <a:cubicBezTo>
                      <a:pt x="17773" y="293"/>
                      <a:pt x="17563" y="481"/>
                      <a:pt x="17333" y="691"/>
                    </a:cubicBezTo>
                    <a:cubicBezTo>
                      <a:pt x="17255" y="769"/>
                      <a:pt x="17323" y="902"/>
                      <a:pt x="17418" y="902"/>
                    </a:cubicBezTo>
                    <a:cubicBezTo>
                      <a:pt x="17424" y="902"/>
                      <a:pt x="17431" y="901"/>
                      <a:pt x="17438" y="900"/>
                    </a:cubicBezTo>
                    <a:lnTo>
                      <a:pt x="17438" y="900"/>
                    </a:lnTo>
                    <a:cubicBezTo>
                      <a:pt x="17375" y="921"/>
                      <a:pt x="17354" y="942"/>
                      <a:pt x="17291" y="984"/>
                    </a:cubicBezTo>
                    <a:cubicBezTo>
                      <a:pt x="17291" y="984"/>
                      <a:pt x="17270" y="984"/>
                      <a:pt x="17270" y="1005"/>
                    </a:cubicBezTo>
                    <a:cubicBezTo>
                      <a:pt x="17229" y="1025"/>
                      <a:pt x="17187" y="1046"/>
                      <a:pt x="17145" y="1109"/>
                    </a:cubicBezTo>
                    <a:lnTo>
                      <a:pt x="17124" y="1130"/>
                    </a:lnTo>
                    <a:lnTo>
                      <a:pt x="16977" y="1256"/>
                    </a:lnTo>
                    <a:cubicBezTo>
                      <a:pt x="16957" y="1297"/>
                      <a:pt x="16936" y="1318"/>
                      <a:pt x="16915" y="1360"/>
                    </a:cubicBezTo>
                    <a:lnTo>
                      <a:pt x="16852" y="1423"/>
                    </a:lnTo>
                    <a:cubicBezTo>
                      <a:pt x="16203" y="2302"/>
                      <a:pt x="15471" y="4143"/>
                      <a:pt x="14927" y="5524"/>
                    </a:cubicBezTo>
                    <a:cubicBezTo>
                      <a:pt x="14760" y="5922"/>
                      <a:pt x="14613" y="6340"/>
                      <a:pt x="14446" y="6738"/>
                    </a:cubicBezTo>
                    <a:cubicBezTo>
                      <a:pt x="14446" y="6759"/>
                      <a:pt x="14425" y="6779"/>
                      <a:pt x="14425" y="6800"/>
                    </a:cubicBezTo>
                    <a:cubicBezTo>
                      <a:pt x="14425" y="6842"/>
                      <a:pt x="14404" y="6842"/>
                      <a:pt x="14404" y="6863"/>
                    </a:cubicBezTo>
                    <a:cubicBezTo>
                      <a:pt x="14341" y="6968"/>
                      <a:pt x="14320" y="7051"/>
                      <a:pt x="14299" y="7093"/>
                    </a:cubicBezTo>
                    <a:cubicBezTo>
                      <a:pt x="14236" y="7219"/>
                      <a:pt x="14153" y="7365"/>
                      <a:pt x="14111" y="7470"/>
                    </a:cubicBezTo>
                    <a:cubicBezTo>
                      <a:pt x="13930" y="7793"/>
                      <a:pt x="13787" y="8115"/>
                      <a:pt x="13608" y="8438"/>
                    </a:cubicBezTo>
                    <a:lnTo>
                      <a:pt x="13608" y="8438"/>
                    </a:lnTo>
                    <a:cubicBezTo>
                      <a:pt x="13609" y="8436"/>
                      <a:pt x="13609" y="8434"/>
                      <a:pt x="13609" y="8432"/>
                    </a:cubicBezTo>
                    <a:lnTo>
                      <a:pt x="13609" y="8432"/>
                    </a:lnTo>
                    <a:cubicBezTo>
                      <a:pt x="13605" y="8439"/>
                      <a:pt x="13602" y="8446"/>
                      <a:pt x="13598" y="8453"/>
                    </a:cubicBezTo>
                    <a:lnTo>
                      <a:pt x="13598" y="8453"/>
                    </a:lnTo>
                    <a:cubicBezTo>
                      <a:pt x="13599" y="8452"/>
                      <a:pt x="13600" y="8451"/>
                      <a:pt x="13601" y="8450"/>
                    </a:cubicBezTo>
                    <a:lnTo>
                      <a:pt x="13601" y="8450"/>
                    </a:lnTo>
                    <a:cubicBezTo>
                      <a:pt x="13597" y="8458"/>
                      <a:pt x="13592" y="8466"/>
                      <a:pt x="13588" y="8474"/>
                    </a:cubicBezTo>
                    <a:cubicBezTo>
                      <a:pt x="13588" y="8474"/>
                      <a:pt x="13588" y="8474"/>
                      <a:pt x="13588" y="8474"/>
                    </a:cubicBezTo>
                    <a:lnTo>
                      <a:pt x="13588" y="8474"/>
                    </a:lnTo>
                    <a:cubicBezTo>
                      <a:pt x="12527" y="10595"/>
                      <a:pt x="11404" y="12735"/>
                      <a:pt x="10261" y="14814"/>
                    </a:cubicBezTo>
                    <a:cubicBezTo>
                      <a:pt x="8294" y="18308"/>
                      <a:pt x="6181" y="21635"/>
                      <a:pt x="3900" y="24878"/>
                    </a:cubicBezTo>
                    <a:cubicBezTo>
                      <a:pt x="2729" y="26552"/>
                      <a:pt x="1536" y="28226"/>
                      <a:pt x="301" y="29879"/>
                    </a:cubicBezTo>
                    <a:cubicBezTo>
                      <a:pt x="1" y="30291"/>
                      <a:pt x="299" y="30750"/>
                      <a:pt x="688" y="30750"/>
                    </a:cubicBezTo>
                    <a:cubicBezTo>
                      <a:pt x="813" y="30750"/>
                      <a:pt x="948" y="30703"/>
                      <a:pt x="1076" y="30591"/>
                    </a:cubicBezTo>
                    <a:cubicBezTo>
                      <a:pt x="2540" y="29251"/>
                      <a:pt x="4047" y="27787"/>
                      <a:pt x="5532" y="26155"/>
                    </a:cubicBezTo>
                    <a:lnTo>
                      <a:pt x="5532" y="26134"/>
                    </a:lnTo>
                    <a:lnTo>
                      <a:pt x="5616" y="26050"/>
                    </a:lnTo>
                    <a:cubicBezTo>
                      <a:pt x="11726" y="19355"/>
                      <a:pt x="17375" y="10546"/>
                      <a:pt x="18379" y="1988"/>
                    </a:cubicBezTo>
                    <a:lnTo>
                      <a:pt x="18379" y="1883"/>
                    </a:lnTo>
                    <a:cubicBezTo>
                      <a:pt x="18421" y="1360"/>
                      <a:pt x="18484" y="816"/>
                      <a:pt x="18505" y="293"/>
                    </a:cubicBezTo>
                    <a:lnTo>
                      <a:pt x="18505" y="189"/>
                    </a:lnTo>
                    <a:cubicBezTo>
                      <a:pt x="18484" y="84"/>
                      <a:pt x="18379" y="0"/>
                      <a:pt x="18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19279125" y="28273675"/>
                <a:ext cx="2565725" cy="1180375"/>
              </a:xfrm>
              <a:custGeom>
                <a:avLst/>
                <a:gdLst/>
                <a:ahLst/>
                <a:cxnLst/>
                <a:rect l="l" t="t" r="r" b="b"/>
                <a:pathLst>
                  <a:path w="102629" h="47215" extrusionOk="0">
                    <a:moveTo>
                      <a:pt x="72729" y="5754"/>
                    </a:moveTo>
                    <a:lnTo>
                      <a:pt x="72729" y="5754"/>
                    </a:lnTo>
                    <a:cubicBezTo>
                      <a:pt x="73231" y="6277"/>
                      <a:pt x="73733" y="6800"/>
                      <a:pt x="74194" y="7365"/>
                    </a:cubicBezTo>
                    <a:cubicBezTo>
                      <a:pt x="74232" y="7403"/>
                      <a:pt x="74269" y="7419"/>
                      <a:pt x="74305" y="7419"/>
                    </a:cubicBezTo>
                    <a:cubicBezTo>
                      <a:pt x="74369" y="7419"/>
                      <a:pt x="74426" y="7369"/>
                      <a:pt x="74466" y="7302"/>
                    </a:cubicBezTo>
                    <a:cubicBezTo>
                      <a:pt x="76328" y="9144"/>
                      <a:pt x="77918" y="11173"/>
                      <a:pt x="79257" y="13391"/>
                    </a:cubicBezTo>
                    <a:lnTo>
                      <a:pt x="79257" y="13433"/>
                    </a:lnTo>
                    <a:cubicBezTo>
                      <a:pt x="80659" y="15777"/>
                      <a:pt x="81789" y="18371"/>
                      <a:pt x="82626" y="21196"/>
                    </a:cubicBezTo>
                    <a:cubicBezTo>
                      <a:pt x="82103" y="21070"/>
                      <a:pt x="81559" y="20966"/>
                      <a:pt x="81036" y="20819"/>
                    </a:cubicBezTo>
                    <a:lnTo>
                      <a:pt x="81036" y="20777"/>
                    </a:lnTo>
                    <a:cubicBezTo>
                      <a:pt x="80994" y="20756"/>
                      <a:pt x="80931" y="20694"/>
                      <a:pt x="80868" y="20694"/>
                    </a:cubicBezTo>
                    <a:cubicBezTo>
                      <a:pt x="80847" y="20694"/>
                      <a:pt x="80847" y="20694"/>
                      <a:pt x="80827" y="20714"/>
                    </a:cubicBezTo>
                    <a:cubicBezTo>
                      <a:pt x="80785" y="20756"/>
                      <a:pt x="80743" y="20777"/>
                      <a:pt x="80722" y="20798"/>
                    </a:cubicBezTo>
                    <a:cubicBezTo>
                      <a:pt x="79885" y="20610"/>
                      <a:pt x="79006" y="20463"/>
                      <a:pt x="78169" y="20275"/>
                    </a:cubicBezTo>
                    <a:lnTo>
                      <a:pt x="78169" y="20254"/>
                    </a:lnTo>
                    <a:cubicBezTo>
                      <a:pt x="78169" y="20254"/>
                      <a:pt x="78169" y="20233"/>
                      <a:pt x="78211" y="20233"/>
                    </a:cubicBezTo>
                    <a:cubicBezTo>
                      <a:pt x="78839" y="14416"/>
                      <a:pt x="76579" y="9834"/>
                      <a:pt x="73043" y="6152"/>
                    </a:cubicBezTo>
                    <a:lnTo>
                      <a:pt x="72729" y="5754"/>
                    </a:lnTo>
                    <a:close/>
                    <a:moveTo>
                      <a:pt x="72311" y="19857"/>
                    </a:moveTo>
                    <a:cubicBezTo>
                      <a:pt x="73985" y="20066"/>
                      <a:pt x="75637" y="20338"/>
                      <a:pt x="77311" y="20610"/>
                    </a:cubicBezTo>
                    <a:cubicBezTo>
                      <a:pt x="76935" y="21091"/>
                      <a:pt x="76579" y="21531"/>
                      <a:pt x="76223" y="22012"/>
                    </a:cubicBezTo>
                    <a:cubicBezTo>
                      <a:pt x="74884" y="23644"/>
                      <a:pt x="73524" y="25297"/>
                      <a:pt x="72164" y="26929"/>
                    </a:cubicBezTo>
                    <a:lnTo>
                      <a:pt x="72164" y="26950"/>
                    </a:lnTo>
                    <a:cubicBezTo>
                      <a:pt x="71516" y="27703"/>
                      <a:pt x="70867" y="28456"/>
                      <a:pt x="70218" y="29230"/>
                    </a:cubicBezTo>
                    <a:cubicBezTo>
                      <a:pt x="69465" y="30109"/>
                      <a:pt x="68712" y="30967"/>
                      <a:pt x="67917" y="31867"/>
                    </a:cubicBezTo>
                    <a:lnTo>
                      <a:pt x="67896" y="31888"/>
                    </a:lnTo>
                    <a:cubicBezTo>
                      <a:pt x="66640" y="33331"/>
                      <a:pt x="65364" y="34733"/>
                      <a:pt x="64067" y="36156"/>
                    </a:cubicBezTo>
                    <a:cubicBezTo>
                      <a:pt x="65615" y="34210"/>
                      <a:pt x="67080" y="32181"/>
                      <a:pt x="68335" y="30067"/>
                    </a:cubicBezTo>
                    <a:cubicBezTo>
                      <a:pt x="68440" y="29879"/>
                      <a:pt x="68586" y="29670"/>
                      <a:pt x="68691" y="29481"/>
                    </a:cubicBezTo>
                    <a:cubicBezTo>
                      <a:pt x="68754" y="29356"/>
                      <a:pt x="68816" y="29251"/>
                      <a:pt x="68900" y="29126"/>
                    </a:cubicBezTo>
                    <a:cubicBezTo>
                      <a:pt x="69047" y="28854"/>
                      <a:pt x="69172" y="28603"/>
                      <a:pt x="69319" y="28331"/>
                    </a:cubicBezTo>
                    <a:lnTo>
                      <a:pt x="69465" y="28017"/>
                    </a:lnTo>
                    <a:lnTo>
                      <a:pt x="69779" y="27389"/>
                    </a:lnTo>
                    <a:cubicBezTo>
                      <a:pt x="69821" y="27285"/>
                      <a:pt x="69883" y="27201"/>
                      <a:pt x="69904" y="27096"/>
                    </a:cubicBezTo>
                    <a:cubicBezTo>
                      <a:pt x="70051" y="26824"/>
                      <a:pt x="70176" y="26552"/>
                      <a:pt x="70302" y="26259"/>
                    </a:cubicBezTo>
                    <a:cubicBezTo>
                      <a:pt x="70344" y="26155"/>
                      <a:pt x="70386" y="26092"/>
                      <a:pt x="70428" y="25987"/>
                    </a:cubicBezTo>
                    <a:cubicBezTo>
                      <a:pt x="70574" y="25715"/>
                      <a:pt x="70679" y="25422"/>
                      <a:pt x="70783" y="25171"/>
                    </a:cubicBezTo>
                    <a:cubicBezTo>
                      <a:pt x="70804" y="25108"/>
                      <a:pt x="70804" y="25088"/>
                      <a:pt x="70825" y="25046"/>
                    </a:cubicBezTo>
                    <a:cubicBezTo>
                      <a:pt x="70930" y="24753"/>
                      <a:pt x="71055" y="24460"/>
                      <a:pt x="71160" y="24167"/>
                    </a:cubicBezTo>
                    <a:cubicBezTo>
                      <a:pt x="71202" y="24104"/>
                      <a:pt x="71223" y="24041"/>
                      <a:pt x="71244" y="23958"/>
                    </a:cubicBezTo>
                    <a:cubicBezTo>
                      <a:pt x="71348" y="23644"/>
                      <a:pt x="71453" y="23330"/>
                      <a:pt x="71557" y="23058"/>
                    </a:cubicBezTo>
                    <a:cubicBezTo>
                      <a:pt x="71557" y="22995"/>
                      <a:pt x="71578" y="22974"/>
                      <a:pt x="71578" y="22911"/>
                    </a:cubicBezTo>
                    <a:cubicBezTo>
                      <a:pt x="71683" y="22598"/>
                      <a:pt x="71767" y="22326"/>
                      <a:pt x="71850" y="22012"/>
                    </a:cubicBezTo>
                    <a:cubicBezTo>
                      <a:pt x="71850" y="21970"/>
                      <a:pt x="71871" y="21949"/>
                      <a:pt x="71871" y="21928"/>
                    </a:cubicBezTo>
                    <a:cubicBezTo>
                      <a:pt x="71955" y="21593"/>
                      <a:pt x="72039" y="21279"/>
                      <a:pt x="72101" y="20924"/>
                    </a:cubicBezTo>
                    <a:cubicBezTo>
                      <a:pt x="72101" y="20903"/>
                      <a:pt x="72143" y="20882"/>
                      <a:pt x="72143" y="20819"/>
                    </a:cubicBezTo>
                    <a:cubicBezTo>
                      <a:pt x="72206" y="20505"/>
                      <a:pt x="72269" y="20170"/>
                      <a:pt x="72311" y="19857"/>
                    </a:cubicBezTo>
                    <a:close/>
                    <a:moveTo>
                      <a:pt x="64761" y="0"/>
                    </a:moveTo>
                    <a:cubicBezTo>
                      <a:pt x="64113" y="0"/>
                      <a:pt x="63614" y="912"/>
                      <a:pt x="64213" y="1423"/>
                    </a:cubicBezTo>
                    <a:cubicBezTo>
                      <a:pt x="65238" y="2281"/>
                      <a:pt x="66180" y="3243"/>
                      <a:pt x="67059" y="4269"/>
                    </a:cubicBezTo>
                    <a:lnTo>
                      <a:pt x="67080" y="4269"/>
                    </a:lnTo>
                    <a:lnTo>
                      <a:pt x="67122" y="4289"/>
                    </a:lnTo>
                    <a:cubicBezTo>
                      <a:pt x="67122" y="4331"/>
                      <a:pt x="67143" y="4331"/>
                      <a:pt x="67143" y="4331"/>
                    </a:cubicBezTo>
                    <a:lnTo>
                      <a:pt x="67143" y="4352"/>
                    </a:lnTo>
                    <a:lnTo>
                      <a:pt x="67163" y="4373"/>
                    </a:lnTo>
                    <a:cubicBezTo>
                      <a:pt x="69904" y="7574"/>
                      <a:pt x="72143" y="11299"/>
                      <a:pt x="74382" y="14940"/>
                    </a:cubicBezTo>
                    <a:cubicBezTo>
                      <a:pt x="75031" y="16007"/>
                      <a:pt x="75700" y="17053"/>
                      <a:pt x="76349" y="18078"/>
                    </a:cubicBezTo>
                    <a:cubicBezTo>
                      <a:pt x="76433" y="18183"/>
                      <a:pt x="76474" y="18287"/>
                      <a:pt x="76558" y="18392"/>
                    </a:cubicBezTo>
                    <a:cubicBezTo>
                      <a:pt x="76746" y="18664"/>
                      <a:pt x="76893" y="18915"/>
                      <a:pt x="77081" y="19187"/>
                    </a:cubicBezTo>
                    <a:cubicBezTo>
                      <a:pt x="77102" y="19229"/>
                      <a:pt x="77165" y="19292"/>
                      <a:pt x="77186" y="19334"/>
                    </a:cubicBezTo>
                    <a:cubicBezTo>
                      <a:pt x="77374" y="19606"/>
                      <a:pt x="77542" y="19878"/>
                      <a:pt x="77730" y="20150"/>
                    </a:cubicBezTo>
                    <a:cubicBezTo>
                      <a:pt x="77709" y="20150"/>
                      <a:pt x="77688" y="20170"/>
                      <a:pt x="77625" y="20191"/>
                    </a:cubicBezTo>
                    <a:cubicBezTo>
                      <a:pt x="75575" y="19815"/>
                      <a:pt x="73524" y="19501"/>
                      <a:pt x="71453" y="19229"/>
                    </a:cubicBezTo>
                    <a:cubicBezTo>
                      <a:pt x="72039" y="13956"/>
                      <a:pt x="68963" y="9248"/>
                      <a:pt x="64862" y="5796"/>
                    </a:cubicBezTo>
                    <a:lnTo>
                      <a:pt x="64841" y="5754"/>
                    </a:lnTo>
                    <a:lnTo>
                      <a:pt x="64820" y="5754"/>
                    </a:lnTo>
                    <a:cubicBezTo>
                      <a:pt x="62016" y="3411"/>
                      <a:pt x="58710" y="1611"/>
                      <a:pt x="55739" y="565"/>
                    </a:cubicBezTo>
                    <a:cubicBezTo>
                      <a:pt x="55650" y="534"/>
                      <a:pt x="55563" y="520"/>
                      <a:pt x="55478" y="520"/>
                    </a:cubicBezTo>
                    <a:cubicBezTo>
                      <a:pt x="54985" y="520"/>
                      <a:pt x="54588" y="997"/>
                      <a:pt x="54588" y="1444"/>
                    </a:cubicBezTo>
                    <a:cubicBezTo>
                      <a:pt x="54588" y="1674"/>
                      <a:pt x="54693" y="1946"/>
                      <a:pt x="54986" y="2072"/>
                    </a:cubicBezTo>
                    <a:cubicBezTo>
                      <a:pt x="55509" y="2364"/>
                      <a:pt x="55990" y="2678"/>
                      <a:pt x="56492" y="2992"/>
                    </a:cubicBezTo>
                    <a:cubicBezTo>
                      <a:pt x="56513" y="2992"/>
                      <a:pt x="56513" y="3013"/>
                      <a:pt x="56555" y="3034"/>
                    </a:cubicBezTo>
                    <a:cubicBezTo>
                      <a:pt x="57811" y="4038"/>
                      <a:pt x="59087" y="4980"/>
                      <a:pt x="60342" y="5942"/>
                    </a:cubicBezTo>
                    <a:lnTo>
                      <a:pt x="60363" y="5942"/>
                    </a:lnTo>
                    <a:cubicBezTo>
                      <a:pt x="61849" y="7261"/>
                      <a:pt x="63272" y="8683"/>
                      <a:pt x="64611" y="10211"/>
                    </a:cubicBezTo>
                    <a:cubicBezTo>
                      <a:pt x="66619" y="12450"/>
                      <a:pt x="68021" y="15128"/>
                      <a:pt x="69758" y="17576"/>
                    </a:cubicBezTo>
                    <a:cubicBezTo>
                      <a:pt x="69779" y="17618"/>
                      <a:pt x="69800" y="17639"/>
                      <a:pt x="69800" y="17681"/>
                    </a:cubicBezTo>
                    <a:cubicBezTo>
                      <a:pt x="69883" y="17827"/>
                      <a:pt x="69988" y="17932"/>
                      <a:pt x="70072" y="18057"/>
                    </a:cubicBezTo>
                    <a:cubicBezTo>
                      <a:pt x="70114" y="18141"/>
                      <a:pt x="70176" y="18183"/>
                      <a:pt x="70218" y="18266"/>
                    </a:cubicBezTo>
                    <a:cubicBezTo>
                      <a:pt x="70302" y="18371"/>
                      <a:pt x="70344" y="18455"/>
                      <a:pt x="70428" y="18559"/>
                    </a:cubicBezTo>
                    <a:cubicBezTo>
                      <a:pt x="70511" y="18664"/>
                      <a:pt x="70595" y="18769"/>
                      <a:pt x="70700" y="18873"/>
                    </a:cubicBezTo>
                    <a:cubicBezTo>
                      <a:pt x="70741" y="18915"/>
                      <a:pt x="70804" y="18999"/>
                      <a:pt x="70846" y="19041"/>
                    </a:cubicBezTo>
                    <a:cubicBezTo>
                      <a:pt x="70909" y="19103"/>
                      <a:pt x="70930" y="19145"/>
                      <a:pt x="70992" y="19208"/>
                    </a:cubicBezTo>
                    <a:cubicBezTo>
                      <a:pt x="69570" y="19020"/>
                      <a:pt x="68147" y="18894"/>
                      <a:pt x="66745" y="18769"/>
                    </a:cubicBezTo>
                    <a:lnTo>
                      <a:pt x="66766" y="18769"/>
                    </a:lnTo>
                    <a:cubicBezTo>
                      <a:pt x="66763" y="18768"/>
                      <a:pt x="66761" y="18768"/>
                      <a:pt x="66758" y="18768"/>
                    </a:cubicBezTo>
                    <a:lnTo>
                      <a:pt x="66758" y="18768"/>
                    </a:lnTo>
                    <a:cubicBezTo>
                      <a:pt x="66814" y="18763"/>
                      <a:pt x="66854" y="18725"/>
                      <a:pt x="66912" y="18706"/>
                    </a:cubicBezTo>
                    <a:lnTo>
                      <a:pt x="66933" y="18685"/>
                    </a:lnTo>
                    <a:cubicBezTo>
                      <a:pt x="66975" y="18601"/>
                      <a:pt x="67017" y="18497"/>
                      <a:pt x="66954" y="18413"/>
                    </a:cubicBezTo>
                    <a:cubicBezTo>
                      <a:pt x="63837" y="14228"/>
                      <a:pt x="59673" y="10608"/>
                      <a:pt x="55216" y="7512"/>
                    </a:cubicBezTo>
                    <a:cubicBezTo>
                      <a:pt x="55174" y="7491"/>
                      <a:pt x="55153" y="7491"/>
                      <a:pt x="55132" y="7470"/>
                    </a:cubicBezTo>
                    <a:cubicBezTo>
                      <a:pt x="54233" y="6842"/>
                      <a:pt x="53333" y="6256"/>
                      <a:pt x="52412" y="5691"/>
                    </a:cubicBezTo>
                    <a:cubicBezTo>
                      <a:pt x="52391" y="5691"/>
                      <a:pt x="52391" y="5649"/>
                      <a:pt x="52350" y="5629"/>
                    </a:cubicBezTo>
                    <a:cubicBezTo>
                      <a:pt x="51701" y="5210"/>
                      <a:pt x="51052" y="4813"/>
                      <a:pt x="50404" y="4436"/>
                    </a:cubicBezTo>
                    <a:cubicBezTo>
                      <a:pt x="49211" y="3745"/>
                      <a:pt x="48039" y="3076"/>
                      <a:pt x="46888" y="2469"/>
                    </a:cubicBezTo>
                    <a:cubicBezTo>
                      <a:pt x="46771" y="2407"/>
                      <a:pt x="46661" y="2379"/>
                      <a:pt x="46560" y="2379"/>
                    </a:cubicBezTo>
                    <a:cubicBezTo>
                      <a:pt x="46119" y="2379"/>
                      <a:pt x="45860" y="2901"/>
                      <a:pt x="46031" y="3327"/>
                    </a:cubicBezTo>
                    <a:lnTo>
                      <a:pt x="46051" y="3348"/>
                    </a:lnTo>
                    <a:cubicBezTo>
                      <a:pt x="46072" y="3432"/>
                      <a:pt x="46114" y="3515"/>
                      <a:pt x="46177" y="3599"/>
                    </a:cubicBezTo>
                    <a:cubicBezTo>
                      <a:pt x="50445" y="8118"/>
                      <a:pt x="55551" y="12722"/>
                      <a:pt x="61137" y="16007"/>
                    </a:cubicBezTo>
                    <a:cubicBezTo>
                      <a:pt x="61179" y="16049"/>
                      <a:pt x="61200" y="16049"/>
                      <a:pt x="61221" y="16069"/>
                    </a:cubicBezTo>
                    <a:cubicBezTo>
                      <a:pt x="61514" y="16258"/>
                      <a:pt x="61807" y="16404"/>
                      <a:pt x="62121" y="16572"/>
                    </a:cubicBezTo>
                    <a:cubicBezTo>
                      <a:pt x="62184" y="16613"/>
                      <a:pt x="62267" y="16634"/>
                      <a:pt x="62351" y="16697"/>
                    </a:cubicBezTo>
                    <a:cubicBezTo>
                      <a:pt x="62644" y="16844"/>
                      <a:pt x="62916" y="17011"/>
                      <a:pt x="63230" y="17157"/>
                    </a:cubicBezTo>
                    <a:cubicBezTo>
                      <a:pt x="63376" y="17220"/>
                      <a:pt x="63481" y="17304"/>
                      <a:pt x="63606" y="17346"/>
                    </a:cubicBezTo>
                    <a:cubicBezTo>
                      <a:pt x="63816" y="17450"/>
                      <a:pt x="64004" y="17555"/>
                      <a:pt x="64213" y="17639"/>
                    </a:cubicBezTo>
                    <a:cubicBezTo>
                      <a:pt x="64360" y="17722"/>
                      <a:pt x="64548" y="17785"/>
                      <a:pt x="64715" y="17869"/>
                    </a:cubicBezTo>
                    <a:cubicBezTo>
                      <a:pt x="64946" y="17973"/>
                      <a:pt x="65155" y="18078"/>
                      <a:pt x="65385" y="18183"/>
                    </a:cubicBezTo>
                    <a:cubicBezTo>
                      <a:pt x="65531" y="18266"/>
                      <a:pt x="65699" y="18308"/>
                      <a:pt x="65866" y="18392"/>
                    </a:cubicBezTo>
                    <a:lnTo>
                      <a:pt x="66410" y="18622"/>
                    </a:lnTo>
                    <a:cubicBezTo>
                      <a:pt x="66512" y="18683"/>
                      <a:pt x="66615" y="18705"/>
                      <a:pt x="66717" y="18764"/>
                    </a:cubicBezTo>
                    <a:lnTo>
                      <a:pt x="66717" y="18764"/>
                    </a:lnTo>
                    <a:cubicBezTo>
                      <a:pt x="63282" y="18461"/>
                      <a:pt x="59832" y="18310"/>
                      <a:pt x="56381" y="18310"/>
                    </a:cubicBezTo>
                    <a:cubicBezTo>
                      <a:pt x="45847" y="18310"/>
                      <a:pt x="35302" y="19722"/>
                      <a:pt x="25149" y="22556"/>
                    </a:cubicBezTo>
                    <a:cubicBezTo>
                      <a:pt x="25756" y="22221"/>
                      <a:pt x="26341" y="21865"/>
                      <a:pt x="26906" y="21510"/>
                    </a:cubicBezTo>
                    <a:cubicBezTo>
                      <a:pt x="26927" y="21489"/>
                      <a:pt x="26969" y="21447"/>
                      <a:pt x="26969" y="21426"/>
                    </a:cubicBezTo>
                    <a:lnTo>
                      <a:pt x="26969" y="21321"/>
                    </a:lnTo>
                    <a:cubicBezTo>
                      <a:pt x="26969" y="21300"/>
                      <a:pt x="26969" y="21300"/>
                      <a:pt x="26927" y="21279"/>
                    </a:cubicBezTo>
                    <a:cubicBezTo>
                      <a:pt x="27409" y="21196"/>
                      <a:pt x="27848" y="21112"/>
                      <a:pt x="28287" y="21007"/>
                    </a:cubicBezTo>
                    <a:cubicBezTo>
                      <a:pt x="28664" y="20924"/>
                      <a:pt x="28999" y="20861"/>
                      <a:pt x="29375" y="20756"/>
                    </a:cubicBezTo>
                    <a:cubicBezTo>
                      <a:pt x="29396" y="20756"/>
                      <a:pt x="29396" y="20714"/>
                      <a:pt x="29417" y="20714"/>
                    </a:cubicBezTo>
                    <a:cubicBezTo>
                      <a:pt x="29543" y="20673"/>
                      <a:pt x="29543" y="20547"/>
                      <a:pt x="29501" y="20442"/>
                    </a:cubicBezTo>
                    <a:cubicBezTo>
                      <a:pt x="29480" y="20380"/>
                      <a:pt x="29417" y="20338"/>
                      <a:pt x="29375" y="20296"/>
                    </a:cubicBezTo>
                    <a:cubicBezTo>
                      <a:pt x="27701" y="19710"/>
                      <a:pt x="25881" y="19354"/>
                      <a:pt x="23998" y="19208"/>
                    </a:cubicBezTo>
                    <a:lnTo>
                      <a:pt x="23935" y="19208"/>
                    </a:lnTo>
                    <a:cubicBezTo>
                      <a:pt x="23580" y="19187"/>
                      <a:pt x="23224" y="19145"/>
                      <a:pt x="22889" y="19124"/>
                    </a:cubicBezTo>
                    <a:lnTo>
                      <a:pt x="22722" y="19124"/>
                    </a:lnTo>
                    <a:cubicBezTo>
                      <a:pt x="22408" y="19124"/>
                      <a:pt x="22073" y="19103"/>
                      <a:pt x="21759" y="19103"/>
                    </a:cubicBezTo>
                    <a:lnTo>
                      <a:pt x="20295" y="19103"/>
                    </a:lnTo>
                    <a:cubicBezTo>
                      <a:pt x="20002" y="19103"/>
                      <a:pt x="19751" y="19124"/>
                      <a:pt x="19458" y="19124"/>
                    </a:cubicBezTo>
                    <a:cubicBezTo>
                      <a:pt x="19332" y="19124"/>
                      <a:pt x="19186" y="19145"/>
                      <a:pt x="19060" y="19145"/>
                    </a:cubicBezTo>
                    <a:cubicBezTo>
                      <a:pt x="18830" y="19187"/>
                      <a:pt x="18558" y="19187"/>
                      <a:pt x="18328" y="19208"/>
                    </a:cubicBezTo>
                    <a:cubicBezTo>
                      <a:pt x="18181" y="19229"/>
                      <a:pt x="18014" y="19229"/>
                      <a:pt x="17867" y="19250"/>
                    </a:cubicBezTo>
                    <a:cubicBezTo>
                      <a:pt x="17658" y="19292"/>
                      <a:pt x="17407" y="19313"/>
                      <a:pt x="17198" y="19334"/>
                    </a:cubicBezTo>
                    <a:cubicBezTo>
                      <a:pt x="17030" y="19354"/>
                      <a:pt x="16842" y="19396"/>
                      <a:pt x="16654" y="19396"/>
                    </a:cubicBezTo>
                    <a:cubicBezTo>
                      <a:pt x="16466" y="19417"/>
                      <a:pt x="16256" y="19438"/>
                      <a:pt x="16089" y="19459"/>
                    </a:cubicBezTo>
                    <a:cubicBezTo>
                      <a:pt x="15880" y="19501"/>
                      <a:pt x="15670" y="19522"/>
                      <a:pt x="15482" y="19543"/>
                    </a:cubicBezTo>
                    <a:cubicBezTo>
                      <a:pt x="15294" y="19564"/>
                      <a:pt x="15147" y="19606"/>
                      <a:pt x="14959" y="19626"/>
                    </a:cubicBezTo>
                    <a:cubicBezTo>
                      <a:pt x="14750" y="19647"/>
                      <a:pt x="14520" y="19710"/>
                      <a:pt x="14310" y="19731"/>
                    </a:cubicBezTo>
                    <a:cubicBezTo>
                      <a:pt x="14143" y="19752"/>
                      <a:pt x="13955" y="19773"/>
                      <a:pt x="13808" y="19836"/>
                    </a:cubicBezTo>
                    <a:cubicBezTo>
                      <a:pt x="13599" y="19878"/>
                      <a:pt x="13390" y="19919"/>
                      <a:pt x="13181" y="19961"/>
                    </a:cubicBezTo>
                    <a:cubicBezTo>
                      <a:pt x="12971" y="20024"/>
                      <a:pt x="12741" y="20045"/>
                      <a:pt x="12532" y="20087"/>
                    </a:cubicBezTo>
                    <a:cubicBezTo>
                      <a:pt x="12364" y="20129"/>
                      <a:pt x="12218" y="20170"/>
                      <a:pt x="12051" y="20191"/>
                    </a:cubicBezTo>
                    <a:cubicBezTo>
                      <a:pt x="12030" y="20191"/>
                      <a:pt x="12009" y="20191"/>
                      <a:pt x="11967" y="20233"/>
                    </a:cubicBezTo>
                    <a:cubicBezTo>
                      <a:pt x="11611" y="20296"/>
                      <a:pt x="11276" y="20380"/>
                      <a:pt x="10900" y="20484"/>
                    </a:cubicBezTo>
                    <a:cubicBezTo>
                      <a:pt x="10889" y="20474"/>
                      <a:pt x="10863" y="20469"/>
                      <a:pt x="10829" y="20469"/>
                    </a:cubicBezTo>
                    <a:cubicBezTo>
                      <a:pt x="10795" y="20469"/>
                      <a:pt x="10753" y="20474"/>
                      <a:pt x="10712" y="20484"/>
                    </a:cubicBezTo>
                    <a:cubicBezTo>
                      <a:pt x="10544" y="20568"/>
                      <a:pt x="10293" y="20610"/>
                      <a:pt x="10126" y="20694"/>
                    </a:cubicBezTo>
                    <a:cubicBezTo>
                      <a:pt x="7092" y="21489"/>
                      <a:pt x="4204" y="22493"/>
                      <a:pt x="1756" y="23581"/>
                    </a:cubicBezTo>
                    <a:cubicBezTo>
                      <a:pt x="1401" y="23719"/>
                      <a:pt x="1381" y="24341"/>
                      <a:pt x="1801" y="24341"/>
                    </a:cubicBezTo>
                    <a:cubicBezTo>
                      <a:pt x="1826" y="24341"/>
                      <a:pt x="1853" y="24339"/>
                      <a:pt x="1882" y="24334"/>
                    </a:cubicBezTo>
                    <a:cubicBezTo>
                      <a:pt x="2279" y="24272"/>
                      <a:pt x="2656" y="24209"/>
                      <a:pt x="3053" y="24146"/>
                    </a:cubicBezTo>
                    <a:lnTo>
                      <a:pt x="3074" y="24146"/>
                    </a:lnTo>
                    <a:cubicBezTo>
                      <a:pt x="7510" y="23476"/>
                      <a:pt x="11925" y="22786"/>
                      <a:pt x="16340" y="22221"/>
                    </a:cubicBezTo>
                    <a:cubicBezTo>
                      <a:pt x="16926" y="22137"/>
                      <a:pt x="17470" y="22075"/>
                      <a:pt x="18077" y="22033"/>
                    </a:cubicBezTo>
                    <a:lnTo>
                      <a:pt x="18244" y="22033"/>
                    </a:lnTo>
                    <a:cubicBezTo>
                      <a:pt x="19960" y="21907"/>
                      <a:pt x="21696" y="21823"/>
                      <a:pt x="23412" y="21698"/>
                    </a:cubicBezTo>
                    <a:lnTo>
                      <a:pt x="23433" y="21698"/>
                    </a:lnTo>
                    <a:cubicBezTo>
                      <a:pt x="22994" y="21761"/>
                      <a:pt x="22575" y="21844"/>
                      <a:pt x="22115" y="21928"/>
                    </a:cubicBezTo>
                    <a:cubicBezTo>
                      <a:pt x="21906" y="21949"/>
                      <a:pt x="21696" y="22012"/>
                      <a:pt x="21487" y="22054"/>
                    </a:cubicBezTo>
                    <a:cubicBezTo>
                      <a:pt x="21278" y="22116"/>
                      <a:pt x="21069" y="22137"/>
                      <a:pt x="20859" y="22179"/>
                    </a:cubicBezTo>
                    <a:cubicBezTo>
                      <a:pt x="20587" y="22242"/>
                      <a:pt x="20295" y="22284"/>
                      <a:pt x="20002" y="22367"/>
                    </a:cubicBezTo>
                    <a:cubicBezTo>
                      <a:pt x="19897" y="22388"/>
                      <a:pt x="19792" y="22430"/>
                      <a:pt x="19667" y="22451"/>
                    </a:cubicBezTo>
                    <a:cubicBezTo>
                      <a:pt x="13160" y="23811"/>
                      <a:pt x="6631" y="25883"/>
                      <a:pt x="501" y="27829"/>
                    </a:cubicBezTo>
                    <a:cubicBezTo>
                      <a:pt x="292" y="27912"/>
                      <a:pt x="145" y="28080"/>
                      <a:pt x="103" y="28226"/>
                    </a:cubicBezTo>
                    <a:cubicBezTo>
                      <a:pt x="1" y="28615"/>
                      <a:pt x="199" y="29064"/>
                      <a:pt x="677" y="29064"/>
                    </a:cubicBezTo>
                    <a:cubicBezTo>
                      <a:pt x="688" y="29064"/>
                      <a:pt x="699" y="29063"/>
                      <a:pt x="710" y="29063"/>
                    </a:cubicBezTo>
                    <a:cubicBezTo>
                      <a:pt x="1714" y="29021"/>
                      <a:pt x="2761" y="28937"/>
                      <a:pt x="3807" y="28833"/>
                    </a:cubicBezTo>
                    <a:cubicBezTo>
                      <a:pt x="6631" y="28561"/>
                      <a:pt x="9498" y="28101"/>
                      <a:pt x="12281" y="27452"/>
                    </a:cubicBezTo>
                    <a:lnTo>
                      <a:pt x="12323" y="27452"/>
                    </a:lnTo>
                    <a:cubicBezTo>
                      <a:pt x="12657" y="27368"/>
                      <a:pt x="13013" y="27285"/>
                      <a:pt x="13369" y="27180"/>
                    </a:cubicBezTo>
                    <a:cubicBezTo>
                      <a:pt x="13411" y="27159"/>
                      <a:pt x="13473" y="27159"/>
                      <a:pt x="13536" y="27138"/>
                    </a:cubicBezTo>
                    <a:cubicBezTo>
                      <a:pt x="14206" y="26971"/>
                      <a:pt x="14854" y="26782"/>
                      <a:pt x="15482" y="26615"/>
                    </a:cubicBezTo>
                    <a:cubicBezTo>
                      <a:pt x="15524" y="26573"/>
                      <a:pt x="15587" y="26573"/>
                      <a:pt x="15629" y="26552"/>
                    </a:cubicBezTo>
                    <a:cubicBezTo>
                      <a:pt x="15880" y="26468"/>
                      <a:pt x="16089" y="26427"/>
                      <a:pt x="16319" y="26343"/>
                    </a:cubicBezTo>
                    <a:cubicBezTo>
                      <a:pt x="16549" y="26259"/>
                      <a:pt x="16758" y="26217"/>
                      <a:pt x="16989" y="26134"/>
                    </a:cubicBezTo>
                    <a:cubicBezTo>
                      <a:pt x="17177" y="26092"/>
                      <a:pt x="17365" y="26008"/>
                      <a:pt x="17554" y="25945"/>
                    </a:cubicBezTo>
                    <a:cubicBezTo>
                      <a:pt x="17888" y="25841"/>
                      <a:pt x="18223" y="25715"/>
                      <a:pt x="18558" y="25590"/>
                    </a:cubicBezTo>
                    <a:lnTo>
                      <a:pt x="18809" y="25506"/>
                    </a:lnTo>
                    <a:cubicBezTo>
                      <a:pt x="19248" y="25360"/>
                      <a:pt x="19688" y="25171"/>
                      <a:pt x="20127" y="24983"/>
                    </a:cubicBezTo>
                    <a:lnTo>
                      <a:pt x="20295" y="24899"/>
                    </a:lnTo>
                    <a:cubicBezTo>
                      <a:pt x="20713" y="24753"/>
                      <a:pt x="21111" y="24564"/>
                      <a:pt x="21529" y="24376"/>
                    </a:cubicBezTo>
                    <a:cubicBezTo>
                      <a:pt x="21550" y="24355"/>
                      <a:pt x="21592" y="24355"/>
                      <a:pt x="21634" y="24334"/>
                    </a:cubicBezTo>
                    <a:cubicBezTo>
                      <a:pt x="22094" y="24125"/>
                      <a:pt x="22596" y="23895"/>
                      <a:pt x="23036" y="23686"/>
                    </a:cubicBezTo>
                    <a:cubicBezTo>
                      <a:pt x="24458" y="23267"/>
                      <a:pt x="25860" y="22891"/>
                      <a:pt x="27283" y="22535"/>
                    </a:cubicBezTo>
                    <a:lnTo>
                      <a:pt x="27283" y="22535"/>
                    </a:lnTo>
                    <a:cubicBezTo>
                      <a:pt x="25839" y="23414"/>
                      <a:pt x="24458" y="24460"/>
                      <a:pt x="23119" y="25527"/>
                    </a:cubicBezTo>
                    <a:cubicBezTo>
                      <a:pt x="22115" y="26343"/>
                      <a:pt x="21131" y="27180"/>
                      <a:pt x="20127" y="28017"/>
                    </a:cubicBezTo>
                    <a:cubicBezTo>
                      <a:pt x="18558" y="29356"/>
                      <a:pt x="16968" y="30653"/>
                      <a:pt x="15294" y="31804"/>
                    </a:cubicBezTo>
                    <a:cubicBezTo>
                      <a:pt x="15001" y="31992"/>
                      <a:pt x="14750" y="32181"/>
                      <a:pt x="14457" y="32369"/>
                    </a:cubicBezTo>
                    <a:cubicBezTo>
                      <a:pt x="14373" y="32411"/>
                      <a:pt x="14310" y="32474"/>
                      <a:pt x="14206" y="32536"/>
                    </a:cubicBezTo>
                    <a:cubicBezTo>
                      <a:pt x="13934" y="32704"/>
                      <a:pt x="13683" y="32892"/>
                      <a:pt x="13411" y="33038"/>
                    </a:cubicBezTo>
                    <a:cubicBezTo>
                      <a:pt x="13285" y="33122"/>
                      <a:pt x="13118" y="33227"/>
                      <a:pt x="12992" y="33311"/>
                    </a:cubicBezTo>
                    <a:cubicBezTo>
                      <a:pt x="12364" y="33687"/>
                      <a:pt x="11737" y="34085"/>
                      <a:pt x="11109" y="34461"/>
                    </a:cubicBezTo>
                    <a:lnTo>
                      <a:pt x="11130" y="34461"/>
                    </a:lnTo>
                    <a:cubicBezTo>
                      <a:pt x="8787" y="35884"/>
                      <a:pt x="6380" y="37244"/>
                      <a:pt x="4058" y="38667"/>
                    </a:cubicBezTo>
                    <a:cubicBezTo>
                      <a:pt x="4016" y="38667"/>
                      <a:pt x="3995" y="38667"/>
                      <a:pt x="3995" y="38688"/>
                    </a:cubicBezTo>
                    <a:cubicBezTo>
                      <a:pt x="3346" y="39064"/>
                      <a:pt x="2719" y="39441"/>
                      <a:pt x="2091" y="39860"/>
                    </a:cubicBezTo>
                    <a:cubicBezTo>
                      <a:pt x="1453" y="40285"/>
                      <a:pt x="1834" y="41175"/>
                      <a:pt x="2490" y="41175"/>
                    </a:cubicBezTo>
                    <a:cubicBezTo>
                      <a:pt x="2543" y="41175"/>
                      <a:pt x="2599" y="41170"/>
                      <a:pt x="2656" y="41157"/>
                    </a:cubicBezTo>
                    <a:cubicBezTo>
                      <a:pt x="2949" y="41094"/>
                      <a:pt x="3263" y="41010"/>
                      <a:pt x="3556" y="40906"/>
                    </a:cubicBezTo>
                    <a:cubicBezTo>
                      <a:pt x="10168" y="39190"/>
                      <a:pt x="17826" y="34838"/>
                      <a:pt x="22994" y="29272"/>
                    </a:cubicBezTo>
                    <a:lnTo>
                      <a:pt x="23015" y="29251"/>
                    </a:lnTo>
                    <a:cubicBezTo>
                      <a:pt x="23224" y="29021"/>
                      <a:pt x="23454" y="28770"/>
                      <a:pt x="23663" y="28540"/>
                    </a:cubicBezTo>
                    <a:cubicBezTo>
                      <a:pt x="23768" y="28435"/>
                      <a:pt x="23852" y="28331"/>
                      <a:pt x="23956" y="28205"/>
                    </a:cubicBezTo>
                    <a:cubicBezTo>
                      <a:pt x="24040" y="28121"/>
                      <a:pt x="24103" y="28017"/>
                      <a:pt x="24165" y="27933"/>
                    </a:cubicBezTo>
                    <a:cubicBezTo>
                      <a:pt x="24312" y="27724"/>
                      <a:pt x="24479" y="27557"/>
                      <a:pt x="24626" y="27347"/>
                    </a:cubicBezTo>
                    <a:cubicBezTo>
                      <a:pt x="24688" y="27285"/>
                      <a:pt x="24709" y="27243"/>
                      <a:pt x="24772" y="27180"/>
                    </a:cubicBezTo>
                    <a:cubicBezTo>
                      <a:pt x="25128" y="26720"/>
                      <a:pt x="25463" y="26238"/>
                      <a:pt x="25777" y="25778"/>
                    </a:cubicBezTo>
                    <a:cubicBezTo>
                      <a:pt x="25777" y="25778"/>
                      <a:pt x="25777" y="25736"/>
                      <a:pt x="25818" y="25736"/>
                    </a:cubicBezTo>
                    <a:cubicBezTo>
                      <a:pt x="26488" y="24732"/>
                      <a:pt x="27095" y="23644"/>
                      <a:pt x="27555" y="22577"/>
                    </a:cubicBezTo>
                    <a:cubicBezTo>
                      <a:pt x="27597" y="22535"/>
                      <a:pt x="27555" y="22472"/>
                      <a:pt x="27534" y="22451"/>
                    </a:cubicBezTo>
                    <a:cubicBezTo>
                      <a:pt x="29020" y="22075"/>
                      <a:pt x="30526" y="21740"/>
                      <a:pt x="32012" y="21426"/>
                    </a:cubicBezTo>
                    <a:lnTo>
                      <a:pt x="32012" y="21426"/>
                    </a:lnTo>
                    <a:cubicBezTo>
                      <a:pt x="28329" y="25171"/>
                      <a:pt x="25463" y="29649"/>
                      <a:pt x="22052" y="33583"/>
                    </a:cubicBezTo>
                    <a:cubicBezTo>
                      <a:pt x="21947" y="33729"/>
                      <a:pt x="21843" y="33834"/>
                      <a:pt x="21738" y="33959"/>
                    </a:cubicBezTo>
                    <a:cubicBezTo>
                      <a:pt x="21027" y="34775"/>
                      <a:pt x="20315" y="35549"/>
                      <a:pt x="19604" y="36365"/>
                    </a:cubicBezTo>
                    <a:cubicBezTo>
                      <a:pt x="17365" y="38876"/>
                      <a:pt x="15085" y="41366"/>
                      <a:pt x="12804" y="43835"/>
                    </a:cubicBezTo>
                    <a:lnTo>
                      <a:pt x="12783" y="43835"/>
                    </a:lnTo>
                    <a:cubicBezTo>
                      <a:pt x="12323" y="44358"/>
                      <a:pt x="11841" y="44860"/>
                      <a:pt x="11381" y="45383"/>
                    </a:cubicBezTo>
                    <a:cubicBezTo>
                      <a:pt x="11130" y="45655"/>
                      <a:pt x="11297" y="46074"/>
                      <a:pt x="11590" y="46179"/>
                    </a:cubicBezTo>
                    <a:cubicBezTo>
                      <a:pt x="11631" y="46195"/>
                      <a:pt x="11678" y="46205"/>
                      <a:pt x="11727" y="46205"/>
                    </a:cubicBezTo>
                    <a:cubicBezTo>
                      <a:pt x="11805" y="46205"/>
                      <a:pt x="11890" y="46180"/>
                      <a:pt x="11967" y="46116"/>
                    </a:cubicBezTo>
                    <a:cubicBezTo>
                      <a:pt x="20211" y="40173"/>
                      <a:pt x="28873" y="31218"/>
                      <a:pt x="32137" y="21384"/>
                    </a:cubicBezTo>
                    <a:cubicBezTo>
                      <a:pt x="37138" y="20338"/>
                      <a:pt x="42243" y="19626"/>
                      <a:pt x="47391" y="19229"/>
                    </a:cubicBezTo>
                    <a:lnTo>
                      <a:pt x="47391" y="19229"/>
                    </a:lnTo>
                    <a:cubicBezTo>
                      <a:pt x="47370" y="19250"/>
                      <a:pt x="47328" y="19250"/>
                      <a:pt x="47307" y="19292"/>
                    </a:cubicBezTo>
                    <a:cubicBezTo>
                      <a:pt x="46951" y="19543"/>
                      <a:pt x="46596" y="19815"/>
                      <a:pt x="46240" y="20066"/>
                    </a:cubicBezTo>
                    <a:cubicBezTo>
                      <a:pt x="46156" y="20129"/>
                      <a:pt x="46156" y="20254"/>
                      <a:pt x="46261" y="20275"/>
                    </a:cubicBezTo>
                    <a:cubicBezTo>
                      <a:pt x="46344" y="20296"/>
                      <a:pt x="43185" y="26217"/>
                      <a:pt x="41260" y="29691"/>
                    </a:cubicBezTo>
                    <a:cubicBezTo>
                      <a:pt x="40590" y="30946"/>
                      <a:pt x="40067" y="31888"/>
                      <a:pt x="39900" y="32097"/>
                    </a:cubicBezTo>
                    <a:cubicBezTo>
                      <a:pt x="39170" y="33200"/>
                      <a:pt x="38427" y="34291"/>
                      <a:pt x="37682" y="35388"/>
                    </a:cubicBezTo>
                    <a:lnTo>
                      <a:pt x="37682" y="35388"/>
                    </a:lnTo>
                    <a:cubicBezTo>
                      <a:pt x="38801" y="33696"/>
                      <a:pt x="39806" y="31949"/>
                      <a:pt x="40632" y="30172"/>
                    </a:cubicBezTo>
                    <a:cubicBezTo>
                      <a:pt x="40779" y="29900"/>
                      <a:pt x="40883" y="29649"/>
                      <a:pt x="41009" y="29377"/>
                    </a:cubicBezTo>
                    <a:cubicBezTo>
                      <a:pt x="41030" y="29356"/>
                      <a:pt x="41030" y="29293"/>
                      <a:pt x="41051" y="29272"/>
                    </a:cubicBezTo>
                    <a:cubicBezTo>
                      <a:pt x="41155" y="29042"/>
                      <a:pt x="41260" y="28770"/>
                      <a:pt x="41365" y="28540"/>
                    </a:cubicBezTo>
                    <a:cubicBezTo>
                      <a:pt x="41406" y="28498"/>
                      <a:pt x="41427" y="28435"/>
                      <a:pt x="41427" y="28393"/>
                    </a:cubicBezTo>
                    <a:cubicBezTo>
                      <a:pt x="41532" y="28142"/>
                      <a:pt x="41616" y="27912"/>
                      <a:pt x="41720" y="27661"/>
                    </a:cubicBezTo>
                    <a:lnTo>
                      <a:pt x="41720" y="27619"/>
                    </a:lnTo>
                    <a:cubicBezTo>
                      <a:pt x="41867" y="27201"/>
                      <a:pt x="41992" y="26824"/>
                      <a:pt x="42139" y="26406"/>
                    </a:cubicBezTo>
                    <a:cubicBezTo>
                      <a:pt x="42181" y="26238"/>
                      <a:pt x="42243" y="26050"/>
                      <a:pt x="42285" y="25904"/>
                    </a:cubicBezTo>
                    <a:cubicBezTo>
                      <a:pt x="42306" y="25778"/>
                      <a:pt x="42369" y="25632"/>
                      <a:pt x="42390" y="25506"/>
                    </a:cubicBezTo>
                    <a:cubicBezTo>
                      <a:pt x="42453" y="25318"/>
                      <a:pt x="42494" y="25108"/>
                      <a:pt x="42557" y="24941"/>
                    </a:cubicBezTo>
                    <a:cubicBezTo>
                      <a:pt x="42578" y="24795"/>
                      <a:pt x="42599" y="24690"/>
                      <a:pt x="42620" y="24564"/>
                    </a:cubicBezTo>
                    <a:cubicBezTo>
                      <a:pt x="42683" y="24355"/>
                      <a:pt x="42725" y="24146"/>
                      <a:pt x="42766" y="23958"/>
                    </a:cubicBezTo>
                    <a:cubicBezTo>
                      <a:pt x="42787" y="23853"/>
                      <a:pt x="42808" y="23748"/>
                      <a:pt x="42808" y="23644"/>
                    </a:cubicBezTo>
                    <a:cubicBezTo>
                      <a:pt x="42871" y="23435"/>
                      <a:pt x="42892" y="23204"/>
                      <a:pt x="42913" y="22995"/>
                    </a:cubicBezTo>
                    <a:cubicBezTo>
                      <a:pt x="42934" y="22891"/>
                      <a:pt x="42934" y="22807"/>
                      <a:pt x="42976" y="22702"/>
                    </a:cubicBezTo>
                    <a:cubicBezTo>
                      <a:pt x="42997" y="22451"/>
                      <a:pt x="43038" y="22179"/>
                      <a:pt x="43080" y="21949"/>
                    </a:cubicBezTo>
                    <a:cubicBezTo>
                      <a:pt x="43080" y="21907"/>
                      <a:pt x="43101" y="21844"/>
                      <a:pt x="43101" y="21761"/>
                    </a:cubicBezTo>
                    <a:cubicBezTo>
                      <a:pt x="43122" y="21447"/>
                      <a:pt x="43143" y="21112"/>
                      <a:pt x="43185" y="20798"/>
                    </a:cubicBezTo>
                    <a:cubicBezTo>
                      <a:pt x="43185" y="20652"/>
                      <a:pt x="43080" y="20547"/>
                      <a:pt x="42934" y="20484"/>
                    </a:cubicBezTo>
                    <a:cubicBezTo>
                      <a:pt x="42894" y="20471"/>
                      <a:pt x="42852" y="20464"/>
                      <a:pt x="42810" y="20464"/>
                    </a:cubicBezTo>
                    <a:cubicBezTo>
                      <a:pt x="42720" y="20464"/>
                      <a:pt x="42629" y="20497"/>
                      <a:pt x="42557" y="20568"/>
                    </a:cubicBezTo>
                    <a:cubicBezTo>
                      <a:pt x="42474" y="20673"/>
                      <a:pt x="42390" y="20756"/>
                      <a:pt x="42306" y="20861"/>
                    </a:cubicBezTo>
                    <a:cubicBezTo>
                      <a:pt x="42097" y="21091"/>
                      <a:pt x="41930" y="21300"/>
                      <a:pt x="41720" y="21531"/>
                    </a:cubicBezTo>
                    <a:cubicBezTo>
                      <a:pt x="41658" y="21593"/>
                      <a:pt x="41720" y="21656"/>
                      <a:pt x="41783" y="21656"/>
                    </a:cubicBezTo>
                    <a:cubicBezTo>
                      <a:pt x="41344" y="21865"/>
                      <a:pt x="40883" y="22242"/>
                      <a:pt x="40423" y="22744"/>
                    </a:cubicBezTo>
                    <a:cubicBezTo>
                      <a:pt x="38205" y="25192"/>
                      <a:pt x="36134" y="30632"/>
                      <a:pt x="34836" y="32787"/>
                    </a:cubicBezTo>
                    <a:cubicBezTo>
                      <a:pt x="33581" y="34817"/>
                      <a:pt x="32305" y="36826"/>
                      <a:pt x="31007" y="38813"/>
                    </a:cubicBezTo>
                    <a:cubicBezTo>
                      <a:pt x="31070" y="38772"/>
                      <a:pt x="31091" y="38709"/>
                      <a:pt x="31154" y="38667"/>
                    </a:cubicBezTo>
                    <a:lnTo>
                      <a:pt x="31154" y="38667"/>
                    </a:lnTo>
                    <a:cubicBezTo>
                      <a:pt x="30422" y="39818"/>
                      <a:pt x="29647" y="40969"/>
                      <a:pt x="28894" y="42119"/>
                    </a:cubicBezTo>
                    <a:lnTo>
                      <a:pt x="28873" y="42119"/>
                    </a:lnTo>
                    <a:cubicBezTo>
                      <a:pt x="28162" y="43186"/>
                      <a:pt x="27450" y="44254"/>
                      <a:pt x="26718" y="45342"/>
                    </a:cubicBezTo>
                    <a:lnTo>
                      <a:pt x="26697" y="45342"/>
                    </a:lnTo>
                    <a:cubicBezTo>
                      <a:pt x="26509" y="45614"/>
                      <a:pt x="26341" y="45886"/>
                      <a:pt x="26153" y="46137"/>
                    </a:cubicBezTo>
                    <a:cubicBezTo>
                      <a:pt x="26153" y="46179"/>
                      <a:pt x="26132" y="46179"/>
                      <a:pt x="26132" y="46199"/>
                    </a:cubicBezTo>
                    <a:lnTo>
                      <a:pt x="26090" y="46199"/>
                    </a:lnTo>
                    <a:cubicBezTo>
                      <a:pt x="25944" y="46492"/>
                      <a:pt x="26028" y="46764"/>
                      <a:pt x="26195" y="46953"/>
                    </a:cubicBezTo>
                    <a:cubicBezTo>
                      <a:pt x="26237" y="46953"/>
                      <a:pt x="26237" y="46974"/>
                      <a:pt x="26258" y="47015"/>
                    </a:cubicBezTo>
                    <a:cubicBezTo>
                      <a:pt x="26362" y="47120"/>
                      <a:pt x="26488" y="47162"/>
                      <a:pt x="26655" y="47183"/>
                    </a:cubicBezTo>
                    <a:cubicBezTo>
                      <a:pt x="26736" y="47203"/>
                      <a:pt x="26820" y="47215"/>
                      <a:pt x="26902" y="47215"/>
                    </a:cubicBezTo>
                    <a:cubicBezTo>
                      <a:pt x="27075" y="47215"/>
                      <a:pt x="27246" y="47164"/>
                      <a:pt x="27388" y="47036"/>
                    </a:cubicBezTo>
                    <a:cubicBezTo>
                      <a:pt x="30422" y="44358"/>
                      <a:pt x="33665" y="40969"/>
                      <a:pt x="36427" y="37181"/>
                    </a:cubicBezTo>
                    <a:lnTo>
                      <a:pt x="36427" y="37181"/>
                    </a:lnTo>
                    <a:cubicBezTo>
                      <a:pt x="35046" y="39127"/>
                      <a:pt x="33602" y="41073"/>
                      <a:pt x="32137" y="42998"/>
                    </a:cubicBezTo>
                    <a:lnTo>
                      <a:pt x="32137" y="43040"/>
                    </a:lnTo>
                    <a:cubicBezTo>
                      <a:pt x="31635" y="43689"/>
                      <a:pt x="31154" y="44316"/>
                      <a:pt x="30652" y="44965"/>
                    </a:cubicBezTo>
                    <a:cubicBezTo>
                      <a:pt x="30463" y="45195"/>
                      <a:pt x="30484" y="45509"/>
                      <a:pt x="30631" y="45760"/>
                    </a:cubicBezTo>
                    <a:cubicBezTo>
                      <a:pt x="30673" y="45823"/>
                      <a:pt x="30735" y="45886"/>
                      <a:pt x="30798" y="45927"/>
                    </a:cubicBezTo>
                    <a:cubicBezTo>
                      <a:pt x="30895" y="46003"/>
                      <a:pt x="31004" y="46045"/>
                      <a:pt x="31121" y="46045"/>
                    </a:cubicBezTo>
                    <a:cubicBezTo>
                      <a:pt x="31230" y="46045"/>
                      <a:pt x="31346" y="46008"/>
                      <a:pt x="31468" y="45927"/>
                    </a:cubicBezTo>
                    <a:cubicBezTo>
                      <a:pt x="32535" y="45153"/>
                      <a:pt x="33581" y="44337"/>
                      <a:pt x="34606" y="43458"/>
                    </a:cubicBezTo>
                    <a:lnTo>
                      <a:pt x="34606" y="43417"/>
                    </a:lnTo>
                    <a:cubicBezTo>
                      <a:pt x="34920" y="43166"/>
                      <a:pt x="35234" y="42873"/>
                      <a:pt x="35506" y="42622"/>
                    </a:cubicBezTo>
                    <a:cubicBezTo>
                      <a:pt x="35506" y="42622"/>
                      <a:pt x="35506" y="42580"/>
                      <a:pt x="35548" y="42580"/>
                    </a:cubicBezTo>
                    <a:cubicBezTo>
                      <a:pt x="36908" y="41324"/>
                      <a:pt x="38184" y="40006"/>
                      <a:pt x="39377" y="38604"/>
                    </a:cubicBezTo>
                    <a:cubicBezTo>
                      <a:pt x="41762" y="35779"/>
                      <a:pt x="43813" y="32683"/>
                      <a:pt x="45382" y="29356"/>
                    </a:cubicBezTo>
                    <a:cubicBezTo>
                      <a:pt x="45424" y="29251"/>
                      <a:pt x="45487" y="29147"/>
                      <a:pt x="45507" y="29063"/>
                    </a:cubicBezTo>
                    <a:cubicBezTo>
                      <a:pt x="45612" y="28833"/>
                      <a:pt x="45717" y="28624"/>
                      <a:pt x="45821" y="28393"/>
                    </a:cubicBezTo>
                    <a:cubicBezTo>
                      <a:pt x="45863" y="28247"/>
                      <a:pt x="45926" y="28121"/>
                      <a:pt x="46010" y="27975"/>
                    </a:cubicBezTo>
                    <a:cubicBezTo>
                      <a:pt x="46072" y="27766"/>
                      <a:pt x="46177" y="27557"/>
                      <a:pt x="46261" y="27305"/>
                    </a:cubicBezTo>
                    <a:cubicBezTo>
                      <a:pt x="46324" y="27159"/>
                      <a:pt x="46386" y="26992"/>
                      <a:pt x="46449" y="26845"/>
                    </a:cubicBezTo>
                    <a:lnTo>
                      <a:pt x="46679" y="26217"/>
                    </a:lnTo>
                    <a:lnTo>
                      <a:pt x="46993" y="25360"/>
                    </a:lnTo>
                    <a:lnTo>
                      <a:pt x="47223" y="24648"/>
                    </a:lnTo>
                    <a:cubicBezTo>
                      <a:pt x="47286" y="24460"/>
                      <a:pt x="47328" y="24272"/>
                      <a:pt x="47412" y="24104"/>
                    </a:cubicBezTo>
                    <a:cubicBezTo>
                      <a:pt x="47474" y="23895"/>
                      <a:pt x="47516" y="23707"/>
                      <a:pt x="47579" y="23497"/>
                    </a:cubicBezTo>
                    <a:lnTo>
                      <a:pt x="47725" y="22953"/>
                    </a:lnTo>
                    <a:cubicBezTo>
                      <a:pt x="47788" y="22744"/>
                      <a:pt x="47830" y="22556"/>
                      <a:pt x="47893" y="22347"/>
                    </a:cubicBezTo>
                    <a:cubicBezTo>
                      <a:pt x="47935" y="22158"/>
                      <a:pt x="47956" y="21970"/>
                      <a:pt x="48018" y="21823"/>
                    </a:cubicBezTo>
                    <a:cubicBezTo>
                      <a:pt x="48060" y="21614"/>
                      <a:pt x="48123" y="21405"/>
                      <a:pt x="48144" y="21196"/>
                    </a:cubicBezTo>
                    <a:cubicBezTo>
                      <a:pt x="48165" y="21028"/>
                      <a:pt x="48207" y="20861"/>
                      <a:pt x="48248" y="20694"/>
                    </a:cubicBezTo>
                    <a:cubicBezTo>
                      <a:pt x="48269" y="20484"/>
                      <a:pt x="48332" y="20296"/>
                      <a:pt x="48353" y="20087"/>
                    </a:cubicBezTo>
                    <a:cubicBezTo>
                      <a:pt x="48416" y="19752"/>
                      <a:pt x="48207" y="19417"/>
                      <a:pt x="47893" y="19292"/>
                    </a:cubicBezTo>
                    <a:cubicBezTo>
                      <a:pt x="50720" y="19079"/>
                      <a:pt x="53566" y="18973"/>
                      <a:pt x="56425" y="18973"/>
                    </a:cubicBezTo>
                    <a:cubicBezTo>
                      <a:pt x="59744" y="18973"/>
                      <a:pt x="63082" y="19115"/>
                      <a:pt x="66431" y="19396"/>
                    </a:cubicBezTo>
                    <a:cubicBezTo>
                      <a:pt x="66159" y="19647"/>
                      <a:pt x="65908" y="19940"/>
                      <a:pt x="65678" y="20233"/>
                    </a:cubicBezTo>
                    <a:cubicBezTo>
                      <a:pt x="65615" y="20275"/>
                      <a:pt x="65594" y="20338"/>
                      <a:pt x="65531" y="20380"/>
                    </a:cubicBezTo>
                    <a:cubicBezTo>
                      <a:pt x="65406" y="20547"/>
                      <a:pt x="65301" y="20694"/>
                      <a:pt x="65176" y="20861"/>
                    </a:cubicBezTo>
                    <a:cubicBezTo>
                      <a:pt x="65113" y="20924"/>
                      <a:pt x="65071" y="20986"/>
                      <a:pt x="65008" y="21070"/>
                    </a:cubicBezTo>
                    <a:cubicBezTo>
                      <a:pt x="64904" y="21217"/>
                      <a:pt x="64778" y="21384"/>
                      <a:pt x="64674" y="21531"/>
                    </a:cubicBezTo>
                    <a:lnTo>
                      <a:pt x="64527" y="21761"/>
                    </a:lnTo>
                    <a:lnTo>
                      <a:pt x="64213" y="22242"/>
                    </a:lnTo>
                    <a:cubicBezTo>
                      <a:pt x="64150" y="22326"/>
                      <a:pt x="64109" y="22388"/>
                      <a:pt x="64046" y="22493"/>
                    </a:cubicBezTo>
                    <a:cubicBezTo>
                      <a:pt x="63941" y="22660"/>
                      <a:pt x="63837" y="22807"/>
                      <a:pt x="63753" y="22995"/>
                    </a:cubicBezTo>
                    <a:cubicBezTo>
                      <a:pt x="63711" y="23079"/>
                      <a:pt x="63648" y="23183"/>
                      <a:pt x="63606" y="23267"/>
                    </a:cubicBezTo>
                    <a:cubicBezTo>
                      <a:pt x="63502" y="23414"/>
                      <a:pt x="63418" y="23581"/>
                      <a:pt x="63313" y="23748"/>
                    </a:cubicBezTo>
                    <a:cubicBezTo>
                      <a:pt x="63272" y="23853"/>
                      <a:pt x="63209" y="23937"/>
                      <a:pt x="63167" y="24041"/>
                    </a:cubicBezTo>
                    <a:cubicBezTo>
                      <a:pt x="63021" y="24272"/>
                      <a:pt x="62895" y="24523"/>
                      <a:pt x="62790" y="24753"/>
                    </a:cubicBezTo>
                    <a:cubicBezTo>
                      <a:pt x="62686" y="24941"/>
                      <a:pt x="62602" y="25108"/>
                      <a:pt x="62497" y="25297"/>
                    </a:cubicBezTo>
                    <a:cubicBezTo>
                      <a:pt x="62456" y="25380"/>
                      <a:pt x="62435" y="25485"/>
                      <a:pt x="62372" y="25569"/>
                    </a:cubicBezTo>
                    <a:cubicBezTo>
                      <a:pt x="62267" y="25778"/>
                      <a:pt x="62184" y="25945"/>
                      <a:pt x="62079" y="26155"/>
                    </a:cubicBezTo>
                    <a:lnTo>
                      <a:pt x="62016" y="26322"/>
                    </a:lnTo>
                    <a:cubicBezTo>
                      <a:pt x="61430" y="27494"/>
                      <a:pt x="60886" y="28665"/>
                      <a:pt x="60342" y="29795"/>
                    </a:cubicBezTo>
                    <a:cubicBezTo>
                      <a:pt x="60342" y="29816"/>
                      <a:pt x="60300" y="29858"/>
                      <a:pt x="60300" y="29858"/>
                    </a:cubicBezTo>
                    <a:cubicBezTo>
                      <a:pt x="60196" y="30088"/>
                      <a:pt x="60070" y="30298"/>
                      <a:pt x="59966" y="30528"/>
                    </a:cubicBezTo>
                    <a:cubicBezTo>
                      <a:pt x="59715" y="31051"/>
                      <a:pt x="59443" y="31553"/>
                      <a:pt x="59150" y="32013"/>
                    </a:cubicBezTo>
                    <a:cubicBezTo>
                      <a:pt x="57371" y="35110"/>
                      <a:pt x="55446" y="38123"/>
                      <a:pt x="53458" y="41094"/>
                    </a:cubicBezTo>
                    <a:cubicBezTo>
                      <a:pt x="53458" y="41115"/>
                      <a:pt x="53438" y="41115"/>
                      <a:pt x="53396" y="41157"/>
                    </a:cubicBezTo>
                    <a:lnTo>
                      <a:pt x="50257" y="45865"/>
                    </a:lnTo>
                    <a:cubicBezTo>
                      <a:pt x="50071" y="46144"/>
                      <a:pt x="50357" y="46412"/>
                      <a:pt x="50645" y="46412"/>
                    </a:cubicBezTo>
                    <a:cubicBezTo>
                      <a:pt x="50745" y="46412"/>
                      <a:pt x="50846" y="46380"/>
                      <a:pt x="50927" y="46304"/>
                    </a:cubicBezTo>
                    <a:cubicBezTo>
                      <a:pt x="53479" y="43898"/>
                      <a:pt x="55781" y="41261"/>
                      <a:pt x="57852" y="38437"/>
                    </a:cubicBezTo>
                    <a:lnTo>
                      <a:pt x="57852" y="38395"/>
                    </a:lnTo>
                    <a:cubicBezTo>
                      <a:pt x="59087" y="36721"/>
                      <a:pt x="60259" y="34984"/>
                      <a:pt x="61326" y="33143"/>
                    </a:cubicBezTo>
                    <a:cubicBezTo>
                      <a:pt x="62916" y="30444"/>
                      <a:pt x="64966" y="27243"/>
                      <a:pt x="66034" y="23937"/>
                    </a:cubicBezTo>
                    <a:lnTo>
                      <a:pt x="66034" y="23916"/>
                    </a:lnTo>
                    <a:cubicBezTo>
                      <a:pt x="66117" y="23707"/>
                      <a:pt x="66159" y="23497"/>
                      <a:pt x="66222" y="23288"/>
                    </a:cubicBezTo>
                    <a:cubicBezTo>
                      <a:pt x="66222" y="23225"/>
                      <a:pt x="66243" y="23204"/>
                      <a:pt x="66243" y="23163"/>
                    </a:cubicBezTo>
                    <a:cubicBezTo>
                      <a:pt x="66306" y="22995"/>
                      <a:pt x="66326" y="22849"/>
                      <a:pt x="66368" y="22702"/>
                    </a:cubicBezTo>
                    <a:cubicBezTo>
                      <a:pt x="66410" y="22639"/>
                      <a:pt x="66410" y="22577"/>
                      <a:pt x="66431" y="22493"/>
                    </a:cubicBezTo>
                    <a:cubicBezTo>
                      <a:pt x="66452" y="22347"/>
                      <a:pt x="66515" y="22179"/>
                      <a:pt x="66536" y="22054"/>
                    </a:cubicBezTo>
                    <a:cubicBezTo>
                      <a:pt x="66557" y="21928"/>
                      <a:pt x="66578" y="21823"/>
                      <a:pt x="66619" y="21698"/>
                    </a:cubicBezTo>
                    <a:cubicBezTo>
                      <a:pt x="66640" y="21614"/>
                      <a:pt x="66640" y="21531"/>
                      <a:pt x="66661" y="21447"/>
                    </a:cubicBezTo>
                    <a:cubicBezTo>
                      <a:pt x="66682" y="21321"/>
                      <a:pt x="66682" y="21217"/>
                      <a:pt x="66724" y="21091"/>
                    </a:cubicBezTo>
                    <a:lnTo>
                      <a:pt x="66724" y="20986"/>
                    </a:lnTo>
                    <a:cubicBezTo>
                      <a:pt x="66745" y="20714"/>
                      <a:pt x="66766" y="20442"/>
                      <a:pt x="66787" y="20170"/>
                    </a:cubicBezTo>
                    <a:cubicBezTo>
                      <a:pt x="66787" y="19940"/>
                      <a:pt x="66829" y="19668"/>
                      <a:pt x="66787" y="19438"/>
                    </a:cubicBezTo>
                    <a:lnTo>
                      <a:pt x="66787" y="19438"/>
                    </a:lnTo>
                    <a:cubicBezTo>
                      <a:pt x="68565" y="19606"/>
                      <a:pt x="70344" y="19773"/>
                      <a:pt x="72122" y="20024"/>
                    </a:cubicBezTo>
                    <a:cubicBezTo>
                      <a:pt x="72018" y="20129"/>
                      <a:pt x="71955" y="20233"/>
                      <a:pt x="71850" y="20338"/>
                    </a:cubicBezTo>
                    <a:cubicBezTo>
                      <a:pt x="71788" y="20380"/>
                      <a:pt x="71767" y="20442"/>
                      <a:pt x="71704" y="20484"/>
                    </a:cubicBezTo>
                    <a:lnTo>
                      <a:pt x="71390" y="20882"/>
                    </a:lnTo>
                    <a:cubicBezTo>
                      <a:pt x="71348" y="20924"/>
                      <a:pt x="71285" y="21007"/>
                      <a:pt x="71244" y="21070"/>
                    </a:cubicBezTo>
                    <a:cubicBezTo>
                      <a:pt x="71139" y="21196"/>
                      <a:pt x="71034" y="21342"/>
                      <a:pt x="70909" y="21489"/>
                    </a:cubicBezTo>
                    <a:cubicBezTo>
                      <a:pt x="70867" y="21531"/>
                      <a:pt x="70825" y="21593"/>
                      <a:pt x="70804" y="21635"/>
                    </a:cubicBezTo>
                    <a:cubicBezTo>
                      <a:pt x="70658" y="21803"/>
                      <a:pt x="70553" y="21949"/>
                      <a:pt x="70428" y="22116"/>
                    </a:cubicBezTo>
                    <a:cubicBezTo>
                      <a:pt x="70407" y="22137"/>
                      <a:pt x="70407" y="22158"/>
                      <a:pt x="70386" y="22179"/>
                    </a:cubicBezTo>
                    <a:cubicBezTo>
                      <a:pt x="69821" y="22953"/>
                      <a:pt x="69298" y="23748"/>
                      <a:pt x="68775" y="24564"/>
                    </a:cubicBezTo>
                    <a:cubicBezTo>
                      <a:pt x="68356" y="25171"/>
                      <a:pt x="68000" y="25799"/>
                      <a:pt x="67666" y="26448"/>
                    </a:cubicBezTo>
                    <a:cubicBezTo>
                      <a:pt x="66850" y="27829"/>
                      <a:pt x="66034" y="29230"/>
                      <a:pt x="65176" y="30528"/>
                    </a:cubicBezTo>
                    <a:cubicBezTo>
                      <a:pt x="62393" y="34796"/>
                      <a:pt x="59443" y="38918"/>
                      <a:pt x="56492" y="43061"/>
                    </a:cubicBezTo>
                    <a:cubicBezTo>
                      <a:pt x="56492" y="43061"/>
                      <a:pt x="56492" y="43082"/>
                      <a:pt x="56471" y="43082"/>
                    </a:cubicBezTo>
                    <a:lnTo>
                      <a:pt x="56074" y="43626"/>
                    </a:lnTo>
                    <a:cubicBezTo>
                      <a:pt x="55822" y="43988"/>
                      <a:pt x="56079" y="44373"/>
                      <a:pt x="56400" y="44373"/>
                    </a:cubicBezTo>
                    <a:cubicBezTo>
                      <a:pt x="56506" y="44373"/>
                      <a:pt x="56619" y="44331"/>
                      <a:pt x="56723" y="44233"/>
                    </a:cubicBezTo>
                    <a:cubicBezTo>
                      <a:pt x="58668" y="42412"/>
                      <a:pt x="60719" y="40257"/>
                      <a:pt x="62707" y="37956"/>
                    </a:cubicBezTo>
                    <a:cubicBezTo>
                      <a:pt x="62707" y="37935"/>
                      <a:pt x="62749" y="37935"/>
                      <a:pt x="62749" y="37935"/>
                    </a:cubicBezTo>
                    <a:cubicBezTo>
                      <a:pt x="62790" y="37872"/>
                      <a:pt x="62853" y="37830"/>
                      <a:pt x="62895" y="37746"/>
                    </a:cubicBezTo>
                    <a:cubicBezTo>
                      <a:pt x="62895" y="37949"/>
                      <a:pt x="63058" y="38129"/>
                      <a:pt x="63236" y="38129"/>
                    </a:cubicBezTo>
                    <a:cubicBezTo>
                      <a:pt x="63297" y="38129"/>
                      <a:pt x="63360" y="38108"/>
                      <a:pt x="63418" y="38060"/>
                    </a:cubicBezTo>
                    <a:lnTo>
                      <a:pt x="63816" y="37746"/>
                    </a:lnTo>
                    <a:lnTo>
                      <a:pt x="63816" y="37725"/>
                    </a:lnTo>
                    <a:cubicBezTo>
                      <a:pt x="64318" y="37328"/>
                      <a:pt x="64799" y="36909"/>
                      <a:pt x="65301" y="36491"/>
                    </a:cubicBezTo>
                    <a:cubicBezTo>
                      <a:pt x="65406" y="36386"/>
                      <a:pt x="65531" y="36282"/>
                      <a:pt x="65636" y="36198"/>
                    </a:cubicBezTo>
                    <a:lnTo>
                      <a:pt x="65636" y="36198"/>
                    </a:lnTo>
                    <a:cubicBezTo>
                      <a:pt x="65636" y="36240"/>
                      <a:pt x="65615" y="36240"/>
                      <a:pt x="65615" y="36261"/>
                    </a:cubicBezTo>
                    <a:cubicBezTo>
                      <a:pt x="66452" y="35528"/>
                      <a:pt x="67289" y="34733"/>
                      <a:pt x="68084" y="33959"/>
                    </a:cubicBezTo>
                    <a:lnTo>
                      <a:pt x="68126" y="33896"/>
                    </a:lnTo>
                    <a:lnTo>
                      <a:pt x="68879" y="33143"/>
                    </a:lnTo>
                    <a:cubicBezTo>
                      <a:pt x="68942" y="33101"/>
                      <a:pt x="68984" y="33038"/>
                      <a:pt x="69047" y="32955"/>
                    </a:cubicBezTo>
                    <a:cubicBezTo>
                      <a:pt x="69256" y="32725"/>
                      <a:pt x="69465" y="32515"/>
                      <a:pt x="69674" y="32285"/>
                    </a:cubicBezTo>
                    <a:cubicBezTo>
                      <a:pt x="69758" y="32202"/>
                      <a:pt x="69821" y="32097"/>
                      <a:pt x="69925" y="32013"/>
                    </a:cubicBezTo>
                    <a:cubicBezTo>
                      <a:pt x="70114" y="31804"/>
                      <a:pt x="70302" y="31637"/>
                      <a:pt x="70448" y="31427"/>
                    </a:cubicBezTo>
                    <a:cubicBezTo>
                      <a:pt x="70553" y="31281"/>
                      <a:pt x="70658" y="31176"/>
                      <a:pt x="70762" y="31051"/>
                    </a:cubicBezTo>
                    <a:cubicBezTo>
                      <a:pt x="70930" y="30862"/>
                      <a:pt x="71055" y="30716"/>
                      <a:pt x="71223" y="30528"/>
                    </a:cubicBezTo>
                    <a:cubicBezTo>
                      <a:pt x="71348" y="30381"/>
                      <a:pt x="71474" y="30235"/>
                      <a:pt x="71578" y="30088"/>
                    </a:cubicBezTo>
                    <a:cubicBezTo>
                      <a:pt x="71704" y="29921"/>
                      <a:pt x="71850" y="29774"/>
                      <a:pt x="71955" y="29607"/>
                    </a:cubicBezTo>
                    <a:cubicBezTo>
                      <a:pt x="72080" y="29440"/>
                      <a:pt x="72227" y="29272"/>
                      <a:pt x="72373" y="29084"/>
                    </a:cubicBezTo>
                    <a:cubicBezTo>
                      <a:pt x="72478" y="28958"/>
                      <a:pt x="72583" y="28812"/>
                      <a:pt x="72687" y="28665"/>
                    </a:cubicBezTo>
                    <a:cubicBezTo>
                      <a:pt x="72834" y="28498"/>
                      <a:pt x="73001" y="28289"/>
                      <a:pt x="73127" y="28101"/>
                    </a:cubicBezTo>
                    <a:cubicBezTo>
                      <a:pt x="73231" y="27975"/>
                      <a:pt x="73315" y="27829"/>
                      <a:pt x="73420" y="27724"/>
                    </a:cubicBezTo>
                    <a:lnTo>
                      <a:pt x="73880" y="27096"/>
                    </a:lnTo>
                    <a:cubicBezTo>
                      <a:pt x="73964" y="26992"/>
                      <a:pt x="74047" y="26866"/>
                      <a:pt x="74110" y="26761"/>
                    </a:cubicBezTo>
                    <a:cubicBezTo>
                      <a:pt x="74277" y="26531"/>
                      <a:pt x="74424" y="26301"/>
                      <a:pt x="74591" y="26092"/>
                    </a:cubicBezTo>
                    <a:cubicBezTo>
                      <a:pt x="74675" y="25987"/>
                      <a:pt x="74717" y="25883"/>
                      <a:pt x="74801" y="25778"/>
                    </a:cubicBezTo>
                    <a:cubicBezTo>
                      <a:pt x="74947" y="25527"/>
                      <a:pt x="75135" y="25276"/>
                      <a:pt x="75303" y="25046"/>
                    </a:cubicBezTo>
                    <a:cubicBezTo>
                      <a:pt x="75345" y="24962"/>
                      <a:pt x="75407" y="24857"/>
                      <a:pt x="75470" y="24774"/>
                    </a:cubicBezTo>
                    <a:cubicBezTo>
                      <a:pt x="75637" y="24523"/>
                      <a:pt x="75826" y="24251"/>
                      <a:pt x="75972" y="23999"/>
                    </a:cubicBezTo>
                    <a:cubicBezTo>
                      <a:pt x="76035" y="23916"/>
                      <a:pt x="76056" y="23853"/>
                      <a:pt x="76098" y="23790"/>
                    </a:cubicBezTo>
                    <a:cubicBezTo>
                      <a:pt x="76286" y="23497"/>
                      <a:pt x="76454" y="23204"/>
                      <a:pt x="76621" y="22911"/>
                    </a:cubicBezTo>
                    <a:cubicBezTo>
                      <a:pt x="76621" y="22891"/>
                      <a:pt x="76663" y="22891"/>
                      <a:pt x="76663" y="22870"/>
                    </a:cubicBezTo>
                    <a:cubicBezTo>
                      <a:pt x="77018" y="22263"/>
                      <a:pt x="77353" y="21635"/>
                      <a:pt x="77667" y="21028"/>
                    </a:cubicBezTo>
                    <a:cubicBezTo>
                      <a:pt x="78483" y="21196"/>
                      <a:pt x="79299" y="21321"/>
                      <a:pt x="80115" y="21510"/>
                    </a:cubicBezTo>
                    <a:cubicBezTo>
                      <a:pt x="80031" y="21593"/>
                      <a:pt x="79927" y="21656"/>
                      <a:pt x="79843" y="21740"/>
                    </a:cubicBezTo>
                    <a:cubicBezTo>
                      <a:pt x="79801" y="21803"/>
                      <a:pt x="79739" y="21844"/>
                      <a:pt x="79655" y="21907"/>
                    </a:cubicBezTo>
                    <a:cubicBezTo>
                      <a:pt x="79550" y="22012"/>
                      <a:pt x="79446" y="22075"/>
                      <a:pt x="79383" y="22179"/>
                    </a:cubicBezTo>
                    <a:cubicBezTo>
                      <a:pt x="79299" y="22263"/>
                      <a:pt x="79215" y="22347"/>
                      <a:pt x="79174" y="22430"/>
                    </a:cubicBezTo>
                    <a:cubicBezTo>
                      <a:pt x="79090" y="22493"/>
                      <a:pt x="79006" y="22598"/>
                      <a:pt x="78922" y="22681"/>
                    </a:cubicBezTo>
                    <a:cubicBezTo>
                      <a:pt x="78818" y="22786"/>
                      <a:pt x="78755" y="22891"/>
                      <a:pt x="78650" y="22995"/>
                    </a:cubicBezTo>
                    <a:cubicBezTo>
                      <a:pt x="78588" y="23058"/>
                      <a:pt x="78546" y="23121"/>
                      <a:pt x="78483" y="23183"/>
                    </a:cubicBezTo>
                    <a:cubicBezTo>
                      <a:pt x="78337" y="23372"/>
                      <a:pt x="78169" y="23539"/>
                      <a:pt x="78044" y="23727"/>
                    </a:cubicBezTo>
                    <a:lnTo>
                      <a:pt x="77981" y="23790"/>
                    </a:lnTo>
                    <a:cubicBezTo>
                      <a:pt x="77855" y="23958"/>
                      <a:pt x="77709" y="24146"/>
                      <a:pt x="77562" y="24334"/>
                    </a:cubicBezTo>
                    <a:cubicBezTo>
                      <a:pt x="77542" y="24355"/>
                      <a:pt x="77521" y="24418"/>
                      <a:pt x="77500" y="24439"/>
                    </a:cubicBezTo>
                    <a:cubicBezTo>
                      <a:pt x="77353" y="24627"/>
                      <a:pt x="77228" y="24774"/>
                      <a:pt x="77102" y="24962"/>
                    </a:cubicBezTo>
                    <a:cubicBezTo>
                      <a:pt x="77081" y="24983"/>
                      <a:pt x="77081" y="25004"/>
                      <a:pt x="77039" y="25046"/>
                    </a:cubicBezTo>
                    <a:cubicBezTo>
                      <a:pt x="76140" y="26343"/>
                      <a:pt x="75261" y="27766"/>
                      <a:pt x="74403" y="29084"/>
                    </a:cubicBezTo>
                    <a:cubicBezTo>
                      <a:pt x="74005" y="29712"/>
                      <a:pt x="73587" y="30318"/>
                      <a:pt x="73210" y="30904"/>
                    </a:cubicBezTo>
                    <a:cubicBezTo>
                      <a:pt x="70532" y="34629"/>
                      <a:pt x="67687" y="38228"/>
                      <a:pt x="64841" y="41805"/>
                    </a:cubicBezTo>
                    <a:cubicBezTo>
                      <a:pt x="64841" y="41826"/>
                      <a:pt x="64799" y="41826"/>
                      <a:pt x="64778" y="41847"/>
                    </a:cubicBezTo>
                    <a:cubicBezTo>
                      <a:pt x="64653" y="42015"/>
                      <a:pt x="64548" y="42161"/>
                      <a:pt x="64422" y="42329"/>
                    </a:cubicBezTo>
                    <a:cubicBezTo>
                      <a:pt x="64052" y="42766"/>
                      <a:pt x="64426" y="43500"/>
                      <a:pt x="64913" y="43500"/>
                    </a:cubicBezTo>
                    <a:cubicBezTo>
                      <a:pt x="65031" y="43500"/>
                      <a:pt x="65157" y="43457"/>
                      <a:pt x="65280" y="43354"/>
                    </a:cubicBezTo>
                    <a:cubicBezTo>
                      <a:pt x="66368" y="42433"/>
                      <a:pt x="67582" y="41408"/>
                      <a:pt x="68816" y="40257"/>
                    </a:cubicBezTo>
                    <a:cubicBezTo>
                      <a:pt x="68816" y="40257"/>
                      <a:pt x="68816" y="40236"/>
                      <a:pt x="68837" y="40236"/>
                    </a:cubicBezTo>
                    <a:lnTo>
                      <a:pt x="68921" y="40153"/>
                    </a:lnTo>
                    <a:lnTo>
                      <a:pt x="68942" y="40153"/>
                    </a:lnTo>
                    <a:cubicBezTo>
                      <a:pt x="73838" y="35612"/>
                      <a:pt x="79132" y="29440"/>
                      <a:pt x="80575" y="23393"/>
                    </a:cubicBezTo>
                    <a:cubicBezTo>
                      <a:pt x="80596" y="23309"/>
                      <a:pt x="80638" y="23204"/>
                      <a:pt x="80638" y="23121"/>
                    </a:cubicBezTo>
                    <a:cubicBezTo>
                      <a:pt x="80659" y="23058"/>
                      <a:pt x="80659" y="22995"/>
                      <a:pt x="80680" y="22911"/>
                    </a:cubicBezTo>
                    <a:cubicBezTo>
                      <a:pt x="80764" y="22472"/>
                      <a:pt x="80847" y="22054"/>
                      <a:pt x="80889" y="21614"/>
                    </a:cubicBezTo>
                    <a:cubicBezTo>
                      <a:pt x="81894" y="21823"/>
                      <a:pt x="82877" y="22033"/>
                      <a:pt x="83881" y="22263"/>
                    </a:cubicBezTo>
                    <a:cubicBezTo>
                      <a:pt x="83777" y="22451"/>
                      <a:pt x="83693" y="22660"/>
                      <a:pt x="83588" y="22849"/>
                    </a:cubicBezTo>
                    <a:cubicBezTo>
                      <a:pt x="83526" y="22974"/>
                      <a:pt x="83484" y="23079"/>
                      <a:pt x="83400" y="23204"/>
                    </a:cubicBezTo>
                    <a:cubicBezTo>
                      <a:pt x="83275" y="23497"/>
                      <a:pt x="83107" y="23811"/>
                      <a:pt x="82982" y="24125"/>
                    </a:cubicBezTo>
                    <a:cubicBezTo>
                      <a:pt x="82961" y="24167"/>
                      <a:pt x="82940" y="24230"/>
                      <a:pt x="82940" y="24251"/>
                    </a:cubicBezTo>
                    <a:cubicBezTo>
                      <a:pt x="81831" y="26678"/>
                      <a:pt x="80889" y="29168"/>
                      <a:pt x="79529" y="31490"/>
                    </a:cubicBezTo>
                    <a:cubicBezTo>
                      <a:pt x="77521" y="34922"/>
                      <a:pt x="75010" y="37872"/>
                      <a:pt x="72290" y="40759"/>
                    </a:cubicBezTo>
                    <a:lnTo>
                      <a:pt x="72290" y="40780"/>
                    </a:lnTo>
                    <a:lnTo>
                      <a:pt x="72269" y="40801"/>
                    </a:lnTo>
                    <a:cubicBezTo>
                      <a:pt x="72050" y="41105"/>
                      <a:pt x="72320" y="41558"/>
                      <a:pt x="72630" y="41558"/>
                    </a:cubicBezTo>
                    <a:cubicBezTo>
                      <a:pt x="72705" y="41558"/>
                      <a:pt x="72782" y="41532"/>
                      <a:pt x="72855" y="41471"/>
                    </a:cubicBezTo>
                    <a:cubicBezTo>
                      <a:pt x="74257" y="40383"/>
                      <a:pt x="75637" y="39169"/>
                      <a:pt x="76914" y="37746"/>
                    </a:cubicBezTo>
                    <a:cubicBezTo>
                      <a:pt x="76914" y="37746"/>
                      <a:pt x="76914" y="37725"/>
                      <a:pt x="76935" y="37725"/>
                    </a:cubicBezTo>
                    <a:cubicBezTo>
                      <a:pt x="80785" y="33583"/>
                      <a:pt x="83840" y="28205"/>
                      <a:pt x="84216" y="22807"/>
                    </a:cubicBezTo>
                    <a:lnTo>
                      <a:pt x="84216" y="22744"/>
                    </a:lnTo>
                    <a:cubicBezTo>
                      <a:pt x="84216" y="22598"/>
                      <a:pt x="84237" y="22493"/>
                      <a:pt x="84237" y="22367"/>
                    </a:cubicBezTo>
                    <a:cubicBezTo>
                      <a:pt x="85785" y="22744"/>
                      <a:pt x="87355" y="23163"/>
                      <a:pt x="88903" y="23581"/>
                    </a:cubicBezTo>
                    <a:cubicBezTo>
                      <a:pt x="88254" y="24230"/>
                      <a:pt x="87689" y="24941"/>
                      <a:pt x="87166" y="25673"/>
                    </a:cubicBezTo>
                    <a:lnTo>
                      <a:pt x="87145" y="25694"/>
                    </a:lnTo>
                    <a:cubicBezTo>
                      <a:pt x="87062" y="25820"/>
                      <a:pt x="86957" y="25924"/>
                      <a:pt x="86894" y="26050"/>
                    </a:cubicBezTo>
                    <a:cubicBezTo>
                      <a:pt x="86853" y="26113"/>
                      <a:pt x="86832" y="26155"/>
                      <a:pt x="86790" y="26196"/>
                    </a:cubicBezTo>
                    <a:cubicBezTo>
                      <a:pt x="86727" y="26301"/>
                      <a:pt x="86643" y="26364"/>
                      <a:pt x="86601" y="26468"/>
                    </a:cubicBezTo>
                    <a:cubicBezTo>
                      <a:pt x="86539" y="26552"/>
                      <a:pt x="86518" y="26615"/>
                      <a:pt x="86476" y="26678"/>
                    </a:cubicBezTo>
                    <a:cubicBezTo>
                      <a:pt x="86434" y="26740"/>
                      <a:pt x="86413" y="26761"/>
                      <a:pt x="86392" y="26824"/>
                    </a:cubicBezTo>
                    <a:cubicBezTo>
                      <a:pt x="85555" y="28101"/>
                      <a:pt x="84802" y="29398"/>
                      <a:pt x="83944" y="30716"/>
                    </a:cubicBezTo>
                    <a:cubicBezTo>
                      <a:pt x="83254" y="31804"/>
                      <a:pt x="82521" y="32913"/>
                      <a:pt x="81747" y="33980"/>
                    </a:cubicBezTo>
                    <a:cubicBezTo>
                      <a:pt x="81287" y="34671"/>
                      <a:pt x="80806" y="35340"/>
                      <a:pt x="80345" y="35989"/>
                    </a:cubicBezTo>
                    <a:cubicBezTo>
                      <a:pt x="79529" y="37098"/>
                      <a:pt x="78713" y="38186"/>
                      <a:pt x="77876" y="39295"/>
                    </a:cubicBezTo>
                    <a:cubicBezTo>
                      <a:pt x="77834" y="39378"/>
                      <a:pt x="77772" y="39420"/>
                      <a:pt x="77730" y="39504"/>
                    </a:cubicBezTo>
                    <a:cubicBezTo>
                      <a:pt x="77426" y="39909"/>
                      <a:pt x="77735" y="40546"/>
                      <a:pt x="78163" y="40546"/>
                    </a:cubicBezTo>
                    <a:cubicBezTo>
                      <a:pt x="78265" y="40546"/>
                      <a:pt x="78374" y="40509"/>
                      <a:pt x="78483" y="40425"/>
                    </a:cubicBezTo>
                    <a:cubicBezTo>
                      <a:pt x="79885" y="39399"/>
                      <a:pt x="81308" y="38165"/>
                      <a:pt x="82647" y="36826"/>
                    </a:cubicBezTo>
                    <a:cubicBezTo>
                      <a:pt x="86225" y="33206"/>
                      <a:pt x="89175" y="28603"/>
                      <a:pt x="89154" y="23644"/>
                    </a:cubicBezTo>
                    <a:lnTo>
                      <a:pt x="89154" y="23623"/>
                    </a:lnTo>
                    <a:cubicBezTo>
                      <a:pt x="93632" y="24899"/>
                      <a:pt x="98068" y="26448"/>
                      <a:pt x="102420" y="28310"/>
                    </a:cubicBezTo>
                    <a:cubicBezTo>
                      <a:pt x="102545" y="28101"/>
                      <a:pt x="102629" y="27870"/>
                      <a:pt x="102503" y="27808"/>
                    </a:cubicBezTo>
                    <a:cubicBezTo>
                      <a:pt x="97837" y="25778"/>
                      <a:pt x="93025" y="24041"/>
                      <a:pt x="88171" y="22660"/>
                    </a:cubicBezTo>
                    <a:cubicBezTo>
                      <a:pt x="88254" y="22639"/>
                      <a:pt x="88317" y="22598"/>
                      <a:pt x="88380" y="22535"/>
                    </a:cubicBezTo>
                    <a:cubicBezTo>
                      <a:pt x="88401" y="22493"/>
                      <a:pt x="88401" y="22472"/>
                      <a:pt x="88401" y="22451"/>
                    </a:cubicBezTo>
                    <a:cubicBezTo>
                      <a:pt x="88464" y="22137"/>
                      <a:pt x="88485" y="21823"/>
                      <a:pt x="88526" y="21489"/>
                    </a:cubicBezTo>
                    <a:lnTo>
                      <a:pt x="88526" y="21426"/>
                    </a:lnTo>
                    <a:cubicBezTo>
                      <a:pt x="88568" y="21133"/>
                      <a:pt x="88589" y="20819"/>
                      <a:pt x="88589" y="20547"/>
                    </a:cubicBezTo>
                    <a:lnTo>
                      <a:pt x="88589" y="20359"/>
                    </a:lnTo>
                    <a:lnTo>
                      <a:pt x="88589" y="19626"/>
                    </a:lnTo>
                    <a:lnTo>
                      <a:pt x="88589" y="19187"/>
                    </a:lnTo>
                    <a:cubicBezTo>
                      <a:pt x="88589" y="19041"/>
                      <a:pt x="88589" y="18936"/>
                      <a:pt x="88568" y="18810"/>
                    </a:cubicBezTo>
                    <a:cubicBezTo>
                      <a:pt x="88359" y="14730"/>
                      <a:pt x="86790" y="10755"/>
                      <a:pt x="84174" y="7595"/>
                    </a:cubicBezTo>
                    <a:cubicBezTo>
                      <a:pt x="83881" y="7219"/>
                      <a:pt x="83588" y="6884"/>
                      <a:pt x="83254" y="6570"/>
                    </a:cubicBezTo>
                    <a:lnTo>
                      <a:pt x="83065" y="6382"/>
                    </a:lnTo>
                    <a:cubicBezTo>
                      <a:pt x="83024" y="6340"/>
                      <a:pt x="82940" y="6277"/>
                      <a:pt x="82856" y="6256"/>
                    </a:cubicBezTo>
                    <a:cubicBezTo>
                      <a:pt x="82782" y="6226"/>
                      <a:pt x="82702" y="6211"/>
                      <a:pt x="82621" y="6211"/>
                    </a:cubicBezTo>
                    <a:cubicBezTo>
                      <a:pt x="82315" y="6211"/>
                      <a:pt x="81993" y="6414"/>
                      <a:pt x="81894" y="6696"/>
                    </a:cubicBezTo>
                    <a:cubicBezTo>
                      <a:pt x="81873" y="6696"/>
                      <a:pt x="81894" y="6696"/>
                      <a:pt x="81894" y="6738"/>
                    </a:cubicBezTo>
                    <a:cubicBezTo>
                      <a:pt x="81831" y="6842"/>
                      <a:pt x="81831" y="6989"/>
                      <a:pt x="81873" y="7114"/>
                    </a:cubicBezTo>
                    <a:cubicBezTo>
                      <a:pt x="82124" y="7909"/>
                      <a:pt x="82396" y="8725"/>
                      <a:pt x="82668" y="9499"/>
                    </a:cubicBezTo>
                    <a:lnTo>
                      <a:pt x="82668" y="9520"/>
                    </a:lnTo>
                    <a:cubicBezTo>
                      <a:pt x="84195" y="13914"/>
                      <a:pt x="85911" y="18350"/>
                      <a:pt x="87857" y="22535"/>
                    </a:cubicBezTo>
                    <a:cubicBezTo>
                      <a:pt x="87857" y="22550"/>
                      <a:pt x="87867" y="22564"/>
                      <a:pt x="87881" y="22572"/>
                    </a:cubicBezTo>
                    <a:lnTo>
                      <a:pt x="87881" y="22572"/>
                    </a:lnTo>
                    <a:cubicBezTo>
                      <a:pt x="86673" y="22239"/>
                      <a:pt x="85445" y="21926"/>
                      <a:pt x="84216" y="21614"/>
                    </a:cubicBezTo>
                    <a:cubicBezTo>
                      <a:pt x="84205" y="21580"/>
                      <a:pt x="84180" y="21564"/>
                      <a:pt x="84154" y="21564"/>
                    </a:cubicBezTo>
                    <a:cubicBezTo>
                      <a:pt x="84132" y="21564"/>
                      <a:pt x="84109" y="21574"/>
                      <a:pt x="84091" y="21593"/>
                    </a:cubicBezTo>
                    <a:cubicBezTo>
                      <a:pt x="83693" y="21489"/>
                      <a:pt x="83337" y="21405"/>
                      <a:pt x="82940" y="21300"/>
                    </a:cubicBezTo>
                    <a:cubicBezTo>
                      <a:pt x="82961" y="21279"/>
                      <a:pt x="82982" y="21238"/>
                      <a:pt x="82982" y="21196"/>
                    </a:cubicBezTo>
                    <a:cubicBezTo>
                      <a:pt x="83086" y="20568"/>
                      <a:pt x="83149" y="19961"/>
                      <a:pt x="83170" y="19334"/>
                    </a:cubicBezTo>
                    <a:lnTo>
                      <a:pt x="83170" y="19208"/>
                    </a:lnTo>
                    <a:lnTo>
                      <a:pt x="83170" y="18727"/>
                    </a:lnTo>
                    <a:lnTo>
                      <a:pt x="83170" y="18497"/>
                    </a:lnTo>
                    <a:lnTo>
                      <a:pt x="83170" y="18141"/>
                    </a:lnTo>
                    <a:cubicBezTo>
                      <a:pt x="83170" y="17994"/>
                      <a:pt x="83170" y="17890"/>
                      <a:pt x="83149" y="17764"/>
                    </a:cubicBezTo>
                    <a:cubicBezTo>
                      <a:pt x="83149" y="17681"/>
                      <a:pt x="83149" y="17576"/>
                      <a:pt x="83128" y="17513"/>
                    </a:cubicBezTo>
                    <a:cubicBezTo>
                      <a:pt x="83128" y="17346"/>
                      <a:pt x="83086" y="17157"/>
                      <a:pt x="83065" y="17011"/>
                    </a:cubicBezTo>
                    <a:lnTo>
                      <a:pt x="83065" y="16885"/>
                    </a:lnTo>
                    <a:cubicBezTo>
                      <a:pt x="82438" y="11550"/>
                      <a:pt x="79215" y="6758"/>
                      <a:pt x="74549" y="4059"/>
                    </a:cubicBezTo>
                    <a:cubicBezTo>
                      <a:pt x="74131" y="3829"/>
                      <a:pt x="73713" y="3620"/>
                      <a:pt x="73252" y="3411"/>
                    </a:cubicBezTo>
                    <a:cubicBezTo>
                      <a:pt x="73148" y="3348"/>
                      <a:pt x="73085" y="3306"/>
                      <a:pt x="72980" y="3285"/>
                    </a:cubicBezTo>
                    <a:cubicBezTo>
                      <a:pt x="72311" y="2992"/>
                      <a:pt x="71641" y="2720"/>
                      <a:pt x="70930" y="2511"/>
                    </a:cubicBezTo>
                    <a:cubicBezTo>
                      <a:pt x="70873" y="2496"/>
                      <a:pt x="70818" y="2489"/>
                      <a:pt x="70763" y="2489"/>
                    </a:cubicBezTo>
                    <a:cubicBezTo>
                      <a:pt x="70292" y="2489"/>
                      <a:pt x="69915" y="3021"/>
                      <a:pt x="70009" y="3453"/>
                    </a:cubicBezTo>
                    <a:cubicBezTo>
                      <a:pt x="68482" y="2239"/>
                      <a:pt x="66829" y="1130"/>
                      <a:pt x="65134" y="105"/>
                    </a:cubicBezTo>
                    <a:cubicBezTo>
                      <a:pt x="65008" y="32"/>
                      <a:pt x="64882" y="0"/>
                      <a:pt x="647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19388400" y="28623625"/>
                <a:ext cx="714775" cy="158125"/>
              </a:xfrm>
              <a:custGeom>
                <a:avLst/>
                <a:gdLst/>
                <a:ahLst/>
                <a:cxnLst/>
                <a:rect l="l" t="t" r="r" b="b"/>
                <a:pathLst>
                  <a:path w="28591" h="6325" extrusionOk="0">
                    <a:moveTo>
                      <a:pt x="9416" y="0"/>
                    </a:moveTo>
                    <a:cubicBezTo>
                      <a:pt x="6592" y="0"/>
                      <a:pt x="3725" y="272"/>
                      <a:pt x="942" y="711"/>
                    </a:cubicBezTo>
                    <a:cubicBezTo>
                      <a:pt x="1" y="837"/>
                      <a:pt x="1" y="2176"/>
                      <a:pt x="1026" y="2218"/>
                    </a:cubicBezTo>
                    <a:cubicBezTo>
                      <a:pt x="1193" y="2218"/>
                      <a:pt x="1361" y="2260"/>
                      <a:pt x="1549" y="2281"/>
                    </a:cubicBezTo>
                    <a:lnTo>
                      <a:pt x="1675" y="2281"/>
                    </a:lnTo>
                    <a:cubicBezTo>
                      <a:pt x="5336" y="2490"/>
                      <a:pt x="8998" y="3055"/>
                      <a:pt x="12618" y="3683"/>
                    </a:cubicBezTo>
                    <a:lnTo>
                      <a:pt x="12513" y="3683"/>
                    </a:lnTo>
                    <a:cubicBezTo>
                      <a:pt x="16070" y="4310"/>
                      <a:pt x="19606" y="5022"/>
                      <a:pt x="23163" y="5587"/>
                    </a:cubicBezTo>
                    <a:lnTo>
                      <a:pt x="23644" y="5670"/>
                    </a:lnTo>
                    <a:cubicBezTo>
                      <a:pt x="24000" y="5733"/>
                      <a:pt x="24335" y="5775"/>
                      <a:pt x="24711" y="5838"/>
                    </a:cubicBezTo>
                    <a:cubicBezTo>
                      <a:pt x="25130" y="5880"/>
                      <a:pt x="25548" y="5963"/>
                      <a:pt x="25967" y="6026"/>
                    </a:cubicBezTo>
                    <a:cubicBezTo>
                      <a:pt x="26113" y="6047"/>
                      <a:pt x="26302" y="6068"/>
                      <a:pt x="26469" y="6089"/>
                    </a:cubicBezTo>
                    <a:lnTo>
                      <a:pt x="28352" y="6319"/>
                    </a:lnTo>
                    <a:cubicBezTo>
                      <a:pt x="28364" y="6323"/>
                      <a:pt x="28377" y="6325"/>
                      <a:pt x="28389" y="6325"/>
                    </a:cubicBezTo>
                    <a:cubicBezTo>
                      <a:pt x="28500" y="6325"/>
                      <a:pt x="28591" y="6162"/>
                      <a:pt x="28478" y="6068"/>
                    </a:cubicBezTo>
                    <a:cubicBezTo>
                      <a:pt x="23142" y="1716"/>
                      <a:pt x="16760" y="105"/>
                      <a:pt x="10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69" name="Google Shape;69;p3"/>
            <p:cNvGrpSpPr/>
            <p:nvPr/>
          </p:nvGrpSpPr>
          <p:grpSpPr>
            <a:xfrm rot="900096" flipH="1">
              <a:off x="-851016" y="567367"/>
              <a:ext cx="2024065" cy="1024172"/>
              <a:chOff x="19279125" y="28273675"/>
              <a:chExt cx="2565725" cy="1298250"/>
            </a:xfrm>
          </p:grpSpPr>
          <p:sp>
            <p:nvSpPr>
              <p:cNvPr id="70" name="Google Shape;70;p3"/>
              <p:cNvSpPr/>
              <p:nvPr/>
            </p:nvSpPr>
            <p:spPr>
              <a:xfrm>
                <a:off x="19715375" y="28798125"/>
                <a:ext cx="506850" cy="665075"/>
              </a:xfrm>
              <a:custGeom>
                <a:avLst/>
                <a:gdLst/>
                <a:ahLst/>
                <a:cxnLst/>
                <a:rect l="l" t="t" r="r" b="b"/>
                <a:pathLst>
                  <a:path w="20274" h="26603" extrusionOk="0">
                    <a:moveTo>
                      <a:pt x="20102" y="0"/>
                    </a:moveTo>
                    <a:cubicBezTo>
                      <a:pt x="20089" y="0"/>
                      <a:pt x="20076" y="3"/>
                      <a:pt x="20065" y="8"/>
                    </a:cubicBezTo>
                    <a:cubicBezTo>
                      <a:pt x="20002" y="8"/>
                      <a:pt x="19981" y="29"/>
                      <a:pt x="19918" y="50"/>
                    </a:cubicBezTo>
                    <a:cubicBezTo>
                      <a:pt x="18014" y="1975"/>
                      <a:pt x="16194" y="4026"/>
                      <a:pt x="14415" y="6181"/>
                    </a:cubicBezTo>
                    <a:cubicBezTo>
                      <a:pt x="14060" y="6537"/>
                      <a:pt x="13746" y="6934"/>
                      <a:pt x="13474" y="7332"/>
                    </a:cubicBezTo>
                    <a:cubicBezTo>
                      <a:pt x="13264" y="7583"/>
                      <a:pt x="13055" y="7876"/>
                      <a:pt x="12846" y="8148"/>
                    </a:cubicBezTo>
                    <a:lnTo>
                      <a:pt x="12804" y="8169"/>
                    </a:lnTo>
                    <a:cubicBezTo>
                      <a:pt x="9561" y="12270"/>
                      <a:pt x="6506" y="16643"/>
                      <a:pt x="3577" y="20911"/>
                    </a:cubicBezTo>
                    <a:cubicBezTo>
                      <a:pt x="3577" y="20911"/>
                      <a:pt x="3577" y="20932"/>
                      <a:pt x="3556" y="20932"/>
                    </a:cubicBezTo>
                    <a:cubicBezTo>
                      <a:pt x="3556" y="20953"/>
                      <a:pt x="3535" y="20953"/>
                      <a:pt x="3535" y="20974"/>
                    </a:cubicBezTo>
                    <a:cubicBezTo>
                      <a:pt x="2447" y="22522"/>
                      <a:pt x="1401" y="24050"/>
                      <a:pt x="355" y="25535"/>
                    </a:cubicBezTo>
                    <a:cubicBezTo>
                      <a:pt x="0" y="26042"/>
                      <a:pt x="531" y="26603"/>
                      <a:pt x="1046" y="26603"/>
                    </a:cubicBezTo>
                    <a:cubicBezTo>
                      <a:pt x="1169" y="26603"/>
                      <a:pt x="1292" y="26571"/>
                      <a:pt x="1401" y="26498"/>
                    </a:cubicBezTo>
                    <a:cubicBezTo>
                      <a:pt x="1987" y="26142"/>
                      <a:pt x="2593" y="25745"/>
                      <a:pt x="3137" y="25347"/>
                    </a:cubicBezTo>
                    <a:cubicBezTo>
                      <a:pt x="3158" y="25347"/>
                      <a:pt x="3158" y="25326"/>
                      <a:pt x="3158" y="25326"/>
                    </a:cubicBezTo>
                    <a:cubicBezTo>
                      <a:pt x="11423" y="19593"/>
                      <a:pt x="18746" y="10177"/>
                      <a:pt x="20274" y="239"/>
                    </a:cubicBezTo>
                    <a:cubicBezTo>
                      <a:pt x="20274" y="155"/>
                      <a:pt x="20232" y="113"/>
                      <a:pt x="20211" y="50"/>
                    </a:cubicBezTo>
                    <a:cubicBezTo>
                      <a:pt x="20180" y="20"/>
                      <a:pt x="20139" y="0"/>
                      <a:pt x="201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" name="Google Shape;71;p3"/>
              <p:cNvSpPr/>
              <p:nvPr/>
            </p:nvSpPr>
            <p:spPr>
              <a:xfrm>
                <a:off x="20308800" y="28749150"/>
                <a:ext cx="511325" cy="822775"/>
              </a:xfrm>
              <a:custGeom>
                <a:avLst/>
                <a:gdLst/>
                <a:ahLst/>
                <a:cxnLst/>
                <a:rect l="l" t="t" r="r" b="b"/>
                <a:pathLst>
                  <a:path w="20453" h="32911" extrusionOk="0">
                    <a:moveTo>
                      <a:pt x="20227" y="1"/>
                    </a:moveTo>
                    <a:cubicBezTo>
                      <a:pt x="20190" y="1"/>
                      <a:pt x="20153" y="8"/>
                      <a:pt x="20118" y="22"/>
                    </a:cubicBezTo>
                    <a:cubicBezTo>
                      <a:pt x="20097" y="22"/>
                      <a:pt x="20097" y="63"/>
                      <a:pt x="20076" y="84"/>
                    </a:cubicBezTo>
                    <a:cubicBezTo>
                      <a:pt x="19804" y="335"/>
                      <a:pt x="19574" y="607"/>
                      <a:pt x="19302" y="900"/>
                    </a:cubicBezTo>
                    <a:cubicBezTo>
                      <a:pt x="19302" y="900"/>
                      <a:pt x="19302" y="921"/>
                      <a:pt x="19281" y="921"/>
                    </a:cubicBezTo>
                    <a:cubicBezTo>
                      <a:pt x="19051" y="1172"/>
                      <a:pt x="18841" y="1444"/>
                      <a:pt x="18632" y="1695"/>
                    </a:cubicBezTo>
                    <a:cubicBezTo>
                      <a:pt x="18569" y="1758"/>
                      <a:pt x="18528" y="1842"/>
                      <a:pt x="18465" y="1884"/>
                    </a:cubicBezTo>
                    <a:cubicBezTo>
                      <a:pt x="18318" y="2093"/>
                      <a:pt x="18130" y="2302"/>
                      <a:pt x="17984" y="2512"/>
                    </a:cubicBezTo>
                    <a:cubicBezTo>
                      <a:pt x="17921" y="2595"/>
                      <a:pt x="17837" y="2679"/>
                      <a:pt x="17795" y="2784"/>
                    </a:cubicBezTo>
                    <a:cubicBezTo>
                      <a:pt x="17628" y="2993"/>
                      <a:pt x="17502" y="3160"/>
                      <a:pt x="17356" y="3369"/>
                    </a:cubicBezTo>
                    <a:cubicBezTo>
                      <a:pt x="17293" y="3453"/>
                      <a:pt x="17209" y="3558"/>
                      <a:pt x="17168" y="3641"/>
                    </a:cubicBezTo>
                    <a:cubicBezTo>
                      <a:pt x="17000" y="3851"/>
                      <a:pt x="16875" y="4060"/>
                      <a:pt x="16749" y="4269"/>
                    </a:cubicBezTo>
                    <a:cubicBezTo>
                      <a:pt x="16686" y="4353"/>
                      <a:pt x="16644" y="4436"/>
                      <a:pt x="16561" y="4520"/>
                    </a:cubicBezTo>
                    <a:lnTo>
                      <a:pt x="16100" y="5232"/>
                    </a:lnTo>
                    <a:cubicBezTo>
                      <a:pt x="16059" y="5273"/>
                      <a:pt x="16017" y="5336"/>
                      <a:pt x="15996" y="5420"/>
                    </a:cubicBezTo>
                    <a:cubicBezTo>
                      <a:pt x="15598" y="6006"/>
                      <a:pt x="15222" y="6633"/>
                      <a:pt x="14866" y="7282"/>
                    </a:cubicBezTo>
                    <a:cubicBezTo>
                      <a:pt x="14803" y="7345"/>
                      <a:pt x="14782" y="7429"/>
                      <a:pt x="14740" y="7512"/>
                    </a:cubicBezTo>
                    <a:cubicBezTo>
                      <a:pt x="14594" y="7742"/>
                      <a:pt x="14468" y="7973"/>
                      <a:pt x="14322" y="8203"/>
                    </a:cubicBezTo>
                    <a:cubicBezTo>
                      <a:pt x="14259" y="8286"/>
                      <a:pt x="14217" y="8391"/>
                      <a:pt x="14155" y="8475"/>
                    </a:cubicBezTo>
                    <a:lnTo>
                      <a:pt x="13757" y="9186"/>
                    </a:lnTo>
                    <a:cubicBezTo>
                      <a:pt x="13715" y="9249"/>
                      <a:pt x="13652" y="9333"/>
                      <a:pt x="13631" y="9416"/>
                    </a:cubicBezTo>
                    <a:cubicBezTo>
                      <a:pt x="13485" y="9709"/>
                      <a:pt x="13318" y="9960"/>
                      <a:pt x="13171" y="10253"/>
                    </a:cubicBezTo>
                    <a:cubicBezTo>
                      <a:pt x="12962" y="10609"/>
                      <a:pt x="12753" y="10986"/>
                      <a:pt x="12564" y="11341"/>
                    </a:cubicBezTo>
                    <a:cubicBezTo>
                      <a:pt x="12502" y="11488"/>
                      <a:pt x="12439" y="11592"/>
                      <a:pt x="12376" y="11718"/>
                    </a:cubicBezTo>
                    <a:lnTo>
                      <a:pt x="12062" y="12262"/>
                    </a:lnTo>
                    <a:cubicBezTo>
                      <a:pt x="11539" y="13224"/>
                      <a:pt x="10995" y="14166"/>
                      <a:pt x="10409" y="15108"/>
                    </a:cubicBezTo>
                    <a:cubicBezTo>
                      <a:pt x="8568" y="18183"/>
                      <a:pt x="6622" y="21217"/>
                      <a:pt x="4718" y="24251"/>
                    </a:cubicBezTo>
                    <a:lnTo>
                      <a:pt x="4718" y="24272"/>
                    </a:lnTo>
                    <a:lnTo>
                      <a:pt x="4718" y="24293"/>
                    </a:lnTo>
                    <a:lnTo>
                      <a:pt x="4718" y="24314"/>
                    </a:lnTo>
                    <a:lnTo>
                      <a:pt x="4718" y="24356"/>
                    </a:lnTo>
                    <a:lnTo>
                      <a:pt x="4718" y="24377"/>
                    </a:lnTo>
                    <a:cubicBezTo>
                      <a:pt x="3693" y="26030"/>
                      <a:pt x="2668" y="27641"/>
                      <a:pt x="1684" y="29315"/>
                    </a:cubicBezTo>
                    <a:lnTo>
                      <a:pt x="1684" y="29336"/>
                    </a:lnTo>
                    <a:lnTo>
                      <a:pt x="1684" y="29377"/>
                    </a:lnTo>
                    <a:lnTo>
                      <a:pt x="1684" y="29398"/>
                    </a:lnTo>
                    <a:lnTo>
                      <a:pt x="1684" y="29419"/>
                    </a:lnTo>
                    <a:lnTo>
                      <a:pt x="1684" y="29461"/>
                    </a:lnTo>
                    <a:cubicBezTo>
                      <a:pt x="1621" y="29503"/>
                      <a:pt x="1600" y="29587"/>
                      <a:pt x="1559" y="29670"/>
                    </a:cubicBezTo>
                    <a:lnTo>
                      <a:pt x="1559" y="29691"/>
                    </a:lnTo>
                    <a:cubicBezTo>
                      <a:pt x="1140" y="30361"/>
                      <a:pt x="743" y="31072"/>
                      <a:pt x="345" y="31763"/>
                    </a:cubicBezTo>
                    <a:cubicBezTo>
                      <a:pt x="1" y="32365"/>
                      <a:pt x="520" y="32911"/>
                      <a:pt x="1088" y="32911"/>
                    </a:cubicBezTo>
                    <a:cubicBezTo>
                      <a:pt x="1210" y="32911"/>
                      <a:pt x="1335" y="32886"/>
                      <a:pt x="1454" y="32830"/>
                    </a:cubicBezTo>
                    <a:cubicBezTo>
                      <a:pt x="1517" y="32809"/>
                      <a:pt x="1600" y="32746"/>
                      <a:pt x="1684" y="32662"/>
                    </a:cubicBezTo>
                    <a:cubicBezTo>
                      <a:pt x="6476" y="28038"/>
                      <a:pt x="10388" y="22556"/>
                      <a:pt x="13757" y="16844"/>
                    </a:cubicBezTo>
                    <a:cubicBezTo>
                      <a:pt x="16247" y="12408"/>
                      <a:pt x="19051" y="7721"/>
                      <a:pt x="20097" y="2700"/>
                    </a:cubicBezTo>
                    <a:cubicBezTo>
                      <a:pt x="20097" y="2658"/>
                      <a:pt x="20118" y="2616"/>
                      <a:pt x="20118" y="2595"/>
                    </a:cubicBezTo>
                    <a:cubicBezTo>
                      <a:pt x="20160" y="2365"/>
                      <a:pt x="20222" y="2093"/>
                      <a:pt x="20243" y="1863"/>
                    </a:cubicBezTo>
                    <a:cubicBezTo>
                      <a:pt x="20243" y="1800"/>
                      <a:pt x="20264" y="1779"/>
                      <a:pt x="20264" y="1737"/>
                    </a:cubicBezTo>
                    <a:lnTo>
                      <a:pt x="20348" y="1172"/>
                    </a:lnTo>
                    <a:cubicBezTo>
                      <a:pt x="20390" y="1068"/>
                      <a:pt x="20390" y="1005"/>
                      <a:pt x="20390" y="879"/>
                    </a:cubicBezTo>
                    <a:cubicBezTo>
                      <a:pt x="20411" y="733"/>
                      <a:pt x="20411" y="607"/>
                      <a:pt x="20432" y="440"/>
                    </a:cubicBezTo>
                    <a:cubicBezTo>
                      <a:pt x="20432" y="356"/>
                      <a:pt x="20453" y="294"/>
                      <a:pt x="20453" y="210"/>
                    </a:cubicBezTo>
                    <a:lnTo>
                      <a:pt x="20453" y="126"/>
                    </a:lnTo>
                    <a:cubicBezTo>
                      <a:pt x="20453" y="105"/>
                      <a:pt x="20432" y="105"/>
                      <a:pt x="20432" y="84"/>
                    </a:cubicBezTo>
                    <a:cubicBezTo>
                      <a:pt x="20376" y="29"/>
                      <a:pt x="20301" y="1"/>
                      <a:pt x="20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20182700" y="28375125"/>
                <a:ext cx="603425" cy="350075"/>
              </a:xfrm>
              <a:custGeom>
                <a:avLst/>
                <a:gdLst/>
                <a:ahLst/>
                <a:cxnLst/>
                <a:rect l="l" t="t" r="r" b="b"/>
                <a:pathLst>
                  <a:path w="24137" h="14003" extrusionOk="0">
                    <a:moveTo>
                      <a:pt x="808" y="1"/>
                    </a:moveTo>
                    <a:cubicBezTo>
                      <a:pt x="364" y="1"/>
                      <a:pt x="1" y="496"/>
                      <a:pt x="137" y="922"/>
                    </a:cubicBezTo>
                    <a:cubicBezTo>
                      <a:pt x="179" y="1027"/>
                      <a:pt x="263" y="1131"/>
                      <a:pt x="367" y="1215"/>
                    </a:cubicBezTo>
                    <a:cubicBezTo>
                      <a:pt x="6623" y="6404"/>
                      <a:pt x="13131" y="11070"/>
                      <a:pt x="20935" y="13288"/>
                    </a:cubicBezTo>
                    <a:cubicBezTo>
                      <a:pt x="20977" y="13309"/>
                      <a:pt x="21040" y="13309"/>
                      <a:pt x="21103" y="13351"/>
                    </a:cubicBezTo>
                    <a:cubicBezTo>
                      <a:pt x="21500" y="13434"/>
                      <a:pt x="21919" y="13560"/>
                      <a:pt x="22316" y="13643"/>
                    </a:cubicBezTo>
                    <a:cubicBezTo>
                      <a:pt x="22421" y="13685"/>
                      <a:pt x="22484" y="13706"/>
                      <a:pt x="22588" y="13727"/>
                    </a:cubicBezTo>
                    <a:cubicBezTo>
                      <a:pt x="22965" y="13811"/>
                      <a:pt x="23362" y="13895"/>
                      <a:pt x="23718" y="13957"/>
                    </a:cubicBezTo>
                    <a:cubicBezTo>
                      <a:pt x="23781" y="13957"/>
                      <a:pt x="23802" y="13999"/>
                      <a:pt x="23823" y="13999"/>
                    </a:cubicBezTo>
                    <a:cubicBezTo>
                      <a:pt x="23838" y="14001"/>
                      <a:pt x="23852" y="14002"/>
                      <a:pt x="23867" y="14002"/>
                    </a:cubicBezTo>
                    <a:cubicBezTo>
                      <a:pt x="23990" y="14002"/>
                      <a:pt x="24078" y="13923"/>
                      <a:pt x="24116" y="13811"/>
                    </a:cubicBezTo>
                    <a:cubicBezTo>
                      <a:pt x="24137" y="13769"/>
                      <a:pt x="24137" y="13727"/>
                      <a:pt x="24116" y="13685"/>
                    </a:cubicBezTo>
                    <a:cubicBezTo>
                      <a:pt x="24116" y="13643"/>
                      <a:pt x="24095" y="13602"/>
                      <a:pt x="24032" y="13581"/>
                    </a:cubicBezTo>
                    <a:cubicBezTo>
                      <a:pt x="23676" y="13309"/>
                      <a:pt x="23341" y="13037"/>
                      <a:pt x="22965" y="12765"/>
                    </a:cubicBezTo>
                    <a:cubicBezTo>
                      <a:pt x="22923" y="12744"/>
                      <a:pt x="22860" y="12681"/>
                      <a:pt x="22818" y="12660"/>
                    </a:cubicBezTo>
                    <a:cubicBezTo>
                      <a:pt x="22525" y="12451"/>
                      <a:pt x="22212" y="12221"/>
                      <a:pt x="21919" y="12011"/>
                    </a:cubicBezTo>
                    <a:lnTo>
                      <a:pt x="21688" y="11844"/>
                    </a:lnTo>
                    <a:cubicBezTo>
                      <a:pt x="21333" y="11614"/>
                      <a:pt x="21019" y="11384"/>
                      <a:pt x="20684" y="11175"/>
                    </a:cubicBezTo>
                    <a:lnTo>
                      <a:pt x="20663" y="11133"/>
                    </a:lnTo>
                    <a:cubicBezTo>
                      <a:pt x="16876" y="8580"/>
                      <a:pt x="12859" y="6404"/>
                      <a:pt x="8841" y="4228"/>
                    </a:cubicBezTo>
                    <a:cubicBezTo>
                      <a:pt x="8841" y="4228"/>
                      <a:pt x="8820" y="4228"/>
                      <a:pt x="8820" y="4207"/>
                    </a:cubicBezTo>
                    <a:lnTo>
                      <a:pt x="8800" y="4207"/>
                    </a:lnTo>
                    <a:cubicBezTo>
                      <a:pt x="6226" y="2847"/>
                      <a:pt x="3673" y="1508"/>
                      <a:pt x="1121" y="85"/>
                    </a:cubicBezTo>
                    <a:cubicBezTo>
                      <a:pt x="1016" y="27"/>
                      <a:pt x="910" y="1"/>
                      <a:pt x="8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19914100" y="28430850"/>
                <a:ext cx="673250" cy="292175"/>
              </a:xfrm>
              <a:custGeom>
                <a:avLst/>
                <a:gdLst/>
                <a:ahLst/>
                <a:cxnLst/>
                <a:rect l="l" t="t" r="r" b="b"/>
                <a:pathLst>
                  <a:path w="26930" h="11687" extrusionOk="0">
                    <a:moveTo>
                      <a:pt x="1364" y="1"/>
                    </a:moveTo>
                    <a:cubicBezTo>
                      <a:pt x="1157" y="1"/>
                      <a:pt x="953" y="11"/>
                      <a:pt x="754" y="32"/>
                    </a:cubicBezTo>
                    <a:cubicBezTo>
                      <a:pt x="210" y="53"/>
                      <a:pt x="1" y="492"/>
                      <a:pt x="106" y="911"/>
                    </a:cubicBezTo>
                    <a:cubicBezTo>
                      <a:pt x="210" y="1141"/>
                      <a:pt x="357" y="1392"/>
                      <a:pt x="650" y="1476"/>
                    </a:cubicBezTo>
                    <a:cubicBezTo>
                      <a:pt x="3683" y="2522"/>
                      <a:pt x="6696" y="3610"/>
                      <a:pt x="9647" y="4782"/>
                    </a:cubicBezTo>
                    <a:lnTo>
                      <a:pt x="9626" y="4782"/>
                    </a:lnTo>
                    <a:cubicBezTo>
                      <a:pt x="11802" y="5640"/>
                      <a:pt x="13936" y="6581"/>
                      <a:pt x="16091" y="7606"/>
                    </a:cubicBezTo>
                    <a:cubicBezTo>
                      <a:pt x="16970" y="8025"/>
                      <a:pt x="17807" y="8464"/>
                      <a:pt x="18644" y="8925"/>
                    </a:cubicBezTo>
                    <a:cubicBezTo>
                      <a:pt x="21238" y="10222"/>
                      <a:pt x="23770" y="11394"/>
                      <a:pt x="26783" y="11686"/>
                    </a:cubicBezTo>
                    <a:cubicBezTo>
                      <a:pt x="26825" y="11686"/>
                      <a:pt x="26867" y="11686"/>
                      <a:pt x="26888" y="11666"/>
                    </a:cubicBezTo>
                    <a:cubicBezTo>
                      <a:pt x="26909" y="11645"/>
                      <a:pt x="26930" y="11582"/>
                      <a:pt x="26930" y="11498"/>
                    </a:cubicBezTo>
                    <a:cubicBezTo>
                      <a:pt x="26930" y="11414"/>
                      <a:pt x="26888" y="11373"/>
                      <a:pt x="26804" y="11352"/>
                    </a:cubicBezTo>
                    <a:lnTo>
                      <a:pt x="26783" y="11352"/>
                    </a:lnTo>
                    <a:cubicBezTo>
                      <a:pt x="26553" y="11268"/>
                      <a:pt x="26344" y="11184"/>
                      <a:pt x="26093" y="11080"/>
                    </a:cubicBezTo>
                    <a:cubicBezTo>
                      <a:pt x="26051" y="11059"/>
                      <a:pt x="25988" y="11038"/>
                      <a:pt x="25946" y="11038"/>
                    </a:cubicBezTo>
                    <a:cubicBezTo>
                      <a:pt x="25737" y="10954"/>
                      <a:pt x="25528" y="10850"/>
                      <a:pt x="25318" y="10745"/>
                    </a:cubicBezTo>
                    <a:cubicBezTo>
                      <a:pt x="25256" y="10724"/>
                      <a:pt x="25214" y="10682"/>
                      <a:pt x="25130" y="10661"/>
                    </a:cubicBezTo>
                    <a:cubicBezTo>
                      <a:pt x="24921" y="10557"/>
                      <a:pt x="24733" y="10452"/>
                      <a:pt x="24523" y="10347"/>
                    </a:cubicBezTo>
                    <a:lnTo>
                      <a:pt x="24377" y="10264"/>
                    </a:lnTo>
                    <a:cubicBezTo>
                      <a:pt x="24189" y="10159"/>
                      <a:pt x="24042" y="10054"/>
                      <a:pt x="23854" y="9950"/>
                    </a:cubicBezTo>
                    <a:cubicBezTo>
                      <a:pt x="23791" y="9929"/>
                      <a:pt x="23749" y="9908"/>
                      <a:pt x="23686" y="9845"/>
                    </a:cubicBezTo>
                    <a:cubicBezTo>
                      <a:pt x="23519" y="9762"/>
                      <a:pt x="23331" y="9615"/>
                      <a:pt x="23142" y="9510"/>
                    </a:cubicBezTo>
                    <a:cubicBezTo>
                      <a:pt x="23059" y="9469"/>
                      <a:pt x="23017" y="9427"/>
                      <a:pt x="22933" y="9385"/>
                    </a:cubicBezTo>
                    <a:cubicBezTo>
                      <a:pt x="22745" y="9280"/>
                      <a:pt x="22598" y="9155"/>
                      <a:pt x="22410" y="9029"/>
                    </a:cubicBezTo>
                    <a:cubicBezTo>
                      <a:pt x="22326" y="8966"/>
                      <a:pt x="22264" y="8925"/>
                      <a:pt x="22180" y="8841"/>
                    </a:cubicBezTo>
                    <a:cubicBezTo>
                      <a:pt x="22054" y="8757"/>
                      <a:pt x="21950" y="8673"/>
                      <a:pt x="21845" y="8569"/>
                    </a:cubicBezTo>
                    <a:cubicBezTo>
                      <a:pt x="21678" y="8443"/>
                      <a:pt x="21531" y="8339"/>
                      <a:pt x="21364" y="8213"/>
                    </a:cubicBezTo>
                    <a:cubicBezTo>
                      <a:pt x="21343" y="8192"/>
                      <a:pt x="21280" y="8150"/>
                      <a:pt x="21259" y="8129"/>
                    </a:cubicBezTo>
                    <a:cubicBezTo>
                      <a:pt x="18769" y="6246"/>
                      <a:pt x="16363" y="4112"/>
                      <a:pt x="13559" y="2773"/>
                    </a:cubicBezTo>
                    <a:cubicBezTo>
                      <a:pt x="10023" y="1078"/>
                      <a:pt x="6006" y="137"/>
                      <a:pt x="2051" y="32"/>
                    </a:cubicBezTo>
                    <a:lnTo>
                      <a:pt x="1989" y="32"/>
                    </a:lnTo>
                    <a:cubicBezTo>
                      <a:pt x="1779" y="11"/>
                      <a:pt x="1570" y="1"/>
                      <a:pt x="13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19600250" y="28499650"/>
                <a:ext cx="774200" cy="245875"/>
              </a:xfrm>
              <a:custGeom>
                <a:avLst/>
                <a:gdLst/>
                <a:ahLst/>
                <a:cxnLst/>
                <a:rect l="l" t="t" r="r" b="b"/>
                <a:pathLst>
                  <a:path w="30968" h="9835" extrusionOk="0">
                    <a:moveTo>
                      <a:pt x="6613" y="0"/>
                    </a:moveTo>
                    <a:cubicBezTo>
                      <a:pt x="4520" y="0"/>
                      <a:pt x="2532" y="63"/>
                      <a:pt x="733" y="251"/>
                    </a:cubicBezTo>
                    <a:cubicBezTo>
                      <a:pt x="252" y="272"/>
                      <a:pt x="1" y="753"/>
                      <a:pt x="105" y="1151"/>
                    </a:cubicBezTo>
                    <a:cubicBezTo>
                      <a:pt x="105" y="1318"/>
                      <a:pt x="252" y="1507"/>
                      <a:pt x="545" y="1590"/>
                    </a:cubicBezTo>
                    <a:cubicBezTo>
                      <a:pt x="5859" y="2678"/>
                      <a:pt x="11007" y="4080"/>
                      <a:pt x="16154" y="5712"/>
                    </a:cubicBezTo>
                    <a:cubicBezTo>
                      <a:pt x="16509" y="5817"/>
                      <a:pt x="16844" y="5963"/>
                      <a:pt x="17179" y="6068"/>
                    </a:cubicBezTo>
                    <a:lnTo>
                      <a:pt x="17158" y="6068"/>
                    </a:lnTo>
                    <a:cubicBezTo>
                      <a:pt x="18518" y="6528"/>
                      <a:pt x="19878" y="7051"/>
                      <a:pt x="21259" y="7574"/>
                    </a:cubicBezTo>
                    <a:cubicBezTo>
                      <a:pt x="21343" y="7595"/>
                      <a:pt x="21385" y="7637"/>
                      <a:pt x="21468" y="7658"/>
                    </a:cubicBezTo>
                    <a:cubicBezTo>
                      <a:pt x="21489" y="7658"/>
                      <a:pt x="21531" y="7679"/>
                      <a:pt x="21573" y="7679"/>
                    </a:cubicBezTo>
                    <a:cubicBezTo>
                      <a:pt x="24000" y="8579"/>
                      <a:pt x="26490" y="9416"/>
                      <a:pt x="29022" y="9730"/>
                    </a:cubicBezTo>
                    <a:lnTo>
                      <a:pt x="29064" y="9730"/>
                    </a:lnTo>
                    <a:cubicBezTo>
                      <a:pt x="29182" y="9747"/>
                      <a:pt x="29355" y="9777"/>
                      <a:pt x="29528" y="9777"/>
                    </a:cubicBezTo>
                    <a:cubicBezTo>
                      <a:pt x="29569" y="9777"/>
                      <a:pt x="29610" y="9775"/>
                      <a:pt x="29649" y="9771"/>
                    </a:cubicBezTo>
                    <a:cubicBezTo>
                      <a:pt x="29838" y="9792"/>
                      <a:pt x="30026" y="9792"/>
                      <a:pt x="30173" y="9834"/>
                    </a:cubicBezTo>
                    <a:lnTo>
                      <a:pt x="30319" y="9834"/>
                    </a:lnTo>
                    <a:cubicBezTo>
                      <a:pt x="30361" y="9834"/>
                      <a:pt x="30424" y="9834"/>
                      <a:pt x="30466" y="9792"/>
                    </a:cubicBezTo>
                    <a:cubicBezTo>
                      <a:pt x="30758" y="9730"/>
                      <a:pt x="30968" y="9374"/>
                      <a:pt x="30905" y="9060"/>
                    </a:cubicBezTo>
                    <a:cubicBezTo>
                      <a:pt x="30884" y="8997"/>
                      <a:pt x="30884" y="8914"/>
                      <a:pt x="30821" y="8851"/>
                    </a:cubicBezTo>
                    <a:cubicBezTo>
                      <a:pt x="30779" y="8788"/>
                      <a:pt x="30717" y="8725"/>
                      <a:pt x="30675" y="8642"/>
                    </a:cubicBezTo>
                    <a:cubicBezTo>
                      <a:pt x="30445" y="8328"/>
                      <a:pt x="30173" y="8056"/>
                      <a:pt x="29942" y="7763"/>
                    </a:cubicBezTo>
                    <a:cubicBezTo>
                      <a:pt x="29733" y="7428"/>
                      <a:pt x="29440" y="7135"/>
                      <a:pt x="29105" y="6905"/>
                    </a:cubicBezTo>
                    <a:cubicBezTo>
                      <a:pt x="23686" y="1716"/>
                      <a:pt x="14501" y="42"/>
                      <a:pt x="66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20149825" y="28752300"/>
                <a:ext cx="462625" cy="768775"/>
              </a:xfrm>
              <a:custGeom>
                <a:avLst/>
                <a:gdLst/>
                <a:ahLst/>
                <a:cxnLst/>
                <a:rect l="l" t="t" r="r" b="b"/>
                <a:pathLst>
                  <a:path w="18505" h="30751" extrusionOk="0">
                    <a:moveTo>
                      <a:pt x="13598" y="8453"/>
                    </a:moveTo>
                    <a:cubicBezTo>
                      <a:pt x="13593" y="8459"/>
                      <a:pt x="13588" y="8464"/>
                      <a:pt x="13588" y="8474"/>
                    </a:cubicBezTo>
                    <a:lnTo>
                      <a:pt x="13588" y="8474"/>
                    </a:lnTo>
                    <a:cubicBezTo>
                      <a:pt x="13591" y="8467"/>
                      <a:pt x="13595" y="8460"/>
                      <a:pt x="13598" y="8453"/>
                    </a:cubicBezTo>
                    <a:close/>
                    <a:moveTo>
                      <a:pt x="18233" y="0"/>
                    </a:moveTo>
                    <a:cubicBezTo>
                      <a:pt x="18170" y="0"/>
                      <a:pt x="18066" y="42"/>
                      <a:pt x="18003" y="84"/>
                    </a:cubicBezTo>
                    <a:cubicBezTo>
                      <a:pt x="17773" y="293"/>
                      <a:pt x="17563" y="481"/>
                      <a:pt x="17333" y="691"/>
                    </a:cubicBezTo>
                    <a:cubicBezTo>
                      <a:pt x="17255" y="769"/>
                      <a:pt x="17323" y="902"/>
                      <a:pt x="17418" y="902"/>
                    </a:cubicBezTo>
                    <a:cubicBezTo>
                      <a:pt x="17424" y="902"/>
                      <a:pt x="17431" y="901"/>
                      <a:pt x="17438" y="900"/>
                    </a:cubicBezTo>
                    <a:lnTo>
                      <a:pt x="17438" y="900"/>
                    </a:lnTo>
                    <a:cubicBezTo>
                      <a:pt x="17375" y="921"/>
                      <a:pt x="17354" y="942"/>
                      <a:pt x="17291" y="984"/>
                    </a:cubicBezTo>
                    <a:cubicBezTo>
                      <a:pt x="17291" y="984"/>
                      <a:pt x="17270" y="984"/>
                      <a:pt x="17270" y="1005"/>
                    </a:cubicBezTo>
                    <a:cubicBezTo>
                      <a:pt x="17229" y="1025"/>
                      <a:pt x="17187" y="1046"/>
                      <a:pt x="17145" y="1109"/>
                    </a:cubicBezTo>
                    <a:lnTo>
                      <a:pt x="17124" y="1130"/>
                    </a:lnTo>
                    <a:lnTo>
                      <a:pt x="16977" y="1256"/>
                    </a:lnTo>
                    <a:cubicBezTo>
                      <a:pt x="16957" y="1297"/>
                      <a:pt x="16936" y="1318"/>
                      <a:pt x="16915" y="1360"/>
                    </a:cubicBezTo>
                    <a:lnTo>
                      <a:pt x="16852" y="1423"/>
                    </a:lnTo>
                    <a:cubicBezTo>
                      <a:pt x="16203" y="2302"/>
                      <a:pt x="15471" y="4143"/>
                      <a:pt x="14927" y="5524"/>
                    </a:cubicBezTo>
                    <a:cubicBezTo>
                      <a:pt x="14760" y="5922"/>
                      <a:pt x="14613" y="6340"/>
                      <a:pt x="14446" y="6738"/>
                    </a:cubicBezTo>
                    <a:cubicBezTo>
                      <a:pt x="14446" y="6759"/>
                      <a:pt x="14425" y="6779"/>
                      <a:pt x="14425" y="6800"/>
                    </a:cubicBezTo>
                    <a:cubicBezTo>
                      <a:pt x="14425" y="6842"/>
                      <a:pt x="14404" y="6842"/>
                      <a:pt x="14404" y="6863"/>
                    </a:cubicBezTo>
                    <a:cubicBezTo>
                      <a:pt x="14341" y="6968"/>
                      <a:pt x="14320" y="7051"/>
                      <a:pt x="14299" y="7093"/>
                    </a:cubicBezTo>
                    <a:cubicBezTo>
                      <a:pt x="14236" y="7219"/>
                      <a:pt x="14153" y="7365"/>
                      <a:pt x="14111" y="7470"/>
                    </a:cubicBezTo>
                    <a:cubicBezTo>
                      <a:pt x="13930" y="7793"/>
                      <a:pt x="13787" y="8115"/>
                      <a:pt x="13608" y="8438"/>
                    </a:cubicBezTo>
                    <a:lnTo>
                      <a:pt x="13608" y="8438"/>
                    </a:lnTo>
                    <a:cubicBezTo>
                      <a:pt x="13609" y="8436"/>
                      <a:pt x="13609" y="8434"/>
                      <a:pt x="13609" y="8432"/>
                    </a:cubicBezTo>
                    <a:lnTo>
                      <a:pt x="13609" y="8432"/>
                    </a:lnTo>
                    <a:cubicBezTo>
                      <a:pt x="13605" y="8439"/>
                      <a:pt x="13602" y="8446"/>
                      <a:pt x="13598" y="8453"/>
                    </a:cubicBezTo>
                    <a:lnTo>
                      <a:pt x="13598" y="8453"/>
                    </a:lnTo>
                    <a:cubicBezTo>
                      <a:pt x="13599" y="8452"/>
                      <a:pt x="13600" y="8451"/>
                      <a:pt x="13601" y="8450"/>
                    </a:cubicBezTo>
                    <a:lnTo>
                      <a:pt x="13601" y="8450"/>
                    </a:lnTo>
                    <a:cubicBezTo>
                      <a:pt x="13597" y="8458"/>
                      <a:pt x="13592" y="8466"/>
                      <a:pt x="13588" y="8474"/>
                    </a:cubicBezTo>
                    <a:cubicBezTo>
                      <a:pt x="13588" y="8474"/>
                      <a:pt x="13588" y="8474"/>
                      <a:pt x="13588" y="8474"/>
                    </a:cubicBezTo>
                    <a:lnTo>
                      <a:pt x="13588" y="8474"/>
                    </a:lnTo>
                    <a:cubicBezTo>
                      <a:pt x="12527" y="10595"/>
                      <a:pt x="11404" y="12735"/>
                      <a:pt x="10261" y="14814"/>
                    </a:cubicBezTo>
                    <a:cubicBezTo>
                      <a:pt x="8294" y="18308"/>
                      <a:pt x="6181" y="21635"/>
                      <a:pt x="3900" y="24878"/>
                    </a:cubicBezTo>
                    <a:cubicBezTo>
                      <a:pt x="2729" y="26552"/>
                      <a:pt x="1536" y="28226"/>
                      <a:pt x="301" y="29879"/>
                    </a:cubicBezTo>
                    <a:cubicBezTo>
                      <a:pt x="1" y="30291"/>
                      <a:pt x="299" y="30750"/>
                      <a:pt x="688" y="30750"/>
                    </a:cubicBezTo>
                    <a:cubicBezTo>
                      <a:pt x="813" y="30750"/>
                      <a:pt x="948" y="30703"/>
                      <a:pt x="1076" y="30591"/>
                    </a:cubicBezTo>
                    <a:cubicBezTo>
                      <a:pt x="2540" y="29251"/>
                      <a:pt x="4047" y="27787"/>
                      <a:pt x="5532" y="26155"/>
                    </a:cubicBezTo>
                    <a:lnTo>
                      <a:pt x="5532" y="26134"/>
                    </a:lnTo>
                    <a:lnTo>
                      <a:pt x="5616" y="26050"/>
                    </a:lnTo>
                    <a:cubicBezTo>
                      <a:pt x="11726" y="19355"/>
                      <a:pt x="17375" y="10546"/>
                      <a:pt x="18379" y="1988"/>
                    </a:cubicBezTo>
                    <a:lnTo>
                      <a:pt x="18379" y="1883"/>
                    </a:lnTo>
                    <a:cubicBezTo>
                      <a:pt x="18421" y="1360"/>
                      <a:pt x="18484" y="816"/>
                      <a:pt x="18505" y="293"/>
                    </a:cubicBezTo>
                    <a:lnTo>
                      <a:pt x="18505" y="189"/>
                    </a:lnTo>
                    <a:cubicBezTo>
                      <a:pt x="18484" y="84"/>
                      <a:pt x="18379" y="0"/>
                      <a:pt x="18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19279125" y="28273675"/>
                <a:ext cx="2565725" cy="1180375"/>
              </a:xfrm>
              <a:custGeom>
                <a:avLst/>
                <a:gdLst/>
                <a:ahLst/>
                <a:cxnLst/>
                <a:rect l="l" t="t" r="r" b="b"/>
                <a:pathLst>
                  <a:path w="102629" h="47215" extrusionOk="0">
                    <a:moveTo>
                      <a:pt x="72729" y="5754"/>
                    </a:moveTo>
                    <a:lnTo>
                      <a:pt x="72729" y="5754"/>
                    </a:lnTo>
                    <a:cubicBezTo>
                      <a:pt x="73231" y="6277"/>
                      <a:pt x="73733" y="6800"/>
                      <a:pt x="74194" y="7365"/>
                    </a:cubicBezTo>
                    <a:cubicBezTo>
                      <a:pt x="74232" y="7403"/>
                      <a:pt x="74269" y="7419"/>
                      <a:pt x="74305" y="7419"/>
                    </a:cubicBezTo>
                    <a:cubicBezTo>
                      <a:pt x="74369" y="7419"/>
                      <a:pt x="74426" y="7369"/>
                      <a:pt x="74466" y="7302"/>
                    </a:cubicBezTo>
                    <a:cubicBezTo>
                      <a:pt x="76328" y="9144"/>
                      <a:pt x="77918" y="11173"/>
                      <a:pt x="79257" y="13391"/>
                    </a:cubicBezTo>
                    <a:lnTo>
                      <a:pt x="79257" y="13433"/>
                    </a:lnTo>
                    <a:cubicBezTo>
                      <a:pt x="80659" y="15777"/>
                      <a:pt x="81789" y="18371"/>
                      <a:pt x="82626" y="21196"/>
                    </a:cubicBezTo>
                    <a:cubicBezTo>
                      <a:pt x="82103" y="21070"/>
                      <a:pt x="81559" y="20966"/>
                      <a:pt x="81036" y="20819"/>
                    </a:cubicBezTo>
                    <a:lnTo>
                      <a:pt x="81036" y="20777"/>
                    </a:lnTo>
                    <a:cubicBezTo>
                      <a:pt x="80994" y="20756"/>
                      <a:pt x="80931" y="20694"/>
                      <a:pt x="80868" y="20694"/>
                    </a:cubicBezTo>
                    <a:cubicBezTo>
                      <a:pt x="80847" y="20694"/>
                      <a:pt x="80847" y="20694"/>
                      <a:pt x="80827" y="20714"/>
                    </a:cubicBezTo>
                    <a:cubicBezTo>
                      <a:pt x="80785" y="20756"/>
                      <a:pt x="80743" y="20777"/>
                      <a:pt x="80722" y="20798"/>
                    </a:cubicBezTo>
                    <a:cubicBezTo>
                      <a:pt x="79885" y="20610"/>
                      <a:pt x="79006" y="20463"/>
                      <a:pt x="78169" y="20275"/>
                    </a:cubicBezTo>
                    <a:lnTo>
                      <a:pt x="78169" y="20254"/>
                    </a:lnTo>
                    <a:cubicBezTo>
                      <a:pt x="78169" y="20254"/>
                      <a:pt x="78169" y="20233"/>
                      <a:pt x="78211" y="20233"/>
                    </a:cubicBezTo>
                    <a:cubicBezTo>
                      <a:pt x="78839" y="14416"/>
                      <a:pt x="76579" y="9834"/>
                      <a:pt x="73043" y="6152"/>
                    </a:cubicBezTo>
                    <a:lnTo>
                      <a:pt x="72729" y="5754"/>
                    </a:lnTo>
                    <a:close/>
                    <a:moveTo>
                      <a:pt x="72311" y="19857"/>
                    </a:moveTo>
                    <a:cubicBezTo>
                      <a:pt x="73985" y="20066"/>
                      <a:pt x="75637" y="20338"/>
                      <a:pt x="77311" y="20610"/>
                    </a:cubicBezTo>
                    <a:cubicBezTo>
                      <a:pt x="76935" y="21091"/>
                      <a:pt x="76579" y="21531"/>
                      <a:pt x="76223" y="22012"/>
                    </a:cubicBezTo>
                    <a:cubicBezTo>
                      <a:pt x="74884" y="23644"/>
                      <a:pt x="73524" y="25297"/>
                      <a:pt x="72164" y="26929"/>
                    </a:cubicBezTo>
                    <a:lnTo>
                      <a:pt x="72164" y="26950"/>
                    </a:lnTo>
                    <a:cubicBezTo>
                      <a:pt x="71516" y="27703"/>
                      <a:pt x="70867" y="28456"/>
                      <a:pt x="70218" y="29230"/>
                    </a:cubicBezTo>
                    <a:cubicBezTo>
                      <a:pt x="69465" y="30109"/>
                      <a:pt x="68712" y="30967"/>
                      <a:pt x="67917" y="31867"/>
                    </a:cubicBezTo>
                    <a:lnTo>
                      <a:pt x="67896" y="31888"/>
                    </a:lnTo>
                    <a:cubicBezTo>
                      <a:pt x="66640" y="33331"/>
                      <a:pt x="65364" y="34733"/>
                      <a:pt x="64067" y="36156"/>
                    </a:cubicBezTo>
                    <a:cubicBezTo>
                      <a:pt x="65615" y="34210"/>
                      <a:pt x="67080" y="32181"/>
                      <a:pt x="68335" y="30067"/>
                    </a:cubicBezTo>
                    <a:cubicBezTo>
                      <a:pt x="68440" y="29879"/>
                      <a:pt x="68586" y="29670"/>
                      <a:pt x="68691" y="29481"/>
                    </a:cubicBezTo>
                    <a:cubicBezTo>
                      <a:pt x="68754" y="29356"/>
                      <a:pt x="68816" y="29251"/>
                      <a:pt x="68900" y="29126"/>
                    </a:cubicBezTo>
                    <a:cubicBezTo>
                      <a:pt x="69047" y="28854"/>
                      <a:pt x="69172" y="28603"/>
                      <a:pt x="69319" y="28331"/>
                    </a:cubicBezTo>
                    <a:lnTo>
                      <a:pt x="69465" y="28017"/>
                    </a:lnTo>
                    <a:lnTo>
                      <a:pt x="69779" y="27389"/>
                    </a:lnTo>
                    <a:cubicBezTo>
                      <a:pt x="69821" y="27285"/>
                      <a:pt x="69883" y="27201"/>
                      <a:pt x="69904" y="27096"/>
                    </a:cubicBezTo>
                    <a:cubicBezTo>
                      <a:pt x="70051" y="26824"/>
                      <a:pt x="70176" y="26552"/>
                      <a:pt x="70302" y="26259"/>
                    </a:cubicBezTo>
                    <a:cubicBezTo>
                      <a:pt x="70344" y="26155"/>
                      <a:pt x="70386" y="26092"/>
                      <a:pt x="70428" y="25987"/>
                    </a:cubicBezTo>
                    <a:cubicBezTo>
                      <a:pt x="70574" y="25715"/>
                      <a:pt x="70679" y="25422"/>
                      <a:pt x="70783" y="25171"/>
                    </a:cubicBezTo>
                    <a:cubicBezTo>
                      <a:pt x="70804" y="25108"/>
                      <a:pt x="70804" y="25088"/>
                      <a:pt x="70825" y="25046"/>
                    </a:cubicBezTo>
                    <a:cubicBezTo>
                      <a:pt x="70930" y="24753"/>
                      <a:pt x="71055" y="24460"/>
                      <a:pt x="71160" y="24167"/>
                    </a:cubicBezTo>
                    <a:cubicBezTo>
                      <a:pt x="71202" y="24104"/>
                      <a:pt x="71223" y="24041"/>
                      <a:pt x="71244" y="23958"/>
                    </a:cubicBezTo>
                    <a:cubicBezTo>
                      <a:pt x="71348" y="23644"/>
                      <a:pt x="71453" y="23330"/>
                      <a:pt x="71557" y="23058"/>
                    </a:cubicBezTo>
                    <a:cubicBezTo>
                      <a:pt x="71557" y="22995"/>
                      <a:pt x="71578" y="22974"/>
                      <a:pt x="71578" y="22911"/>
                    </a:cubicBezTo>
                    <a:cubicBezTo>
                      <a:pt x="71683" y="22598"/>
                      <a:pt x="71767" y="22326"/>
                      <a:pt x="71850" y="22012"/>
                    </a:cubicBezTo>
                    <a:cubicBezTo>
                      <a:pt x="71850" y="21970"/>
                      <a:pt x="71871" y="21949"/>
                      <a:pt x="71871" y="21928"/>
                    </a:cubicBezTo>
                    <a:cubicBezTo>
                      <a:pt x="71955" y="21593"/>
                      <a:pt x="72039" y="21279"/>
                      <a:pt x="72101" y="20924"/>
                    </a:cubicBezTo>
                    <a:cubicBezTo>
                      <a:pt x="72101" y="20903"/>
                      <a:pt x="72143" y="20882"/>
                      <a:pt x="72143" y="20819"/>
                    </a:cubicBezTo>
                    <a:cubicBezTo>
                      <a:pt x="72206" y="20505"/>
                      <a:pt x="72269" y="20170"/>
                      <a:pt x="72311" y="19857"/>
                    </a:cubicBezTo>
                    <a:close/>
                    <a:moveTo>
                      <a:pt x="64761" y="0"/>
                    </a:moveTo>
                    <a:cubicBezTo>
                      <a:pt x="64113" y="0"/>
                      <a:pt x="63614" y="912"/>
                      <a:pt x="64213" y="1423"/>
                    </a:cubicBezTo>
                    <a:cubicBezTo>
                      <a:pt x="65238" y="2281"/>
                      <a:pt x="66180" y="3243"/>
                      <a:pt x="67059" y="4269"/>
                    </a:cubicBezTo>
                    <a:lnTo>
                      <a:pt x="67080" y="4269"/>
                    </a:lnTo>
                    <a:lnTo>
                      <a:pt x="67122" y="4289"/>
                    </a:lnTo>
                    <a:cubicBezTo>
                      <a:pt x="67122" y="4331"/>
                      <a:pt x="67143" y="4331"/>
                      <a:pt x="67143" y="4331"/>
                    </a:cubicBezTo>
                    <a:lnTo>
                      <a:pt x="67143" y="4352"/>
                    </a:lnTo>
                    <a:lnTo>
                      <a:pt x="67163" y="4373"/>
                    </a:lnTo>
                    <a:cubicBezTo>
                      <a:pt x="69904" y="7574"/>
                      <a:pt x="72143" y="11299"/>
                      <a:pt x="74382" y="14940"/>
                    </a:cubicBezTo>
                    <a:cubicBezTo>
                      <a:pt x="75031" y="16007"/>
                      <a:pt x="75700" y="17053"/>
                      <a:pt x="76349" y="18078"/>
                    </a:cubicBezTo>
                    <a:cubicBezTo>
                      <a:pt x="76433" y="18183"/>
                      <a:pt x="76474" y="18287"/>
                      <a:pt x="76558" y="18392"/>
                    </a:cubicBezTo>
                    <a:cubicBezTo>
                      <a:pt x="76746" y="18664"/>
                      <a:pt x="76893" y="18915"/>
                      <a:pt x="77081" y="19187"/>
                    </a:cubicBezTo>
                    <a:cubicBezTo>
                      <a:pt x="77102" y="19229"/>
                      <a:pt x="77165" y="19292"/>
                      <a:pt x="77186" y="19334"/>
                    </a:cubicBezTo>
                    <a:cubicBezTo>
                      <a:pt x="77374" y="19606"/>
                      <a:pt x="77542" y="19878"/>
                      <a:pt x="77730" y="20150"/>
                    </a:cubicBezTo>
                    <a:cubicBezTo>
                      <a:pt x="77709" y="20150"/>
                      <a:pt x="77688" y="20170"/>
                      <a:pt x="77625" y="20191"/>
                    </a:cubicBezTo>
                    <a:cubicBezTo>
                      <a:pt x="75575" y="19815"/>
                      <a:pt x="73524" y="19501"/>
                      <a:pt x="71453" y="19229"/>
                    </a:cubicBezTo>
                    <a:cubicBezTo>
                      <a:pt x="72039" y="13956"/>
                      <a:pt x="68963" y="9248"/>
                      <a:pt x="64862" y="5796"/>
                    </a:cubicBezTo>
                    <a:lnTo>
                      <a:pt x="64841" y="5754"/>
                    </a:lnTo>
                    <a:lnTo>
                      <a:pt x="64820" y="5754"/>
                    </a:lnTo>
                    <a:cubicBezTo>
                      <a:pt x="62016" y="3411"/>
                      <a:pt x="58710" y="1611"/>
                      <a:pt x="55739" y="565"/>
                    </a:cubicBezTo>
                    <a:cubicBezTo>
                      <a:pt x="55650" y="534"/>
                      <a:pt x="55563" y="520"/>
                      <a:pt x="55478" y="520"/>
                    </a:cubicBezTo>
                    <a:cubicBezTo>
                      <a:pt x="54985" y="520"/>
                      <a:pt x="54588" y="997"/>
                      <a:pt x="54588" y="1444"/>
                    </a:cubicBezTo>
                    <a:cubicBezTo>
                      <a:pt x="54588" y="1674"/>
                      <a:pt x="54693" y="1946"/>
                      <a:pt x="54986" y="2072"/>
                    </a:cubicBezTo>
                    <a:cubicBezTo>
                      <a:pt x="55509" y="2364"/>
                      <a:pt x="55990" y="2678"/>
                      <a:pt x="56492" y="2992"/>
                    </a:cubicBezTo>
                    <a:cubicBezTo>
                      <a:pt x="56513" y="2992"/>
                      <a:pt x="56513" y="3013"/>
                      <a:pt x="56555" y="3034"/>
                    </a:cubicBezTo>
                    <a:cubicBezTo>
                      <a:pt x="57811" y="4038"/>
                      <a:pt x="59087" y="4980"/>
                      <a:pt x="60342" y="5942"/>
                    </a:cubicBezTo>
                    <a:lnTo>
                      <a:pt x="60363" y="5942"/>
                    </a:lnTo>
                    <a:cubicBezTo>
                      <a:pt x="61849" y="7261"/>
                      <a:pt x="63272" y="8683"/>
                      <a:pt x="64611" y="10211"/>
                    </a:cubicBezTo>
                    <a:cubicBezTo>
                      <a:pt x="66619" y="12450"/>
                      <a:pt x="68021" y="15128"/>
                      <a:pt x="69758" y="17576"/>
                    </a:cubicBezTo>
                    <a:cubicBezTo>
                      <a:pt x="69779" y="17618"/>
                      <a:pt x="69800" y="17639"/>
                      <a:pt x="69800" y="17681"/>
                    </a:cubicBezTo>
                    <a:cubicBezTo>
                      <a:pt x="69883" y="17827"/>
                      <a:pt x="69988" y="17932"/>
                      <a:pt x="70072" y="18057"/>
                    </a:cubicBezTo>
                    <a:cubicBezTo>
                      <a:pt x="70114" y="18141"/>
                      <a:pt x="70176" y="18183"/>
                      <a:pt x="70218" y="18266"/>
                    </a:cubicBezTo>
                    <a:cubicBezTo>
                      <a:pt x="70302" y="18371"/>
                      <a:pt x="70344" y="18455"/>
                      <a:pt x="70428" y="18559"/>
                    </a:cubicBezTo>
                    <a:cubicBezTo>
                      <a:pt x="70511" y="18664"/>
                      <a:pt x="70595" y="18769"/>
                      <a:pt x="70700" y="18873"/>
                    </a:cubicBezTo>
                    <a:cubicBezTo>
                      <a:pt x="70741" y="18915"/>
                      <a:pt x="70804" y="18999"/>
                      <a:pt x="70846" y="19041"/>
                    </a:cubicBezTo>
                    <a:cubicBezTo>
                      <a:pt x="70909" y="19103"/>
                      <a:pt x="70930" y="19145"/>
                      <a:pt x="70992" y="19208"/>
                    </a:cubicBezTo>
                    <a:cubicBezTo>
                      <a:pt x="69570" y="19020"/>
                      <a:pt x="68147" y="18894"/>
                      <a:pt x="66745" y="18769"/>
                    </a:cubicBezTo>
                    <a:lnTo>
                      <a:pt x="66766" y="18769"/>
                    </a:lnTo>
                    <a:cubicBezTo>
                      <a:pt x="66763" y="18768"/>
                      <a:pt x="66761" y="18768"/>
                      <a:pt x="66758" y="18768"/>
                    </a:cubicBezTo>
                    <a:lnTo>
                      <a:pt x="66758" y="18768"/>
                    </a:lnTo>
                    <a:cubicBezTo>
                      <a:pt x="66814" y="18763"/>
                      <a:pt x="66854" y="18725"/>
                      <a:pt x="66912" y="18706"/>
                    </a:cubicBezTo>
                    <a:lnTo>
                      <a:pt x="66933" y="18685"/>
                    </a:lnTo>
                    <a:cubicBezTo>
                      <a:pt x="66975" y="18601"/>
                      <a:pt x="67017" y="18497"/>
                      <a:pt x="66954" y="18413"/>
                    </a:cubicBezTo>
                    <a:cubicBezTo>
                      <a:pt x="63837" y="14228"/>
                      <a:pt x="59673" y="10608"/>
                      <a:pt x="55216" y="7512"/>
                    </a:cubicBezTo>
                    <a:cubicBezTo>
                      <a:pt x="55174" y="7491"/>
                      <a:pt x="55153" y="7491"/>
                      <a:pt x="55132" y="7470"/>
                    </a:cubicBezTo>
                    <a:cubicBezTo>
                      <a:pt x="54233" y="6842"/>
                      <a:pt x="53333" y="6256"/>
                      <a:pt x="52412" y="5691"/>
                    </a:cubicBezTo>
                    <a:cubicBezTo>
                      <a:pt x="52391" y="5691"/>
                      <a:pt x="52391" y="5649"/>
                      <a:pt x="52350" y="5629"/>
                    </a:cubicBezTo>
                    <a:cubicBezTo>
                      <a:pt x="51701" y="5210"/>
                      <a:pt x="51052" y="4813"/>
                      <a:pt x="50404" y="4436"/>
                    </a:cubicBezTo>
                    <a:cubicBezTo>
                      <a:pt x="49211" y="3745"/>
                      <a:pt x="48039" y="3076"/>
                      <a:pt x="46888" y="2469"/>
                    </a:cubicBezTo>
                    <a:cubicBezTo>
                      <a:pt x="46771" y="2407"/>
                      <a:pt x="46661" y="2379"/>
                      <a:pt x="46560" y="2379"/>
                    </a:cubicBezTo>
                    <a:cubicBezTo>
                      <a:pt x="46119" y="2379"/>
                      <a:pt x="45860" y="2901"/>
                      <a:pt x="46031" y="3327"/>
                    </a:cubicBezTo>
                    <a:lnTo>
                      <a:pt x="46051" y="3348"/>
                    </a:lnTo>
                    <a:cubicBezTo>
                      <a:pt x="46072" y="3432"/>
                      <a:pt x="46114" y="3515"/>
                      <a:pt x="46177" y="3599"/>
                    </a:cubicBezTo>
                    <a:cubicBezTo>
                      <a:pt x="50445" y="8118"/>
                      <a:pt x="55551" y="12722"/>
                      <a:pt x="61137" y="16007"/>
                    </a:cubicBezTo>
                    <a:cubicBezTo>
                      <a:pt x="61179" y="16049"/>
                      <a:pt x="61200" y="16049"/>
                      <a:pt x="61221" y="16069"/>
                    </a:cubicBezTo>
                    <a:cubicBezTo>
                      <a:pt x="61514" y="16258"/>
                      <a:pt x="61807" y="16404"/>
                      <a:pt x="62121" y="16572"/>
                    </a:cubicBezTo>
                    <a:cubicBezTo>
                      <a:pt x="62184" y="16613"/>
                      <a:pt x="62267" y="16634"/>
                      <a:pt x="62351" y="16697"/>
                    </a:cubicBezTo>
                    <a:cubicBezTo>
                      <a:pt x="62644" y="16844"/>
                      <a:pt x="62916" y="17011"/>
                      <a:pt x="63230" y="17157"/>
                    </a:cubicBezTo>
                    <a:cubicBezTo>
                      <a:pt x="63376" y="17220"/>
                      <a:pt x="63481" y="17304"/>
                      <a:pt x="63606" y="17346"/>
                    </a:cubicBezTo>
                    <a:cubicBezTo>
                      <a:pt x="63816" y="17450"/>
                      <a:pt x="64004" y="17555"/>
                      <a:pt x="64213" y="17639"/>
                    </a:cubicBezTo>
                    <a:cubicBezTo>
                      <a:pt x="64360" y="17722"/>
                      <a:pt x="64548" y="17785"/>
                      <a:pt x="64715" y="17869"/>
                    </a:cubicBezTo>
                    <a:cubicBezTo>
                      <a:pt x="64946" y="17973"/>
                      <a:pt x="65155" y="18078"/>
                      <a:pt x="65385" y="18183"/>
                    </a:cubicBezTo>
                    <a:cubicBezTo>
                      <a:pt x="65531" y="18266"/>
                      <a:pt x="65699" y="18308"/>
                      <a:pt x="65866" y="18392"/>
                    </a:cubicBezTo>
                    <a:lnTo>
                      <a:pt x="66410" y="18622"/>
                    </a:lnTo>
                    <a:cubicBezTo>
                      <a:pt x="66512" y="18683"/>
                      <a:pt x="66615" y="18705"/>
                      <a:pt x="66717" y="18764"/>
                    </a:cubicBezTo>
                    <a:lnTo>
                      <a:pt x="66717" y="18764"/>
                    </a:lnTo>
                    <a:cubicBezTo>
                      <a:pt x="63282" y="18461"/>
                      <a:pt x="59832" y="18310"/>
                      <a:pt x="56381" y="18310"/>
                    </a:cubicBezTo>
                    <a:cubicBezTo>
                      <a:pt x="45847" y="18310"/>
                      <a:pt x="35302" y="19722"/>
                      <a:pt x="25149" y="22556"/>
                    </a:cubicBezTo>
                    <a:cubicBezTo>
                      <a:pt x="25756" y="22221"/>
                      <a:pt x="26341" y="21865"/>
                      <a:pt x="26906" y="21510"/>
                    </a:cubicBezTo>
                    <a:cubicBezTo>
                      <a:pt x="26927" y="21489"/>
                      <a:pt x="26969" y="21447"/>
                      <a:pt x="26969" y="21426"/>
                    </a:cubicBezTo>
                    <a:lnTo>
                      <a:pt x="26969" y="21321"/>
                    </a:lnTo>
                    <a:cubicBezTo>
                      <a:pt x="26969" y="21300"/>
                      <a:pt x="26969" y="21300"/>
                      <a:pt x="26927" y="21279"/>
                    </a:cubicBezTo>
                    <a:cubicBezTo>
                      <a:pt x="27409" y="21196"/>
                      <a:pt x="27848" y="21112"/>
                      <a:pt x="28287" y="21007"/>
                    </a:cubicBezTo>
                    <a:cubicBezTo>
                      <a:pt x="28664" y="20924"/>
                      <a:pt x="28999" y="20861"/>
                      <a:pt x="29375" y="20756"/>
                    </a:cubicBezTo>
                    <a:cubicBezTo>
                      <a:pt x="29396" y="20756"/>
                      <a:pt x="29396" y="20714"/>
                      <a:pt x="29417" y="20714"/>
                    </a:cubicBezTo>
                    <a:cubicBezTo>
                      <a:pt x="29543" y="20673"/>
                      <a:pt x="29543" y="20547"/>
                      <a:pt x="29501" y="20442"/>
                    </a:cubicBezTo>
                    <a:cubicBezTo>
                      <a:pt x="29480" y="20380"/>
                      <a:pt x="29417" y="20338"/>
                      <a:pt x="29375" y="20296"/>
                    </a:cubicBezTo>
                    <a:cubicBezTo>
                      <a:pt x="27701" y="19710"/>
                      <a:pt x="25881" y="19354"/>
                      <a:pt x="23998" y="19208"/>
                    </a:cubicBezTo>
                    <a:lnTo>
                      <a:pt x="23935" y="19208"/>
                    </a:lnTo>
                    <a:cubicBezTo>
                      <a:pt x="23580" y="19187"/>
                      <a:pt x="23224" y="19145"/>
                      <a:pt x="22889" y="19124"/>
                    </a:cubicBezTo>
                    <a:lnTo>
                      <a:pt x="22722" y="19124"/>
                    </a:lnTo>
                    <a:cubicBezTo>
                      <a:pt x="22408" y="19124"/>
                      <a:pt x="22073" y="19103"/>
                      <a:pt x="21759" y="19103"/>
                    </a:cubicBezTo>
                    <a:lnTo>
                      <a:pt x="20295" y="19103"/>
                    </a:lnTo>
                    <a:cubicBezTo>
                      <a:pt x="20002" y="19103"/>
                      <a:pt x="19751" y="19124"/>
                      <a:pt x="19458" y="19124"/>
                    </a:cubicBezTo>
                    <a:cubicBezTo>
                      <a:pt x="19332" y="19124"/>
                      <a:pt x="19186" y="19145"/>
                      <a:pt x="19060" y="19145"/>
                    </a:cubicBezTo>
                    <a:cubicBezTo>
                      <a:pt x="18830" y="19187"/>
                      <a:pt x="18558" y="19187"/>
                      <a:pt x="18328" y="19208"/>
                    </a:cubicBezTo>
                    <a:cubicBezTo>
                      <a:pt x="18181" y="19229"/>
                      <a:pt x="18014" y="19229"/>
                      <a:pt x="17867" y="19250"/>
                    </a:cubicBezTo>
                    <a:cubicBezTo>
                      <a:pt x="17658" y="19292"/>
                      <a:pt x="17407" y="19313"/>
                      <a:pt x="17198" y="19334"/>
                    </a:cubicBezTo>
                    <a:cubicBezTo>
                      <a:pt x="17030" y="19354"/>
                      <a:pt x="16842" y="19396"/>
                      <a:pt x="16654" y="19396"/>
                    </a:cubicBezTo>
                    <a:cubicBezTo>
                      <a:pt x="16466" y="19417"/>
                      <a:pt x="16256" y="19438"/>
                      <a:pt x="16089" y="19459"/>
                    </a:cubicBezTo>
                    <a:cubicBezTo>
                      <a:pt x="15880" y="19501"/>
                      <a:pt x="15670" y="19522"/>
                      <a:pt x="15482" y="19543"/>
                    </a:cubicBezTo>
                    <a:cubicBezTo>
                      <a:pt x="15294" y="19564"/>
                      <a:pt x="15147" y="19606"/>
                      <a:pt x="14959" y="19626"/>
                    </a:cubicBezTo>
                    <a:cubicBezTo>
                      <a:pt x="14750" y="19647"/>
                      <a:pt x="14520" y="19710"/>
                      <a:pt x="14310" y="19731"/>
                    </a:cubicBezTo>
                    <a:cubicBezTo>
                      <a:pt x="14143" y="19752"/>
                      <a:pt x="13955" y="19773"/>
                      <a:pt x="13808" y="19836"/>
                    </a:cubicBezTo>
                    <a:cubicBezTo>
                      <a:pt x="13599" y="19878"/>
                      <a:pt x="13390" y="19919"/>
                      <a:pt x="13181" y="19961"/>
                    </a:cubicBezTo>
                    <a:cubicBezTo>
                      <a:pt x="12971" y="20024"/>
                      <a:pt x="12741" y="20045"/>
                      <a:pt x="12532" y="20087"/>
                    </a:cubicBezTo>
                    <a:cubicBezTo>
                      <a:pt x="12364" y="20129"/>
                      <a:pt x="12218" y="20170"/>
                      <a:pt x="12051" y="20191"/>
                    </a:cubicBezTo>
                    <a:cubicBezTo>
                      <a:pt x="12030" y="20191"/>
                      <a:pt x="12009" y="20191"/>
                      <a:pt x="11967" y="20233"/>
                    </a:cubicBezTo>
                    <a:cubicBezTo>
                      <a:pt x="11611" y="20296"/>
                      <a:pt x="11276" y="20380"/>
                      <a:pt x="10900" y="20484"/>
                    </a:cubicBezTo>
                    <a:cubicBezTo>
                      <a:pt x="10889" y="20474"/>
                      <a:pt x="10863" y="20469"/>
                      <a:pt x="10829" y="20469"/>
                    </a:cubicBezTo>
                    <a:cubicBezTo>
                      <a:pt x="10795" y="20469"/>
                      <a:pt x="10753" y="20474"/>
                      <a:pt x="10712" y="20484"/>
                    </a:cubicBezTo>
                    <a:cubicBezTo>
                      <a:pt x="10544" y="20568"/>
                      <a:pt x="10293" y="20610"/>
                      <a:pt x="10126" y="20694"/>
                    </a:cubicBezTo>
                    <a:cubicBezTo>
                      <a:pt x="7092" y="21489"/>
                      <a:pt x="4204" y="22493"/>
                      <a:pt x="1756" y="23581"/>
                    </a:cubicBezTo>
                    <a:cubicBezTo>
                      <a:pt x="1401" y="23719"/>
                      <a:pt x="1381" y="24341"/>
                      <a:pt x="1801" y="24341"/>
                    </a:cubicBezTo>
                    <a:cubicBezTo>
                      <a:pt x="1826" y="24341"/>
                      <a:pt x="1853" y="24339"/>
                      <a:pt x="1882" y="24334"/>
                    </a:cubicBezTo>
                    <a:cubicBezTo>
                      <a:pt x="2279" y="24272"/>
                      <a:pt x="2656" y="24209"/>
                      <a:pt x="3053" y="24146"/>
                    </a:cubicBezTo>
                    <a:lnTo>
                      <a:pt x="3074" y="24146"/>
                    </a:lnTo>
                    <a:cubicBezTo>
                      <a:pt x="7510" y="23476"/>
                      <a:pt x="11925" y="22786"/>
                      <a:pt x="16340" y="22221"/>
                    </a:cubicBezTo>
                    <a:cubicBezTo>
                      <a:pt x="16926" y="22137"/>
                      <a:pt x="17470" y="22075"/>
                      <a:pt x="18077" y="22033"/>
                    </a:cubicBezTo>
                    <a:lnTo>
                      <a:pt x="18244" y="22033"/>
                    </a:lnTo>
                    <a:cubicBezTo>
                      <a:pt x="19960" y="21907"/>
                      <a:pt x="21696" y="21823"/>
                      <a:pt x="23412" y="21698"/>
                    </a:cubicBezTo>
                    <a:lnTo>
                      <a:pt x="23433" y="21698"/>
                    </a:lnTo>
                    <a:cubicBezTo>
                      <a:pt x="22994" y="21761"/>
                      <a:pt x="22575" y="21844"/>
                      <a:pt x="22115" y="21928"/>
                    </a:cubicBezTo>
                    <a:cubicBezTo>
                      <a:pt x="21906" y="21949"/>
                      <a:pt x="21696" y="22012"/>
                      <a:pt x="21487" y="22054"/>
                    </a:cubicBezTo>
                    <a:cubicBezTo>
                      <a:pt x="21278" y="22116"/>
                      <a:pt x="21069" y="22137"/>
                      <a:pt x="20859" y="22179"/>
                    </a:cubicBezTo>
                    <a:cubicBezTo>
                      <a:pt x="20587" y="22242"/>
                      <a:pt x="20295" y="22284"/>
                      <a:pt x="20002" y="22367"/>
                    </a:cubicBezTo>
                    <a:cubicBezTo>
                      <a:pt x="19897" y="22388"/>
                      <a:pt x="19792" y="22430"/>
                      <a:pt x="19667" y="22451"/>
                    </a:cubicBezTo>
                    <a:cubicBezTo>
                      <a:pt x="13160" y="23811"/>
                      <a:pt x="6631" y="25883"/>
                      <a:pt x="501" y="27829"/>
                    </a:cubicBezTo>
                    <a:cubicBezTo>
                      <a:pt x="292" y="27912"/>
                      <a:pt x="145" y="28080"/>
                      <a:pt x="103" y="28226"/>
                    </a:cubicBezTo>
                    <a:cubicBezTo>
                      <a:pt x="1" y="28615"/>
                      <a:pt x="199" y="29064"/>
                      <a:pt x="677" y="29064"/>
                    </a:cubicBezTo>
                    <a:cubicBezTo>
                      <a:pt x="688" y="29064"/>
                      <a:pt x="699" y="29063"/>
                      <a:pt x="710" y="29063"/>
                    </a:cubicBezTo>
                    <a:cubicBezTo>
                      <a:pt x="1714" y="29021"/>
                      <a:pt x="2761" y="28937"/>
                      <a:pt x="3807" y="28833"/>
                    </a:cubicBezTo>
                    <a:cubicBezTo>
                      <a:pt x="6631" y="28561"/>
                      <a:pt x="9498" y="28101"/>
                      <a:pt x="12281" y="27452"/>
                    </a:cubicBezTo>
                    <a:lnTo>
                      <a:pt x="12323" y="27452"/>
                    </a:lnTo>
                    <a:cubicBezTo>
                      <a:pt x="12657" y="27368"/>
                      <a:pt x="13013" y="27285"/>
                      <a:pt x="13369" y="27180"/>
                    </a:cubicBezTo>
                    <a:cubicBezTo>
                      <a:pt x="13411" y="27159"/>
                      <a:pt x="13473" y="27159"/>
                      <a:pt x="13536" y="27138"/>
                    </a:cubicBezTo>
                    <a:cubicBezTo>
                      <a:pt x="14206" y="26971"/>
                      <a:pt x="14854" y="26782"/>
                      <a:pt x="15482" y="26615"/>
                    </a:cubicBezTo>
                    <a:cubicBezTo>
                      <a:pt x="15524" y="26573"/>
                      <a:pt x="15587" y="26573"/>
                      <a:pt x="15629" y="26552"/>
                    </a:cubicBezTo>
                    <a:cubicBezTo>
                      <a:pt x="15880" y="26468"/>
                      <a:pt x="16089" y="26427"/>
                      <a:pt x="16319" y="26343"/>
                    </a:cubicBezTo>
                    <a:cubicBezTo>
                      <a:pt x="16549" y="26259"/>
                      <a:pt x="16758" y="26217"/>
                      <a:pt x="16989" y="26134"/>
                    </a:cubicBezTo>
                    <a:cubicBezTo>
                      <a:pt x="17177" y="26092"/>
                      <a:pt x="17365" y="26008"/>
                      <a:pt x="17554" y="25945"/>
                    </a:cubicBezTo>
                    <a:cubicBezTo>
                      <a:pt x="17888" y="25841"/>
                      <a:pt x="18223" y="25715"/>
                      <a:pt x="18558" y="25590"/>
                    </a:cubicBezTo>
                    <a:lnTo>
                      <a:pt x="18809" y="25506"/>
                    </a:lnTo>
                    <a:cubicBezTo>
                      <a:pt x="19248" y="25360"/>
                      <a:pt x="19688" y="25171"/>
                      <a:pt x="20127" y="24983"/>
                    </a:cubicBezTo>
                    <a:lnTo>
                      <a:pt x="20295" y="24899"/>
                    </a:lnTo>
                    <a:cubicBezTo>
                      <a:pt x="20713" y="24753"/>
                      <a:pt x="21111" y="24564"/>
                      <a:pt x="21529" y="24376"/>
                    </a:cubicBezTo>
                    <a:cubicBezTo>
                      <a:pt x="21550" y="24355"/>
                      <a:pt x="21592" y="24355"/>
                      <a:pt x="21634" y="24334"/>
                    </a:cubicBezTo>
                    <a:cubicBezTo>
                      <a:pt x="22094" y="24125"/>
                      <a:pt x="22596" y="23895"/>
                      <a:pt x="23036" y="23686"/>
                    </a:cubicBezTo>
                    <a:cubicBezTo>
                      <a:pt x="24458" y="23267"/>
                      <a:pt x="25860" y="22891"/>
                      <a:pt x="27283" y="22535"/>
                    </a:cubicBezTo>
                    <a:lnTo>
                      <a:pt x="27283" y="22535"/>
                    </a:lnTo>
                    <a:cubicBezTo>
                      <a:pt x="25839" y="23414"/>
                      <a:pt x="24458" y="24460"/>
                      <a:pt x="23119" y="25527"/>
                    </a:cubicBezTo>
                    <a:cubicBezTo>
                      <a:pt x="22115" y="26343"/>
                      <a:pt x="21131" y="27180"/>
                      <a:pt x="20127" y="28017"/>
                    </a:cubicBezTo>
                    <a:cubicBezTo>
                      <a:pt x="18558" y="29356"/>
                      <a:pt x="16968" y="30653"/>
                      <a:pt x="15294" y="31804"/>
                    </a:cubicBezTo>
                    <a:cubicBezTo>
                      <a:pt x="15001" y="31992"/>
                      <a:pt x="14750" y="32181"/>
                      <a:pt x="14457" y="32369"/>
                    </a:cubicBezTo>
                    <a:cubicBezTo>
                      <a:pt x="14373" y="32411"/>
                      <a:pt x="14310" y="32474"/>
                      <a:pt x="14206" y="32536"/>
                    </a:cubicBezTo>
                    <a:cubicBezTo>
                      <a:pt x="13934" y="32704"/>
                      <a:pt x="13683" y="32892"/>
                      <a:pt x="13411" y="33038"/>
                    </a:cubicBezTo>
                    <a:cubicBezTo>
                      <a:pt x="13285" y="33122"/>
                      <a:pt x="13118" y="33227"/>
                      <a:pt x="12992" y="33311"/>
                    </a:cubicBezTo>
                    <a:cubicBezTo>
                      <a:pt x="12364" y="33687"/>
                      <a:pt x="11737" y="34085"/>
                      <a:pt x="11109" y="34461"/>
                    </a:cubicBezTo>
                    <a:lnTo>
                      <a:pt x="11130" y="34461"/>
                    </a:lnTo>
                    <a:cubicBezTo>
                      <a:pt x="8787" y="35884"/>
                      <a:pt x="6380" y="37244"/>
                      <a:pt x="4058" y="38667"/>
                    </a:cubicBezTo>
                    <a:cubicBezTo>
                      <a:pt x="4016" y="38667"/>
                      <a:pt x="3995" y="38667"/>
                      <a:pt x="3995" y="38688"/>
                    </a:cubicBezTo>
                    <a:cubicBezTo>
                      <a:pt x="3346" y="39064"/>
                      <a:pt x="2719" y="39441"/>
                      <a:pt x="2091" y="39860"/>
                    </a:cubicBezTo>
                    <a:cubicBezTo>
                      <a:pt x="1453" y="40285"/>
                      <a:pt x="1834" y="41175"/>
                      <a:pt x="2490" y="41175"/>
                    </a:cubicBezTo>
                    <a:cubicBezTo>
                      <a:pt x="2543" y="41175"/>
                      <a:pt x="2599" y="41170"/>
                      <a:pt x="2656" y="41157"/>
                    </a:cubicBezTo>
                    <a:cubicBezTo>
                      <a:pt x="2949" y="41094"/>
                      <a:pt x="3263" y="41010"/>
                      <a:pt x="3556" y="40906"/>
                    </a:cubicBezTo>
                    <a:cubicBezTo>
                      <a:pt x="10168" y="39190"/>
                      <a:pt x="17826" y="34838"/>
                      <a:pt x="22994" y="29272"/>
                    </a:cubicBezTo>
                    <a:lnTo>
                      <a:pt x="23015" y="29251"/>
                    </a:lnTo>
                    <a:cubicBezTo>
                      <a:pt x="23224" y="29021"/>
                      <a:pt x="23454" y="28770"/>
                      <a:pt x="23663" y="28540"/>
                    </a:cubicBezTo>
                    <a:cubicBezTo>
                      <a:pt x="23768" y="28435"/>
                      <a:pt x="23852" y="28331"/>
                      <a:pt x="23956" y="28205"/>
                    </a:cubicBezTo>
                    <a:cubicBezTo>
                      <a:pt x="24040" y="28121"/>
                      <a:pt x="24103" y="28017"/>
                      <a:pt x="24165" y="27933"/>
                    </a:cubicBezTo>
                    <a:cubicBezTo>
                      <a:pt x="24312" y="27724"/>
                      <a:pt x="24479" y="27557"/>
                      <a:pt x="24626" y="27347"/>
                    </a:cubicBezTo>
                    <a:cubicBezTo>
                      <a:pt x="24688" y="27285"/>
                      <a:pt x="24709" y="27243"/>
                      <a:pt x="24772" y="27180"/>
                    </a:cubicBezTo>
                    <a:cubicBezTo>
                      <a:pt x="25128" y="26720"/>
                      <a:pt x="25463" y="26238"/>
                      <a:pt x="25777" y="25778"/>
                    </a:cubicBezTo>
                    <a:cubicBezTo>
                      <a:pt x="25777" y="25778"/>
                      <a:pt x="25777" y="25736"/>
                      <a:pt x="25818" y="25736"/>
                    </a:cubicBezTo>
                    <a:cubicBezTo>
                      <a:pt x="26488" y="24732"/>
                      <a:pt x="27095" y="23644"/>
                      <a:pt x="27555" y="22577"/>
                    </a:cubicBezTo>
                    <a:cubicBezTo>
                      <a:pt x="27597" y="22535"/>
                      <a:pt x="27555" y="22472"/>
                      <a:pt x="27534" y="22451"/>
                    </a:cubicBezTo>
                    <a:cubicBezTo>
                      <a:pt x="29020" y="22075"/>
                      <a:pt x="30526" y="21740"/>
                      <a:pt x="32012" y="21426"/>
                    </a:cubicBezTo>
                    <a:lnTo>
                      <a:pt x="32012" y="21426"/>
                    </a:lnTo>
                    <a:cubicBezTo>
                      <a:pt x="28329" y="25171"/>
                      <a:pt x="25463" y="29649"/>
                      <a:pt x="22052" y="33583"/>
                    </a:cubicBezTo>
                    <a:cubicBezTo>
                      <a:pt x="21947" y="33729"/>
                      <a:pt x="21843" y="33834"/>
                      <a:pt x="21738" y="33959"/>
                    </a:cubicBezTo>
                    <a:cubicBezTo>
                      <a:pt x="21027" y="34775"/>
                      <a:pt x="20315" y="35549"/>
                      <a:pt x="19604" y="36365"/>
                    </a:cubicBezTo>
                    <a:cubicBezTo>
                      <a:pt x="17365" y="38876"/>
                      <a:pt x="15085" y="41366"/>
                      <a:pt x="12804" y="43835"/>
                    </a:cubicBezTo>
                    <a:lnTo>
                      <a:pt x="12783" y="43835"/>
                    </a:lnTo>
                    <a:cubicBezTo>
                      <a:pt x="12323" y="44358"/>
                      <a:pt x="11841" y="44860"/>
                      <a:pt x="11381" y="45383"/>
                    </a:cubicBezTo>
                    <a:cubicBezTo>
                      <a:pt x="11130" y="45655"/>
                      <a:pt x="11297" y="46074"/>
                      <a:pt x="11590" y="46179"/>
                    </a:cubicBezTo>
                    <a:cubicBezTo>
                      <a:pt x="11631" y="46195"/>
                      <a:pt x="11678" y="46205"/>
                      <a:pt x="11727" y="46205"/>
                    </a:cubicBezTo>
                    <a:cubicBezTo>
                      <a:pt x="11805" y="46205"/>
                      <a:pt x="11890" y="46180"/>
                      <a:pt x="11967" y="46116"/>
                    </a:cubicBezTo>
                    <a:cubicBezTo>
                      <a:pt x="20211" y="40173"/>
                      <a:pt x="28873" y="31218"/>
                      <a:pt x="32137" y="21384"/>
                    </a:cubicBezTo>
                    <a:cubicBezTo>
                      <a:pt x="37138" y="20338"/>
                      <a:pt x="42243" y="19626"/>
                      <a:pt x="47391" y="19229"/>
                    </a:cubicBezTo>
                    <a:lnTo>
                      <a:pt x="47391" y="19229"/>
                    </a:lnTo>
                    <a:cubicBezTo>
                      <a:pt x="47370" y="19250"/>
                      <a:pt x="47328" y="19250"/>
                      <a:pt x="47307" y="19292"/>
                    </a:cubicBezTo>
                    <a:cubicBezTo>
                      <a:pt x="46951" y="19543"/>
                      <a:pt x="46596" y="19815"/>
                      <a:pt x="46240" y="20066"/>
                    </a:cubicBezTo>
                    <a:cubicBezTo>
                      <a:pt x="46156" y="20129"/>
                      <a:pt x="46156" y="20254"/>
                      <a:pt x="46261" y="20275"/>
                    </a:cubicBezTo>
                    <a:cubicBezTo>
                      <a:pt x="46344" y="20296"/>
                      <a:pt x="43185" y="26217"/>
                      <a:pt x="41260" y="29691"/>
                    </a:cubicBezTo>
                    <a:cubicBezTo>
                      <a:pt x="40590" y="30946"/>
                      <a:pt x="40067" y="31888"/>
                      <a:pt x="39900" y="32097"/>
                    </a:cubicBezTo>
                    <a:cubicBezTo>
                      <a:pt x="39170" y="33200"/>
                      <a:pt x="38427" y="34291"/>
                      <a:pt x="37682" y="35388"/>
                    </a:cubicBezTo>
                    <a:lnTo>
                      <a:pt x="37682" y="35388"/>
                    </a:lnTo>
                    <a:cubicBezTo>
                      <a:pt x="38801" y="33696"/>
                      <a:pt x="39806" y="31949"/>
                      <a:pt x="40632" y="30172"/>
                    </a:cubicBezTo>
                    <a:cubicBezTo>
                      <a:pt x="40779" y="29900"/>
                      <a:pt x="40883" y="29649"/>
                      <a:pt x="41009" y="29377"/>
                    </a:cubicBezTo>
                    <a:cubicBezTo>
                      <a:pt x="41030" y="29356"/>
                      <a:pt x="41030" y="29293"/>
                      <a:pt x="41051" y="29272"/>
                    </a:cubicBezTo>
                    <a:cubicBezTo>
                      <a:pt x="41155" y="29042"/>
                      <a:pt x="41260" y="28770"/>
                      <a:pt x="41365" y="28540"/>
                    </a:cubicBezTo>
                    <a:cubicBezTo>
                      <a:pt x="41406" y="28498"/>
                      <a:pt x="41427" y="28435"/>
                      <a:pt x="41427" y="28393"/>
                    </a:cubicBezTo>
                    <a:cubicBezTo>
                      <a:pt x="41532" y="28142"/>
                      <a:pt x="41616" y="27912"/>
                      <a:pt x="41720" y="27661"/>
                    </a:cubicBezTo>
                    <a:lnTo>
                      <a:pt x="41720" y="27619"/>
                    </a:lnTo>
                    <a:cubicBezTo>
                      <a:pt x="41867" y="27201"/>
                      <a:pt x="41992" y="26824"/>
                      <a:pt x="42139" y="26406"/>
                    </a:cubicBezTo>
                    <a:cubicBezTo>
                      <a:pt x="42181" y="26238"/>
                      <a:pt x="42243" y="26050"/>
                      <a:pt x="42285" y="25904"/>
                    </a:cubicBezTo>
                    <a:cubicBezTo>
                      <a:pt x="42306" y="25778"/>
                      <a:pt x="42369" y="25632"/>
                      <a:pt x="42390" y="25506"/>
                    </a:cubicBezTo>
                    <a:cubicBezTo>
                      <a:pt x="42453" y="25318"/>
                      <a:pt x="42494" y="25108"/>
                      <a:pt x="42557" y="24941"/>
                    </a:cubicBezTo>
                    <a:cubicBezTo>
                      <a:pt x="42578" y="24795"/>
                      <a:pt x="42599" y="24690"/>
                      <a:pt x="42620" y="24564"/>
                    </a:cubicBezTo>
                    <a:cubicBezTo>
                      <a:pt x="42683" y="24355"/>
                      <a:pt x="42725" y="24146"/>
                      <a:pt x="42766" y="23958"/>
                    </a:cubicBezTo>
                    <a:cubicBezTo>
                      <a:pt x="42787" y="23853"/>
                      <a:pt x="42808" y="23748"/>
                      <a:pt x="42808" y="23644"/>
                    </a:cubicBezTo>
                    <a:cubicBezTo>
                      <a:pt x="42871" y="23435"/>
                      <a:pt x="42892" y="23204"/>
                      <a:pt x="42913" y="22995"/>
                    </a:cubicBezTo>
                    <a:cubicBezTo>
                      <a:pt x="42934" y="22891"/>
                      <a:pt x="42934" y="22807"/>
                      <a:pt x="42976" y="22702"/>
                    </a:cubicBezTo>
                    <a:cubicBezTo>
                      <a:pt x="42997" y="22451"/>
                      <a:pt x="43038" y="22179"/>
                      <a:pt x="43080" y="21949"/>
                    </a:cubicBezTo>
                    <a:cubicBezTo>
                      <a:pt x="43080" y="21907"/>
                      <a:pt x="43101" y="21844"/>
                      <a:pt x="43101" y="21761"/>
                    </a:cubicBezTo>
                    <a:cubicBezTo>
                      <a:pt x="43122" y="21447"/>
                      <a:pt x="43143" y="21112"/>
                      <a:pt x="43185" y="20798"/>
                    </a:cubicBezTo>
                    <a:cubicBezTo>
                      <a:pt x="43185" y="20652"/>
                      <a:pt x="43080" y="20547"/>
                      <a:pt x="42934" y="20484"/>
                    </a:cubicBezTo>
                    <a:cubicBezTo>
                      <a:pt x="42894" y="20471"/>
                      <a:pt x="42852" y="20464"/>
                      <a:pt x="42810" y="20464"/>
                    </a:cubicBezTo>
                    <a:cubicBezTo>
                      <a:pt x="42720" y="20464"/>
                      <a:pt x="42629" y="20497"/>
                      <a:pt x="42557" y="20568"/>
                    </a:cubicBezTo>
                    <a:cubicBezTo>
                      <a:pt x="42474" y="20673"/>
                      <a:pt x="42390" y="20756"/>
                      <a:pt x="42306" y="20861"/>
                    </a:cubicBezTo>
                    <a:cubicBezTo>
                      <a:pt x="42097" y="21091"/>
                      <a:pt x="41930" y="21300"/>
                      <a:pt x="41720" y="21531"/>
                    </a:cubicBezTo>
                    <a:cubicBezTo>
                      <a:pt x="41658" y="21593"/>
                      <a:pt x="41720" y="21656"/>
                      <a:pt x="41783" y="21656"/>
                    </a:cubicBezTo>
                    <a:cubicBezTo>
                      <a:pt x="41344" y="21865"/>
                      <a:pt x="40883" y="22242"/>
                      <a:pt x="40423" y="22744"/>
                    </a:cubicBezTo>
                    <a:cubicBezTo>
                      <a:pt x="38205" y="25192"/>
                      <a:pt x="36134" y="30632"/>
                      <a:pt x="34836" y="32787"/>
                    </a:cubicBezTo>
                    <a:cubicBezTo>
                      <a:pt x="33581" y="34817"/>
                      <a:pt x="32305" y="36826"/>
                      <a:pt x="31007" y="38813"/>
                    </a:cubicBezTo>
                    <a:cubicBezTo>
                      <a:pt x="31070" y="38772"/>
                      <a:pt x="31091" y="38709"/>
                      <a:pt x="31154" y="38667"/>
                    </a:cubicBezTo>
                    <a:lnTo>
                      <a:pt x="31154" y="38667"/>
                    </a:lnTo>
                    <a:cubicBezTo>
                      <a:pt x="30422" y="39818"/>
                      <a:pt x="29647" y="40969"/>
                      <a:pt x="28894" y="42119"/>
                    </a:cubicBezTo>
                    <a:lnTo>
                      <a:pt x="28873" y="42119"/>
                    </a:lnTo>
                    <a:cubicBezTo>
                      <a:pt x="28162" y="43186"/>
                      <a:pt x="27450" y="44254"/>
                      <a:pt x="26718" y="45342"/>
                    </a:cubicBezTo>
                    <a:lnTo>
                      <a:pt x="26697" y="45342"/>
                    </a:lnTo>
                    <a:cubicBezTo>
                      <a:pt x="26509" y="45614"/>
                      <a:pt x="26341" y="45886"/>
                      <a:pt x="26153" y="46137"/>
                    </a:cubicBezTo>
                    <a:cubicBezTo>
                      <a:pt x="26153" y="46179"/>
                      <a:pt x="26132" y="46179"/>
                      <a:pt x="26132" y="46199"/>
                    </a:cubicBezTo>
                    <a:lnTo>
                      <a:pt x="26090" y="46199"/>
                    </a:lnTo>
                    <a:cubicBezTo>
                      <a:pt x="25944" y="46492"/>
                      <a:pt x="26028" y="46764"/>
                      <a:pt x="26195" y="46953"/>
                    </a:cubicBezTo>
                    <a:cubicBezTo>
                      <a:pt x="26237" y="46953"/>
                      <a:pt x="26237" y="46974"/>
                      <a:pt x="26258" y="47015"/>
                    </a:cubicBezTo>
                    <a:cubicBezTo>
                      <a:pt x="26362" y="47120"/>
                      <a:pt x="26488" y="47162"/>
                      <a:pt x="26655" y="47183"/>
                    </a:cubicBezTo>
                    <a:cubicBezTo>
                      <a:pt x="26736" y="47203"/>
                      <a:pt x="26820" y="47215"/>
                      <a:pt x="26902" y="47215"/>
                    </a:cubicBezTo>
                    <a:cubicBezTo>
                      <a:pt x="27075" y="47215"/>
                      <a:pt x="27246" y="47164"/>
                      <a:pt x="27388" y="47036"/>
                    </a:cubicBezTo>
                    <a:cubicBezTo>
                      <a:pt x="30422" y="44358"/>
                      <a:pt x="33665" y="40969"/>
                      <a:pt x="36427" y="37181"/>
                    </a:cubicBezTo>
                    <a:lnTo>
                      <a:pt x="36427" y="37181"/>
                    </a:lnTo>
                    <a:cubicBezTo>
                      <a:pt x="35046" y="39127"/>
                      <a:pt x="33602" y="41073"/>
                      <a:pt x="32137" y="42998"/>
                    </a:cubicBezTo>
                    <a:lnTo>
                      <a:pt x="32137" y="43040"/>
                    </a:lnTo>
                    <a:cubicBezTo>
                      <a:pt x="31635" y="43689"/>
                      <a:pt x="31154" y="44316"/>
                      <a:pt x="30652" y="44965"/>
                    </a:cubicBezTo>
                    <a:cubicBezTo>
                      <a:pt x="30463" y="45195"/>
                      <a:pt x="30484" y="45509"/>
                      <a:pt x="30631" y="45760"/>
                    </a:cubicBezTo>
                    <a:cubicBezTo>
                      <a:pt x="30673" y="45823"/>
                      <a:pt x="30735" y="45886"/>
                      <a:pt x="30798" y="45927"/>
                    </a:cubicBezTo>
                    <a:cubicBezTo>
                      <a:pt x="30895" y="46003"/>
                      <a:pt x="31004" y="46045"/>
                      <a:pt x="31121" y="46045"/>
                    </a:cubicBezTo>
                    <a:cubicBezTo>
                      <a:pt x="31230" y="46045"/>
                      <a:pt x="31346" y="46008"/>
                      <a:pt x="31468" y="45927"/>
                    </a:cubicBezTo>
                    <a:cubicBezTo>
                      <a:pt x="32535" y="45153"/>
                      <a:pt x="33581" y="44337"/>
                      <a:pt x="34606" y="43458"/>
                    </a:cubicBezTo>
                    <a:lnTo>
                      <a:pt x="34606" y="43417"/>
                    </a:lnTo>
                    <a:cubicBezTo>
                      <a:pt x="34920" y="43166"/>
                      <a:pt x="35234" y="42873"/>
                      <a:pt x="35506" y="42622"/>
                    </a:cubicBezTo>
                    <a:cubicBezTo>
                      <a:pt x="35506" y="42622"/>
                      <a:pt x="35506" y="42580"/>
                      <a:pt x="35548" y="42580"/>
                    </a:cubicBezTo>
                    <a:cubicBezTo>
                      <a:pt x="36908" y="41324"/>
                      <a:pt x="38184" y="40006"/>
                      <a:pt x="39377" y="38604"/>
                    </a:cubicBezTo>
                    <a:cubicBezTo>
                      <a:pt x="41762" y="35779"/>
                      <a:pt x="43813" y="32683"/>
                      <a:pt x="45382" y="29356"/>
                    </a:cubicBezTo>
                    <a:cubicBezTo>
                      <a:pt x="45424" y="29251"/>
                      <a:pt x="45487" y="29147"/>
                      <a:pt x="45507" y="29063"/>
                    </a:cubicBezTo>
                    <a:cubicBezTo>
                      <a:pt x="45612" y="28833"/>
                      <a:pt x="45717" y="28624"/>
                      <a:pt x="45821" y="28393"/>
                    </a:cubicBezTo>
                    <a:cubicBezTo>
                      <a:pt x="45863" y="28247"/>
                      <a:pt x="45926" y="28121"/>
                      <a:pt x="46010" y="27975"/>
                    </a:cubicBezTo>
                    <a:cubicBezTo>
                      <a:pt x="46072" y="27766"/>
                      <a:pt x="46177" y="27557"/>
                      <a:pt x="46261" y="27305"/>
                    </a:cubicBezTo>
                    <a:cubicBezTo>
                      <a:pt x="46324" y="27159"/>
                      <a:pt x="46386" y="26992"/>
                      <a:pt x="46449" y="26845"/>
                    </a:cubicBezTo>
                    <a:lnTo>
                      <a:pt x="46679" y="26217"/>
                    </a:lnTo>
                    <a:lnTo>
                      <a:pt x="46993" y="25360"/>
                    </a:lnTo>
                    <a:lnTo>
                      <a:pt x="47223" y="24648"/>
                    </a:lnTo>
                    <a:cubicBezTo>
                      <a:pt x="47286" y="24460"/>
                      <a:pt x="47328" y="24272"/>
                      <a:pt x="47412" y="24104"/>
                    </a:cubicBezTo>
                    <a:cubicBezTo>
                      <a:pt x="47474" y="23895"/>
                      <a:pt x="47516" y="23707"/>
                      <a:pt x="47579" y="23497"/>
                    </a:cubicBezTo>
                    <a:lnTo>
                      <a:pt x="47725" y="22953"/>
                    </a:lnTo>
                    <a:cubicBezTo>
                      <a:pt x="47788" y="22744"/>
                      <a:pt x="47830" y="22556"/>
                      <a:pt x="47893" y="22347"/>
                    </a:cubicBezTo>
                    <a:cubicBezTo>
                      <a:pt x="47935" y="22158"/>
                      <a:pt x="47956" y="21970"/>
                      <a:pt x="48018" y="21823"/>
                    </a:cubicBezTo>
                    <a:cubicBezTo>
                      <a:pt x="48060" y="21614"/>
                      <a:pt x="48123" y="21405"/>
                      <a:pt x="48144" y="21196"/>
                    </a:cubicBezTo>
                    <a:cubicBezTo>
                      <a:pt x="48165" y="21028"/>
                      <a:pt x="48207" y="20861"/>
                      <a:pt x="48248" y="20694"/>
                    </a:cubicBezTo>
                    <a:cubicBezTo>
                      <a:pt x="48269" y="20484"/>
                      <a:pt x="48332" y="20296"/>
                      <a:pt x="48353" y="20087"/>
                    </a:cubicBezTo>
                    <a:cubicBezTo>
                      <a:pt x="48416" y="19752"/>
                      <a:pt x="48207" y="19417"/>
                      <a:pt x="47893" y="19292"/>
                    </a:cubicBezTo>
                    <a:cubicBezTo>
                      <a:pt x="50720" y="19079"/>
                      <a:pt x="53566" y="18973"/>
                      <a:pt x="56425" y="18973"/>
                    </a:cubicBezTo>
                    <a:cubicBezTo>
                      <a:pt x="59744" y="18973"/>
                      <a:pt x="63082" y="19115"/>
                      <a:pt x="66431" y="19396"/>
                    </a:cubicBezTo>
                    <a:cubicBezTo>
                      <a:pt x="66159" y="19647"/>
                      <a:pt x="65908" y="19940"/>
                      <a:pt x="65678" y="20233"/>
                    </a:cubicBezTo>
                    <a:cubicBezTo>
                      <a:pt x="65615" y="20275"/>
                      <a:pt x="65594" y="20338"/>
                      <a:pt x="65531" y="20380"/>
                    </a:cubicBezTo>
                    <a:cubicBezTo>
                      <a:pt x="65406" y="20547"/>
                      <a:pt x="65301" y="20694"/>
                      <a:pt x="65176" y="20861"/>
                    </a:cubicBezTo>
                    <a:cubicBezTo>
                      <a:pt x="65113" y="20924"/>
                      <a:pt x="65071" y="20986"/>
                      <a:pt x="65008" y="21070"/>
                    </a:cubicBezTo>
                    <a:cubicBezTo>
                      <a:pt x="64904" y="21217"/>
                      <a:pt x="64778" y="21384"/>
                      <a:pt x="64674" y="21531"/>
                    </a:cubicBezTo>
                    <a:lnTo>
                      <a:pt x="64527" y="21761"/>
                    </a:lnTo>
                    <a:lnTo>
                      <a:pt x="64213" y="22242"/>
                    </a:lnTo>
                    <a:cubicBezTo>
                      <a:pt x="64150" y="22326"/>
                      <a:pt x="64109" y="22388"/>
                      <a:pt x="64046" y="22493"/>
                    </a:cubicBezTo>
                    <a:cubicBezTo>
                      <a:pt x="63941" y="22660"/>
                      <a:pt x="63837" y="22807"/>
                      <a:pt x="63753" y="22995"/>
                    </a:cubicBezTo>
                    <a:cubicBezTo>
                      <a:pt x="63711" y="23079"/>
                      <a:pt x="63648" y="23183"/>
                      <a:pt x="63606" y="23267"/>
                    </a:cubicBezTo>
                    <a:cubicBezTo>
                      <a:pt x="63502" y="23414"/>
                      <a:pt x="63418" y="23581"/>
                      <a:pt x="63313" y="23748"/>
                    </a:cubicBezTo>
                    <a:cubicBezTo>
                      <a:pt x="63272" y="23853"/>
                      <a:pt x="63209" y="23937"/>
                      <a:pt x="63167" y="24041"/>
                    </a:cubicBezTo>
                    <a:cubicBezTo>
                      <a:pt x="63021" y="24272"/>
                      <a:pt x="62895" y="24523"/>
                      <a:pt x="62790" y="24753"/>
                    </a:cubicBezTo>
                    <a:cubicBezTo>
                      <a:pt x="62686" y="24941"/>
                      <a:pt x="62602" y="25108"/>
                      <a:pt x="62497" y="25297"/>
                    </a:cubicBezTo>
                    <a:cubicBezTo>
                      <a:pt x="62456" y="25380"/>
                      <a:pt x="62435" y="25485"/>
                      <a:pt x="62372" y="25569"/>
                    </a:cubicBezTo>
                    <a:cubicBezTo>
                      <a:pt x="62267" y="25778"/>
                      <a:pt x="62184" y="25945"/>
                      <a:pt x="62079" y="26155"/>
                    </a:cubicBezTo>
                    <a:lnTo>
                      <a:pt x="62016" y="26322"/>
                    </a:lnTo>
                    <a:cubicBezTo>
                      <a:pt x="61430" y="27494"/>
                      <a:pt x="60886" y="28665"/>
                      <a:pt x="60342" y="29795"/>
                    </a:cubicBezTo>
                    <a:cubicBezTo>
                      <a:pt x="60342" y="29816"/>
                      <a:pt x="60300" y="29858"/>
                      <a:pt x="60300" y="29858"/>
                    </a:cubicBezTo>
                    <a:cubicBezTo>
                      <a:pt x="60196" y="30088"/>
                      <a:pt x="60070" y="30298"/>
                      <a:pt x="59966" y="30528"/>
                    </a:cubicBezTo>
                    <a:cubicBezTo>
                      <a:pt x="59715" y="31051"/>
                      <a:pt x="59443" y="31553"/>
                      <a:pt x="59150" y="32013"/>
                    </a:cubicBezTo>
                    <a:cubicBezTo>
                      <a:pt x="57371" y="35110"/>
                      <a:pt x="55446" y="38123"/>
                      <a:pt x="53458" y="41094"/>
                    </a:cubicBezTo>
                    <a:cubicBezTo>
                      <a:pt x="53458" y="41115"/>
                      <a:pt x="53438" y="41115"/>
                      <a:pt x="53396" y="41157"/>
                    </a:cubicBezTo>
                    <a:lnTo>
                      <a:pt x="50257" y="45865"/>
                    </a:lnTo>
                    <a:cubicBezTo>
                      <a:pt x="50071" y="46144"/>
                      <a:pt x="50357" y="46412"/>
                      <a:pt x="50645" y="46412"/>
                    </a:cubicBezTo>
                    <a:cubicBezTo>
                      <a:pt x="50745" y="46412"/>
                      <a:pt x="50846" y="46380"/>
                      <a:pt x="50927" y="46304"/>
                    </a:cubicBezTo>
                    <a:cubicBezTo>
                      <a:pt x="53479" y="43898"/>
                      <a:pt x="55781" y="41261"/>
                      <a:pt x="57852" y="38437"/>
                    </a:cubicBezTo>
                    <a:lnTo>
                      <a:pt x="57852" y="38395"/>
                    </a:lnTo>
                    <a:cubicBezTo>
                      <a:pt x="59087" y="36721"/>
                      <a:pt x="60259" y="34984"/>
                      <a:pt x="61326" y="33143"/>
                    </a:cubicBezTo>
                    <a:cubicBezTo>
                      <a:pt x="62916" y="30444"/>
                      <a:pt x="64966" y="27243"/>
                      <a:pt x="66034" y="23937"/>
                    </a:cubicBezTo>
                    <a:lnTo>
                      <a:pt x="66034" y="23916"/>
                    </a:lnTo>
                    <a:cubicBezTo>
                      <a:pt x="66117" y="23707"/>
                      <a:pt x="66159" y="23497"/>
                      <a:pt x="66222" y="23288"/>
                    </a:cubicBezTo>
                    <a:cubicBezTo>
                      <a:pt x="66222" y="23225"/>
                      <a:pt x="66243" y="23204"/>
                      <a:pt x="66243" y="23163"/>
                    </a:cubicBezTo>
                    <a:cubicBezTo>
                      <a:pt x="66306" y="22995"/>
                      <a:pt x="66326" y="22849"/>
                      <a:pt x="66368" y="22702"/>
                    </a:cubicBezTo>
                    <a:cubicBezTo>
                      <a:pt x="66410" y="22639"/>
                      <a:pt x="66410" y="22577"/>
                      <a:pt x="66431" y="22493"/>
                    </a:cubicBezTo>
                    <a:cubicBezTo>
                      <a:pt x="66452" y="22347"/>
                      <a:pt x="66515" y="22179"/>
                      <a:pt x="66536" y="22054"/>
                    </a:cubicBezTo>
                    <a:cubicBezTo>
                      <a:pt x="66557" y="21928"/>
                      <a:pt x="66578" y="21823"/>
                      <a:pt x="66619" y="21698"/>
                    </a:cubicBezTo>
                    <a:cubicBezTo>
                      <a:pt x="66640" y="21614"/>
                      <a:pt x="66640" y="21531"/>
                      <a:pt x="66661" y="21447"/>
                    </a:cubicBezTo>
                    <a:cubicBezTo>
                      <a:pt x="66682" y="21321"/>
                      <a:pt x="66682" y="21217"/>
                      <a:pt x="66724" y="21091"/>
                    </a:cubicBezTo>
                    <a:lnTo>
                      <a:pt x="66724" y="20986"/>
                    </a:lnTo>
                    <a:cubicBezTo>
                      <a:pt x="66745" y="20714"/>
                      <a:pt x="66766" y="20442"/>
                      <a:pt x="66787" y="20170"/>
                    </a:cubicBezTo>
                    <a:cubicBezTo>
                      <a:pt x="66787" y="19940"/>
                      <a:pt x="66829" y="19668"/>
                      <a:pt x="66787" y="19438"/>
                    </a:cubicBezTo>
                    <a:lnTo>
                      <a:pt x="66787" y="19438"/>
                    </a:lnTo>
                    <a:cubicBezTo>
                      <a:pt x="68565" y="19606"/>
                      <a:pt x="70344" y="19773"/>
                      <a:pt x="72122" y="20024"/>
                    </a:cubicBezTo>
                    <a:cubicBezTo>
                      <a:pt x="72018" y="20129"/>
                      <a:pt x="71955" y="20233"/>
                      <a:pt x="71850" y="20338"/>
                    </a:cubicBezTo>
                    <a:cubicBezTo>
                      <a:pt x="71788" y="20380"/>
                      <a:pt x="71767" y="20442"/>
                      <a:pt x="71704" y="20484"/>
                    </a:cubicBezTo>
                    <a:lnTo>
                      <a:pt x="71390" y="20882"/>
                    </a:lnTo>
                    <a:cubicBezTo>
                      <a:pt x="71348" y="20924"/>
                      <a:pt x="71285" y="21007"/>
                      <a:pt x="71244" y="21070"/>
                    </a:cubicBezTo>
                    <a:cubicBezTo>
                      <a:pt x="71139" y="21196"/>
                      <a:pt x="71034" y="21342"/>
                      <a:pt x="70909" y="21489"/>
                    </a:cubicBezTo>
                    <a:cubicBezTo>
                      <a:pt x="70867" y="21531"/>
                      <a:pt x="70825" y="21593"/>
                      <a:pt x="70804" y="21635"/>
                    </a:cubicBezTo>
                    <a:cubicBezTo>
                      <a:pt x="70658" y="21803"/>
                      <a:pt x="70553" y="21949"/>
                      <a:pt x="70428" y="22116"/>
                    </a:cubicBezTo>
                    <a:cubicBezTo>
                      <a:pt x="70407" y="22137"/>
                      <a:pt x="70407" y="22158"/>
                      <a:pt x="70386" y="22179"/>
                    </a:cubicBezTo>
                    <a:cubicBezTo>
                      <a:pt x="69821" y="22953"/>
                      <a:pt x="69298" y="23748"/>
                      <a:pt x="68775" y="24564"/>
                    </a:cubicBezTo>
                    <a:cubicBezTo>
                      <a:pt x="68356" y="25171"/>
                      <a:pt x="68000" y="25799"/>
                      <a:pt x="67666" y="26448"/>
                    </a:cubicBezTo>
                    <a:cubicBezTo>
                      <a:pt x="66850" y="27829"/>
                      <a:pt x="66034" y="29230"/>
                      <a:pt x="65176" y="30528"/>
                    </a:cubicBezTo>
                    <a:cubicBezTo>
                      <a:pt x="62393" y="34796"/>
                      <a:pt x="59443" y="38918"/>
                      <a:pt x="56492" y="43061"/>
                    </a:cubicBezTo>
                    <a:cubicBezTo>
                      <a:pt x="56492" y="43061"/>
                      <a:pt x="56492" y="43082"/>
                      <a:pt x="56471" y="43082"/>
                    </a:cubicBezTo>
                    <a:lnTo>
                      <a:pt x="56074" y="43626"/>
                    </a:lnTo>
                    <a:cubicBezTo>
                      <a:pt x="55822" y="43988"/>
                      <a:pt x="56079" y="44373"/>
                      <a:pt x="56400" y="44373"/>
                    </a:cubicBezTo>
                    <a:cubicBezTo>
                      <a:pt x="56506" y="44373"/>
                      <a:pt x="56619" y="44331"/>
                      <a:pt x="56723" y="44233"/>
                    </a:cubicBezTo>
                    <a:cubicBezTo>
                      <a:pt x="58668" y="42412"/>
                      <a:pt x="60719" y="40257"/>
                      <a:pt x="62707" y="37956"/>
                    </a:cubicBezTo>
                    <a:cubicBezTo>
                      <a:pt x="62707" y="37935"/>
                      <a:pt x="62749" y="37935"/>
                      <a:pt x="62749" y="37935"/>
                    </a:cubicBezTo>
                    <a:cubicBezTo>
                      <a:pt x="62790" y="37872"/>
                      <a:pt x="62853" y="37830"/>
                      <a:pt x="62895" y="37746"/>
                    </a:cubicBezTo>
                    <a:cubicBezTo>
                      <a:pt x="62895" y="37949"/>
                      <a:pt x="63058" y="38129"/>
                      <a:pt x="63236" y="38129"/>
                    </a:cubicBezTo>
                    <a:cubicBezTo>
                      <a:pt x="63297" y="38129"/>
                      <a:pt x="63360" y="38108"/>
                      <a:pt x="63418" y="38060"/>
                    </a:cubicBezTo>
                    <a:lnTo>
                      <a:pt x="63816" y="37746"/>
                    </a:lnTo>
                    <a:lnTo>
                      <a:pt x="63816" y="37725"/>
                    </a:lnTo>
                    <a:cubicBezTo>
                      <a:pt x="64318" y="37328"/>
                      <a:pt x="64799" y="36909"/>
                      <a:pt x="65301" y="36491"/>
                    </a:cubicBezTo>
                    <a:cubicBezTo>
                      <a:pt x="65406" y="36386"/>
                      <a:pt x="65531" y="36282"/>
                      <a:pt x="65636" y="36198"/>
                    </a:cubicBezTo>
                    <a:lnTo>
                      <a:pt x="65636" y="36198"/>
                    </a:lnTo>
                    <a:cubicBezTo>
                      <a:pt x="65636" y="36240"/>
                      <a:pt x="65615" y="36240"/>
                      <a:pt x="65615" y="36261"/>
                    </a:cubicBezTo>
                    <a:cubicBezTo>
                      <a:pt x="66452" y="35528"/>
                      <a:pt x="67289" y="34733"/>
                      <a:pt x="68084" y="33959"/>
                    </a:cubicBezTo>
                    <a:lnTo>
                      <a:pt x="68126" y="33896"/>
                    </a:lnTo>
                    <a:lnTo>
                      <a:pt x="68879" y="33143"/>
                    </a:lnTo>
                    <a:cubicBezTo>
                      <a:pt x="68942" y="33101"/>
                      <a:pt x="68984" y="33038"/>
                      <a:pt x="69047" y="32955"/>
                    </a:cubicBezTo>
                    <a:cubicBezTo>
                      <a:pt x="69256" y="32725"/>
                      <a:pt x="69465" y="32515"/>
                      <a:pt x="69674" y="32285"/>
                    </a:cubicBezTo>
                    <a:cubicBezTo>
                      <a:pt x="69758" y="32202"/>
                      <a:pt x="69821" y="32097"/>
                      <a:pt x="69925" y="32013"/>
                    </a:cubicBezTo>
                    <a:cubicBezTo>
                      <a:pt x="70114" y="31804"/>
                      <a:pt x="70302" y="31637"/>
                      <a:pt x="70448" y="31427"/>
                    </a:cubicBezTo>
                    <a:cubicBezTo>
                      <a:pt x="70553" y="31281"/>
                      <a:pt x="70658" y="31176"/>
                      <a:pt x="70762" y="31051"/>
                    </a:cubicBezTo>
                    <a:cubicBezTo>
                      <a:pt x="70930" y="30862"/>
                      <a:pt x="71055" y="30716"/>
                      <a:pt x="71223" y="30528"/>
                    </a:cubicBezTo>
                    <a:cubicBezTo>
                      <a:pt x="71348" y="30381"/>
                      <a:pt x="71474" y="30235"/>
                      <a:pt x="71578" y="30088"/>
                    </a:cubicBezTo>
                    <a:cubicBezTo>
                      <a:pt x="71704" y="29921"/>
                      <a:pt x="71850" y="29774"/>
                      <a:pt x="71955" y="29607"/>
                    </a:cubicBezTo>
                    <a:cubicBezTo>
                      <a:pt x="72080" y="29440"/>
                      <a:pt x="72227" y="29272"/>
                      <a:pt x="72373" y="29084"/>
                    </a:cubicBezTo>
                    <a:cubicBezTo>
                      <a:pt x="72478" y="28958"/>
                      <a:pt x="72583" y="28812"/>
                      <a:pt x="72687" y="28665"/>
                    </a:cubicBezTo>
                    <a:cubicBezTo>
                      <a:pt x="72834" y="28498"/>
                      <a:pt x="73001" y="28289"/>
                      <a:pt x="73127" y="28101"/>
                    </a:cubicBezTo>
                    <a:cubicBezTo>
                      <a:pt x="73231" y="27975"/>
                      <a:pt x="73315" y="27829"/>
                      <a:pt x="73420" y="27724"/>
                    </a:cubicBezTo>
                    <a:lnTo>
                      <a:pt x="73880" y="27096"/>
                    </a:lnTo>
                    <a:cubicBezTo>
                      <a:pt x="73964" y="26992"/>
                      <a:pt x="74047" y="26866"/>
                      <a:pt x="74110" y="26761"/>
                    </a:cubicBezTo>
                    <a:cubicBezTo>
                      <a:pt x="74277" y="26531"/>
                      <a:pt x="74424" y="26301"/>
                      <a:pt x="74591" y="26092"/>
                    </a:cubicBezTo>
                    <a:cubicBezTo>
                      <a:pt x="74675" y="25987"/>
                      <a:pt x="74717" y="25883"/>
                      <a:pt x="74801" y="25778"/>
                    </a:cubicBezTo>
                    <a:cubicBezTo>
                      <a:pt x="74947" y="25527"/>
                      <a:pt x="75135" y="25276"/>
                      <a:pt x="75303" y="25046"/>
                    </a:cubicBezTo>
                    <a:cubicBezTo>
                      <a:pt x="75345" y="24962"/>
                      <a:pt x="75407" y="24857"/>
                      <a:pt x="75470" y="24774"/>
                    </a:cubicBezTo>
                    <a:cubicBezTo>
                      <a:pt x="75637" y="24523"/>
                      <a:pt x="75826" y="24251"/>
                      <a:pt x="75972" y="23999"/>
                    </a:cubicBezTo>
                    <a:cubicBezTo>
                      <a:pt x="76035" y="23916"/>
                      <a:pt x="76056" y="23853"/>
                      <a:pt x="76098" y="23790"/>
                    </a:cubicBezTo>
                    <a:cubicBezTo>
                      <a:pt x="76286" y="23497"/>
                      <a:pt x="76454" y="23204"/>
                      <a:pt x="76621" y="22911"/>
                    </a:cubicBezTo>
                    <a:cubicBezTo>
                      <a:pt x="76621" y="22891"/>
                      <a:pt x="76663" y="22891"/>
                      <a:pt x="76663" y="22870"/>
                    </a:cubicBezTo>
                    <a:cubicBezTo>
                      <a:pt x="77018" y="22263"/>
                      <a:pt x="77353" y="21635"/>
                      <a:pt x="77667" y="21028"/>
                    </a:cubicBezTo>
                    <a:cubicBezTo>
                      <a:pt x="78483" y="21196"/>
                      <a:pt x="79299" y="21321"/>
                      <a:pt x="80115" y="21510"/>
                    </a:cubicBezTo>
                    <a:cubicBezTo>
                      <a:pt x="80031" y="21593"/>
                      <a:pt x="79927" y="21656"/>
                      <a:pt x="79843" y="21740"/>
                    </a:cubicBezTo>
                    <a:cubicBezTo>
                      <a:pt x="79801" y="21803"/>
                      <a:pt x="79739" y="21844"/>
                      <a:pt x="79655" y="21907"/>
                    </a:cubicBezTo>
                    <a:cubicBezTo>
                      <a:pt x="79550" y="22012"/>
                      <a:pt x="79446" y="22075"/>
                      <a:pt x="79383" y="22179"/>
                    </a:cubicBezTo>
                    <a:cubicBezTo>
                      <a:pt x="79299" y="22263"/>
                      <a:pt x="79215" y="22347"/>
                      <a:pt x="79174" y="22430"/>
                    </a:cubicBezTo>
                    <a:cubicBezTo>
                      <a:pt x="79090" y="22493"/>
                      <a:pt x="79006" y="22598"/>
                      <a:pt x="78922" y="22681"/>
                    </a:cubicBezTo>
                    <a:cubicBezTo>
                      <a:pt x="78818" y="22786"/>
                      <a:pt x="78755" y="22891"/>
                      <a:pt x="78650" y="22995"/>
                    </a:cubicBezTo>
                    <a:cubicBezTo>
                      <a:pt x="78588" y="23058"/>
                      <a:pt x="78546" y="23121"/>
                      <a:pt x="78483" y="23183"/>
                    </a:cubicBezTo>
                    <a:cubicBezTo>
                      <a:pt x="78337" y="23372"/>
                      <a:pt x="78169" y="23539"/>
                      <a:pt x="78044" y="23727"/>
                    </a:cubicBezTo>
                    <a:lnTo>
                      <a:pt x="77981" y="23790"/>
                    </a:lnTo>
                    <a:cubicBezTo>
                      <a:pt x="77855" y="23958"/>
                      <a:pt x="77709" y="24146"/>
                      <a:pt x="77562" y="24334"/>
                    </a:cubicBezTo>
                    <a:cubicBezTo>
                      <a:pt x="77542" y="24355"/>
                      <a:pt x="77521" y="24418"/>
                      <a:pt x="77500" y="24439"/>
                    </a:cubicBezTo>
                    <a:cubicBezTo>
                      <a:pt x="77353" y="24627"/>
                      <a:pt x="77228" y="24774"/>
                      <a:pt x="77102" y="24962"/>
                    </a:cubicBezTo>
                    <a:cubicBezTo>
                      <a:pt x="77081" y="24983"/>
                      <a:pt x="77081" y="25004"/>
                      <a:pt x="77039" y="25046"/>
                    </a:cubicBezTo>
                    <a:cubicBezTo>
                      <a:pt x="76140" y="26343"/>
                      <a:pt x="75261" y="27766"/>
                      <a:pt x="74403" y="29084"/>
                    </a:cubicBezTo>
                    <a:cubicBezTo>
                      <a:pt x="74005" y="29712"/>
                      <a:pt x="73587" y="30318"/>
                      <a:pt x="73210" y="30904"/>
                    </a:cubicBezTo>
                    <a:cubicBezTo>
                      <a:pt x="70532" y="34629"/>
                      <a:pt x="67687" y="38228"/>
                      <a:pt x="64841" y="41805"/>
                    </a:cubicBezTo>
                    <a:cubicBezTo>
                      <a:pt x="64841" y="41826"/>
                      <a:pt x="64799" y="41826"/>
                      <a:pt x="64778" y="41847"/>
                    </a:cubicBezTo>
                    <a:cubicBezTo>
                      <a:pt x="64653" y="42015"/>
                      <a:pt x="64548" y="42161"/>
                      <a:pt x="64422" y="42329"/>
                    </a:cubicBezTo>
                    <a:cubicBezTo>
                      <a:pt x="64052" y="42766"/>
                      <a:pt x="64426" y="43500"/>
                      <a:pt x="64913" y="43500"/>
                    </a:cubicBezTo>
                    <a:cubicBezTo>
                      <a:pt x="65031" y="43500"/>
                      <a:pt x="65157" y="43457"/>
                      <a:pt x="65280" y="43354"/>
                    </a:cubicBezTo>
                    <a:cubicBezTo>
                      <a:pt x="66368" y="42433"/>
                      <a:pt x="67582" y="41408"/>
                      <a:pt x="68816" y="40257"/>
                    </a:cubicBezTo>
                    <a:cubicBezTo>
                      <a:pt x="68816" y="40257"/>
                      <a:pt x="68816" y="40236"/>
                      <a:pt x="68837" y="40236"/>
                    </a:cubicBezTo>
                    <a:lnTo>
                      <a:pt x="68921" y="40153"/>
                    </a:lnTo>
                    <a:lnTo>
                      <a:pt x="68942" y="40153"/>
                    </a:lnTo>
                    <a:cubicBezTo>
                      <a:pt x="73838" y="35612"/>
                      <a:pt x="79132" y="29440"/>
                      <a:pt x="80575" y="23393"/>
                    </a:cubicBezTo>
                    <a:cubicBezTo>
                      <a:pt x="80596" y="23309"/>
                      <a:pt x="80638" y="23204"/>
                      <a:pt x="80638" y="23121"/>
                    </a:cubicBezTo>
                    <a:cubicBezTo>
                      <a:pt x="80659" y="23058"/>
                      <a:pt x="80659" y="22995"/>
                      <a:pt x="80680" y="22911"/>
                    </a:cubicBezTo>
                    <a:cubicBezTo>
                      <a:pt x="80764" y="22472"/>
                      <a:pt x="80847" y="22054"/>
                      <a:pt x="80889" y="21614"/>
                    </a:cubicBezTo>
                    <a:cubicBezTo>
                      <a:pt x="81894" y="21823"/>
                      <a:pt x="82877" y="22033"/>
                      <a:pt x="83881" y="22263"/>
                    </a:cubicBezTo>
                    <a:cubicBezTo>
                      <a:pt x="83777" y="22451"/>
                      <a:pt x="83693" y="22660"/>
                      <a:pt x="83588" y="22849"/>
                    </a:cubicBezTo>
                    <a:cubicBezTo>
                      <a:pt x="83526" y="22974"/>
                      <a:pt x="83484" y="23079"/>
                      <a:pt x="83400" y="23204"/>
                    </a:cubicBezTo>
                    <a:cubicBezTo>
                      <a:pt x="83275" y="23497"/>
                      <a:pt x="83107" y="23811"/>
                      <a:pt x="82982" y="24125"/>
                    </a:cubicBezTo>
                    <a:cubicBezTo>
                      <a:pt x="82961" y="24167"/>
                      <a:pt x="82940" y="24230"/>
                      <a:pt x="82940" y="24251"/>
                    </a:cubicBezTo>
                    <a:cubicBezTo>
                      <a:pt x="81831" y="26678"/>
                      <a:pt x="80889" y="29168"/>
                      <a:pt x="79529" y="31490"/>
                    </a:cubicBezTo>
                    <a:cubicBezTo>
                      <a:pt x="77521" y="34922"/>
                      <a:pt x="75010" y="37872"/>
                      <a:pt x="72290" y="40759"/>
                    </a:cubicBezTo>
                    <a:lnTo>
                      <a:pt x="72290" y="40780"/>
                    </a:lnTo>
                    <a:lnTo>
                      <a:pt x="72269" y="40801"/>
                    </a:lnTo>
                    <a:cubicBezTo>
                      <a:pt x="72050" y="41105"/>
                      <a:pt x="72320" y="41558"/>
                      <a:pt x="72630" y="41558"/>
                    </a:cubicBezTo>
                    <a:cubicBezTo>
                      <a:pt x="72705" y="41558"/>
                      <a:pt x="72782" y="41532"/>
                      <a:pt x="72855" y="41471"/>
                    </a:cubicBezTo>
                    <a:cubicBezTo>
                      <a:pt x="74257" y="40383"/>
                      <a:pt x="75637" y="39169"/>
                      <a:pt x="76914" y="37746"/>
                    </a:cubicBezTo>
                    <a:cubicBezTo>
                      <a:pt x="76914" y="37746"/>
                      <a:pt x="76914" y="37725"/>
                      <a:pt x="76935" y="37725"/>
                    </a:cubicBezTo>
                    <a:cubicBezTo>
                      <a:pt x="80785" y="33583"/>
                      <a:pt x="83840" y="28205"/>
                      <a:pt x="84216" y="22807"/>
                    </a:cubicBezTo>
                    <a:lnTo>
                      <a:pt x="84216" y="22744"/>
                    </a:lnTo>
                    <a:cubicBezTo>
                      <a:pt x="84216" y="22598"/>
                      <a:pt x="84237" y="22493"/>
                      <a:pt x="84237" y="22367"/>
                    </a:cubicBezTo>
                    <a:cubicBezTo>
                      <a:pt x="85785" y="22744"/>
                      <a:pt x="87355" y="23163"/>
                      <a:pt x="88903" y="23581"/>
                    </a:cubicBezTo>
                    <a:cubicBezTo>
                      <a:pt x="88254" y="24230"/>
                      <a:pt x="87689" y="24941"/>
                      <a:pt x="87166" y="25673"/>
                    </a:cubicBezTo>
                    <a:lnTo>
                      <a:pt x="87145" y="25694"/>
                    </a:lnTo>
                    <a:cubicBezTo>
                      <a:pt x="87062" y="25820"/>
                      <a:pt x="86957" y="25924"/>
                      <a:pt x="86894" y="26050"/>
                    </a:cubicBezTo>
                    <a:cubicBezTo>
                      <a:pt x="86853" y="26113"/>
                      <a:pt x="86832" y="26155"/>
                      <a:pt x="86790" y="26196"/>
                    </a:cubicBezTo>
                    <a:cubicBezTo>
                      <a:pt x="86727" y="26301"/>
                      <a:pt x="86643" y="26364"/>
                      <a:pt x="86601" y="26468"/>
                    </a:cubicBezTo>
                    <a:cubicBezTo>
                      <a:pt x="86539" y="26552"/>
                      <a:pt x="86518" y="26615"/>
                      <a:pt x="86476" y="26678"/>
                    </a:cubicBezTo>
                    <a:cubicBezTo>
                      <a:pt x="86434" y="26740"/>
                      <a:pt x="86413" y="26761"/>
                      <a:pt x="86392" y="26824"/>
                    </a:cubicBezTo>
                    <a:cubicBezTo>
                      <a:pt x="85555" y="28101"/>
                      <a:pt x="84802" y="29398"/>
                      <a:pt x="83944" y="30716"/>
                    </a:cubicBezTo>
                    <a:cubicBezTo>
                      <a:pt x="83254" y="31804"/>
                      <a:pt x="82521" y="32913"/>
                      <a:pt x="81747" y="33980"/>
                    </a:cubicBezTo>
                    <a:cubicBezTo>
                      <a:pt x="81287" y="34671"/>
                      <a:pt x="80806" y="35340"/>
                      <a:pt x="80345" y="35989"/>
                    </a:cubicBezTo>
                    <a:cubicBezTo>
                      <a:pt x="79529" y="37098"/>
                      <a:pt x="78713" y="38186"/>
                      <a:pt x="77876" y="39295"/>
                    </a:cubicBezTo>
                    <a:cubicBezTo>
                      <a:pt x="77834" y="39378"/>
                      <a:pt x="77772" y="39420"/>
                      <a:pt x="77730" y="39504"/>
                    </a:cubicBezTo>
                    <a:cubicBezTo>
                      <a:pt x="77426" y="39909"/>
                      <a:pt x="77735" y="40546"/>
                      <a:pt x="78163" y="40546"/>
                    </a:cubicBezTo>
                    <a:cubicBezTo>
                      <a:pt x="78265" y="40546"/>
                      <a:pt x="78374" y="40509"/>
                      <a:pt x="78483" y="40425"/>
                    </a:cubicBezTo>
                    <a:cubicBezTo>
                      <a:pt x="79885" y="39399"/>
                      <a:pt x="81308" y="38165"/>
                      <a:pt x="82647" y="36826"/>
                    </a:cubicBezTo>
                    <a:cubicBezTo>
                      <a:pt x="86225" y="33206"/>
                      <a:pt x="89175" y="28603"/>
                      <a:pt x="89154" y="23644"/>
                    </a:cubicBezTo>
                    <a:lnTo>
                      <a:pt x="89154" y="23623"/>
                    </a:lnTo>
                    <a:cubicBezTo>
                      <a:pt x="93632" y="24899"/>
                      <a:pt x="98068" y="26448"/>
                      <a:pt x="102420" y="28310"/>
                    </a:cubicBezTo>
                    <a:cubicBezTo>
                      <a:pt x="102545" y="28101"/>
                      <a:pt x="102629" y="27870"/>
                      <a:pt x="102503" y="27808"/>
                    </a:cubicBezTo>
                    <a:cubicBezTo>
                      <a:pt x="97837" y="25778"/>
                      <a:pt x="93025" y="24041"/>
                      <a:pt x="88171" y="22660"/>
                    </a:cubicBezTo>
                    <a:cubicBezTo>
                      <a:pt x="88254" y="22639"/>
                      <a:pt x="88317" y="22598"/>
                      <a:pt x="88380" y="22535"/>
                    </a:cubicBezTo>
                    <a:cubicBezTo>
                      <a:pt x="88401" y="22493"/>
                      <a:pt x="88401" y="22472"/>
                      <a:pt x="88401" y="22451"/>
                    </a:cubicBezTo>
                    <a:cubicBezTo>
                      <a:pt x="88464" y="22137"/>
                      <a:pt x="88485" y="21823"/>
                      <a:pt x="88526" y="21489"/>
                    </a:cubicBezTo>
                    <a:lnTo>
                      <a:pt x="88526" y="21426"/>
                    </a:lnTo>
                    <a:cubicBezTo>
                      <a:pt x="88568" y="21133"/>
                      <a:pt x="88589" y="20819"/>
                      <a:pt x="88589" y="20547"/>
                    </a:cubicBezTo>
                    <a:lnTo>
                      <a:pt x="88589" y="20359"/>
                    </a:lnTo>
                    <a:lnTo>
                      <a:pt x="88589" y="19626"/>
                    </a:lnTo>
                    <a:lnTo>
                      <a:pt x="88589" y="19187"/>
                    </a:lnTo>
                    <a:cubicBezTo>
                      <a:pt x="88589" y="19041"/>
                      <a:pt x="88589" y="18936"/>
                      <a:pt x="88568" y="18810"/>
                    </a:cubicBezTo>
                    <a:cubicBezTo>
                      <a:pt x="88359" y="14730"/>
                      <a:pt x="86790" y="10755"/>
                      <a:pt x="84174" y="7595"/>
                    </a:cubicBezTo>
                    <a:cubicBezTo>
                      <a:pt x="83881" y="7219"/>
                      <a:pt x="83588" y="6884"/>
                      <a:pt x="83254" y="6570"/>
                    </a:cubicBezTo>
                    <a:lnTo>
                      <a:pt x="83065" y="6382"/>
                    </a:lnTo>
                    <a:cubicBezTo>
                      <a:pt x="83024" y="6340"/>
                      <a:pt x="82940" y="6277"/>
                      <a:pt x="82856" y="6256"/>
                    </a:cubicBezTo>
                    <a:cubicBezTo>
                      <a:pt x="82782" y="6226"/>
                      <a:pt x="82702" y="6211"/>
                      <a:pt x="82621" y="6211"/>
                    </a:cubicBezTo>
                    <a:cubicBezTo>
                      <a:pt x="82315" y="6211"/>
                      <a:pt x="81993" y="6414"/>
                      <a:pt x="81894" y="6696"/>
                    </a:cubicBezTo>
                    <a:cubicBezTo>
                      <a:pt x="81873" y="6696"/>
                      <a:pt x="81894" y="6696"/>
                      <a:pt x="81894" y="6738"/>
                    </a:cubicBezTo>
                    <a:cubicBezTo>
                      <a:pt x="81831" y="6842"/>
                      <a:pt x="81831" y="6989"/>
                      <a:pt x="81873" y="7114"/>
                    </a:cubicBezTo>
                    <a:cubicBezTo>
                      <a:pt x="82124" y="7909"/>
                      <a:pt x="82396" y="8725"/>
                      <a:pt x="82668" y="9499"/>
                    </a:cubicBezTo>
                    <a:lnTo>
                      <a:pt x="82668" y="9520"/>
                    </a:lnTo>
                    <a:cubicBezTo>
                      <a:pt x="84195" y="13914"/>
                      <a:pt x="85911" y="18350"/>
                      <a:pt x="87857" y="22535"/>
                    </a:cubicBezTo>
                    <a:cubicBezTo>
                      <a:pt x="87857" y="22550"/>
                      <a:pt x="87867" y="22564"/>
                      <a:pt x="87881" y="22572"/>
                    </a:cubicBezTo>
                    <a:lnTo>
                      <a:pt x="87881" y="22572"/>
                    </a:lnTo>
                    <a:cubicBezTo>
                      <a:pt x="86673" y="22239"/>
                      <a:pt x="85445" y="21926"/>
                      <a:pt x="84216" y="21614"/>
                    </a:cubicBezTo>
                    <a:cubicBezTo>
                      <a:pt x="84205" y="21580"/>
                      <a:pt x="84180" y="21564"/>
                      <a:pt x="84154" y="21564"/>
                    </a:cubicBezTo>
                    <a:cubicBezTo>
                      <a:pt x="84132" y="21564"/>
                      <a:pt x="84109" y="21574"/>
                      <a:pt x="84091" y="21593"/>
                    </a:cubicBezTo>
                    <a:cubicBezTo>
                      <a:pt x="83693" y="21489"/>
                      <a:pt x="83337" y="21405"/>
                      <a:pt x="82940" y="21300"/>
                    </a:cubicBezTo>
                    <a:cubicBezTo>
                      <a:pt x="82961" y="21279"/>
                      <a:pt x="82982" y="21238"/>
                      <a:pt x="82982" y="21196"/>
                    </a:cubicBezTo>
                    <a:cubicBezTo>
                      <a:pt x="83086" y="20568"/>
                      <a:pt x="83149" y="19961"/>
                      <a:pt x="83170" y="19334"/>
                    </a:cubicBezTo>
                    <a:lnTo>
                      <a:pt x="83170" y="19208"/>
                    </a:lnTo>
                    <a:lnTo>
                      <a:pt x="83170" y="18727"/>
                    </a:lnTo>
                    <a:lnTo>
                      <a:pt x="83170" y="18497"/>
                    </a:lnTo>
                    <a:lnTo>
                      <a:pt x="83170" y="18141"/>
                    </a:lnTo>
                    <a:cubicBezTo>
                      <a:pt x="83170" y="17994"/>
                      <a:pt x="83170" y="17890"/>
                      <a:pt x="83149" y="17764"/>
                    </a:cubicBezTo>
                    <a:cubicBezTo>
                      <a:pt x="83149" y="17681"/>
                      <a:pt x="83149" y="17576"/>
                      <a:pt x="83128" y="17513"/>
                    </a:cubicBezTo>
                    <a:cubicBezTo>
                      <a:pt x="83128" y="17346"/>
                      <a:pt x="83086" y="17157"/>
                      <a:pt x="83065" y="17011"/>
                    </a:cubicBezTo>
                    <a:lnTo>
                      <a:pt x="83065" y="16885"/>
                    </a:lnTo>
                    <a:cubicBezTo>
                      <a:pt x="82438" y="11550"/>
                      <a:pt x="79215" y="6758"/>
                      <a:pt x="74549" y="4059"/>
                    </a:cubicBezTo>
                    <a:cubicBezTo>
                      <a:pt x="74131" y="3829"/>
                      <a:pt x="73713" y="3620"/>
                      <a:pt x="73252" y="3411"/>
                    </a:cubicBezTo>
                    <a:cubicBezTo>
                      <a:pt x="73148" y="3348"/>
                      <a:pt x="73085" y="3306"/>
                      <a:pt x="72980" y="3285"/>
                    </a:cubicBezTo>
                    <a:cubicBezTo>
                      <a:pt x="72311" y="2992"/>
                      <a:pt x="71641" y="2720"/>
                      <a:pt x="70930" y="2511"/>
                    </a:cubicBezTo>
                    <a:cubicBezTo>
                      <a:pt x="70873" y="2496"/>
                      <a:pt x="70818" y="2489"/>
                      <a:pt x="70763" y="2489"/>
                    </a:cubicBezTo>
                    <a:cubicBezTo>
                      <a:pt x="70292" y="2489"/>
                      <a:pt x="69915" y="3021"/>
                      <a:pt x="70009" y="3453"/>
                    </a:cubicBezTo>
                    <a:cubicBezTo>
                      <a:pt x="68482" y="2239"/>
                      <a:pt x="66829" y="1130"/>
                      <a:pt x="65134" y="105"/>
                    </a:cubicBezTo>
                    <a:cubicBezTo>
                      <a:pt x="65008" y="32"/>
                      <a:pt x="64882" y="0"/>
                      <a:pt x="647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19388400" y="28623625"/>
                <a:ext cx="714775" cy="158125"/>
              </a:xfrm>
              <a:custGeom>
                <a:avLst/>
                <a:gdLst/>
                <a:ahLst/>
                <a:cxnLst/>
                <a:rect l="l" t="t" r="r" b="b"/>
                <a:pathLst>
                  <a:path w="28591" h="6325" extrusionOk="0">
                    <a:moveTo>
                      <a:pt x="9416" y="0"/>
                    </a:moveTo>
                    <a:cubicBezTo>
                      <a:pt x="6592" y="0"/>
                      <a:pt x="3725" y="272"/>
                      <a:pt x="942" y="711"/>
                    </a:cubicBezTo>
                    <a:cubicBezTo>
                      <a:pt x="1" y="837"/>
                      <a:pt x="1" y="2176"/>
                      <a:pt x="1026" y="2218"/>
                    </a:cubicBezTo>
                    <a:cubicBezTo>
                      <a:pt x="1193" y="2218"/>
                      <a:pt x="1361" y="2260"/>
                      <a:pt x="1549" y="2281"/>
                    </a:cubicBezTo>
                    <a:lnTo>
                      <a:pt x="1675" y="2281"/>
                    </a:lnTo>
                    <a:cubicBezTo>
                      <a:pt x="5336" y="2490"/>
                      <a:pt x="8998" y="3055"/>
                      <a:pt x="12618" y="3683"/>
                    </a:cubicBezTo>
                    <a:lnTo>
                      <a:pt x="12513" y="3683"/>
                    </a:lnTo>
                    <a:cubicBezTo>
                      <a:pt x="16070" y="4310"/>
                      <a:pt x="19606" y="5022"/>
                      <a:pt x="23163" y="5587"/>
                    </a:cubicBezTo>
                    <a:lnTo>
                      <a:pt x="23644" y="5670"/>
                    </a:lnTo>
                    <a:cubicBezTo>
                      <a:pt x="24000" y="5733"/>
                      <a:pt x="24335" y="5775"/>
                      <a:pt x="24711" y="5838"/>
                    </a:cubicBezTo>
                    <a:cubicBezTo>
                      <a:pt x="25130" y="5880"/>
                      <a:pt x="25548" y="5963"/>
                      <a:pt x="25967" y="6026"/>
                    </a:cubicBezTo>
                    <a:cubicBezTo>
                      <a:pt x="26113" y="6047"/>
                      <a:pt x="26302" y="6068"/>
                      <a:pt x="26469" y="6089"/>
                    </a:cubicBezTo>
                    <a:lnTo>
                      <a:pt x="28352" y="6319"/>
                    </a:lnTo>
                    <a:cubicBezTo>
                      <a:pt x="28364" y="6323"/>
                      <a:pt x="28377" y="6325"/>
                      <a:pt x="28389" y="6325"/>
                    </a:cubicBezTo>
                    <a:cubicBezTo>
                      <a:pt x="28500" y="6325"/>
                      <a:pt x="28591" y="6162"/>
                      <a:pt x="28478" y="6068"/>
                    </a:cubicBezTo>
                    <a:cubicBezTo>
                      <a:pt x="23142" y="1716"/>
                      <a:pt x="16760" y="105"/>
                      <a:pt x="10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78" name="Google Shape;78;p3"/>
            <p:cNvGrpSpPr/>
            <p:nvPr/>
          </p:nvGrpSpPr>
          <p:grpSpPr>
            <a:xfrm rot="-900096">
              <a:off x="7422472" y="-350658"/>
              <a:ext cx="2024065" cy="1024172"/>
              <a:chOff x="19279125" y="28273675"/>
              <a:chExt cx="2565725" cy="1298250"/>
            </a:xfrm>
          </p:grpSpPr>
          <p:sp>
            <p:nvSpPr>
              <p:cNvPr id="79" name="Google Shape;79;p3"/>
              <p:cNvSpPr/>
              <p:nvPr/>
            </p:nvSpPr>
            <p:spPr>
              <a:xfrm>
                <a:off x="19715375" y="28798125"/>
                <a:ext cx="506850" cy="665075"/>
              </a:xfrm>
              <a:custGeom>
                <a:avLst/>
                <a:gdLst/>
                <a:ahLst/>
                <a:cxnLst/>
                <a:rect l="l" t="t" r="r" b="b"/>
                <a:pathLst>
                  <a:path w="20274" h="26603" extrusionOk="0">
                    <a:moveTo>
                      <a:pt x="20102" y="0"/>
                    </a:moveTo>
                    <a:cubicBezTo>
                      <a:pt x="20089" y="0"/>
                      <a:pt x="20076" y="3"/>
                      <a:pt x="20065" y="8"/>
                    </a:cubicBezTo>
                    <a:cubicBezTo>
                      <a:pt x="20002" y="8"/>
                      <a:pt x="19981" y="29"/>
                      <a:pt x="19918" y="50"/>
                    </a:cubicBezTo>
                    <a:cubicBezTo>
                      <a:pt x="18014" y="1975"/>
                      <a:pt x="16194" y="4026"/>
                      <a:pt x="14415" y="6181"/>
                    </a:cubicBezTo>
                    <a:cubicBezTo>
                      <a:pt x="14060" y="6537"/>
                      <a:pt x="13746" y="6934"/>
                      <a:pt x="13474" y="7332"/>
                    </a:cubicBezTo>
                    <a:cubicBezTo>
                      <a:pt x="13264" y="7583"/>
                      <a:pt x="13055" y="7876"/>
                      <a:pt x="12846" y="8148"/>
                    </a:cubicBezTo>
                    <a:lnTo>
                      <a:pt x="12804" y="8169"/>
                    </a:lnTo>
                    <a:cubicBezTo>
                      <a:pt x="9561" y="12270"/>
                      <a:pt x="6506" y="16643"/>
                      <a:pt x="3577" y="20911"/>
                    </a:cubicBezTo>
                    <a:cubicBezTo>
                      <a:pt x="3577" y="20911"/>
                      <a:pt x="3577" y="20932"/>
                      <a:pt x="3556" y="20932"/>
                    </a:cubicBezTo>
                    <a:cubicBezTo>
                      <a:pt x="3556" y="20953"/>
                      <a:pt x="3535" y="20953"/>
                      <a:pt x="3535" y="20974"/>
                    </a:cubicBezTo>
                    <a:cubicBezTo>
                      <a:pt x="2447" y="22522"/>
                      <a:pt x="1401" y="24050"/>
                      <a:pt x="355" y="25535"/>
                    </a:cubicBezTo>
                    <a:cubicBezTo>
                      <a:pt x="0" y="26042"/>
                      <a:pt x="531" y="26603"/>
                      <a:pt x="1046" y="26603"/>
                    </a:cubicBezTo>
                    <a:cubicBezTo>
                      <a:pt x="1169" y="26603"/>
                      <a:pt x="1292" y="26571"/>
                      <a:pt x="1401" y="26498"/>
                    </a:cubicBezTo>
                    <a:cubicBezTo>
                      <a:pt x="1987" y="26142"/>
                      <a:pt x="2593" y="25745"/>
                      <a:pt x="3137" y="25347"/>
                    </a:cubicBezTo>
                    <a:cubicBezTo>
                      <a:pt x="3158" y="25347"/>
                      <a:pt x="3158" y="25326"/>
                      <a:pt x="3158" y="25326"/>
                    </a:cubicBezTo>
                    <a:cubicBezTo>
                      <a:pt x="11423" y="19593"/>
                      <a:pt x="18746" y="10177"/>
                      <a:pt x="20274" y="239"/>
                    </a:cubicBezTo>
                    <a:cubicBezTo>
                      <a:pt x="20274" y="155"/>
                      <a:pt x="20232" y="113"/>
                      <a:pt x="20211" y="50"/>
                    </a:cubicBezTo>
                    <a:cubicBezTo>
                      <a:pt x="20180" y="20"/>
                      <a:pt x="20139" y="0"/>
                      <a:pt x="201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20308800" y="28749150"/>
                <a:ext cx="511325" cy="822775"/>
              </a:xfrm>
              <a:custGeom>
                <a:avLst/>
                <a:gdLst/>
                <a:ahLst/>
                <a:cxnLst/>
                <a:rect l="l" t="t" r="r" b="b"/>
                <a:pathLst>
                  <a:path w="20453" h="32911" extrusionOk="0">
                    <a:moveTo>
                      <a:pt x="20227" y="1"/>
                    </a:moveTo>
                    <a:cubicBezTo>
                      <a:pt x="20190" y="1"/>
                      <a:pt x="20153" y="8"/>
                      <a:pt x="20118" y="22"/>
                    </a:cubicBezTo>
                    <a:cubicBezTo>
                      <a:pt x="20097" y="22"/>
                      <a:pt x="20097" y="63"/>
                      <a:pt x="20076" y="84"/>
                    </a:cubicBezTo>
                    <a:cubicBezTo>
                      <a:pt x="19804" y="335"/>
                      <a:pt x="19574" y="607"/>
                      <a:pt x="19302" y="900"/>
                    </a:cubicBezTo>
                    <a:cubicBezTo>
                      <a:pt x="19302" y="900"/>
                      <a:pt x="19302" y="921"/>
                      <a:pt x="19281" y="921"/>
                    </a:cubicBezTo>
                    <a:cubicBezTo>
                      <a:pt x="19051" y="1172"/>
                      <a:pt x="18841" y="1444"/>
                      <a:pt x="18632" y="1695"/>
                    </a:cubicBezTo>
                    <a:cubicBezTo>
                      <a:pt x="18569" y="1758"/>
                      <a:pt x="18528" y="1842"/>
                      <a:pt x="18465" y="1884"/>
                    </a:cubicBezTo>
                    <a:cubicBezTo>
                      <a:pt x="18318" y="2093"/>
                      <a:pt x="18130" y="2302"/>
                      <a:pt x="17984" y="2512"/>
                    </a:cubicBezTo>
                    <a:cubicBezTo>
                      <a:pt x="17921" y="2595"/>
                      <a:pt x="17837" y="2679"/>
                      <a:pt x="17795" y="2784"/>
                    </a:cubicBezTo>
                    <a:cubicBezTo>
                      <a:pt x="17628" y="2993"/>
                      <a:pt x="17502" y="3160"/>
                      <a:pt x="17356" y="3369"/>
                    </a:cubicBezTo>
                    <a:cubicBezTo>
                      <a:pt x="17293" y="3453"/>
                      <a:pt x="17209" y="3558"/>
                      <a:pt x="17168" y="3641"/>
                    </a:cubicBezTo>
                    <a:cubicBezTo>
                      <a:pt x="17000" y="3851"/>
                      <a:pt x="16875" y="4060"/>
                      <a:pt x="16749" y="4269"/>
                    </a:cubicBezTo>
                    <a:cubicBezTo>
                      <a:pt x="16686" y="4353"/>
                      <a:pt x="16644" y="4436"/>
                      <a:pt x="16561" y="4520"/>
                    </a:cubicBezTo>
                    <a:lnTo>
                      <a:pt x="16100" y="5232"/>
                    </a:lnTo>
                    <a:cubicBezTo>
                      <a:pt x="16059" y="5273"/>
                      <a:pt x="16017" y="5336"/>
                      <a:pt x="15996" y="5420"/>
                    </a:cubicBezTo>
                    <a:cubicBezTo>
                      <a:pt x="15598" y="6006"/>
                      <a:pt x="15222" y="6633"/>
                      <a:pt x="14866" y="7282"/>
                    </a:cubicBezTo>
                    <a:cubicBezTo>
                      <a:pt x="14803" y="7345"/>
                      <a:pt x="14782" y="7429"/>
                      <a:pt x="14740" y="7512"/>
                    </a:cubicBezTo>
                    <a:cubicBezTo>
                      <a:pt x="14594" y="7742"/>
                      <a:pt x="14468" y="7973"/>
                      <a:pt x="14322" y="8203"/>
                    </a:cubicBezTo>
                    <a:cubicBezTo>
                      <a:pt x="14259" y="8286"/>
                      <a:pt x="14217" y="8391"/>
                      <a:pt x="14155" y="8475"/>
                    </a:cubicBezTo>
                    <a:lnTo>
                      <a:pt x="13757" y="9186"/>
                    </a:lnTo>
                    <a:cubicBezTo>
                      <a:pt x="13715" y="9249"/>
                      <a:pt x="13652" y="9333"/>
                      <a:pt x="13631" y="9416"/>
                    </a:cubicBezTo>
                    <a:cubicBezTo>
                      <a:pt x="13485" y="9709"/>
                      <a:pt x="13318" y="9960"/>
                      <a:pt x="13171" y="10253"/>
                    </a:cubicBezTo>
                    <a:cubicBezTo>
                      <a:pt x="12962" y="10609"/>
                      <a:pt x="12753" y="10986"/>
                      <a:pt x="12564" y="11341"/>
                    </a:cubicBezTo>
                    <a:cubicBezTo>
                      <a:pt x="12502" y="11488"/>
                      <a:pt x="12439" y="11592"/>
                      <a:pt x="12376" y="11718"/>
                    </a:cubicBezTo>
                    <a:lnTo>
                      <a:pt x="12062" y="12262"/>
                    </a:lnTo>
                    <a:cubicBezTo>
                      <a:pt x="11539" y="13224"/>
                      <a:pt x="10995" y="14166"/>
                      <a:pt x="10409" y="15108"/>
                    </a:cubicBezTo>
                    <a:cubicBezTo>
                      <a:pt x="8568" y="18183"/>
                      <a:pt x="6622" y="21217"/>
                      <a:pt x="4718" y="24251"/>
                    </a:cubicBezTo>
                    <a:lnTo>
                      <a:pt x="4718" y="24272"/>
                    </a:lnTo>
                    <a:lnTo>
                      <a:pt x="4718" y="24293"/>
                    </a:lnTo>
                    <a:lnTo>
                      <a:pt x="4718" y="24314"/>
                    </a:lnTo>
                    <a:lnTo>
                      <a:pt x="4718" y="24356"/>
                    </a:lnTo>
                    <a:lnTo>
                      <a:pt x="4718" y="24377"/>
                    </a:lnTo>
                    <a:cubicBezTo>
                      <a:pt x="3693" y="26030"/>
                      <a:pt x="2668" y="27641"/>
                      <a:pt x="1684" y="29315"/>
                    </a:cubicBezTo>
                    <a:lnTo>
                      <a:pt x="1684" y="29336"/>
                    </a:lnTo>
                    <a:lnTo>
                      <a:pt x="1684" y="29377"/>
                    </a:lnTo>
                    <a:lnTo>
                      <a:pt x="1684" y="29398"/>
                    </a:lnTo>
                    <a:lnTo>
                      <a:pt x="1684" y="29419"/>
                    </a:lnTo>
                    <a:lnTo>
                      <a:pt x="1684" y="29461"/>
                    </a:lnTo>
                    <a:cubicBezTo>
                      <a:pt x="1621" y="29503"/>
                      <a:pt x="1600" y="29587"/>
                      <a:pt x="1559" y="29670"/>
                    </a:cubicBezTo>
                    <a:lnTo>
                      <a:pt x="1559" y="29691"/>
                    </a:lnTo>
                    <a:cubicBezTo>
                      <a:pt x="1140" y="30361"/>
                      <a:pt x="743" y="31072"/>
                      <a:pt x="345" y="31763"/>
                    </a:cubicBezTo>
                    <a:cubicBezTo>
                      <a:pt x="1" y="32365"/>
                      <a:pt x="520" y="32911"/>
                      <a:pt x="1088" y="32911"/>
                    </a:cubicBezTo>
                    <a:cubicBezTo>
                      <a:pt x="1210" y="32911"/>
                      <a:pt x="1335" y="32886"/>
                      <a:pt x="1454" y="32830"/>
                    </a:cubicBezTo>
                    <a:cubicBezTo>
                      <a:pt x="1517" y="32809"/>
                      <a:pt x="1600" y="32746"/>
                      <a:pt x="1684" y="32662"/>
                    </a:cubicBezTo>
                    <a:cubicBezTo>
                      <a:pt x="6476" y="28038"/>
                      <a:pt x="10388" y="22556"/>
                      <a:pt x="13757" y="16844"/>
                    </a:cubicBezTo>
                    <a:cubicBezTo>
                      <a:pt x="16247" y="12408"/>
                      <a:pt x="19051" y="7721"/>
                      <a:pt x="20097" y="2700"/>
                    </a:cubicBezTo>
                    <a:cubicBezTo>
                      <a:pt x="20097" y="2658"/>
                      <a:pt x="20118" y="2616"/>
                      <a:pt x="20118" y="2595"/>
                    </a:cubicBezTo>
                    <a:cubicBezTo>
                      <a:pt x="20160" y="2365"/>
                      <a:pt x="20222" y="2093"/>
                      <a:pt x="20243" y="1863"/>
                    </a:cubicBezTo>
                    <a:cubicBezTo>
                      <a:pt x="20243" y="1800"/>
                      <a:pt x="20264" y="1779"/>
                      <a:pt x="20264" y="1737"/>
                    </a:cubicBezTo>
                    <a:lnTo>
                      <a:pt x="20348" y="1172"/>
                    </a:lnTo>
                    <a:cubicBezTo>
                      <a:pt x="20390" y="1068"/>
                      <a:pt x="20390" y="1005"/>
                      <a:pt x="20390" y="879"/>
                    </a:cubicBezTo>
                    <a:cubicBezTo>
                      <a:pt x="20411" y="733"/>
                      <a:pt x="20411" y="607"/>
                      <a:pt x="20432" y="440"/>
                    </a:cubicBezTo>
                    <a:cubicBezTo>
                      <a:pt x="20432" y="356"/>
                      <a:pt x="20453" y="294"/>
                      <a:pt x="20453" y="210"/>
                    </a:cubicBezTo>
                    <a:lnTo>
                      <a:pt x="20453" y="126"/>
                    </a:lnTo>
                    <a:cubicBezTo>
                      <a:pt x="20453" y="105"/>
                      <a:pt x="20432" y="105"/>
                      <a:pt x="20432" y="84"/>
                    </a:cubicBezTo>
                    <a:cubicBezTo>
                      <a:pt x="20376" y="29"/>
                      <a:pt x="20301" y="1"/>
                      <a:pt x="20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20182700" y="28375125"/>
                <a:ext cx="603425" cy="350075"/>
              </a:xfrm>
              <a:custGeom>
                <a:avLst/>
                <a:gdLst/>
                <a:ahLst/>
                <a:cxnLst/>
                <a:rect l="l" t="t" r="r" b="b"/>
                <a:pathLst>
                  <a:path w="24137" h="14003" extrusionOk="0">
                    <a:moveTo>
                      <a:pt x="808" y="1"/>
                    </a:moveTo>
                    <a:cubicBezTo>
                      <a:pt x="364" y="1"/>
                      <a:pt x="1" y="496"/>
                      <a:pt x="137" y="922"/>
                    </a:cubicBezTo>
                    <a:cubicBezTo>
                      <a:pt x="179" y="1027"/>
                      <a:pt x="263" y="1131"/>
                      <a:pt x="367" y="1215"/>
                    </a:cubicBezTo>
                    <a:cubicBezTo>
                      <a:pt x="6623" y="6404"/>
                      <a:pt x="13131" y="11070"/>
                      <a:pt x="20935" y="13288"/>
                    </a:cubicBezTo>
                    <a:cubicBezTo>
                      <a:pt x="20977" y="13309"/>
                      <a:pt x="21040" y="13309"/>
                      <a:pt x="21103" y="13351"/>
                    </a:cubicBezTo>
                    <a:cubicBezTo>
                      <a:pt x="21500" y="13434"/>
                      <a:pt x="21919" y="13560"/>
                      <a:pt x="22316" y="13643"/>
                    </a:cubicBezTo>
                    <a:cubicBezTo>
                      <a:pt x="22421" y="13685"/>
                      <a:pt x="22484" y="13706"/>
                      <a:pt x="22588" y="13727"/>
                    </a:cubicBezTo>
                    <a:cubicBezTo>
                      <a:pt x="22965" y="13811"/>
                      <a:pt x="23362" y="13895"/>
                      <a:pt x="23718" y="13957"/>
                    </a:cubicBezTo>
                    <a:cubicBezTo>
                      <a:pt x="23781" y="13957"/>
                      <a:pt x="23802" y="13999"/>
                      <a:pt x="23823" y="13999"/>
                    </a:cubicBezTo>
                    <a:cubicBezTo>
                      <a:pt x="23838" y="14001"/>
                      <a:pt x="23852" y="14002"/>
                      <a:pt x="23867" y="14002"/>
                    </a:cubicBezTo>
                    <a:cubicBezTo>
                      <a:pt x="23990" y="14002"/>
                      <a:pt x="24078" y="13923"/>
                      <a:pt x="24116" y="13811"/>
                    </a:cubicBezTo>
                    <a:cubicBezTo>
                      <a:pt x="24137" y="13769"/>
                      <a:pt x="24137" y="13727"/>
                      <a:pt x="24116" y="13685"/>
                    </a:cubicBezTo>
                    <a:cubicBezTo>
                      <a:pt x="24116" y="13643"/>
                      <a:pt x="24095" y="13602"/>
                      <a:pt x="24032" y="13581"/>
                    </a:cubicBezTo>
                    <a:cubicBezTo>
                      <a:pt x="23676" y="13309"/>
                      <a:pt x="23341" y="13037"/>
                      <a:pt x="22965" y="12765"/>
                    </a:cubicBezTo>
                    <a:cubicBezTo>
                      <a:pt x="22923" y="12744"/>
                      <a:pt x="22860" y="12681"/>
                      <a:pt x="22818" y="12660"/>
                    </a:cubicBezTo>
                    <a:cubicBezTo>
                      <a:pt x="22525" y="12451"/>
                      <a:pt x="22212" y="12221"/>
                      <a:pt x="21919" y="12011"/>
                    </a:cubicBezTo>
                    <a:lnTo>
                      <a:pt x="21688" y="11844"/>
                    </a:lnTo>
                    <a:cubicBezTo>
                      <a:pt x="21333" y="11614"/>
                      <a:pt x="21019" y="11384"/>
                      <a:pt x="20684" y="11175"/>
                    </a:cubicBezTo>
                    <a:lnTo>
                      <a:pt x="20663" y="11133"/>
                    </a:lnTo>
                    <a:cubicBezTo>
                      <a:pt x="16876" y="8580"/>
                      <a:pt x="12859" y="6404"/>
                      <a:pt x="8841" y="4228"/>
                    </a:cubicBezTo>
                    <a:cubicBezTo>
                      <a:pt x="8841" y="4228"/>
                      <a:pt x="8820" y="4228"/>
                      <a:pt x="8820" y="4207"/>
                    </a:cubicBezTo>
                    <a:lnTo>
                      <a:pt x="8800" y="4207"/>
                    </a:lnTo>
                    <a:cubicBezTo>
                      <a:pt x="6226" y="2847"/>
                      <a:pt x="3673" y="1508"/>
                      <a:pt x="1121" y="85"/>
                    </a:cubicBezTo>
                    <a:cubicBezTo>
                      <a:pt x="1016" y="27"/>
                      <a:pt x="910" y="1"/>
                      <a:pt x="8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2" name="Google Shape;82;p3"/>
              <p:cNvSpPr/>
              <p:nvPr/>
            </p:nvSpPr>
            <p:spPr>
              <a:xfrm>
                <a:off x="19914100" y="28430850"/>
                <a:ext cx="673250" cy="292175"/>
              </a:xfrm>
              <a:custGeom>
                <a:avLst/>
                <a:gdLst/>
                <a:ahLst/>
                <a:cxnLst/>
                <a:rect l="l" t="t" r="r" b="b"/>
                <a:pathLst>
                  <a:path w="26930" h="11687" extrusionOk="0">
                    <a:moveTo>
                      <a:pt x="1364" y="1"/>
                    </a:moveTo>
                    <a:cubicBezTo>
                      <a:pt x="1157" y="1"/>
                      <a:pt x="953" y="11"/>
                      <a:pt x="754" y="32"/>
                    </a:cubicBezTo>
                    <a:cubicBezTo>
                      <a:pt x="210" y="53"/>
                      <a:pt x="1" y="492"/>
                      <a:pt x="106" y="911"/>
                    </a:cubicBezTo>
                    <a:cubicBezTo>
                      <a:pt x="210" y="1141"/>
                      <a:pt x="357" y="1392"/>
                      <a:pt x="650" y="1476"/>
                    </a:cubicBezTo>
                    <a:cubicBezTo>
                      <a:pt x="3683" y="2522"/>
                      <a:pt x="6696" y="3610"/>
                      <a:pt x="9647" y="4782"/>
                    </a:cubicBezTo>
                    <a:lnTo>
                      <a:pt x="9626" y="4782"/>
                    </a:lnTo>
                    <a:cubicBezTo>
                      <a:pt x="11802" y="5640"/>
                      <a:pt x="13936" y="6581"/>
                      <a:pt x="16091" y="7606"/>
                    </a:cubicBezTo>
                    <a:cubicBezTo>
                      <a:pt x="16970" y="8025"/>
                      <a:pt x="17807" y="8464"/>
                      <a:pt x="18644" y="8925"/>
                    </a:cubicBezTo>
                    <a:cubicBezTo>
                      <a:pt x="21238" y="10222"/>
                      <a:pt x="23770" y="11394"/>
                      <a:pt x="26783" y="11686"/>
                    </a:cubicBezTo>
                    <a:cubicBezTo>
                      <a:pt x="26825" y="11686"/>
                      <a:pt x="26867" y="11686"/>
                      <a:pt x="26888" y="11666"/>
                    </a:cubicBezTo>
                    <a:cubicBezTo>
                      <a:pt x="26909" y="11645"/>
                      <a:pt x="26930" y="11582"/>
                      <a:pt x="26930" y="11498"/>
                    </a:cubicBezTo>
                    <a:cubicBezTo>
                      <a:pt x="26930" y="11414"/>
                      <a:pt x="26888" y="11373"/>
                      <a:pt x="26804" y="11352"/>
                    </a:cubicBezTo>
                    <a:lnTo>
                      <a:pt x="26783" y="11352"/>
                    </a:lnTo>
                    <a:cubicBezTo>
                      <a:pt x="26553" y="11268"/>
                      <a:pt x="26344" y="11184"/>
                      <a:pt x="26093" y="11080"/>
                    </a:cubicBezTo>
                    <a:cubicBezTo>
                      <a:pt x="26051" y="11059"/>
                      <a:pt x="25988" y="11038"/>
                      <a:pt x="25946" y="11038"/>
                    </a:cubicBezTo>
                    <a:cubicBezTo>
                      <a:pt x="25737" y="10954"/>
                      <a:pt x="25528" y="10850"/>
                      <a:pt x="25318" y="10745"/>
                    </a:cubicBezTo>
                    <a:cubicBezTo>
                      <a:pt x="25256" y="10724"/>
                      <a:pt x="25214" y="10682"/>
                      <a:pt x="25130" y="10661"/>
                    </a:cubicBezTo>
                    <a:cubicBezTo>
                      <a:pt x="24921" y="10557"/>
                      <a:pt x="24733" y="10452"/>
                      <a:pt x="24523" y="10347"/>
                    </a:cubicBezTo>
                    <a:lnTo>
                      <a:pt x="24377" y="10264"/>
                    </a:lnTo>
                    <a:cubicBezTo>
                      <a:pt x="24189" y="10159"/>
                      <a:pt x="24042" y="10054"/>
                      <a:pt x="23854" y="9950"/>
                    </a:cubicBezTo>
                    <a:cubicBezTo>
                      <a:pt x="23791" y="9929"/>
                      <a:pt x="23749" y="9908"/>
                      <a:pt x="23686" y="9845"/>
                    </a:cubicBezTo>
                    <a:cubicBezTo>
                      <a:pt x="23519" y="9762"/>
                      <a:pt x="23331" y="9615"/>
                      <a:pt x="23142" y="9510"/>
                    </a:cubicBezTo>
                    <a:cubicBezTo>
                      <a:pt x="23059" y="9469"/>
                      <a:pt x="23017" y="9427"/>
                      <a:pt x="22933" y="9385"/>
                    </a:cubicBezTo>
                    <a:cubicBezTo>
                      <a:pt x="22745" y="9280"/>
                      <a:pt x="22598" y="9155"/>
                      <a:pt x="22410" y="9029"/>
                    </a:cubicBezTo>
                    <a:cubicBezTo>
                      <a:pt x="22326" y="8966"/>
                      <a:pt x="22264" y="8925"/>
                      <a:pt x="22180" y="8841"/>
                    </a:cubicBezTo>
                    <a:cubicBezTo>
                      <a:pt x="22054" y="8757"/>
                      <a:pt x="21950" y="8673"/>
                      <a:pt x="21845" y="8569"/>
                    </a:cubicBezTo>
                    <a:cubicBezTo>
                      <a:pt x="21678" y="8443"/>
                      <a:pt x="21531" y="8339"/>
                      <a:pt x="21364" y="8213"/>
                    </a:cubicBezTo>
                    <a:cubicBezTo>
                      <a:pt x="21343" y="8192"/>
                      <a:pt x="21280" y="8150"/>
                      <a:pt x="21259" y="8129"/>
                    </a:cubicBezTo>
                    <a:cubicBezTo>
                      <a:pt x="18769" y="6246"/>
                      <a:pt x="16363" y="4112"/>
                      <a:pt x="13559" y="2773"/>
                    </a:cubicBezTo>
                    <a:cubicBezTo>
                      <a:pt x="10023" y="1078"/>
                      <a:pt x="6006" y="137"/>
                      <a:pt x="2051" y="32"/>
                    </a:cubicBezTo>
                    <a:lnTo>
                      <a:pt x="1989" y="32"/>
                    </a:lnTo>
                    <a:cubicBezTo>
                      <a:pt x="1779" y="11"/>
                      <a:pt x="1570" y="1"/>
                      <a:pt x="13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3" name="Google Shape;83;p3"/>
              <p:cNvSpPr/>
              <p:nvPr/>
            </p:nvSpPr>
            <p:spPr>
              <a:xfrm>
                <a:off x="19600250" y="28499650"/>
                <a:ext cx="774200" cy="245875"/>
              </a:xfrm>
              <a:custGeom>
                <a:avLst/>
                <a:gdLst/>
                <a:ahLst/>
                <a:cxnLst/>
                <a:rect l="l" t="t" r="r" b="b"/>
                <a:pathLst>
                  <a:path w="30968" h="9835" extrusionOk="0">
                    <a:moveTo>
                      <a:pt x="6613" y="0"/>
                    </a:moveTo>
                    <a:cubicBezTo>
                      <a:pt x="4520" y="0"/>
                      <a:pt x="2532" y="63"/>
                      <a:pt x="733" y="251"/>
                    </a:cubicBezTo>
                    <a:cubicBezTo>
                      <a:pt x="252" y="272"/>
                      <a:pt x="1" y="753"/>
                      <a:pt x="105" y="1151"/>
                    </a:cubicBezTo>
                    <a:cubicBezTo>
                      <a:pt x="105" y="1318"/>
                      <a:pt x="252" y="1507"/>
                      <a:pt x="545" y="1590"/>
                    </a:cubicBezTo>
                    <a:cubicBezTo>
                      <a:pt x="5859" y="2678"/>
                      <a:pt x="11007" y="4080"/>
                      <a:pt x="16154" y="5712"/>
                    </a:cubicBezTo>
                    <a:cubicBezTo>
                      <a:pt x="16509" y="5817"/>
                      <a:pt x="16844" y="5963"/>
                      <a:pt x="17179" y="6068"/>
                    </a:cubicBezTo>
                    <a:lnTo>
                      <a:pt x="17158" y="6068"/>
                    </a:lnTo>
                    <a:cubicBezTo>
                      <a:pt x="18518" y="6528"/>
                      <a:pt x="19878" y="7051"/>
                      <a:pt x="21259" y="7574"/>
                    </a:cubicBezTo>
                    <a:cubicBezTo>
                      <a:pt x="21343" y="7595"/>
                      <a:pt x="21385" y="7637"/>
                      <a:pt x="21468" y="7658"/>
                    </a:cubicBezTo>
                    <a:cubicBezTo>
                      <a:pt x="21489" y="7658"/>
                      <a:pt x="21531" y="7679"/>
                      <a:pt x="21573" y="7679"/>
                    </a:cubicBezTo>
                    <a:cubicBezTo>
                      <a:pt x="24000" y="8579"/>
                      <a:pt x="26490" y="9416"/>
                      <a:pt x="29022" y="9730"/>
                    </a:cubicBezTo>
                    <a:lnTo>
                      <a:pt x="29064" y="9730"/>
                    </a:lnTo>
                    <a:cubicBezTo>
                      <a:pt x="29182" y="9747"/>
                      <a:pt x="29355" y="9777"/>
                      <a:pt x="29528" y="9777"/>
                    </a:cubicBezTo>
                    <a:cubicBezTo>
                      <a:pt x="29569" y="9777"/>
                      <a:pt x="29610" y="9775"/>
                      <a:pt x="29649" y="9771"/>
                    </a:cubicBezTo>
                    <a:cubicBezTo>
                      <a:pt x="29838" y="9792"/>
                      <a:pt x="30026" y="9792"/>
                      <a:pt x="30173" y="9834"/>
                    </a:cubicBezTo>
                    <a:lnTo>
                      <a:pt x="30319" y="9834"/>
                    </a:lnTo>
                    <a:cubicBezTo>
                      <a:pt x="30361" y="9834"/>
                      <a:pt x="30424" y="9834"/>
                      <a:pt x="30466" y="9792"/>
                    </a:cubicBezTo>
                    <a:cubicBezTo>
                      <a:pt x="30758" y="9730"/>
                      <a:pt x="30968" y="9374"/>
                      <a:pt x="30905" y="9060"/>
                    </a:cubicBezTo>
                    <a:cubicBezTo>
                      <a:pt x="30884" y="8997"/>
                      <a:pt x="30884" y="8914"/>
                      <a:pt x="30821" y="8851"/>
                    </a:cubicBezTo>
                    <a:cubicBezTo>
                      <a:pt x="30779" y="8788"/>
                      <a:pt x="30717" y="8725"/>
                      <a:pt x="30675" y="8642"/>
                    </a:cubicBezTo>
                    <a:cubicBezTo>
                      <a:pt x="30445" y="8328"/>
                      <a:pt x="30173" y="8056"/>
                      <a:pt x="29942" y="7763"/>
                    </a:cubicBezTo>
                    <a:cubicBezTo>
                      <a:pt x="29733" y="7428"/>
                      <a:pt x="29440" y="7135"/>
                      <a:pt x="29105" y="6905"/>
                    </a:cubicBezTo>
                    <a:cubicBezTo>
                      <a:pt x="23686" y="1716"/>
                      <a:pt x="14501" y="42"/>
                      <a:pt x="66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20149825" y="28752300"/>
                <a:ext cx="462625" cy="768775"/>
              </a:xfrm>
              <a:custGeom>
                <a:avLst/>
                <a:gdLst/>
                <a:ahLst/>
                <a:cxnLst/>
                <a:rect l="l" t="t" r="r" b="b"/>
                <a:pathLst>
                  <a:path w="18505" h="30751" extrusionOk="0">
                    <a:moveTo>
                      <a:pt x="13598" y="8453"/>
                    </a:moveTo>
                    <a:cubicBezTo>
                      <a:pt x="13593" y="8459"/>
                      <a:pt x="13588" y="8464"/>
                      <a:pt x="13588" y="8474"/>
                    </a:cubicBezTo>
                    <a:lnTo>
                      <a:pt x="13588" y="8474"/>
                    </a:lnTo>
                    <a:cubicBezTo>
                      <a:pt x="13591" y="8467"/>
                      <a:pt x="13595" y="8460"/>
                      <a:pt x="13598" y="8453"/>
                    </a:cubicBezTo>
                    <a:close/>
                    <a:moveTo>
                      <a:pt x="18233" y="0"/>
                    </a:moveTo>
                    <a:cubicBezTo>
                      <a:pt x="18170" y="0"/>
                      <a:pt x="18066" y="42"/>
                      <a:pt x="18003" y="84"/>
                    </a:cubicBezTo>
                    <a:cubicBezTo>
                      <a:pt x="17773" y="293"/>
                      <a:pt x="17563" y="481"/>
                      <a:pt x="17333" y="691"/>
                    </a:cubicBezTo>
                    <a:cubicBezTo>
                      <a:pt x="17255" y="769"/>
                      <a:pt x="17323" y="902"/>
                      <a:pt x="17418" y="902"/>
                    </a:cubicBezTo>
                    <a:cubicBezTo>
                      <a:pt x="17424" y="902"/>
                      <a:pt x="17431" y="901"/>
                      <a:pt x="17438" y="900"/>
                    </a:cubicBezTo>
                    <a:lnTo>
                      <a:pt x="17438" y="900"/>
                    </a:lnTo>
                    <a:cubicBezTo>
                      <a:pt x="17375" y="921"/>
                      <a:pt x="17354" y="942"/>
                      <a:pt x="17291" y="984"/>
                    </a:cubicBezTo>
                    <a:cubicBezTo>
                      <a:pt x="17291" y="984"/>
                      <a:pt x="17270" y="984"/>
                      <a:pt x="17270" y="1005"/>
                    </a:cubicBezTo>
                    <a:cubicBezTo>
                      <a:pt x="17229" y="1025"/>
                      <a:pt x="17187" y="1046"/>
                      <a:pt x="17145" y="1109"/>
                    </a:cubicBezTo>
                    <a:lnTo>
                      <a:pt x="17124" y="1130"/>
                    </a:lnTo>
                    <a:lnTo>
                      <a:pt x="16977" y="1256"/>
                    </a:lnTo>
                    <a:cubicBezTo>
                      <a:pt x="16957" y="1297"/>
                      <a:pt x="16936" y="1318"/>
                      <a:pt x="16915" y="1360"/>
                    </a:cubicBezTo>
                    <a:lnTo>
                      <a:pt x="16852" y="1423"/>
                    </a:lnTo>
                    <a:cubicBezTo>
                      <a:pt x="16203" y="2302"/>
                      <a:pt x="15471" y="4143"/>
                      <a:pt x="14927" y="5524"/>
                    </a:cubicBezTo>
                    <a:cubicBezTo>
                      <a:pt x="14760" y="5922"/>
                      <a:pt x="14613" y="6340"/>
                      <a:pt x="14446" y="6738"/>
                    </a:cubicBezTo>
                    <a:cubicBezTo>
                      <a:pt x="14446" y="6759"/>
                      <a:pt x="14425" y="6779"/>
                      <a:pt x="14425" y="6800"/>
                    </a:cubicBezTo>
                    <a:cubicBezTo>
                      <a:pt x="14425" y="6842"/>
                      <a:pt x="14404" y="6842"/>
                      <a:pt x="14404" y="6863"/>
                    </a:cubicBezTo>
                    <a:cubicBezTo>
                      <a:pt x="14341" y="6968"/>
                      <a:pt x="14320" y="7051"/>
                      <a:pt x="14299" y="7093"/>
                    </a:cubicBezTo>
                    <a:cubicBezTo>
                      <a:pt x="14236" y="7219"/>
                      <a:pt x="14153" y="7365"/>
                      <a:pt x="14111" y="7470"/>
                    </a:cubicBezTo>
                    <a:cubicBezTo>
                      <a:pt x="13930" y="7793"/>
                      <a:pt x="13787" y="8115"/>
                      <a:pt x="13608" y="8438"/>
                    </a:cubicBezTo>
                    <a:lnTo>
                      <a:pt x="13608" y="8438"/>
                    </a:lnTo>
                    <a:cubicBezTo>
                      <a:pt x="13609" y="8436"/>
                      <a:pt x="13609" y="8434"/>
                      <a:pt x="13609" y="8432"/>
                    </a:cubicBezTo>
                    <a:lnTo>
                      <a:pt x="13609" y="8432"/>
                    </a:lnTo>
                    <a:cubicBezTo>
                      <a:pt x="13605" y="8439"/>
                      <a:pt x="13602" y="8446"/>
                      <a:pt x="13598" y="8453"/>
                    </a:cubicBezTo>
                    <a:lnTo>
                      <a:pt x="13598" y="8453"/>
                    </a:lnTo>
                    <a:cubicBezTo>
                      <a:pt x="13599" y="8452"/>
                      <a:pt x="13600" y="8451"/>
                      <a:pt x="13601" y="8450"/>
                    </a:cubicBezTo>
                    <a:lnTo>
                      <a:pt x="13601" y="8450"/>
                    </a:lnTo>
                    <a:cubicBezTo>
                      <a:pt x="13597" y="8458"/>
                      <a:pt x="13592" y="8466"/>
                      <a:pt x="13588" y="8474"/>
                    </a:cubicBezTo>
                    <a:cubicBezTo>
                      <a:pt x="13588" y="8474"/>
                      <a:pt x="13588" y="8474"/>
                      <a:pt x="13588" y="8474"/>
                    </a:cubicBezTo>
                    <a:lnTo>
                      <a:pt x="13588" y="8474"/>
                    </a:lnTo>
                    <a:cubicBezTo>
                      <a:pt x="12527" y="10595"/>
                      <a:pt x="11404" y="12735"/>
                      <a:pt x="10261" y="14814"/>
                    </a:cubicBezTo>
                    <a:cubicBezTo>
                      <a:pt x="8294" y="18308"/>
                      <a:pt x="6181" y="21635"/>
                      <a:pt x="3900" y="24878"/>
                    </a:cubicBezTo>
                    <a:cubicBezTo>
                      <a:pt x="2729" y="26552"/>
                      <a:pt x="1536" y="28226"/>
                      <a:pt x="301" y="29879"/>
                    </a:cubicBezTo>
                    <a:cubicBezTo>
                      <a:pt x="1" y="30291"/>
                      <a:pt x="299" y="30750"/>
                      <a:pt x="688" y="30750"/>
                    </a:cubicBezTo>
                    <a:cubicBezTo>
                      <a:pt x="813" y="30750"/>
                      <a:pt x="948" y="30703"/>
                      <a:pt x="1076" y="30591"/>
                    </a:cubicBezTo>
                    <a:cubicBezTo>
                      <a:pt x="2540" y="29251"/>
                      <a:pt x="4047" y="27787"/>
                      <a:pt x="5532" y="26155"/>
                    </a:cubicBezTo>
                    <a:lnTo>
                      <a:pt x="5532" y="26134"/>
                    </a:lnTo>
                    <a:lnTo>
                      <a:pt x="5616" y="26050"/>
                    </a:lnTo>
                    <a:cubicBezTo>
                      <a:pt x="11726" y="19355"/>
                      <a:pt x="17375" y="10546"/>
                      <a:pt x="18379" y="1988"/>
                    </a:cubicBezTo>
                    <a:lnTo>
                      <a:pt x="18379" y="1883"/>
                    </a:lnTo>
                    <a:cubicBezTo>
                      <a:pt x="18421" y="1360"/>
                      <a:pt x="18484" y="816"/>
                      <a:pt x="18505" y="293"/>
                    </a:cubicBezTo>
                    <a:lnTo>
                      <a:pt x="18505" y="189"/>
                    </a:lnTo>
                    <a:cubicBezTo>
                      <a:pt x="18484" y="84"/>
                      <a:pt x="18379" y="0"/>
                      <a:pt x="18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19279125" y="28273675"/>
                <a:ext cx="2565725" cy="1180375"/>
              </a:xfrm>
              <a:custGeom>
                <a:avLst/>
                <a:gdLst/>
                <a:ahLst/>
                <a:cxnLst/>
                <a:rect l="l" t="t" r="r" b="b"/>
                <a:pathLst>
                  <a:path w="102629" h="47215" extrusionOk="0">
                    <a:moveTo>
                      <a:pt x="72729" y="5754"/>
                    </a:moveTo>
                    <a:lnTo>
                      <a:pt x="72729" y="5754"/>
                    </a:lnTo>
                    <a:cubicBezTo>
                      <a:pt x="73231" y="6277"/>
                      <a:pt x="73733" y="6800"/>
                      <a:pt x="74194" y="7365"/>
                    </a:cubicBezTo>
                    <a:cubicBezTo>
                      <a:pt x="74232" y="7403"/>
                      <a:pt x="74269" y="7419"/>
                      <a:pt x="74305" y="7419"/>
                    </a:cubicBezTo>
                    <a:cubicBezTo>
                      <a:pt x="74369" y="7419"/>
                      <a:pt x="74426" y="7369"/>
                      <a:pt x="74466" y="7302"/>
                    </a:cubicBezTo>
                    <a:cubicBezTo>
                      <a:pt x="76328" y="9144"/>
                      <a:pt x="77918" y="11173"/>
                      <a:pt x="79257" y="13391"/>
                    </a:cubicBezTo>
                    <a:lnTo>
                      <a:pt x="79257" y="13433"/>
                    </a:lnTo>
                    <a:cubicBezTo>
                      <a:pt x="80659" y="15777"/>
                      <a:pt x="81789" y="18371"/>
                      <a:pt x="82626" y="21196"/>
                    </a:cubicBezTo>
                    <a:cubicBezTo>
                      <a:pt x="82103" y="21070"/>
                      <a:pt x="81559" y="20966"/>
                      <a:pt x="81036" y="20819"/>
                    </a:cubicBezTo>
                    <a:lnTo>
                      <a:pt x="81036" y="20777"/>
                    </a:lnTo>
                    <a:cubicBezTo>
                      <a:pt x="80994" y="20756"/>
                      <a:pt x="80931" y="20694"/>
                      <a:pt x="80868" y="20694"/>
                    </a:cubicBezTo>
                    <a:cubicBezTo>
                      <a:pt x="80847" y="20694"/>
                      <a:pt x="80847" y="20694"/>
                      <a:pt x="80827" y="20714"/>
                    </a:cubicBezTo>
                    <a:cubicBezTo>
                      <a:pt x="80785" y="20756"/>
                      <a:pt x="80743" y="20777"/>
                      <a:pt x="80722" y="20798"/>
                    </a:cubicBezTo>
                    <a:cubicBezTo>
                      <a:pt x="79885" y="20610"/>
                      <a:pt x="79006" y="20463"/>
                      <a:pt x="78169" y="20275"/>
                    </a:cubicBezTo>
                    <a:lnTo>
                      <a:pt x="78169" y="20254"/>
                    </a:lnTo>
                    <a:cubicBezTo>
                      <a:pt x="78169" y="20254"/>
                      <a:pt x="78169" y="20233"/>
                      <a:pt x="78211" y="20233"/>
                    </a:cubicBezTo>
                    <a:cubicBezTo>
                      <a:pt x="78839" y="14416"/>
                      <a:pt x="76579" y="9834"/>
                      <a:pt x="73043" y="6152"/>
                    </a:cubicBezTo>
                    <a:lnTo>
                      <a:pt x="72729" y="5754"/>
                    </a:lnTo>
                    <a:close/>
                    <a:moveTo>
                      <a:pt x="72311" y="19857"/>
                    </a:moveTo>
                    <a:cubicBezTo>
                      <a:pt x="73985" y="20066"/>
                      <a:pt x="75637" y="20338"/>
                      <a:pt x="77311" y="20610"/>
                    </a:cubicBezTo>
                    <a:cubicBezTo>
                      <a:pt x="76935" y="21091"/>
                      <a:pt x="76579" y="21531"/>
                      <a:pt x="76223" y="22012"/>
                    </a:cubicBezTo>
                    <a:cubicBezTo>
                      <a:pt x="74884" y="23644"/>
                      <a:pt x="73524" y="25297"/>
                      <a:pt x="72164" y="26929"/>
                    </a:cubicBezTo>
                    <a:lnTo>
                      <a:pt x="72164" y="26950"/>
                    </a:lnTo>
                    <a:cubicBezTo>
                      <a:pt x="71516" y="27703"/>
                      <a:pt x="70867" y="28456"/>
                      <a:pt x="70218" y="29230"/>
                    </a:cubicBezTo>
                    <a:cubicBezTo>
                      <a:pt x="69465" y="30109"/>
                      <a:pt x="68712" y="30967"/>
                      <a:pt x="67917" y="31867"/>
                    </a:cubicBezTo>
                    <a:lnTo>
                      <a:pt x="67896" y="31888"/>
                    </a:lnTo>
                    <a:cubicBezTo>
                      <a:pt x="66640" y="33331"/>
                      <a:pt x="65364" y="34733"/>
                      <a:pt x="64067" y="36156"/>
                    </a:cubicBezTo>
                    <a:cubicBezTo>
                      <a:pt x="65615" y="34210"/>
                      <a:pt x="67080" y="32181"/>
                      <a:pt x="68335" y="30067"/>
                    </a:cubicBezTo>
                    <a:cubicBezTo>
                      <a:pt x="68440" y="29879"/>
                      <a:pt x="68586" y="29670"/>
                      <a:pt x="68691" y="29481"/>
                    </a:cubicBezTo>
                    <a:cubicBezTo>
                      <a:pt x="68754" y="29356"/>
                      <a:pt x="68816" y="29251"/>
                      <a:pt x="68900" y="29126"/>
                    </a:cubicBezTo>
                    <a:cubicBezTo>
                      <a:pt x="69047" y="28854"/>
                      <a:pt x="69172" y="28603"/>
                      <a:pt x="69319" y="28331"/>
                    </a:cubicBezTo>
                    <a:lnTo>
                      <a:pt x="69465" y="28017"/>
                    </a:lnTo>
                    <a:lnTo>
                      <a:pt x="69779" y="27389"/>
                    </a:lnTo>
                    <a:cubicBezTo>
                      <a:pt x="69821" y="27285"/>
                      <a:pt x="69883" y="27201"/>
                      <a:pt x="69904" y="27096"/>
                    </a:cubicBezTo>
                    <a:cubicBezTo>
                      <a:pt x="70051" y="26824"/>
                      <a:pt x="70176" y="26552"/>
                      <a:pt x="70302" y="26259"/>
                    </a:cubicBezTo>
                    <a:cubicBezTo>
                      <a:pt x="70344" y="26155"/>
                      <a:pt x="70386" y="26092"/>
                      <a:pt x="70428" y="25987"/>
                    </a:cubicBezTo>
                    <a:cubicBezTo>
                      <a:pt x="70574" y="25715"/>
                      <a:pt x="70679" y="25422"/>
                      <a:pt x="70783" y="25171"/>
                    </a:cubicBezTo>
                    <a:cubicBezTo>
                      <a:pt x="70804" y="25108"/>
                      <a:pt x="70804" y="25088"/>
                      <a:pt x="70825" y="25046"/>
                    </a:cubicBezTo>
                    <a:cubicBezTo>
                      <a:pt x="70930" y="24753"/>
                      <a:pt x="71055" y="24460"/>
                      <a:pt x="71160" y="24167"/>
                    </a:cubicBezTo>
                    <a:cubicBezTo>
                      <a:pt x="71202" y="24104"/>
                      <a:pt x="71223" y="24041"/>
                      <a:pt x="71244" y="23958"/>
                    </a:cubicBezTo>
                    <a:cubicBezTo>
                      <a:pt x="71348" y="23644"/>
                      <a:pt x="71453" y="23330"/>
                      <a:pt x="71557" y="23058"/>
                    </a:cubicBezTo>
                    <a:cubicBezTo>
                      <a:pt x="71557" y="22995"/>
                      <a:pt x="71578" y="22974"/>
                      <a:pt x="71578" y="22911"/>
                    </a:cubicBezTo>
                    <a:cubicBezTo>
                      <a:pt x="71683" y="22598"/>
                      <a:pt x="71767" y="22326"/>
                      <a:pt x="71850" y="22012"/>
                    </a:cubicBezTo>
                    <a:cubicBezTo>
                      <a:pt x="71850" y="21970"/>
                      <a:pt x="71871" y="21949"/>
                      <a:pt x="71871" y="21928"/>
                    </a:cubicBezTo>
                    <a:cubicBezTo>
                      <a:pt x="71955" y="21593"/>
                      <a:pt x="72039" y="21279"/>
                      <a:pt x="72101" y="20924"/>
                    </a:cubicBezTo>
                    <a:cubicBezTo>
                      <a:pt x="72101" y="20903"/>
                      <a:pt x="72143" y="20882"/>
                      <a:pt x="72143" y="20819"/>
                    </a:cubicBezTo>
                    <a:cubicBezTo>
                      <a:pt x="72206" y="20505"/>
                      <a:pt x="72269" y="20170"/>
                      <a:pt x="72311" y="19857"/>
                    </a:cubicBezTo>
                    <a:close/>
                    <a:moveTo>
                      <a:pt x="64761" y="0"/>
                    </a:moveTo>
                    <a:cubicBezTo>
                      <a:pt x="64113" y="0"/>
                      <a:pt x="63614" y="912"/>
                      <a:pt x="64213" y="1423"/>
                    </a:cubicBezTo>
                    <a:cubicBezTo>
                      <a:pt x="65238" y="2281"/>
                      <a:pt x="66180" y="3243"/>
                      <a:pt x="67059" y="4269"/>
                    </a:cubicBezTo>
                    <a:lnTo>
                      <a:pt x="67080" y="4269"/>
                    </a:lnTo>
                    <a:lnTo>
                      <a:pt x="67122" y="4289"/>
                    </a:lnTo>
                    <a:cubicBezTo>
                      <a:pt x="67122" y="4331"/>
                      <a:pt x="67143" y="4331"/>
                      <a:pt x="67143" y="4331"/>
                    </a:cubicBezTo>
                    <a:lnTo>
                      <a:pt x="67143" y="4352"/>
                    </a:lnTo>
                    <a:lnTo>
                      <a:pt x="67163" y="4373"/>
                    </a:lnTo>
                    <a:cubicBezTo>
                      <a:pt x="69904" y="7574"/>
                      <a:pt x="72143" y="11299"/>
                      <a:pt x="74382" y="14940"/>
                    </a:cubicBezTo>
                    <a:cubicBezTo>
                      <a:pt x="75031" y="16007"/>
                      <a:pt x="75700" y="17053"/>
                      <a:pt x="76349" y="18078"/>
                    </a:cubicBezTo>
                    <a:cubicBezTo>
                      <a:pt x="76433" y="18183"/>
                      <a:pt x="76474" y="18287"/>
                      <a:pt x="76558" y="18392"/>
                    </a:cubicBezTo>
                    <a:cubicBezTo>
                      <a:pt x="76746" y="18664"/>
                      <a:pt x="76893" y="18915"/>
                      <a:pt x="77081" y="19187"/>
                    </a:cubicBezTo>
                    <a:cubicBezTo>
                      <a:pt x="77102" y="19229"/>
                      <a:pt x="77165" y="19292"/>
                      <a:pt x="77186" y="19334"/>
                    </a:cubicBezTo>
                    <a:cubicBezTo>
                      <a:pt x="77374" y="19606"/>
                      <a:pt x="77542" y="19878"/>
                      <a:pt x="77730" y="20150"/>
                    </a:cubicBezTo>
                    <a:cubicBezTo>
                      <a:pt x="77709" y="20150"/>
                      <a:pt x="77688" y="20170"/>
                      <a:pt x="77625" y="20191"/>
                    </a:cubicBezTo>
                    <a:cubicBezTo>
                      <a:pt x="75575" y="19815"/>
                      <a:pt x="73524" y="19501"/>
                      <a:pt x="71453" y="19229"/>
                    </a:cubicBezTo>
                    <a:cubicBezTo>
                      <a:pt x="72039" y="13956"/>
                      <a:pt x="68963" y="9248"/>
                      <a:pt x="64862" y="5796"/>
                    </a:cubicBezTo>
                    <a:lnTo>
                      <a:pt x="64841" y="5754"/>
                    </a:lnTo>
                    <a:lnTo>
                      <a:pt x="64820" y="5754"/>
                    </a:lnTo>
                    <a:cubicBezTo>
                      <a:pt x="62016" y="3411"/>
                      <a:pt x="58710" y="1611"/>
                      <a:pt x="55739" y="565"/>
                    </a:cubicBezTo>
                    <a:cubicBezTo>
                      <a:pt x="55650" y="534"/>
                      <a:pt x="55563" y="520"/>
                      <a:pt x="55478" y="520"/>
                    </a:cubicBezTo>
                    <a:cubicBezTo>
                      <a:pt x="54985" y="520"/>
                      <a:pt x="54588" y="997"/>
                      <a:pt x="54588" y="1444"/>
                    </a:cubicBezTo>
                    <a:cubicBezTo>
                      <a:pt x="54588" y="1674"/>
                      <a:pt x="54693" y="1946"/>
                      <a:pt x="54986" y="2072"/>
                    </a:cubicBezTo>
                    <a:cubicBezTo>
                      <a:pt x="55509" y="2364"/>
                      <a:pt x="55990" y="2678"/>
                      <a:pt x="56492" y="2992"/>
                    </a:cubicBezTo>
                    <a:cubicBezTo>
                      <a:pt x="56513" y="2992"/>
                      <a:pt x="56513" y="3013"/>
                      <a:pt x="56555" y="3034"/>
                    </a:cubicBezTo>
                    <a:cubicBezTo>
                      <a:pt x="57811" y="4038"/>
                      <a:pt x="59087" y="4980"/>
                      <a:pt x="60342" y="5942"/>
                    </a:cubicBezTo>
                    <a:lnTo>
                      <a:pt x="60363" y="5942"/>
                    </a:lnTo>
                    <a:cubicBezTo>
                      <a:pt x="61849" y="7261"/>
                      <a:pt x="63272" y="8683"/>
                      <a:pt x="64611" y="10211"/>
                    </a:cubicBezTo>
                    <a:cubicBezTo>
                      <a:pt x="66619" y="12450"/>
                      <a:pt x="68021" y="15128"/>
                      <a:pt x="69758" y="17576"/>
                    </a:cubicBezTo>
                    <a:cubicBezTo>
                      <a:pt x="69779" y="17618"/>
                      <a:pt x="69800" y="17639"/>
                      <a:pt x="69800" y="17681"/>
                    </a:cubicBezTo>
                    <a:cubicBezTo>
                      <a:pt x="69883" y="17827"/>
                      <a:pt x="69988" y="17932"/>
                      <a:pt x="70072" y="18057"/>
                    </a:cubicBezTo>
                    <a:cubicBezTo>
                      <a:pt x="70114" y="18141"/>
                      <a:pt x="70176" y="18183"/>
                      <a:pt x="70218" y="18266"/>
                    </a:cubicBezTo>
                    <a:cubicBezTo>
                      <a:pt x="70302" y="18371"/>
                      <a:pt x="70344" y="18455"/>
                      <a:pt x="70428" y="18559"/>
                    </a:cubicBezTo>
                    <a:cubicBezTo>
                      <a:pt x="70511" y="18664"/>
                      <a:pt x="70595" y="18769"/>
                      <a:pt x="70700" y="18873"/>
                    </a:cubicBezTo>
                    <a:cubicBezTo>
                      <a:pt x="70741" y="18915"/>
                      <a:pt x="70804" y="18999"/>
                      <a:pt x="70846" y="19041"/>
                    </a:cubicBezTo>
                    <a:cubicBezTo>
                      <a:pt x="70909" y="19103"/>
                      <a:pt x="70930" y="19145"/>
                      <a:pt x="70992" y="19208"/>
                    </a:cubicBezTo>
                    <a:cubicBezTo>
                      <a:pt x="69570" y="19020"/>
                      <a:pt x="68147" y="18894"/>
                      <a:pt x="66745" y="18769"/>
                    </a:cubicBezTo>
                    <a:lnTo>
                      <a:pt x="66766" y="18769"/>
                    </a:lnTo>
                    <a:cubicBezTo>
                      <a:pt x="66763" y="18768"/>
                      <a:pt x="66761" y="18768"/>
                      <a:pt x="66758" y="18768"/>
                    </a:cubicBezTo>
                    <a:lnTo>
                      <a:pt x="66758" y="18768"/>
                    </a:lnTo>
                    <a:cubicBezTo>
                      <a:pt x="66814" y="18763"/>
                      <a:pt x="66854" y="18725"/>
                      <a:pt x="66912" y="18706"/>
                    </a:cubicBezTo>
                    <a:lnTo>
                      <a:pt x="66933" y="18685"/>
                    </a:lnTo>
                    <a:cubicBezTo>
                      <a:pt x="66975" y="18601"/>
                      <a:pt x="67017" y="18497"/>
                      <a:pt x="66954" y="18413"/>
                    </a:cubicBezTo>
                    <a:cubicBezTo>
                      <a:pt x="63837" y="14228"/>
                      <a:pt x="59673" y="10608"/>
                      <a:pt x="55216" y="7512"/>
                    </a:cubicBezTo>
                    <a:cubicBezTo>
                      <a:pt x="55174" y="7491"/>
                      <a:pt x="55153" y="7491"/>
                      <a:pt x="55132" y="7470"/>
                    </a:cubicBezTo>
                    <a:cubicBezTo>
                      <a:pt x="54233" y="6842"/>
                      <a:pt x="53333" y="6256"/>
                      <a:pt x="52412" y="5691"/>
                    </a:cubicBezTo>
                    <a:cubicBezTo>
                      <a:pt x="52391" y="5691"/>
                      <a:pt x="52391" y="5649"/>
                      <a:pt x="52350" y="5629"/>
                    </a:cubicBezTo>
                    <a:cubicBezTo>
                      <a:pt x="51701" y="5210"/>
                      <a:pt x="51052" y="4813"/>
                      <a:pt x="50404" y="4436"/>
                    </a:cubicBezTo>
                    <a:cubicBezTo>
                      <a:pt x="49211" y="3745"/>
                      <a:pt x="48039" y="3076"/>
                      <a:pt x="46888" y="2469"/>
                    </a:cubicBezTo>
                    <a:cubicBezTo>
                      <a:pt x="46771" y="2407"/>
                      <a:pt x="46661" y="2379"/>
                      <a:pt x="46560" y="2379"/>
                    </a:cubicBezTo>
                    <a:cubicBezTo>
                      <a:pt x="46119" y="2379"/>
                      <a:pt x="45860" y="2901"/>
                      <a:pt x="46031" y="3327"/>
                    </a:cubicBezTo>
                    <a:lnTo>
                      <a:pt x="46051" y="3348"/>
                    </a:lnTo>
                    <a:cubicBezTo>
                      <a:pt x="46072" y="3432"/>
                      <a:pt x="46114" y="3515"/>
                      <a:pt x="46177" y="3599"/>
                    </a:cubicBezTo>
                    <a:cubicBezTo>
                      <a:pt x="50445" y="8118"/>
                      <a:pt x="55551" y="12722"/>
                      <a:pt x="61137" y="16007"/>
                    </a:cubicBezTo>
                    <a:cubicBezTo>
                      <a:pt x="61179" y="16049"/>
                      <a:pt x="61200" y="16049"/>
                      <a:pt x="61221" y="16069"/>
                    </a:cubicBezTo>
                    <a:cubicBezTo>
                      <a:pt x="61514" y="16258"/>
                      <a:pt x="61807" y="16404"/>
                      <a:pt x="62121" y="16572"/>
                    </a:cubicBezTo>
                    <a:cubicBezTo>
                      <a:pt x="62184" y="16613"/>
                      <a:pt x="62267" y="16634"/>
                      <a:pt x="62351" y="16697"/>
                    </a:cubicBezTo>
                    <a:cubicBezTo>
                      <a:pt x="62644" y="16844"/>
                      <a:pt x="62916" y="17011"/>
                      <a:pt x="63230" y="17157"/>
                    </a:cubicBezTo>
                    <a:cubicBezTo>
                      <a:pt x="63376" y="17220"/>
                      <a:pt x="63481" y="17304"/>
                      <a:pt x="63606" y="17346"/>
                    </a:cubicBezTo>
                    <a:cubicBezTo>
                      <a:pt x="63816" y="17450"/>
                      <a:pt x="64004" y="17555"/>
                      <a:pt x="64213" y="17639"/>
                    </a:cubicBezTo>
                    <a:cubicBezTo>
                      <a:pt x="64360" y="17722"/>
                      <a:pt x="64548" y="17785"/>
                      <a:pt x="64715" y="17869"/>
                    </a:cubicBezTo>
                    <a:cubicBezTo>
                      <a:pt x="64946" y="17973"/>
                      <a:pt x="65155" y="18078"/>
                      <a:pt x="65385" y="18183"/>
                    </a:cubicBezTo>
                    <a:cubicBezTo>
                      <a:pt x="65531" y="18266"/>
                      <a:pt x="65699" y="18308"/>
                      <a:pt x="65866" y="18392"/>
                    </a:cubicBezTo>
                    <a:lnTo>
                      <a:pt x="66410" y="18622"/>
                    </a:lnTo>
                    <a:cubicBezTo>
                      <a:pt x="66512" y="18683"/>
                      <a:pt x="66615" y="18705"/>
                      <a:pt x="66717" y="18764"/>
                    </a:cubicBezTo>
                    <a:lnTo>
                      <a:pt x="66717" y="18764"/>
                    </a:lnTo>
                    <a:cubicBezTo>
                      <a:pt x="63282" y="18461"/>
                      <a:pt x="59832" y="18310"/>
                      <a:pt x="56381" y="18310"/>
                    </a:cubicBezTo>
                    <a:cubicBezTo>
                      <a:pt x="45847" y="18310"/>
                      <a:pt x="35302" y="19722"/>
                      <a:pt x="25149" y="22556"/>
                    </a:cubicBezTo>
                    <a:cubicBezTo>
                      <a:pt x="25756" y="22221"/>
                      <a:pt x="26341" y="21865"/>
                      <a:pt x="26906" y="21510"/>
                    </a:cubicBezTo>
                    <a:cubicBezTo>
                      <a:pt x="26927" y="21489"/>
                      <a:pt x="26969" y="21447"/>
                      <a:pt x="26969" y="21426"/>
                    </a:cubicBezTo>
                    <a:lnTo>
                      <a:pt x="26969" y="21321"/>
                    </a:lnTo>
                    <a:cubicBezTo>
                      <a:pt x="26969" y="21300"/>
                      <a:pt x="26969" y="21300"/>
                      <a:pt x="26927" y="21279"/>
                    </a:cubicBezTo>
                    <a:cubicBezTo>
                      <a:pt x="27409" y="21196"/>
                      <a:pt x="27848" y="21112"/>
                      <a:pt x="28287" y="21007"/>
                    </a:cubicBezTo>
                    <a:cubicBezTo>
                      <a:pt x="28664" y="20924"/>
                      <a:pt x="28999" y="20861"/>
                      <a:pt x="29375" y="20756"/>
                    </a:cubicBezTo>
                    <a:cubicBezTo>
                      <a:pt x="29396" y="20756"/>
                      <a:pt x="29396" y="20714"/>
                      <a:pt x="29417" y="20714"/>
                    </a:cubicBezTo>
                    <a:cubicBezTo>
                      <a:pt x="29543" y="20673"/>
                      <a:pt x="29543" y="20547"/>
                      <a:pt x="29501" y="20442"/>
                    </a:cubicBezTo>
                    <a:cubicBezTo>
                      <a:pt x="29480" y="20380"/>
                      <a:pt x="29417" y="20338"/>
                      <a:pt x="29375" y="20296"/>
                    </a:cubicBezTo>
                    <a:cubicBezTo>
                      <a:pt x="27701" y="19710"/>
                      <a:pt x="25881" y="19354"/>
                      <a:pt x="23998" y="19208"/>
                    </a:cubicBezTo>
                    <a:lnTo>
                      <a:pt x="23935" y="19208"/>
                    </a:lnTo>
                    <a:cubicBezTo>
                      <a:pt x="23580" y="19187"/>
                      <a:pt x="23224" y="19145"/>
                      <a:pt x="22889" y="19124"/>
                    </a:cubicBezTo>
                    <a:lnTo>
                      <a:pt x="22722" y="19124"/>
                    </a:lnTo>
                    <a:cubicBezTo>
                      <a:pt x="22408" y="19124"/>
                      <a:pt x="22073" y="19103"/>
                      <a:pt x="21759" y="19103"/>
                    </a:cubicBezTo>
                    <a:lnTo>
                      <a:pt x="20295" y="19103"/>
                    </a:lnTo>
                    <a:cubicBezTo>
                      <a:pt x="20002" y="19103"/>
                      <a:pt x="19751" y="19124"/>
                      <a:pt x="19458" y="19124"/>
                    </a:cubicBezTo>
                    <a:cubicBezTo>
                      <a:pt x="19332" y="19124"/>
                      <a:pt x="19186" y="19145"/>
                      <a:pt x="19060" y="19145"/>
                    </a:cubicBezTo>
                    <a:cubicBezTo>
                      <a:pt x="18830" y="19187"/>
                      <a:pt x="18558" y="19187"/>
                      <a:pt x="18328" y="19208"/>
                    </a:cubicBezTo>
                    <a:cubicBezTo>
                      <a:pt x="18181" y="19229"/>
                      <a:pt x="18014" y="19229"/>
                      <a:pt x="17867" y="19250"/>
                    </a:cubicBezTo>
                    <a:cubicBezTo>
                      <a:pt x="17658" y="19292"/>
                      <a:pt x="17407" y="19313"/>
                      <a:pt x="17198" y="19334"/>
                    </a:cubicBezTo>
                    <a:cubicBezTo>
                      <a:pt x="17030" y="19354"/>
                      <a:pt x="16842" y="19396"/>
                      <a:pt x="16654" y="19396"/>
                    </a:cubicBezTo>
                    <a:cubicBezTo>
                      <a:pt x="16466" y="19417"/>
                      <a:pt x="16256" y="19438"/>
                      <a:pt x="16089" y="19459"/>
                    </a:cubicBezTo>
                    <a:cubicBezTo>
                      <a:pt x="15880" y="19501"/>
                      <a:pt x="15670" y="19522"/>
                      <a:pt x="15482" y="19543"/>
                    </a:cubicBezTo>
                    <a:cubicBezTo>
                      <a:pt x="15294" y="19564"/>
                      <a:pt x="15147" y="19606"/>
                      <a:pt x="14959" y="19626"/>
                    </a:cubicBezTo>
                    <a:cubicBezTo>
                      <a:pt x="14750" y="19647"/>
                      <a:pt x="14520" y="19710"/>
                      <a:pt x="14310" y="19731"/>
                    </a:cubicBezTo>
                    <a:cubicBezTo>
                      <a:pt x="14143" y="19752"/>
                      <a:pt x="13955" y="19773"/>
                      <a:pt x="13808" y="19836"/>
                    </a:cubicBezTo>
                    <a:cubicBezTo>
                      <a:pt x="13599" y="19878"/>
                      <a:pt x="13390" y="19919"/>
                      <a:pt x="13181" y="19961"/>
                    </a:cubicBezTo>
                    <a:cubicBezTo>
                      <a:pt x="12971" y="20024"/>
                      <a:pt x="12741" y="20045"/>
                      <a:pt x="12532" y="20087"/>
                    </a:cubicBezTo>
                    <a:cubicBezTo>
                      <a:pt x="12364" y="20129"/>
                      <a:pt x="12218" y="20170"/>
                      <a:pt x="12051" y="20191"/>
                    </a:cubicBezTo>
                    <a:cubicBezTo>
                      <a:pt x="12030" y="20191"/>
                      <a:pt x="12009" y="20191"/>
                      <a:pt x="11967" y="20233"/>
                    </a:cubicBezTo>
                    <a:cubicBezTo>
                      <a:pt x="11611" y="20296"/>
                      <a:pt x="11276" y="20380"/>
                      <a:pt x="10900" y="20484"/>
                    </a:cubicBezTo>
                    <a:cubicBezTo>
                      <a:pt x="10889" y="20474"/>
                      <a:pt x="10863" y="20469"/>
                      <a:pt x="10829" y="20469"/>
                    </a:cubicBezTo>
                    <a:cubicBezTo>
                      <a:pt x="10795" y="20469"/>
                      <a:pt x="10753" y="20474"/>
                      <a:pt x="10712" y="20484"/>
                    </a:cubicBezTo>
                    <a:cubicBezTo>
                      <a:pt x="10544" y="20568"/>
                      <a:pt x="10293" y="20610"/>
                      <a:pt x="10126" y="20694"/>
                    </a:cubicBezTo>
                    <a:cubicBezTo>
                      <a:pt x="7092" y="21489"/>
                      <a:pt x="4204" y="22493"/>
                      <a:pt x="1756" y="23581"/>
                    </a:cubicBezTo>
                    <a:cubicBezTo>
                      <a:pt x="1401" y="23719"/>
                      <a:pt x="1381" y="24341"/>
                      <a:pt x="1801" y="24341"/>
                    </a:cubicBezTo>
                    <a:cubicBezTo>
                      <a:pt x="1826" y="24341"/>
                      <a:pt x="1853" y="24339"/>
                      <a:pt x="1882" y="24334"/>
                    </a:cubicBezTo>
                    <a:cubicBezTo>
                      <a:pt x="2279" y="24272"/>
                      <a:pt x="2656" y="24209"/>
                      <a:pt x="3053" y="24146"/>
                    </a:cubicBezTo>
                    <a:lnTo>
                      <a:pt x="3074" y="24146"/>
                    </a:lnTo>
                    <a:cubicBezTo>
                      <a:pt x="7510" y="23476"/>
                      <a:pt x="11925" y="22786"/>
                      <a:pt x="16340" y="22221"/>
                    </a:cubicBezTo>
                    <a:cubicBezTo>
                      <a:pt x="16926" y="22137"/>
                      <a:pt x="17470" y="22075"/>
                      <a:pt x="18077" y="22033"/>
                    </a:cubicBezTo>
                    <a:lnTo>
                      <a:pt x="18244" y="22033"/>
                    </a:lnTo>
                    <a:cubicBezTo>
                      <a:pt x="19960" y="21907"/>
                      <a:pt x="21696" y="21823"/>
                      <a:pt x="23412" y="21698"/>
                    </a:cubicBezTo>
                    <a:lnTo>
                      <a:pt x="23433" y="21698"/>
                    </a:lnTo>
                    <a:cubicBezTo>
                      <a:pt x="22994" y="21761"/>
                      <a:pt x="22575" y="21844"/>
                      <a:pt x="22115" y="21928"/>
                    </a:cubicBezTo>
                    <a:cubicBezTo>
                      <a:pt x="21906" y="21949"/>
                      <a:pt x="21696" y="22012"/>
                      <a:pt x="21487" y="22054"/>
                    </a:cubicBezTo>
                    <a:cubicBezTo>
                      <a:pt x="21278" y="22116"/>
                      <a:pt x="21069" y="22137"/>
                      <a:pt x="20859" y="22179"/>
                    </a:cubicBezTo>
                    <a:cubicBezTo>
                      <a:pt x="20587" y="22242"/>
                      <a:pt x="20295" y="22284"/>
                      <a:pt x="20002" y="22367"/>
                    </a:cubicBezTo>
                    <a:cubicBezTo>
                      <a:pt x="19897" y="22388"/>
                      <a:pt x="19792" y="22430"/>
                      <a:pt x="19667" y="22451"/>
                    </a:cubicBezTo>
                    <a:cubicBezTo>
                      <a:pt x="13160" y="23811"/>
                      <a:pt x="6631" y="25883"/>
                      <a:pt x="501" y="27829"/>
                    </a:cubicBezTo>
                    <a:cubicBezTo>
                      <a:pt x="292" y="27912"/>
                      <a:pt x="145" y="28080"/>
                      <a:pt x="103" y="28226"/>
                    </a:cubicBezTo>
                    <a:cubicBezTo>
                      <a:pt x="1" y="28615"/>
                      <a:pt x="199" y="29064"/>
                      <a:pt x="677" y="29064"/>
                    </a:cubicBezTo>
                    <a:cubicBezTo>
                      <a:pt x="688" y="29064"/>
                      <a:pt x="699" y="29063"/>
                      <a:pt x="710" y="29063"/>
                    </a:cubicBezTo>
                    <a:cubicBezTo>
                      <a:pt x="1714" y="29021"/>
                      <a:pt x="2761" y="28937"/>
                      <a:pt x="3807" y="28833"/>
                    </a:cubicBezTo>
                    <a:cubicBezTo>
                      <a:pt x="6631" y="28561"/>
                      <a:pt x="9498" y="28101"/>
                      <a:pt x="12281" y="27452"/>
                    </a:cubicBezTo>
                    <a:lnTo>
                      <a:pt x="12323" y="27452"/>
                    </a:lnTo>
                    <a:cubicBezTo>
                      <a:pt x="12657" y="27368"/>
                      <a:pt x="13013" y="27285"/>
                      <a:pt x="13369" y="27180"/>
                    </a:cubicBezTo>
                    <a:cubicBezTo>
                      <a:pt x="13411" y="27159"/>
                      <a:pt x="13473" y="27159"/>
                      <a:pt x="13536" y="27138"/>
                    </a:cubicBezTo>
                    <a:cubicBezTo>
                      <a:pt x="14206" y="26971"/>
                      <a:pt x="14854" y="26782"/>
                      <a:pt x="15482" y="26615"/>
                    </a:cubicBezTo>
                    <a:cubicBezTo>
                      <a:pt x="15524" y="26573"/>
                      <a:pt x="15587" y="26573"/>
                      <a:pt x="15629" y="26552"/>
                    </a:cubicBezTo>
                    <a:cubicBezTo>
                      <a:pt x="15880" y="26468"/>
                      <a:pt x="16089" y="26427"/>
                      <a:pt x="16319" y="26343"/>
                    </a:cubicBezTo>
                    <a:cubicBezTo>
                      <a:pt x="16549" y="26259"/>
                      <a:pt x="16758" y="26217"/>
                      <a:pt x="16989" y="26134"/>
                    </a:cubicBezTo>
                    <a:cubicBezTo>
                      <a:pt x="17177" y="26092"/>
                      <a:pt x="17365" y="26008"/>
                      <a:pt x="17554" y="25945"/>
                    </a:cubicBezTo>
                    <a:cubicBezTo>
                      <a:pt x="17888" y="25841"/>
                      <a:pt x="18223" y="25715"/>
                      <a:pt x="18558" y="25590"/>
                    </a:cubicBezTo>
                    <a:lnTo>
                      <a:pt x="18809" y="25506"/>
                    </a:lnTo>
                    <a:cubicBezTo>
                      <a:pt x="19248" y="25360"/>
                      <a:pt x="19688" y="25171"/>
                      <a:pt x="20127" y="24983"/>
                    </a:cubicBezTo>
                    <a:lnTo>
                      <a:pt x="20295" y="24899"/>
                    </a:lnTo>
                    <a:cubicBezTo>
                      <a:pt x="20713" y="24753"/>
                      <a:pt x="21111" y="24564"/>
                      <a:pt x="21529" y="24376"/>
                    </a:cubicBezTo>
                    <a:cubicBezTo>
                      <a:pt x="21550" y="24355"/>
                      <a:pt x="21592" y="24355"/>
                      <a:pt x="21634" y="24334"/>
                    </a:cubicBezTo>
                    <a:cubicBezTo>
                      <a:pt x="22094" y="24125"/>
                      <a:pt x="22596" y="23895"/>
                      <a:pt x="23036" y="23686"/>
                    </a:cubicBezTo>
                    <a:cubicBezTo>
                      <a:pt x="24458" y="23267"/>
                      <a:pt x="25860" y="22891"/>
                      <a:pt x="27283" y="22535"/>
                    </a:cubicBezTo>
                    <a:lnTo>
                      <a:pt x="27283" y="22535"/>
                    </a:lnTo>
                    <a:cubicBezTo>
                      <a:pt x="25839" y="23414"/>
                      <a:pt x="24458" y="24460"/>
                      <a:pt x="23119" y="25527"/>
                    </a:cubicBezTo>
                    <a:cubicBezTo>
                      <a:pt x="22115" y="26343"/>
                      <a:pt x="21131" y="27180"/>
                      <a:pt x="20127" y="28017"/>
                    </a:cubicBezTo>
                    <a:cubicBezTo>
                      <a:pt x="18558" y="29356"/>
                      <a:pt x="16968" y="30653"/>
                      <a:pt x="15294" y="31804"/>
                    </a:cubicBezTo>
                    <a:cubicBezTo>
                      <a:pt x="15001" y="31992"/>
                      <a:pt x="14750" y="32181"/>
                      <a:pt x="14457" y="32369"/>
                    </a:cubicBezTo>
                    <a:cubicBezTo>
                      <a:pt x="14373" y="32411"/>
                      <a:pt x="14310" y="32474"/>
                      <a:pt x="14206" y="32536"/>
                    </a:cubicBezTo>
                    <a:cubicBezTo>
                      <a:pt x="13934" y="32704"/>
                      <a:pt x="13683" y="32892"/>
                      <a:pt x="13411" y="33038"/>
                    </a:cubicBezTo>
                    <a:cubicBezTo>
                      <a:pt x="13285" y="33122"/>
                      <a:pt x="13118" y="33227"/>
                      <a:pt x="12992" y="33311"/>
                    </a:cubicBezTo>
                    <a:cubicBezTo>
                      <a:pt x="12364" y="33687"/>
                      <a:pt x="11737" y="34085"/>
                      <a:pt x="11109" y="34461"/>
                    </a:cubicBezTo>
                    <a:lnTo>
                      <a:pt x="11130" y="34461"/>
                    </a:lnTo>
                    <a:cubicBezTo>
                      <a:pt x="8787" y="35884"/>
                      <a:pt x="6380" y="37244"/>
                      <a:pt x="4058" y="38667"/>
                    </a:cubicBezTo>
                    <a:cubicBezTo>
                      <a:pt x="4016" y="38667"/>
                      <a:pt x="3995" y="38667"/>
                      <a:pt x="3995" y="38688"/>
                    </a:cubicBezTo>
                    <a:cubicBezTo>
                      <a:pt x="3346" y="39064"/>
                      <a:pt x="2719" y="39441"/>
                      <a:pt x="2091" y="39860"/>
                    </a:cubicBezTo>
                    <a:cubicBezTo>
                      <a:pt x="1453" y="40285"/>
                      <a:pt x="1834" y="41175"/>
                      <a:pt x="2490" y="41175"/>
                    </a:cubicBezTo>
                    <a:cubicBezTo>
                      <a:pt x="2543" y="41175"/>
                      <a:pt x="2599" y="41170"/>
                      <a:pt x="2656" y="41157"/>
                    </a:cubicBezTo>
                    <a:cubicBezTo>
                      <a:pt x="2949" y="41094"/>
                      <a:pt x="3263" y="41010"/>
                      <a:pt x="3556" y="40906"/>
                    </a:cubicBezTo>
                    <a:cubicBezTo>
                      <a:pt x="10168" y="39190"/>
                      <a:pt x="17826" y="34838"/>
                      <a:pt x="22994" y="29272"/>
                    </a:cubicBezTo>
                    <a:lnTo>
                      <a:pt x="23015" y="29251"/>
                    </a:lnTo>
                    <a:cubicBezTo>
                      <a:pt x="23224" y="29021"/>
                      <a:pt x="23454" y="28770"/>
                      <a:pt x="23663" y="28540"/>
                    </a:cubicBezTo>
                    <a:cubicBezTo>
                      <a:pt x="23768" y="28435"/>
                      <a:pt x="23852" y="28331"/>
                      <a:pt x="23956" y="28205"/>
                    </a:cubicBezTo>
                    <a:cubicBezTo>
                      <a:pt x="24040" y="28121"/>
                      <a:pt x="24103" y="28017"/>
                      <a:pt x="24165" y="27933"/>
                    </a:cubicBezTo>
                    <a:cubicBezTo>
                      <a:pt x="24312" y="27724"/>
                      <a:pt x="24479" y="27557"/>
                      <a:pt x="24626" y="27347"/>
                    </a:cubicBezTo>
                    <a:cubicBezTo>
                      <a:pt x="24688" y="27285"/>
                      <a:pt x="24709" y="27243"/>
                      <a:pt x="24772" y="27180"/>
                    </a:cubicBezTo>
                    <a:cubicBezTo>
                      <a:pt x="25128" y="26720"/>
                      <a:pt x="25463" y="26238"/>
                      <a:pt x="25777" y="25778"/>
                    </a:cubicBezTo>
                    <a:cubicBezTo>
                      <a:pt x="25777" y="25778"/>
                      <a:pt x="25777" y="25736"/>
                      <a:pt x="25818" y="25736"/>
                    </a:cubicBezTo>
                    <a:cubicBezTo>
                      <a:pt x="26488" y="24732"/>
                      <a:pt x="27095" y="23644"/>
                      <a:pt x="27555" y="22577"/>
                    </a:cubicBezTo>
                    <a:cubicBezTo>
                      <a:pt x="27597" y="22535"/>
                      <a:pt x="27555" y="22472"/>
                      <a:pt x="27534" y="22451"/>
                    </a:cubicBezTo>
                    <a:cubicBezTo>
                      <a:pt x="29020" y="22075"/>
                      <a:pt x="30526" y="21740"/>
                      <a:pt x="32012" y="21426"/>
                    </a:cubicBezTo>
                    <a:lnTo>
                      <a:pt x="32012" y="21426"/>
                    </a:lnTo>
                    <a:cubicBezTo>
                      <a:pt x="28329" y="25171"/>
                      <a:pt x="25463" y="29649"/>
                      <a:pt x="22052" y="33583"/>
                    </a:cubicBezTo>
                    <a:cubicBezTo>
                      <a:pt x="21947" y="33729"/>
                      <a:pt x="21843" y="33834"/>
                      <a:pt x="21738" y="33959"/>
                    </a:cubicBezTo>
                    <a:cubicBezTo>
                      <a:pt x="21027" y="34775"/>
                      <a:pt x="20315" y="35549"/>
                      <a:pt x="19604" y="36365"/>
                    </a:cubicBezTo>
                    <a:cubicBezTo>
                      <a:pt x="17365" y="38876"/>
                      <a:pt x="15085" y="41366"/>
                      <a:pt x="12804" y="43835"/>
                    </a:cubicBezTo>
                    <a:lnTo>
                      <a:pt x="12783" y="43835"/>
                    </a:lnTo>
                    <a:cubicBezTo>
                      <a:pt x="12323" y="44358"/>
                      <a:pt x="11841" y="44860"/>
                      <a:pt x="11381" y="45383"/>
                    </a:cubicBezTo>
                    <a:cubicBezTo>
                      <a:pt x="11130" y="45655"/>
                      <a:pt x="11297" y="46074"/>
                      <a:pt x="11590" y="46179"/>
                    </a:cubicBezTo>
                    <a:cubicBezTo>
                      <a:pt x="11631" y="46195"/>
                      <a:pt x="11678" y="46205"/>
                      <a:pt x="11727" y="46205"/>
                    </a:cubicBezTo>
                    <a:cubicBezTo>
                      <a:pt x="11805" y="46205"/>
                      <a:pt x="11890" y="46180"/>
                      <a:pt x="11967" y="46116"/>
                    </a:cubicBezTo>
                    <a:cubicBezTo>
                      <a:pt x="20211" y="40173"/>
                      <a:pt x="28873" y="31218"/>
                      <a:pt x="32137" y="21384"/>
                    </a:cubicBezTo>
                    <a:cubicBezTo>
                      <a:pt x="37138" y="20338"/>
                      <a:pt x="42243" y="19626"/>
                      <a:pt x="47391" y="19229"/>
                    </a:cubicBezTo>
                    <a:lnTo>
                      <a:pt x="47391" y="19229"/>
                    </a:lnTo>
                    <a:cubicBezTo>
                      <a:pt x="47370" y="19250"/>
                      <a:pt x="47328" y="19250"/>
                      <a:pt x="47307" y="19292"/>
                    </a:cubicBezTo>
                    <a:cubicBezTo>
                      <a:pt x="46951" y="19543"/>
                      <a:pt x="46596" y="19815"/>
                      <a:pt x="46240" y="20066"/>
                    </a:cubicBezTo>
                    <a:cubicBezTo>
                      <a:pt x="46156" y="20129"/>
                      <a:pt x="46156" y="20254"/>
                      <a:pt x="46261" y="20275"/>
                    </a:cubicBezTo>
                    <a:cubicBezTo>
                      <a:pt x="46344" y="20296"/>
                      <a:pt x="43185" y="26217"/>
                      <a:pt x="41260" y="29691"/>
                    </a:cubicBezTo>
                    <a:cubicBezTo>
                      <a:pt x="40590" y="30946"/>
                      <a:pt x="40067" y="31888"/>
                      <a:pt x="39900" y="32097"/>
                    </a:cubicBezTo>
                    <a:cubicBezTo>
                      <a:pt x="39170" y="33200"/>
                      <a:pt x="38427" y="34291"/>
                      <a:pt x="37682" y="35388"/>
                    </a:cubicBezTo>
                    <a:lnTo>
                      <a:pt x="37682" y="35388"/>
                    </a:lnTo>
                    <a:cubicBezTo>
                      <a:pt x="38801" y="33696"/>
                      <a:pt x="39806" y="31949"/>
                      <a:pt x="40632" y="30172"/>
                    </a:cubicBezTo>
                    <a:cubicBezTo>
                      <a:pt x="40779" y="29900"/>
                      <a:pt x="40883" y="29649"/>
                      <a:pt x="41009" y="29377"/>
                    </a:cubicBezTo>
                    <a:cubicBezTo>
                      <a:pt x="41030" y="29356"/>
                      <a:pt x="41030" y="29293"/>
                      <a:pt x="41051" y="29272"/>
                    </a:cubicBezTo>
                    <a:cubicBezTo>
                      <a:pt x="41155" y="29042"/>
                      <a:pt x="41260" y="28770"/>
                      <a:pt x="41365" y="28540"/>
                    </a:cubicBezTo>
                    <a:cubicBezTo>
                      <a:pt x="41406" y="28498"/>
                      <a:pt x="41427" y="28435"/>
                      <a:pt x="41427" y="28393"/>
                    </a:cubicBezTo>
                    <a:cubicBezTo>
                      <a:pt x="41532" y="28142"/>
                      <a:pt x="41616" y="27912"/>
                      <a:pt x="41720" y="27661"/>
                    </a:cubicBezTo>
                    <a:lnTo>
                      <a:pt x="41720" y="27619"/>
                    </a:lnTo>
                    <a:cubicBezTo>
                      <a:pt x="41867" y="27201"/>
                      <a:pt x="41992" y="26824"/>
                      <a:pt x="42139" y="26406"/>
                    </a:cubicBezTo>
                    <a:cubicBezTo>
                      <a:pt x="42181" y="26238"/>
                      <a:pt x="42243" y="26050"/>
                      <a:pt x="42285" y="25904"/>
                    </a:cubicBezTo>
                    <a:cubicBezTo>
                      <a:pt x="42306" y="25778"/>
                      <a:pt x="42369" y="25632"/>
                      <a:pt x="42390" y="25506"/>
                    </a:cubicBezTo>
                    <a:cubicBezTo>
                      <a:pt x="42453" y="25318"/>
                      <a:pt x="42494" y="25108"/>
                      <a:pt x="42557" y="24941"/>
                    </a:cubicBezTo>
                    <a:cubicBezTo>
                      <a:pt x="42578" y="24795"/>
                      <a:pt x="42599" y="24690"/>
                      <a:pt x="42620" y="24564"/>
                    </a:cubicBezTo>
                    <a:cubicBezTo>
                      <a:pt x="42683" y="24355"/>
                      <a:pt x="42725" y="24146"/>
                      <a:pt x="42766" y="23958"/>
                    </a:cubicBezTo>
                    <a:cubicBezTo>
                      <a:pt x="42787" y="23853"/>
                      <a:pt x="42808" y="23748"/>
                      <a:pt x="42808" y="23644"/>
                    </a:cubicBezTo>
                    <a:cubicBezTo>
                      <a:pt x="42871" y="23435"/>
                      <a:pt x="42892" y="23204"/>
                      <a:pt x="42913" y="22995"/>
                    </a:cubicBezTo>
                    <a:cubicBezTo>
                      <a:pt x="42934" y="22891"/>
                      <a:pt x="42934" y="22807"/>
                      <a:pt x="42976" y="22702"/>
                    </a:cubicBezTo>
                    <a:cubicBezTo>
                      <a:pt x="42997" y="22451"/>
                      <a:pt x="43038" y="22179"/>
                      <a:pt x="43080" y="21949"/>
                    </a:cubicBezTo>
                    <a:cubicBezTo>
                      <a:pt x="43080" y="21907"/>
                      <a:pt x="43101" y="21844"/>
                      <a:pt x="43101" y="21761"/>
                    </a:cubicBezTo>
                    <a:cubicBezTo>
                      <a:pt x="43122" y="21447"/>
                      <a:pt x="43143" y="21112"/>
                      <a:pt x="43185" y="20798"/>
                    </a:cubicBezTo>
                    <a:cubicBezTo>
                      <a:pt x="43185" y="20652"/>
                      <a:pt x="43080" y="20547"/>
                      <a:pt x="42934" y="20484"/>
                    </a:cubicBezTo>
                    <a:cubicBezTo>
                      <a:pt x="42894" y="20471"/>
                      <a:pt x="42852" y="20464"/>
                      <a:pt x="42810" y="20464"/>
                    </a:cubicBezTo>
                    <a:cubicBezTo>
                      <a:pt x="42720" y="20464"/>
                      <a:pt x="42629" y="20497"/>
                      <a:pt x="42557" y="20568"/>
                    </a:cubicBezTo>
                    <a:cubicBezTo>
                      <a:pt x="42474" y="20673"/>
                      <a:pt x="42390" y="20756"/>
                      <a:pt x="42306" y="20861"/>
                    </a:cubicBezTo>
                    <a:cubicBezTo>
                      <a:pt x="42097" y="21091"/>
                      <a:pt x="41930" y="21300"/>
                      <a:pt x="41720" y="21531"/>
                    </a:cubicBezTo>
                    <a:cubicBezTo>
                      <a:pt x="41658" y="21593"/>
                      <a:pt x="41720" y="21656"/>
                      <a:pt x="41783" y="21656"/>
                    </a:cubicBezTo>
                    <a:cubicBezTo>
                      <a:pt x="41344" y="21865"/>
                      <a:pt x="40883" y="22242"/>
                      <a:pt x="40423" y="22744"/>
                    </a:cubicBezTo>
                    <a:cubicBezTo>
                      <a:pt x="38205" y="25192"/>
                      <a:pt x="36134" y="30632"/>
                      <a:pt x="34836" y="32787"/>
                    </a:cubicBezTo>
                    <a:cubicBezTo>
                      <a:pt x="33581" y="34817"/>
                      <a:pt x="32305" y="36826"/>
                      <a:pt x="31007" y="38813"/>
                    </a:cubicBezTo>
                    <a:cubicBezTo>
                      <a:pt x="31070" y="38772"/>
                      <a:pt x="31091" y="38709"/>
                      <a:pt x="31154" y="38667"/>
                    </a:cubicBezTo>
                    <a:lnTo>
                      <a:pt x="31154" y="38667"/>
                    </a:lnTo>
                    <a:cubicBezTo>
                      <a:pt x="30422" y="39818"/>
                      <a:pt x="29647" y="40969"/>
                      <a:pt x="28894" y="42119"/>
                    </a:cubicBezTo>
                    <a:lnTo>
                      <a:pt x="28873" y="42119"/>
                    </a:lnTo>
                    <a:cubicBezTo>
                      <a:pt x="28162" y="43186"/>
                      <a:pt x="27450" y="44254"/>
                      <a:pt x="26718" y="45342"/>
                    </a:cubicBezTo>
                    <a:lnTo>
                      <a:pt x="26697" y="45342"/>
                    </a:lnTo>
                    <a:cubicBezTo>
                      <a:pt x="26509" y="45614"/>
                      <a:pt x="26341" y="45886"/>
                      <a:pt x="26153" y="46137"/>
                    </a:cubicBezTo>
                    <a:cubicBezTo>
                      <a:pt x="26153" y="46179"/>
                      <a:pt x="26132" y="46179"/>
                      <a:pt x="26132" y="46199"/>
                    </a:cubicBezTo>
                    <a:lnTo>
                      <a:pt x="26090" y="46199"/>
                    </a:lnTo>
                    <a:cubicBezTo>
                      <a:pt x="25944" y="46492"/>
                      <a:pt x="26028" y="46764"/>
                      <a:pt x="26195" y="46953"/>
                    </a:cubicBezTo>
                    <a:cubicBezTo>
                      <a:pt x="26237" y="46953"/>
                      <a:pt x="26237" y="46974"/>
                      <a:pt x="26258" y="47015"/>
                    </a:cubicBezTo>
                    <a:cubicBezTo>
                      <a:pt x="26362" y="47120"/>
                      <a:pt x="26488" y="47162"/>
                      <a:pt x="26655" y="47183"/>
                    </a:cubicBezTo>
                    <a:cubicBezTo>
                      <a:pt x="26736" y="47203"/>
                      <a:pt x="26820" y="47215"/>
                      <a:pt x="26902" y="47215"/>
                    </a:cubicBezTo>
                    <a:cubicBezTo>
                      <a:pt x="27075" y="47215"/>
                      <a:pt x="27246" y="47164"/>
                      <a:pt x="27388" y="47036"/>
                    </a:cubicBezTo>
                    <a:cubicBezTo>
                      <a:pt x="30422" y="44358"/>
                      <a:pt x="33665" y="40969"/>
                      <a:pt x="36427" y="37181"/>
                    </a:cubicBezTo>
                    <a:lnTo>
                      <a:pt x="36427" y="37181"/>
                    </a:lnTo>
                    <a:cubicBezTo>
                      <a:pt x="35046" y="39127"/>
                      <a:pt x="33602" y="41073"/>
                      <a:pt x="32137" y="42998"/>
                    </a:cubicBezTo>
                    <a:lnTo>
                      <a:pt x="32137" y="43040"/>
                    </a:lnTo>
                    <a:cubicBezTo>
                      <a:pt x="31635" y="43689"/>
                      <a:pt x="31154" y="44316"/>
                      <a:pt x="30652" y="44965"/>
                    </a:cubicBezTo>
                    <a:cubicBezTo>
                      <a:pt x="30463" y="45195"/>
                      <a:pt x="30484" y="45509"/>
                      <a:pt x="30631" y="45760"/>
                    </a:cubicBezTo>
                    <a:cubicBezTo>
                      <a:pt x="30673" y="45823"/>
                      <a:pt x="30735" y="45886"/>
                      <a:pt x="30798" y="45927"/>
                    </a:cubicBezTo>
                    <a:cubicBezTo>
                      <a:pt x="30895" y="46003"/>
                      <a:pt x="31004" y="46045"/>
                      <a:pt x="31121" y="46045"/>
                    </a:cubicBezTo>
                    <a:cubicBezTo>
                      <a:pt x="31230" y="46045"/>
                      <a:pt x="31346" y="46008"/>
                      <a:pt x="31468" y="45927"/>
                    </a:cubicBezTo>
                    <a:cubicBezTo>
                      <a:pt x="32535" y="45153"/>
                      <a:pt x="33581" y="44337"/>
                      <a:pt x="34606" y="43458"/>
                    </a:cubicBezTo>
                    <a:lnTo>
                      <a:pt x="34606" y="43417"/>
                    </a:lnTo>
                    <a:cubicBezTo>
                      <a:pt x="34920" y="43166"/>
                      <a:pt x="35234" y="42873"/>
                      <a:pt x="35506" y="42622"/>
                    </a:cubicBezTo>
                    <a:cubicBezTo>
                      <a:pt x="35506" y="42622"/>
                      <a:pt x="35506" y="42580"/>
                      <a:pt x="35548" y="42580"/>
                    </a:cubicBezTo>
                    <a:cubicBezTo>
                      <a:pt x="36908" y="41324"/>
                      <a:pt x="38184" y="40006"/>
                      <a:pt x="39377" y="38604"/>
                    </a:cubicBezTo>
                    <a:cubicBezTo>
                      <a:pt x="41762" y="35779"/>
                      <a:pt x="43813" y="32683"/>
                      <a:pt x="45382" y="29356"/>
                    </a:cubicBezTo>
                    <a:cubicBezTo>
                      <a:pt x="45424" y="29251"/>
                      <a:pt x="45487" y="29147"/>
                      <a:pt x="45507" y="29063"/>
                    </a:cubicBezTo>
                    <a:cubicBezTo>
                      <a:pt x="45612" y="28833"/>
                      <a:pt x="45717" y="28624"/>
                      <a:pt x="45821" y="28393"/>
                    </a:cubicBezTo>
                    <a:cubicBezTo>
                      <a:pt x="45863" y="28247"/>
                      <a:pt x="45926" y="28121"/>
                      <a:pt x="46010" y="27975"/>
                    </a:cubicBezTo>
                    <a:cubicBezTo>
                      <a:pt x="46072" y="27766"/>
                      <a:pt x="46177" y="27557"/>
                      <a:pt x="46261" y="27305"/>
                    </a:cubicBezTo>
                    <a:cubicBezTo>
                      <a:pt x="46324" y="27159"/>
                      <a:pt x="46386" y="26992"/>
                      <a:pt x="46449" y="26845"/>
                    </a:cubicBezTo>
                    <a:lnTo>
                      <a:pt x="46679" y="26217"/>
                    </a:lnTo>
                    <a:lnTo>
                      <a:pt x="46993" y="25360"/>
                    </a:lnTo>
                    <a:lnTo>
                      <a:pt x="47223" y="24648"/>
                    </a:lnTo>
                    <a:cubicBezTo>
                      <a:pt x="47286" y="24460"/>
                      <a:pt x="47328" y="24272"/>
                      <a:pt x="47412" y="24104"/>
                    </a:cubicBezTo>
                    <a:cubicBezTo>
                      <a:pt x="47474" y="23895"/>
                      <a:pt x="47516" y="23707"/>
                      <a:pt x="47579" y="23497"/>
                    </a:cubicBezTo>
                    <a:lnTo>
                      <a:pt x="47725" y="22953"/>
                    </a:lnTo>
                    <a:cubicBezTo>
                      <a:pt x="47788" y="22744"/>
                      <a:pt x="47830" y="22556"/>
                      <a:pt x="47893" y="22347"/>
                    </a:cubicBezTo>
                    <a:cubicBezTo>
                      <a:pt x="47935" y="22158"/>
                      <a:pt x="47956" y="21970"/>
                      <a:pt x="48018" y="21823"/>
                    </a:cubicBezTo>
                    <a:cubicBezTo>
                      <a:pt x="48060" y="21614"/>
                      <a:pt x="48123" y="21405"/>
                      <a:pt x="48144" y="21196"/>
                    </a:cubicBezTo>
                    <a:cubicBezTo>
                      <a:pt x="48165" y="21028"/>
                      <a:pt x="48207" y="20861"/>
                      <a:pt x="48248" y="20694"/>
                    </a:cubicBezTo>
                    <a:cubicBezTo>
                      <a:pt x="48269" y="20484"/>
                      <a:pt x="48332" y="20296"/>
                      <a:pt x="48353" y="20087"/>
                    </a:cubicBezTo>
                    <a:cubicBezTo>
                      <a:pt x="48416" y="19752"/>
                      <a:pt x="48207" y="19417"/>
                      <a:pt x="47893" y="19292"/>
                    </a:cubicBezTo>
                    <a:cubicBezTo>
                      <a:pt x="50720" y="19079"/>
                      <a:pt x="53566" y="18973"/>
                      <a:pt x="56425" y="18973"/>
                    </a:cubicBezTo>
                    <a:cubicBezTo>
                      <a:pt x="59744" y="18973"/>
                      <a:pt x="63082" y="19115"/>
                      <a:pt x="66431" y="19396"/>
                    </a:cubicBezTo>
                    <a:cubicBezTo>
                      <a:pt x="66159" y="19647"/>
                      <a:pt x="65908" y="19940"/>
                      <a:pt x="65678" y="20233"/>
                    </a:cubicBezTo>
                    <a:cubicBezTo>
                      <a:pt x="65615" y="20275"/>
                      <a:pt x="65594" y="20338"/>
                      <a:pt x="65531" y="20380"/>
                    </a:cubicBezTo>
                    <a:cubicBezTo>
                      <a:pt x="65406" y="20547"/>
                      <a:pt x="65301" y="20694"/>
                      <a:pt x="65176" y="20861"/>
                    </a:cubicBezTo>
                    <a:cubicBezTo>
                      <a:pt x="65113" y="20924"/>
                      <a:pt x="65071" y="20986"/>
                      <a:pt x="65008" y="21070"/>
                    </a:cubicBezTo>
                    <a:cubicBezTo>
                      <a:pt x="64904" y="21217"/>
                      <a:pt x="64778" y="21384"/>
                      <a:pt x="64674" y="21531"/>
                    </a:cubicBezTo>
                    <a:lnTo>
                      <a:pt x="64527" y="21761"/>
                    </a:lnTo>
                    <a:lnTo>
                      <a:pt x="64213" y="22242"/>
                    </a:lnTo>
                    <a:cubicBezTo>
                      <a:pt x="64150" y="22326"/>
                      <a:pt x="64109" y="22388"/>
                      <a:pt x="64046" y="22493"/>
                    </a:cubicBezTo>
                    <a:cubicBezTo>
                      <a:pt x="63941" y="22660"/>
                      <a:pt x="63837" y="22807"/>
                      <a:pt x="63753" y="22995"/>
                    </a:cubicBezTo>
                    <a:cubicBezTo>
                      <a:pt x="63711" y="23079"/>
                      <a:pt x="63648" y="23183"/>
                      <a:pt x="63606" y="23267"/>
                    </a:cubicBezTo>
                    <a:cubicBezTo>
                      <a:pt x="63502" y="23414"/>
                      <a:pt x="63418" y="23581"/>
                      <a:pt x="63313" y="23748"/>
                    </a:cubicBezTo>
                    <a:cubicBezTo>
                      <a:pt x="63272" y="23853"/>
                      <a:pt x="63209" y="23937"/>
                      <a:pt x="63167" y="24041"/>
                    </a:cubicBezTo>
                    <a:cubicBezTo>
                      <a:pt x="63021" y="24272"/>
                      <a:pt x="62895" y="24523"/>
                      <a:pt x="62790" y="24753"/>
                    </a:cubicBezTo>
                    <a:cubicBezTo>
                      <a:pt x="62686" y="24941"/>
                      <a:pt x="62602" y="25108"/>
                      <a:pt x="62497" y="25297"/>
                    </a:cubicBezTo>
                    <a:cubicBezTo>
                      <a:pt x="62456" y="25380"/>
                      <a:pt x="62435" y="25485"/>
                      <a:pt x="62372" y="25569"/>
                    </a:cubicBezTo>
                    <a:cubicBezTo>
                      <a:pt x="62267" y="25778"/>
                      <a:pt x="62184" y="25945"/>
                      <a:pt x="62079" y="26155"/>
                    </a:cubicBezTo>
                    <a:lnTo>
                      <a:pt x="62016" y="26322"/>
                    </a:lnTo>
                    <a:cubicBezTo>
                      <a:pt x="61430" y="27494"/>
                      <a:pt x="60886" y="28665"/>
                      <a:pt x="60342" y="29795"/>
                    </a:cubicBezTo>
                    <a:cubicBezTo>
                      <a:pt x="60342" y="29816"/>
                      <a:pt x="60300" y="29858"/>
                      <a:pt x="60300" y="29858"/>
                    </a:cubicBezTo>
                    <a:cubicBezTo>
                      <a:pt x="60196" y="30088"/>
                      <a:pt x="60070" y="30298"/>
                      <a:pt x="59966" y="30528"/>
                    </a:cubicBezTo>
                    <a:cubicBezTo>
                      <a:pt x="59715" y="31051"/>
                      <a:pt x="59443" y="31553"/>
                      <a:pt x="59150" y="32013"/>
                    </a:cubicBezTo>
                    <a:cubicBezTo>
                      <a:pt x="57371" y="35110"/>
                      <a:pt x="55446" y="38123"/>
                      <a:pt x="53458" y="41094"/>
                    </a:cubicBezTo>
                    <a:cubicBezTo>
                      <a:pt x="53458" y="41115"/>
                      <a:pt x="53438" y="41115"/>
                      <a:pt x="53396" y="41157"/>
                    </a:cubicBezTo>
                    <a:lnTo>
                      <a:pt x="50257" y="45865"/>
                    </a:lnTo>
                    <a:cubicBezTo>
                      <a:pt x="50071" y="46144"/>
                      <a:pt x="50357" y="46412"/>
                      <a:pt x="50645" y="46412"/>
                    </a:cubicBezTo>
                    <a:cubicBezTo>
                      <a:pt x="50745" y="46412"/>
                      <a:pt x="50846" y="46380"/>
                      <a:pt x="50927" y="46304"/>
                    </a:cubicBezTo>
                    <a:cubicBezTo>
                      <a:pt x="53479" y="43898"/>
                      <a:pt x="55781" y="41261"/>
                      <a:pt x="57852" y="38437"/>
                    </a:cubicBezTo>
                    <a:lnTo>
                      <a:pt x="57852" y="38395"/>
                    </a:lnTo>
                    <a:cubicBezTo>
                      <a:pt x="59087" y="36721"/>
                      <a:pt x="60259" y="34984"/>
                      <a:pt x="61326" y="33143"/>
                    </a:cubicBezTo>
                    <a:cubicBezTo>
                      <a:pt x="62916" y="30444"/>
                      <a:pt x="64966" y="27243"/>
                      <a:pt x="66034" y="23937"/>
                    </a:cubicBezTo>
                    <a:lnTo>
                      <a:pt x="66034" y="23916"/>
                    </a:lnTo>
                    <a:cubicBezTo>
                      <a:pt x="66117" y="23707"/>
                      <a:pt x="66159" y="23497"/>
                      <a:pt x="66222" y="23288"/>
                    </a:cubicBezTo>
                    <a:cubicBezTo>
                      <a:pt x="66222" y="23225"/>
                      <a:pt x="66243" y="23204"/>
                      <a:pt x="66243" y="23163"/>
                    </a:cubicBezTo>
                    <a:cubicBezTo>
                      <a:pt x="66306" y="22995"/>
                      <a:pt x="66326" y="22849"/>
                      <a:pt x="66368" y="22702"/>
                    </a:cubicBezTo>
                    <a:cubicBezTo>
                      <a:pt x="66410" y="22639"/>
                      <a:pt x="66410" y="22577"/>
                      <a:pt x="66431" y="22493"/>
                    </a:cubicBezTo>
                    <a:cubicBezTo>
                      <a:pt x="66452" y="22347"/>
                      <a:pt x="66515" y="22179"/>
                      <a:pt x="66536" y="22054"/>
                    </a:cubicBezTo>
                    <a:cubicBezTo>
                      <a:pt x="66557" y="21928"/>
                      <a:pt x="66578" y="21823"/>
                      <a:pt x="66619" y="21698"/>
                    </a:cubicBezTo>
                    <a:cubicBezTo>
                      <a:pt x="66640" y="21614"/>
                      <a:pt x="66640" y="21531"/>
                      <a:pt x="66661" y="21447"/>
                    </a:cubicBezTo>
                    <a:cubicBezTo>
                      <a:pt x="66682" y="21321"/>
                      <a:pt x="66682" y="21217"/>
                      <a:pt x="66724" y="21091"/>
                    </a:cubicBezTo>
                    <a:lnTo>
                      <a:pt x="66724" y="20986"/>
                    </a:lnTo>
                    <a:cubicBezTo>
                      <a:pt x="66745" y="20714"/>
                      <a:pt x="66766" y="20442"/>
                      <a:pt x="66787" y="20170"/>
                    </a:cubicBezTo>
                    <a:cubicBezTo>
                      <a:pt x="66787" y="19940"/>
                      <a:pt x="66829" y="19668"/>
                      <a:pt x="66787" y="19438"/>
                    </a:cubicBezTo>
                    <a:lnTo>
                      <a:pt x="66787" y="19438"/>
                    </a:lnTo>
                    <a:cubicBezTo>
                      <a:pt x="68565" y="19606"/>
                      <a:pt x="70344" y="19773"/>
                      <a:pt x="72122" y="20024"/>
                    </a:cubicBezTo>
                    <a:cubicBezTo>
                      <a:pt x="72018" y="20129"/>
                      <a:pt x="71955" y="20233"/>
                      <a:pt x="71850" y="20338"/>
                    </a:cubicBezTo>
                    <a:cubicBezTo>
                      <a:pt x="71788" y="20380"/>
                      <a:pt x="71767" y="20442"/>
                      <a:pt x="71704" y="20484"/>
                    </a:cubicBezTo>
                    <a:lnTo>
                      <a:pt x="71390" y="20882"/>
                    </a:lnTo>
                    <a:cubicBezTo>
                      <a:pt x="71348" y="20924"/>
                      <a:pt x="71285" y="21007"/>
                      <a:pt x="71244" y="21070"/>
                    </a:cubicBezTo>
                    <a:cubicBezTo>
                      <a:pt x="71139" y="21196"/>
                      <a:pt x="71034" y="21342"/>
                      <a:pt x="70909" y="21489"/>
                    </a:cubicBezTo>
                    <a:cubicBezTo>
                      <a:pt x="70867" y="21531"/>
                      <a:pt x="70825" y="21593"/>
                      <a:pt x="70804" y="21635"/>
                    </a:cubicBezTo>
                    <a:cubicBezTo>
                      <a:pt x="70658" y="21803"/>
                      <a:pt x="70553" y="21949"/>
                      <a:pt x="70428" y="22116"/>
                    </a:cubicBezTo>
                    <a:cubicBezTo>
                      <a:pt x="70407" y="22137"/>
                      <a:pt x="70407" y="22158"/>
                      <a:pt x="70386" y="22179"/>
                    </a:cubicBezTo>
                    <a:cubicBezTo>
                      <a:pt x="69821" y="22953"/>
                      <a:pt x="69298" y="23748"/>
                      <a:pt x="68775" y="24564"/>
                    </a:cubicBezTo>
                    <a:cubicBezTo>
                      <a:pt x="68356" y="25171"/>
                      <a:pt x="68000" y="25799"/>
                      <a:pt x="67666" y="26448"/>
                    </a:cubicBezTo>
                    <a:cubicBezTo>
                      <a:pt x="66850" y="27829"/>
                      <a:pt x="66034" y="29230"/>
                      <a:pt x="65176" y="30528"/>
                    </a:cubicBezTo>
                    <a:cubicBezTo>
                      <a:pt x="62393" y="34796"/>
                      <a:pt x="59443" y="38918"/>
                      <a:pt x="56492" y="43061"/>
                    </a:cubicBezTo>
                    <a:cubicBezTo>
                      <a:pt x="56492" y="43061"/>
                      <a:pt x="56492" y="43082"/>
                      <a:pt x="56471" y="43082"/>
                    </a:cubicBezTo>
                    <a:lnTo>
                      <a:pt x="56074" y="43626"/>
                    </a:lnTo>
                    <a:cubicBezTo>
                      <a:pt x="55822" y="43988"/>
                      <a:pt x="56079" y="44373"/>
                      <a:pt x="56400" y="44373"/>
                    </a:cubicBezTo>
                    <a:cubicBezTo>
                      <a:pt x="56506" y="44373"/>
                      <a:pt x="56619" y="44331"/>
                      <a:pt x="56723" y="44233"/>
                    </a:cubicBezTo>
                    <a:cubicBezTo>
                      <a:pt x="58668" y="42412"/>
                      <a:pt x="60719" y="40257"/>
                      <a:pt x="62707" y="37956"/>
                    </a:cubicBezTo>
                    <a:cubicBezTo>
                      <a:pt x="62707" y="37935"/>
                      <a:pt x="62749" y="37935"/>
                      <a:pt x="62749" y="37935"/>
                    </a:cubicBezTo>
                    <a:cubicBezTo>
                      <a:pt x="62790" y="37872"/>
                      <a:pt x="62853" y="37830"/>
                      <a:pt x="62895" y="37746"/>
                    </a:cubicBezTo>
                    <a:cubicBezTo>
                      <a:pt x="62895" y="37949"/>
                      <a:pt x="63058" y="38129"/>
                      <a:pt x="63236" y="38129"/>
                    </a:cubicBezTo>
                    <a:cubicBezTo>
                      <a:pt x="63297" y="38129"/>
                      <a:pt x="63360" y="38108"/>
                      <a:pt x="63418" y="38060"/>
                    </a:cubicBezTo>
                    <a:lnTo>
                      <a:pt x="63816" y="37746"/>
                    </a:lnTo>
                    <a:lnTo>
                      <a:pt x="63816" y="37725"/>
                    </a:lnTo>
                    <a:cubicBezTo>
                      <a:pt x="64318" y="37328"/>
                      <a:pt x="64799" y="36909"/>
                      <a:pt x="65301" y="36491"/>
                    </a:cubicBezTo>
                    <a:cubicBezTo>
                      <a:pt x="65406" y="36386"/>
                      <a:pt x="65531" y="36282"/>
                      <a:pt x="65636" y="36198"/>
                    </a:cubicBezTo>
                    <a:lnTo>
                      <a:pt x="65636" y="36198"/>
                    </a:lnTo>
                    <a:cubicBezTo>
                      <a:pt x="65636" y="36240"/>
                      <a:pt x="65615" y="36240"/>
                      <a:pt x="65615" y="36261"/>
                    </a:cubicBezTo>
                    <a:cubicBezTo>
                      <a:pt x="66452" y="35528"/>
                      <a:pt x="67289" y="34733"/>
                      <a:pt x="68084" y="33959"/>
                    </a:cubicBezTo>
                    <a:lnTo>
                      <a:pt x="68126" y="33896"/>
                    </a:lnTo>
                    <a:lnTo>
                      <a:pt x="68879" y="33143"/>
                    </a:lnTo>
                    <a:cubicBezTo>
                      <a:pt x="68942" y="33101"/>
                      <a:pt x="68984" y="33038"/>
                      <a:pt x="69047" y="32955"/>
                    </a:cubicBezTo>
                    <a:cubicBezTo>
                      <a:pt x="69256" y="32725"/>
                      <a:pt x="69465" y="32515"/>
                      <a:pt x="69674" y="32285"/>
                    </a:cubicBezTo>
                    <a:cubicBezTo>
                      <a:pt x="69758" y="32202"/>
                      <a:pt x="69821" y="32097"/>
                      <a:pt x="69925" y="32013"/>
                    </a:cubicBezTo>
                    <a:cubicBezTo>
                      <a:pt x="70114" y="31804"/>
                      <a:pt x="70302" y="31637"/>
                      <a:pt x="70448" y="31427"/>
                    </a:cubicBezTo>
                    <a:cubicBezTo>
                      <a:pt x="70553" y="31281"/>
                      <a:pt x="70658" y="31176"/>
                      <a:pt x="70762" y="31051"/>
                    </a:cubicBezTo>
                    <a:cubicBezTo>
                      <a:pt x="70930" y="30862"/>
                      <a:pt x="71055" y="30716"/>
                      <a:pt x="71223" y="30528"/>
                    </a:cubicBezTo>
                    <a:cubicBezTo>
                      <a:pt x="71348" y="30381"/>
                      <a:pt x="71474" y="30235"/>
                      <a:pt x="71578" y="30088"/>
                    </a:cubicBezTo>
                    <a:cubicBezTo>
                      <a:pt x="71704" y="29921"/>
                      <a:pt x="71850" y="29774"/>
                      <a:pt x="71955" y="29607"/>
                    </a:cubicBezTo>
                    <a:cubicBezTo>
                      <a:pt x="72080" y="29440"/>
                      <a:pt x="72227" y="29272"/>
                      <a:pt x="72373" y="29084"/>
                    </a:cubicBezTo>
                    <a:cubicBezTo>
                      <a:pt x="72478" y="28958"/>
                      <a:pt x="72583" y="28812"/>
                      <a:pt x="72687" y="28665"/>
                    </a:cubicBezTo>
                    <a:cubicBezTo>
                      <a:pt x="72834" y="28498"/>
                      <a:pt x="73001" y="28289"/>
                      <a:pt x="73127" y="28101"/>
                    </a:cubicBezTo>
                    <a:cubicBezTo>
                      <a:pt x="73231" y="27975"/>
                      <a:pt x="73315" y="27829"/>
                      <a:pt x="73420" y="27724"/>
                    </a:cubicBezTo>
                    <a:lnTo>
                      <a:pt x="73880" y="27096"/>
                    </a:lnTo>
                    <a:cubicBezTo>
                      <a:pt x="73964" y="26992"/>
                      <a:pt x="74047" y="26866"/>
                      <a:pt x="74110" y="26761"/>
                    </a:cubicBezTo>
                    <a:cubicBezTo>
                      <a:pt x="74277" y="26531"/>
                      <a:pt x="74424" y="26301"/>
                      <a:pt x="74591" y="26092"/>
                    </a:cubicBezTo>
                    <a:cubicBezTo>
                      <a:pt x="74675" y="25987"/>
                      <a:pt x="74717" y="25883"/>
                      <a:pt x="74801" y="25778"/>
                    </a:cubicBezTo>
                    <a:cubicBezTo>
                      <a:pt x="74947" y="25527"/>
                      <a:pt x="75135" y="25276"/>
                      <a:pt x="75303" y="25046"/>
                    </a:cubicBezTo>
                    <a:cubicBezTo>
                      <a:pt x="75345" y="24962"/>
                      <a:pt x="75407" y="24857"/>
                      <a:pt x="75470" y="24774"/>
                    </a:cubicBezTo>
                    <a:cubicBezTo>
                      <a:pt x="75637" y="24523"/>
                      <a:pt x="75826" y="24251"/>
                      <a:pt x="75972" y="23999"/>
                    </a:cubicBezTo>
                    <a:cubicBezTo>
                      <a:pt x="76035" y="23916"/>
                      <a:pt x="76056" y="23853"/>
                      <a:pt x="76098" y="23790"/>
                    </a:cubicBezTo>
                    <a:cubicBezTo>
                      <a:pt x="76286" y="23497"/>
                      <a:pt x="76454" y="23204"/>
                      <a:pt x="76621" y="22911"/>
                    </a:cubicBezTo>
                    <a:cubicBezTo>
                      <a:pt x="76621" y="22891"/>
                      <a:pt x="76663" y="22891"/>
                      <a:pt x="76663" y="22870"/>
                    </a:cubicBezTo>
                    <a:cubicBezTo>
                      <a:pt x="77018" y="22263"/>
                      <a:pt x="77353" y="21635"/>
                      <a:pt x="77667" y="21028"/>
                    </a:cubicBezTo>
                    <a:cubicBezTo>
                      <a:pt x="78483" y="21196"/>
                      <a:pt x="79299" y="21321"/>
                      <a:pt x="80115" y="21510"/>
                    </a:cubicBezTo>
                    <a:cubicBezTo>
                      <a:pt x="80031" y="21593"/>
                      <a:pt x="79927" y="21656"/>
                      <a:pt x="79843" y="21740"/>
                    </a:cubicBezTo>
                    <a:cubicBezTo>
                      <a:pt x="79801" y="21803"/>
                      <a:pt x="79739" y="21844"/>
                      <a:pt x="79655" y="21907"/>
                    </a:cubicBezTo>
                    <a:cubicBezTo>
                      <a:pt x="79550" y="22012"/>
                      <a:pt x="79446" y="22075"/>
                      <a:pt x="79383" y="22179"/>
                    </a:cubicBezTo>
                    <a:cubicBezTo>
                      <a:pt x="79299" y="22263"/>
                      <a:pt x="79215" y="22347"/>
                      <a:pt x="79174" y="22430"/>
                    </a:cubicBezTo>
                    <a:cubicBezTo>
                      <a:pt x="79090" y="22493"/>
                      <a:pt x="79006" y="22598"/>
                      <a:pt x="78922" y="22681"/>
                    </a:cubicBezTo>
                    <a:cubicBezTo>
                      <a:pt x="78818" y="22786"/>
                      <a:pt x="78755" y="22891"/>
                      <a:pt x="78650" y="22995"/>
                    </a:cubicBezTo>
                    <a:cubicBezTo>
                      <a:pt x="78588" y="23058"/>
                      <a:pt x="78546" y="23121"/>
                      <a:pt x="78483" y="23183"/>
                    </a:cubicBezTo>
                    <a:cubicBezTo>
                      <a:pt x="78337" y="23372"/>
                      <a:pt x="78169" y="23539"/>
                      <a:pt x="78044" y="23727"/>
                    </a:cubicBezTo>
                    <a:lnTo>
                      <a:pt x="77981" y="23790"/>
                    </a:lnTo>
                    <a:cubicBezTo>
                      <a:pt x="77855" y="23958"/>
                      <a:pt x="77709" y="24146"/>
                      <a:pt x="77562" y="24334"/>
                    </a:cubicBezTo>
                    <a:cubicBezTo>
                      <a:pt x="77542" y="24355"/>
                      <a:pt x="77521" y="24418"/>
                      <a:pt x="77500" y="24439"/>
                    </a:cubicBezTo>
                    <a:cubicBezTo>
                      <a:pt x="77353" y="24627"/>
                      <a:pt x="77228" y="24774"/>
                      <a:pt x="77102" y="24962"/>
                    </a:cubicBezTo>
                    <a:cubicBezTo>
                      <a:pt x="77081" y="24983"/>
                      <a:pt x="77081" y="25004"/>
                      <a:pt x="77039" y="25046"/>
                    </a:cubicBezTo>
                    <a:cubicBezTo>
                      <a:pt x="76140" y="26343"/>
                      <a:pt x="75261" y="27766"/>
                      <a:pt x="74403" y="29084"/>
                    </a:cubicBezTo>
                    <a:cubicBezTo>
                      <a:pt x="74005" y="29712"/>
                      <a:pt x="73587" y="30318"/>
                      <a:pt x="73210" y="30904"/>
                    </a:cubicBezTo>
                    <a:cubicBezTo>
                      <a:pt x="70532" y="34629"/>
                      <a:pt x="67687" y="38228"/>
                      <a:pt x="64841" y="41805"/>
                    </a:cubicBezTo>
                    <a:cubicBezTo>
                      <a:pt x="64841" y="41826"/>
                      <a:pt x="64799" y="41826"/>
                      <a:pt x="64778" y="41847"/>
                    </a:cubicBezTo>
                    <a:cubicBezTo>
                      <a:pt x="64653" y="42015"/>
                      <a:pt x="64548" y="42161"/>
                      <a:pt x="64422" y="42329"/>
                    </a:cubicBezTo>
                    <a:cubicBezTo>
                      <a:pt x="64052" y="42766"/>
                      <a:pt x="64426" y="43500"/>
                      <a:pt x="64913" y="43500"/>
                    </a:cubicBezTo>
                    <a:cubicBezTo>
                      <a:pt x="65031" y="43500"/>
                      <a:pt x="65157" y="43457"/>
                      <a:pt x="65280" y="43354"/>
                    </a:cubicBezTo>
                    <a:cubicBezTo>
                      <a:pt x="66368" y="42433"/>
                      <a:pt x="67582" y="41408"/>
                      <a:pt x="68816" y="40257"/>
                    </a:cubicBezTo>
                    <a:cubicBezTo>
                      <a:pt x="68816" y="40257"/>
                      <a:pt x="68816" y="40236"/>
                      <a:pt x="68837" y="40236"/>
                    </a:cubicBezTo>
                    <a:lnTo>
                      <a:pt x="68921" y="40153"/>
                    </a:lnTo>
                    <a:lnTo>
                      <a:pt x="68942" y="40153"/>
                    </a:lnTo>
                    <a:cubicBezTo>
                      <a:pt x="73838" y="35612"/>
                      <a:pt x="79132" y="29440"/>
                      <a:pt x="80575" y="23393"/>
                    </a:cubicBezTo>
                    <a:cubicBezTo>
                      <a:pt x="80596" y="23309"/>
                      <a:pt x="80638" y="23204"/>
                      <a:pt x="80638" y="23121"/>
                    </a:cubicBezTo>
                    <a:cubicBezTo>
                      <a:pt x="80659" y="23058"/>
                      <a:pt x="80659" y="22995"/>
                      <a:pt x="80680" y="22911"/>
                    </a:cubicBezTo>
                    <a:cubicBezTo>
                      <a:pt x="80764" y="22472"/>
                      <a:pt x="80847" y="22054"/>
                      <a:pt x="80889" y="21614"/>
                    </a:cubicBezTo>
                    <a:cubicBezTo>
                      <a:pt x="81894" y="21823"/>
                      <a:pt x="82877" y="22033"/>
                      <a:pt x="83881" y="22263"/>
                    </a:cubicBezTo>
                    <a:cubicBezTo>
                      <a:pt x="83777" y="22451"/>
                      <a:pt x="83693" y="22660"/>
                      <a:pt x="83588" y="22849"/>
                    </a:cubicBezTo>
                    <a:cubicBezTo>
                      <a:pt x="83526" y="22974"/>
                      <a:pt x="83484" y="23079"/>
                      <a:pt x="83400" y="23204"/>
                    </a:cubicBezTo>
                    <a:cubicBezTo>
                      <a:pt x="83275" y="23497"/>
                      <a:pt x="83107" y="23811"/>
                      <a:pt x="82982" y="24125"/>
                    </a:cubicBezTo>
                    <a:cubicBezTo>
                      <a:pt x="82961" y="24167"/>
                      <a:pt x="82940" y="24230"/>
                      <a:pt x="82940" y="24251"/>
                    </a:cubicBezTo>
                    <a:cubicBezTo>
                      <a:pt x="81831" y="26678"/>
                      <a:pt x="80889" y="29168"/>
                      <a:pt x="79529" y="31490"/>
                    </a:cubicBezTo>
                    <a:cubicBezTo>
                      <a:pt x="77521" y="34922"/>
                      <a:pt x="75010" y="37872"/>
                      <a:pt x="72290" y="40759"/>
                    </a:cubicBezTo>
                    <a:lnTo>
                      <a:pt x="72290" y="40780"/>
                    </a:lnTo>
                    <a:lnTo>
                      <a:pt x="72269" y="40801"/>
                    </a:lnTo>
                    <a:cubicBezTo>
                      <a:pt x="72050" y="41105"/>
                      <a:pt x="72320" y="41558"/>
                      <a:pt x="72630" y="41558"/>
                    </a:cubicBezTo>
                    <a:cubicBezTo>
                      <a:pt x="72705" y="41558"/>
                      <a:pt x="72782" y="41532"/>
                      <a:pt x="72855" y="41471"/>
                    </a:cubicBezTo>
                    <a:cubicBezTo>
                      <a:pt x="74257" y="40383"/>
                      <a:pt x="75637" y="39169"/>
                      <a:pt x="76914" y="37746"/>
                    </a:cubicBezTo>
                    <a:cubicBezTo>
                      <a:pt x="76914" y="37746"/>
                      <a:pt x="76914" y="37725"/>
                      <a:pt x="76935" y="37725"/>
                    </a:cubicBezTo>
                    <a:cubicBezTo>
                      <a:pt x="80785" y="33583"/>
                      <a:pt x="83840" y="28205"/>
                      <a:pt x="84216" y="22807"/>
                    </a:cubicBezTo>
                    <a:lnTo>
                      <a:pt x="84216" y="22744"/>
                    </a:lnTo>
                    <a:cubicBezTo>
                      <a:pt x="84216" y="22598"/>
                      <a:pt x="84237" y="22493"/>
                      <a:pt x="84237" y="22367"/>
                    </a:cubicBezTo>
                    <a:cubicBezTo>
                      <a:pt x="85785" y="22744"/>
                      <a:pt x="87355" y="23163"/>
                      <a:pt x="88903" y="23581"/>
                    </a:cubicBezTo>
                    <a:cubicBezTo>
                      <a:pt x="88254" y="24230"/>
                      <a:pt x="87689" y="24941"/>
                      <a:pt x="87166" y="25673"/>
                    </a:cubicBezTo>
                    <a:lnTo>
                      <a:pt x="87145" y="25694"/>
                    </a:lnTo>
                    <a:cubicBezTo>
                      <a:pt x="87062" y="25820"/>
                      <a:pt x="86957" y="25924"/>
                      <a:pt x="86894" y="26050"/>
                    </a:cubicBezTo>
                    <a:cubicBezTo>
                      <a:pt x="86853" y="26113"/>
                      <a:pt x="86832" y="26155"/>
                      <a:pt x="86790" y="26196"/>
                    </a:cubicBezTo>
                    <a:cubicBezTo>
                      <a:pt x="86727" y="26301"/>
                      <a:pt x="86643" y="26364"/>
                      <a:pt x="86601" y="26468"/>
                    </a:cubicBezTo>
                    <a:cubicBezTo>
                      <a:pt x="86539" y="26552"/>
                      <a:pt x="86518" y="26615"/>
                      <a:pt x="86476" y="26678"/>
                    </a:cubicBezTo>
                    <a:cubicBezTo>
                      <a:pt x="86434" y="26740"/>
                      <a:pt x="86413" y="26761"/>
                      <a:pt x="86392" y="26824"/>
                    </a:cubicBezTo>
                    <a:cubicBezTo>
                      <a:pt x="85555" y="28101"/>
                      <a:pt x="84802" y="29398"/>
                      <a:pt x="83944" y="30716"/>
                    </a:cubicBezTo>
                    <a:cubicBezTo>
                      <a:pt x="83254" y="31804"/>
                      <a:pt x="82521" y="32913"/>
                      <a:pt x="81747" y="33980"/>
                    </a:cubicBezTo>
                    <a:cubicBezTo>
                      <a:pt x="81287" y="34671"/>
                      <a:pt x="80806" y="35340"/>
                      <a:pt x="80345" y="35989"/>
                    </a:cubicBezTo>
                    <a:cubicBezTo>
                      <a:pt x="79529" y="37098"/>
                      <a:pt x="78713" y="38186"/>
                      <a:pt x="77876" y="39295"/>
                    </a:cubicBezTo>
                    <a:cubicBezTo>
                      <a:pt x="77834" y="39378"/>
                      <a:pt x="77772" y="39420"/>
                      <a:pt x="77730" y="39504"/>
                    </a:cubicBezTo>
                    <a:cubicBezTo>
                      <a:pt x="77426" y="39909"/>
                      <a:pt x="77735" y="40546"/>
                      <a:pt x="78163" y="40546"/>
                    </a:cubicBezTo>
                    <a:cubicBezTo>
                      <a:pt x="78265" y="40546"/>
                      <a:pt x="78374" y="40509"/>
                      <a:pt x="78483" y="40425"/>
                    </a:cubicBezTo>
                    <a:cubicBezTo>
                      <a:pt x="79885" y="39399"/>
                      <a:pt x="81308" y="38165"/>
                      <a:pt x="82647" y="36826"/>
                    </a:cubicBezTo>
                    <a:cubicBezTo>
                      <a:pt x="86225" y="33206"/>
                      <a:pt x="89175" y="28603"/>
                      <a:pt x="89154" y="23644"/>
                    </a:cubicBezTo>
                    <a:lnTo>
                      <a:pt x="89154" y="23623"/>
                    </a:lnTo>
                    <a:cubicBezTo>
                      <a:pt x="93632" y="24899"/>
                      <a:pt x="98068" y="26448"/>
                      <a:pt x="102420" y="28310"/>
                    </a:cubicBezTo>
                    <a:cubicBezTo>
                      <a:pt x="102545" y="28101"/>
                      <a:pt x="102629" y="27870"/>
                      <a:pt x="102503" y="27808"/>
                    </a:cubicBezTo>
                    <a:cubicBezTo>
                      <a:pt x="97837" y="25778"/>
                      <a:pt x="93025" y="24041"/>
                      <a:pt x="88171" y="22660"/>
                    </a:cubicBezTo>
                    <a:cubicBezTo>
                      <a:pt x="88254" y="22639"/>
                      <a:pt x="88317" y="22598"/>
                      <a:pt x="88380" y="22535"/>
                    </a:cubicBezTo>
                    <a:cubicBezTo>
                      <a:pt x="88401" y="22493"/>
                      <a:pt x="88401" y="22472"/>
                      <a:pt x="88401" y="22451"/>
                    </a:cubicBezTo>
                    <a:cubicBezTo>
                      <a:pt x="88464" y="22137"/>
                      <a:pt x="88485" y="21823"/>
                      <a:pt x="88526" y="21489"/>
                    </a:cubicBezTo>
                    <a:lnTo>
                      <a:pt x="88526" y="21426"/>
                    </a:lnTo>
                    <a:cubicBezTo>
                      <a:pt x="88568" y="21133"/>
                      <a:pt x="88589" y="20819"/>
                      <a:pt x="88589" y="20547"/>
                    </a:cubicBezTo>
                    <a:lnTo>
                      <a:pt x="88589" y="20359"/>
                    </a:lnTo>
                    <a:lnTo>
                      <a:pt x="88589" y="19626"/>
                    </a:lnTo>
                    <a:lnTo>
                      <a:pt x="88589" y="19187"/>
                    </a:lnTo>
                    <a:cubicBezTo>
                      <a:pt x="88589" y="19041"/>
                      <a:pt x="88589" y="18936"/>
                      <a:pt x="88568" y="18810"/>
                    </a:cubicBezTo>
                    <a:cubicBezTo>
                      <a:pt x="88359" y="14730"/>
                      <a:pt x="86790" y="10755"/>
                      <a:pt x="84174" y="7595"/>
                    </a:cubicBezTo>
                    <a:cubicBezTo>
                      <a:pt x="83881" y="7219"/>
                      <a:pt x="83588" y="6884"/>
                      <a:pt x="83254" y="6570"/>
                    </a:cubicBezTo>
                    <a:lnTo>
                      <a:pt x="83065" y="6382"/>
                    </a:lnTo>
                    <a:cubicBezTo>
                      <a:pt x="83024" y="6340"/>
                      <a:pt x="82940" y="6277"/>
                      <a:pt x="82856" y="6256"/>
                    </a:cubicBezTo>
                    <a:cubicBezTo>
                      <a:pt x="82782" y="6226"/>
                      <a:pt x="82702" y="6211"/>
                      <a:pt x="82621" y="6211"/>
                    </a:cubicBezTo>
                    <a:cubicBezTo>
                      <a:pt x="82315" y="6211"/>
                      <a:pt x="81993" y="6414"/>
                      <a:pt x="81894" y="6696"/>
                    </a:cubicBezTo>
                    <a:cubicBezTo>
                      <a:pt x="81873" y="6696"/>
                      <a:pt x="81894" y="6696"/>
                      <a:pt x="81894" y="6738"/>
                    </a:cubicBezTo>
                    <a:cubicBezTo>
                      <a:pt x="81831" y="6842"/>
                      <a:pt x="81831" y="6989"/>
                      <a:pt x="81873" y="7114"/>
                    </a:cubicBezTo>
                    <a:cubicBezTo>
                      <a:pt x="82124" y="7909"/>
                      <a:pt x="82396" y="8725"/>
                      <a:pt x="82668" y="9499"/>
                    </a:cubicBezTo>
                    <a:lnTo>
                      <a:pt x="82668" y="9520"/>
                    </a:lnTo>
                    <a:cubicBezTo>
                      <a:pt x="84195" y="13914"/>
                      <a:pt x="85911" y="18350"/>
                      <a:pt x="87857" y="22535"/>
                    </a:cubicBezTo>
                    <a:cubicBezTo>
                      <a:pt x="87857" y="22550"/>
                      <a:pt x="87867" y="22564"/>
                      <a:pt x="87881" y="22572"/>
                    </a:cubicBezTo>
                    <a:lnTo>
                      <a:pt x="87881" y="22572"/>
                    </a:lnTo>
                    <a:cubicBezTo>
                      <a:pt x="86673" y="22239"/>
                      <a:pt x="85445" y="21926"/>
                      <a:pt x="84216" y="21614"/>
                    </a:cubicBezTo>
                    <a:cubicBezTo>
                      <a:pt x="84205" y="21580"/>
                      <a:pt x="84180" y="21564"/>
                      <a:pt x="84154" y="21564"/>
                    </a:cubicBezTo>
                    <a:cubicBezTo>
                      <a:pt x="84132" y="21564"/>
                      <a:pt x="84109" y="21574"/>
                      <a:pt x="84091" y="21593"/>
                    </a:cubicBezTo>
                    <a:cubicBezTo>
                      <a:pt x="83693" y="21489"/>
                      <a:pt x="83337" y="21405"/>
                      <a:pt x="82940" y="21300"/>
                    </a:cubicBezTo>
                    <a:cubicBezTo>
                      <a:pt x="82961" y="21279"/>
                      <a:pt x="82982" y="21238"/>
                      <a:pt x="82982" y="21196"/>
                    </a:cubicBezTo>
                    <a:cubicBezTo>
                      <a:pt x="83086" y="20568"/>
                      <a:pt x="83149" y="19961"/>
                      <a:pt x="83170" y="19334"/>
                    </a:cubicBezTo>
                    <a:lnTo>
                      <a:pt x="83170" y="19208"/>
                    </a:lnTo>
                    <a:lnTo>
                      <a:pt x="83170" y="18727"/>
                    </a:lnTo>
                    <a:lnTo>
                      <a:pt x="83170" y="18497"/>
                    </a:lnTo>
                    <a:lnTo>
                      <a:pt x="83170" y="18141"/>
                    </a:lnTo>
                    <a:cubicBezTo>
                      <a:pt x="83170" y="17994"/>
                      <a:pt x="83170" y="17890"/>
                      <a:pt x="83149" y="17764"/>
                    </a:cubicBezTo>
                    <a:cubicBezTo>
                      <a:pt x="83149" y="17681"/>
                      <a:pt x="83149" y="17576"/>
                      <a:pt x="83128" y="17513"/>
                    </a:cubicBezTo>
                    <a:cubicBezTo>
                      <a:pt x="83128" y="17346"/>
                      <a:pt x="83086" y="17157"/>
                      <a:pt x="83065" y="17011"/>
                    </a:cubicBezTo>
                    <a:lnTo>
                      <a:pt x="83065" y="16885"/>
                    </a:lnTo>
                    <a:cubicBezTo>
                      <a:pt x="82438" y="11550"/>
                      <a:pt x="79215" y="6758"/>
                      <a:pt x="74549" y="4059"/>
                    </a:cubicBezTo>
                    <a:cubicBezTo>
                      <a:pt x="74131" y="3829"/>
                      <a:pt x="73713" y="3620"/>
                      <a:pt x="73252" y="3411"/>
                    </a:cubicBezTo>
                    <a:cubicBezTo>
                      <a:pt x="73148" y="3348"/>
                      <a:pt x="73085" y="3306"/>
                      <a:pt x="72980" y="3285"/>
                    </a:cubicBezTo>
                    <a:cubicBezTo>
                      <a:pt x="72311" y="2992"/>
                      <a:pt x="71641" y="2720"/>
                      <a:pt x="70930" y="2511"/>
                    </a:cubicBezTo>
                    <a:cubicBezTo>
                      <a:pt x="70873" y="2496"/>
                      <a:pt x="70818" y="2489"/>
                      <a:pt x="70763" y="2489"/>
                    </a:cubicBezTo>
                    <a:cubicBezTo>
                      <a:pt x="70292" y="2489"/>
                      <a:pt x="69915" y="3021"/>
                      <a:pt x="70009" y="3453"/>
                    </a:cubicBezTo>
                    <a:cubicBezTo>
                      <a:pt x="68482" y="2239"/>
                      <a:pt x="66829" y="1130"/>
                      <a:pt x="65134" y="105"/>
                    </a:cubicBezTo>
                    <a:cubicBezTo>
                      <a:pt x="65008" y="32"/>
                      <a:pt x="64882" y="0"/>
                      <a:pt x="647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19388400" y="28623625"/>
                <a:ext cx="714775" cy="158125"/>
              </a:xfrm>
              <a:custGeom>
                <a:avLst/>
                <a:gdLst/>
                <a:ahLst/>
                <a:cxnLst/>
                <a:rect l="l" t="t" r="r" b="b"/>
                <a:pathLst>
                  <a:path w="28591" h="6325" extrusionOk="0">
                    <a:moveTo>
                      <a:pt x="9416" y="0"/>
                    </a:moveTo>
                    <a:cubicBezTo>
                      <a:pt x="6592" y="0"/>
                      <a:pt x="3725" y="272"/>
                      <a:pt x="942" y="711"/>
                    </a:cubicBezTo>
                    <a:cubicBezTo>
                      <a:pt x="1" y="837"/>
                      <a:pt x="1" y="2176"/>
                      <a:pt x="1026" y="2218"/>
                    </a:cubicBezTo>
                    <a:cubicBezTo>
                      <a:pt x="1193" y="2218"/>
                      <a:pt x="1361" y="2260"/>
                      <a:pt x="1549" y="2281"/>
                    </a:cubicBezTo>
                    <a:lnTo>
                      <a:pt x="1675" y="2281"/>
                    </a:lnTo>
                    <a:cubicBezTo>
                      <a:pt x="5336" y="2490"/>
                      <a:pt x="8998" y="3055"/>
                      <a:pt x="12618" y="3683"/>
                    </a:cubicBezTo>
                    <a:lnTo>
                      <a:pt x="12513" y="3683"/>
                    </a:lnTo>
                    <a:cubicBezTo>
                      <a:pt x="16070" y="4310"/>
                      <a:pt x="19606" y="5022"/>
                      <a:pt x="23163" y="5587"/>
                    </a:cubicBezTo>
                    <a:lnTo>
                      <a:pt x="23644" y="5670"/>
                    </a:lnTo>
                    <a:cubicBezTo>
                      <a:pt x="24000" y="5733"/>
                      <a:pt x="24335" y="5775"/>
                      <a:pt x="24711" y="5838"/>
                    </a:cubicBezTo>
                    <a:cubicBezTo>
                      <a:pt x="25130" y="5880"/>
                      <a:pt x="25548" y="5963"/>
                      <a:pt x="25967" y="6026"/>
                    </a:cubicBezTo>
                    <a:cubicBezTo>
                      <a:pt x="26113" y="6047"/>
                      <a:pt x="26302" y="6068"/>
                      <a:pt x="26469" y="6089"/>
                    </a:cubicBezTo>
                    <a:lnTo>
                      <a:pt x="28352" y="6319"/>
                    </a:lnTo>
                    <a:cubicBezTo>
                      <a:pt x="28364" y="6323"/>
                      <a:pt x="28377" y="6325"/>
                      <a:pt x="28389" y="6325"/>
                    </a:cubicBezTo>
                    <a:cubicBezTo>
                      <a:pt x="28500" y="6325"/>
                      <a:pt x="28591" y="6162"/>
                      <a:pt x="28478" y="6068"/>
                    </a:cubicBezTo>
                    <a:cubicBezTo>
                      <a:pt x="23142" y="1716"/>
                      <a:pt x="16760" y="105"/>
                      <a:pt x="10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87" name="Google Shape;87;p3"/>
          <p:cNvSpPr txBox="1">
            <a:spLocks noGrp="1"/>
          </p:cNvSpPr>
          <p:nvPr>
            <p:ph type="title"/>
          </p:nvPr>
        </p:nvSpPr>
        <p:spPr>
          <a:xfrm>
            <a:off x="3531400" y="3909201"/>
            <a:ext cx="5129200" cy="88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5733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88" name="Google Shape;88;p3"/>
          <p:cNvSpPr txBox="1">
            <a:spLocks noGrp="1"/>
          </p:cNvSpPr>
          <p:nvPr>
            <p:ph type="title" idx="2" hasCustomPrompt="1"/>
          </p:nvPr>
        </p:nvSpPr>
        <p:spPr>
          <a:xfrm>
            <a:off x="4738767" y="1456707"/>
            <a:ext cx="27144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1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89" name="Google Shape;89;p3"/>
          <p:cNvSpPr txBox="1">
            <a:spLocks noGrp="1"/>
          </p:cNvSpPr>
          <p:nvPr>
            <p:ph type="subTitle" idx="1"/>
          </p:nvPr>
        </p:nvSpPr>
        <p:spPr>
          <a:xfrm>
            <a:off x="4092169" y="4690400"/>
            <a:ext cx="4007200" cy="7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740748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"/>
          <p:cNvSpPr/>
          <p:nvPr/>
        </p:nvSpPr>
        <p:spPr>
          <a:xfrm>
            <a:off x="-947966" y="5912001"/>
            <a:ext cx="14087900" cy="2086100"/>
          </a:xfrm>
          <a:custGeom>
            <a:avLst/>
            <a:gdLst/>
            <a:ahLst/>
            <a:cxnLst/>
            <a:rect l="l" t="t" r="r" b="b"/>
            <a:pathLst>
              <a:path w="422637" h="62583" extrusionOk="0">
                <a:moveTo>
                  <a:pt x="422636" y="3055"/>
                </a:moveTo>
                <a:lnTo>
                  <a:pt x="422636" y="62583"/>
                </a:lnTo>
                <a:lnTo>
                  <a:pt x="0" y="62583"/>
                </a:lnTo>
                <a:lnTo>
                  <a:pt x="0" y="12471"/>
                </a:lnTo>
                <a:cubicBezTo>
                  <a:pt x="32223" y="0"/>
                  <a:pt x="69781" y="13308"/>
                  <a:pt x="105100" y="11111"/>
                </a:cubicBezTo>
                <a:cubicBezTo>
                  <a:pt x="119579" y="10190"/>
                  <a:pt x="133891" y="6612"/>
                  <a:pt x="148412" y="7051"/>
                </a:cubicBezTo>
                <a:cubicBezTo>
                  <a:pt x="159292" y="7386"/>
                  <a:pt x="169942" y="9960"/>
                  <a:pt x="180739" y="11069"/>
                </a:cubicBezTo>
                <a:cubicBezTo>
                  <a:pt x="198796" y="12952"/>
                  <a:pt x="217167" y="10776"/>
                  <a:pt x="235245" y="12492"/>
                </a:cubicBezTo>
                <a:cubicBezTo>
                  <a:pt x="263303" y="15128"/>
                  <a:pt x="291780" y="27054"/>
                  <a:pt x="318646" y="19229"/>
                </a:cubicBezTo>
                <a:cubicBezTo>
                  <a:pt x="326785" y="16885"/>
                  <a:pt x="334150" y="12784"/>
                  <a:pt x="342227" y="10274"/>
                </a:cubicBezTo>
                <a:cubicBezTo>
                  <a:pt x="352103" y="7198"/>
                  <a:pt x="362669" y="6570"/>
                  <a:pt x="373068" y="5942"/>
                </a:cubicBezTo>
                <a:cubicBezTo>
                  <a:pt x="389598" y="4980"/>
                  <a:pt x="406107" y="4017"/>
                  <a:pt x="422636" y="305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2" name="Google Shape;92;p4"/>
          <p:cNvSpPr/>
          <p:nvPr/>
        </p:nvSpPr>
        <p:spPr>
          <a:xfrm flipH="1">
            <a:off x="9258534" y="874451"/>
            <a:ext cx="2462079" cy="525551"/>
          </a:xfrm>
          <a:custGeom>
            <a:avLst/>
            <a:gdLst/>
            <a:ahLst/>
            <a:cxnLst/>
            <a:rect l="l" t="t" r="r" b="b"/>
            <a:pathLst>
              <a:path w="134687" h="28750" extrusionOk="0">
                <a:moveTo>
                  <a:pt x="16112" y="28582"/>
                </a:moveTo>
                <a:cubicBezTo>
                  <a:pt x="54360" y="27641"/>
                  <a:pt x="93425" y="28750"/>
                  <a:pt x="131673" y="27808"/>
                </a:cubicBezTo>
                <a:cubicBezTo>
                  <a:pt x="132845" y="27787"/>
                  <a:pt x="134268" y="27578"/>
                  <a:pt x="134686" y="26469"/>
                </a:cubicBezTo>
                <a:cubicBezTo>
                  <a:pt x="132426" y="25277"/>
                  <a:pt x="129706" y="26323"/>
                  <a:pt x="127175" y="26448"/>
                </a:cubicBezTo>
                <a:cubicBezTo>
                  <a:pt x="122655" y="26678"/>
                  <a:pt x="118617" y="23917"/>
                  <a:pt x="114620" y="21761"/>
                </a:cubicBezTo>
                <a:cubicBezTo>
                  <a:pt x="110624" y="19627"/>
                  <a:pt x="105519" y="18100"/>
                  <a:pt x="101752" y="20611"/>
                </a:cubicBezTo>
                <a:cubicBezTo>
                  <a:pt x="101041" y="21092"/>
                  <a:pt x="100330" y="21720"/>
                  <a:pt x="99472" y="21678"/>
                </a:cubicBezTo>
                <a:cubicBezTo>
                  <a:pt x="98949" y="21657"/>
                  <a:pt x="98488" y="21364"/>
                  <a:pt x="98028" y="21113"/>
                </a:cubicBezTo>
                <a:cubicBezTo>
                  <a:pt x="94513" y="18895"/>
                  <a:pt x="91332" y="16091"/>
                  <a:pt x="88675" y="12869"/>
                </a:cubicBezTo>
                <a:cubicBezTo>
                  <a:pt x="86604" y="10379"/>
                  <a:pt x="84804" y="7596"/>
                  <a:pt x="82210" y="5650"/>
                </a:cubicBezTo>
                <a:cubicBezTo>
                  <a:pt x="76560" y="1424"/>
                  <a:pt x="67584" y="2700"/>
                  <a:pt x="63316" y="8287"/>
                </a:cubicBezTo>
                <a:cubicBezTo>
                  <a:pt x="62876" y="8893"/>
                  <a:pt x="62416" y="9584"/>
                  <a:pt x="61705" y="9814"/>
                </a:cubicBezTo>
                <a:cubicBezTo>
                  <a:pt x="60533" y="10232"/>
                  <a:pt x="59340" y="9270"/>
                  <a:pt x="58399" y="8454"/>
                </a:cubicBezTo>
                <a:cubicBezTo>
                  <a:pt x="49694" y="921"/>
                  <a:pt x="35655" y="1"/>
                  <a:pt x="26532" y="7031"/>
                </a:cubicBezTo>
                <a:cubicBezTo>
                  <a:pt x="23917" y="9061"/>
                  <a:pt x="21761" y="11592"/>
                  <a:pt x="19648" y="14124"/>
                </a:cubicBezTo>
                <a:cubicBezTo>
                  <a:pt x="16112" y="18372"/>
                  <a:pt x="5253" y="26888"/>
                  <a:pt x="1" y="28562"/>
                </a:cubicBezTo>
                <a:lnTo>
                  <a:pt x="16112" y="2856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3" name="Google Shape;93;p4"/>
          <p:cNvSpPr txBox="1">
            <a:spLocks noGrp="1"/>
          </p:cNvSpPr>
          <p:nvPr>
            <p:ph type="body" idx="1"/>
          </p:nvPr>
        </p:nvSpPr>
        <p:spPr>
          <a:xfrm>
            <a:off x="946000" y="1763300"/>
            <a:ext cx="10300000" cy="43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AutoNum type="arabicPeriod"/>
              <a:defRPr sz="1467"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  <a:defRPr sz="1467"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Lato"/>
              <a:buChar char="■"/>
              <a:defRPr sz="1600"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Lato"/>
              <a:buChar char="●"/>
              <a:defRPr sz="1600"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Lato"/>
              <a:buChar char="○"/>
              <a:defRPr sz="1600"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Lato"/>
              <a:buChar char="■"/>
              <a:defRPr sz="1600"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Lato"/>
              <a:buChar char="●"/>
              <a:defRPr sz="1600"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Lato"/>
              <a:buChar char="○"/>
              <a:defRPr sz="1600"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Clr>
                <a:srgbClr val="555555"/>
              </a:buClr>
              <a:buSzPts val="1400"/>
              <a:buFont typeface="Lato"/>
              <a:buChar char="■"/>
              <a:defRPr sz="1600"/>
            </a:lvl9pPr>
          </a:lstStyle>
          <a:p>
            <a:endParaRPr/>
          </a:p>
        </p:txBody>
      </p:sp>
      <p:sp>
        <p:nvSpPr>
          <p:cNvPr id="94" name="Google Shape;94;p4"/>
          <p:cNvSpPr txBox="1">
            <a:spLocks noGrp="1"/>
          </p:cNvSpPr>
          <p:nvPr>
            <p:ph type="title"/>
          </p:nvPr>
        </p:nvSpPr>
        <p:spPr>
          <a:xfrm>
            <a:off x="946000" y="946633"/>
            <a:ext cx="10300000" cy="59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3243811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5"/>
          <p:cNvGrpSpPr/>
          <p:nvPr/>
        </p:nvGrpSpPr>
        <p:grpSpPr>
          <a:xfrm>
            <a:off x="-883775" y="945985"/>
            <a:ext cx="14179545" cy="5930684"/>
            <a:chOff x="-662832" y="709488"/>
            <a:chExt cx="10634659" cy="4448013"/>
          </a:xfrm>
        </p:grpSpPr>
        <p:grpSp>
          <p:nvGrpSpPr>
            <p:cNvPr id="97" name="Google Shape;97;p5"/>
            <p:cNvGrpSpPr/>
            <p:nvPr/>
          </p:nvGrpSpPr>
          <p:grpSpPr>
            <a:xfrm>
              <a:off x="-662832" y="1497794"/>
              <a:ext cx="10634659" cy="3659706"/>
              <a:chOff x="-662832" y="1497794"/>
              <a:chExt cx="10634659" cy="3659706"/>
            </a:xfrm>
          </p:grpSpPr>
          <p:sp>
            <p:nvSpPr>
              <p:cNvPr id="98" name="Google Shape;98;p5"/>
              <p:cNvSpPr/>
              <p:nvPr/>
            </p:nvSpPr>
            <p:spPr>
              <a:xfrm rot="121718">
                <a:off x="-628607" y="1684146"/>
                <a:ext cx="10566208" cy="2121023"/>
              </a:xfrm>
              <a:custGeom>
                <a:avLst/>
                <a:gdLst/>
                <a:ahLst/>
                <a:cxnLst/>
                <a:rect l="l" t="t" r="r" b="b"/>
                <a:pathLst>
                  <a:path w="422637" h="70492" extrusionOk="0">
                    <a:moveTo>
                      <a:pt x="422636" y="0"/>
                    </a:moveTo>
                    <a:lnTo>
                      <a:pt x="422636" y="30130"/>
                    </a:lnTo>
                    <a:cubicBezTo>
                      <a:pt x="412907" y="34629"/>
                      <a:pt x="402424" y="37851"/>
                      <a:pt x="392255" y="41534"/>
                    </a:cubicBezTo>
                    <a:cubicBezTo>
                      <a:pt x="368926" y="50050"/>
                      <a:pt x="346767" y="61453"/>
                      <a:pt x="322475" y="67479"/>
                    </a:cubicBezTo>
                    <a:cubicBezTo>
                      <a:pt x="319713" y="68149"/>
                      <a:pt x="316951" y="68755"/>
                      <a:pt x="314168" y="69299"/>
                    </a:cubicBezTo>
                    <a:lnTo>
                      <a:pt x="185237" y="69299"/>
                    </a:lnTo>
                    <a:cubicBezTo>
                      <a:pt x="151153" y="68358"/>
                      <a:pt x="116901" y="70492"/>
                      <a:pt x="83109" y="66558"/>
                    </a:cubicBezTo>
                    <a:cubicBezTo>
                      <a:pt x="54716" y="63273"/>
                      <a:pt x="27264" y="55699"/>
                      <a:pt x="0" y="47748"/>
                    </a:cubicBezTo>
                    <a:lnTo>
                      <a:pt x="0" y="14793"/>
                    </a:lnTo>
                    <a:cubicBezTo>
                      <a:pt x="19145" y="14731"/>
                      <a:pt x="38332" y="11027"/>
                      <a:pt x="57373" y="12910"/>
                    </a:cubicBezTo>
                    <a:cubicBezTo>
                      <a:pt x="69362" y="14124"/>
                      <a:pt x="81163" y="17555"/>
                      <a:pt x="93257" y="17179"/>
                    </a:cubicBezTo>
                    <a:cubicBezTo>
                      <a:pt x="103426" y="16865"/>
                      <a:pt x="113260" y="13831"/>
                      <a:pt x="123345" y="12638"/>
                    </a:cubicBezTo>
                    <a:cubicBezTo>
                      <a:pt x="150525" y="9395"/>
                      <a:pt x="177391" y="19355"/>
                      <a:pt x="204717" y="21217"/>
                    </a:cubicBezTo>
                    <a:cubicBezTo>
                      <a:pt x="226268" y="22682"/>
                      <a:pt x="248154" y="19083"/>
                      <a:pt x="269476" y="22305"/>
                    </a:cubicBezTo>
                    <a:cubicBezTo>
                      <a:pt x="279603" y="23832"/>
                      <a:pt x="290567" y="26783"/>
                      <a:pt x="299710" y="22577"/>
                    </a:cubicBezTo>
                    <a:cubicBezTo>
                      <a:pt x="304732" y="20275"/>
                      <a:pt x="308373" y="16091"/>
                      <a:pt x="313059" y="13287"/>
                    </a:cubicBezTo>
                    <a:cubicBezTo>
                      <a:pt x="319881" y="9249"/>
                      <a:pt x="328355" y="8391"/>
                      <a:pt x="336452" y="7679"/>
                    </a:cubicBezTo>
                    <a:cubicBezTo>
                      <a:pt x="347793" y="6675"/>
                      <a:pt x="359091" y="5650"/>
                      <a:pt x="370390" y="4625"/>
                    </a:cubicBezTo>
                    <a:lnTo>
                      <a:pt x="416673" y="461"/>
                    </a:lnTo>
                    <a:cubicBezTo>
                      <a:pt x="418661" y="251"/>
                      <a:pt x="420649" y="63"/>
                      <a:pt x="42263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" name="Google Shape;99;p5"/>
              <p:cNvSpPr/>
              <p:nvPr/>
            </p:nvSpPr>
            <p:spPr>
              <a:xfrm>
                <a:off x="-125" y="2867000"/>
                <a:ext cx="9144000" cy="2290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100" name="Google Shape;100;p5"/>
            <p:cNvSpPr/>
            <p:nvPr/>
          </p:nvSpPr>
          <p:spPr>
            <a:xfrm flipH="1">
              <a:off x="-511825" y="709488"/>
              <a:ext cx="1846559" cy="394163"/>
            </a:xfrm>
            <a:custGeom>
              <a:avLst/>
              <a:gdLst/>
              <a:ahLst/>
              <a:cxnLst/>
              <a:rect l="l" t="t" r="r" b="b"/>
              <a:pathLst>
                <a:path w="134687" h="28750" extrusionOk="0">
                  <a:moveTo>
                    <a:pt x="16112" y="28582"/>
                  </a:moveTo>
                  <a:cubicBezTo>
                    <a:pt x="54360" y="27641"/>
                    <a:pt x="93425" y="28750"/>
                    <a:pt x="131673" y="27808"/>
                  </a:cubicBezTo>
                  <a:cubicBezTo>
                    <a:pt x="132845" y="27787"/>
                    <a:pt x="134268" y="27578"/>
                    <a:pt x="134686" y="26469"/>
                  </a:cubicBezTo>
                  <a:cubicBezTo>
                    <a:pt x="132426" y="25277"/>
                    <a:pt x="129706" y="26323"/>
                    <a:pt x="127175" y="26448"/>
                  </a:cubicBezTo>
                  <a:cubicBezTo>
                    <a:pt x="122655" y="26678"/>
                    <a:pt x="118617" y="23917"/>
                    <a:pt x="114620" y="21761"/>
                  </a:cubicBezTo>
                  <a:cubicBezTo>
                    <a:pt x="110624" y="19627"/>
                    <a:pt x="105519" y="18100"/>
                    <a:pt x="101752" y="20611"/>
                  </a:cubicBezTo>
                  <a:cubicBezTo>
                    <a:pt x="101041" y="21092"/>
                    <a:pt x="100330" y="21720"/>
                    <a:pt x="99472" y="21678"/>
                  </a:cubicBezTo>
                  <a:cubicBezTo>
                    <a:pt x="98949" y="21657"/>
                    <a:pt x="98488" y="21364"/>
                    <a:pt x="98028" y="21113"/>
                  </a:cubicBezTo>
                  <a:cubicBezTo>
                    <a:pt x="94513" y="18895"/>
                    <a:pt x="91332" y="16091"/>
                    <a:pt x="88675" y="12869"/>
                  </a:cubicBezTo>
                  <a:cubicBezTo>
                    <a:pt x="86604" y="10379"/>
                    <a:pt x="84804" y="7596"/>
                    <a:pt x="82210" y="5650"/>
                  </a:cubicBezTo>
                  <a:cubicBezTo>
                    <a:pt x="76560" y="1424"/>
                    <a:pt x="67584" y="2700"/>
                    <a:pt x="63316" y="8287"/>
                  </a:cubicBezTo>
                  <a:cubicBezTo>
                    <a:pt x="62876" y="8893"/>
                    <a:pt x="62416" y="9584"/>
                    <a:pt x="61705" y="9814"/>
                  </a:cubicBezTo>
                  <a:cubicBezTo>
                    <a:pt x="60533" y="10232"/>
                    <a:pt x="59340" y="9270"/>
                    <a:pt x="58399" y="8454"/>
                  </a:cubicBezTo>
                  <a:cubicBezTo>
                    <a:pt x="49694" y="921"/>
                    <a:pt x="35655" y="1"/>
                    <a:pt x="26532" y="7031"/>
                  </a:cubicBezTo>
                  <a:cubicBezTo>
                    <a:pt x="23917" y="9061"/>
                    <a:pt x="21761" y="11592"/>
                    <a:pt x="19648" y="14124"/>
                  </a:cubicBezTo>
                  <a:cubicBezTo>
                    <a:pt x="16112" y="18372"/>
                    <a:pt x="5253" y="26888"/>
                    <a:pt x="1" y="28562"/>
                  </a:cubicBezTo>
                  <a:lnTo>
                    <a:pt x="16112" y="28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101;p5"/>
            <p:cNvSpPr/>
            <p:nvPr/>
          </p:nvSpPr>
          <p:spPr>
            <a:xfrm flipH="1">
              <a:off x="8067825" y="1009788"/>
              <a:ext cx="1846559" cy="394163"/>
            </a:xfrm>
            <a:custGeom>
              <a:avLst/>
              <a:gdLst/>
              <a:ahLst/>
              <a:cxnLst/>
              <a:rect l="l" t="t" r="r" b="b"/>
              <a:pathLst>
                <a:path w="134687" h="28750" extrusionOk="0">
                  <a:moveTo>
                    <a:pt x="16112" y="28582"/>
                  </a:moveTo>
                  <a:cubicBezTo>
                    <a:pt x="54360" y="27641"/>
                    <a:pt x="93425" y="28750"/>
                    <a:pt x="131673" y="27808"/>
                  </a:cubicBezTo>
                  <a:cubicBezTo>
                    <a:pt x="132845" y="27787"/>
                    <a:pt x="134268" y="27578"/>
                    <a:pt x="134686" y="26469"/>
                  </a:cubicBezTo>
                  <a:cubicBezTo>
                    <a:pt x="132426" y="25277"/>
                    <a:pt x="129706" y="26323"/>
                    <a:pt x="127175" y="26448"/>
                  </a:cubicBezTo>
                  <a:cubicBezTo>
                    <a:pt x="122655" y="26678"/>
                    <a:pt x="118617" y="23917"/>
                    <a:pt x="114620" y="21761"/>
                  </a:cubicBezTo>
                  <a:cubicBezTo>
                    <a:pt x="110624" y="19627"/>
                    <a:pt x="105519" y="18100"/>
                    <a:pt x="101752" y="20611"/>
                  </a:cubicBezTo>
                  <a:cubicBezTo>
                    <a:pt x="101041" y="21092"/>
                    <a:pt x="100330" y="21720"/>
                    <a:pt x="99472" y="21678"/>
                  </a:cubicBezTo>
                  <a:cubicBezTo>
                    <a:pt x="98949" y="21657"/>
                    <a:pt x="98488" y="21364"/>
                    <a:pt x="98028" y="21113"/>
                  </a:cubicBezTo>
                  <a:cubicBezTo>
                    <a:pt x="94513" y="18895"/>
                    <a:pt x="91332" y="16091"/>
                    <a:pt x="88675" y="12869"/>
                  </a:cubicBezTo>
                  <a:cubicBezTo>
                    <a:pt x="86604" y="10379"/>
                    <a:pt x="84804" y="7596"/>
                    <a:pt x="82210" y="5650"/>
                  </a:cubicBezTo>
                  <a:cubicBezTo>
                    <a:pt x="76560" y="1424"/>
                    <a:pt x="67584" y="2700"/>
                    <a:pt x="63316" y="8287"/>
                  </a:cubicBezTo>
                  <a:cubicBezTo>
                    <a:pt x="62876" y="8893"/>
                    <a:pt x="62416" y="9584"/>
                    <a:pt x="61705" y="9814"/>
                  </a:cubicBezTo>
                  <a:cubicBezTo>
                    <a:pt x="60533" y="10232"/>
                    <a:pt x="59340" y="9270"/>
                    <a:pt x="58399" y="8454"/>
                  </a:cubicBezTo>
                  <a:cubicBezTo>
                    <a:pt x="49694" y="921"/>
                    <a:pt x="35655" y="1"/>
                    <a:pt x="26532" y="7031"/>
                  </a:cubicBezTo>
                  <a:cubicBezTo>
                    <a:pt x="23917" y="9061"/>
                    <a:pt x="21761" y="11592"/>
                    <a:pt x="19648" y="14124"/>
                  </a:cubicBezTo>
                  <a:cubicBezTo>
                    <a:pt x="16112" y="18372"/>
                    <a:pt x="5253" y="26888"/>
                    <a:pt x="1" y="28562"/>
                  </a:cubicBezTo>
                  <a:lnTo>
                    <a:pt x="16112" y="28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02" name="Google Shape;102;p5"/>
          <p:cNvSpPr txBox="1">
            <a:spLocks noGrp="1"/>
          </p:cNvSpPr>
          <p:nvPr>
            <p:ph type="title"/>
          </p:nvPr>
        </p:nvSpPr>
        <p:spPr>
          <a:xfrm>
            <a:off x="945991" y="3429000"/>
            <a:ext cx="3244000" cy="59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5"/>
          <p:cNvSpPr txBox="1">
            <a:spLocks noGrp="1"/>
          </p:cNvSpPr>
          <p:nvPr>
            <p:ph type="subTitle" idx="1"/>
          </p:nvPr>
        </p:nvSpPr>
        <p:spPr>
          <a:xfrm>
            <a:off x="945984" y="3947412"/>
            <a:ext cx="3244000" cy="17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04" name="Google Shape;104;p5"/>
          <p:cNvSpPr txBox="1">
            <a:spLocks noGrp="1"/>
          </p:cNvSpPr>
          <p:nvPr>
            <p:ph type="title" idx="2"/>
          </p:nvPr>
        </p:nvSpPr>
        <p:spPr>
          <a:xfrm>
            <a:off x="8010941" y="3429000"/>
            <a:ext cx="3244000" cy="59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5"/>
          <p:cNvSpPr txBox="1">
            <a:spLocks noGrp="1"/>
          </p:cNvSpPr>
          <p:nvPr>
            <p:ph type="subTitle" idx="3"/>
          </p:nvPr>
        </p:nvSpPr>
        <p:spPr>
          <a:xfrm>
            <a:off x="8010947" y="3947412"/>
            <a:ext cx="3244000" cy="17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06" name="Google Shape;106;p5"/>
          <p:cNvSpPr txBox="1">
            <a:spLocks noGrp="1"/>
          </p:cNvSpPr>
          <p:nvPr>
            <p:ph type="title" idx="4"/>
          </p:nvPr>
        </p:nvSpPr>
        <p:spPr>
          <a:xfrm>
            <a:off x="946000" y="946633"/>
            <a:ext cx="10300000" cy="59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4983860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 txBox="1">
            <a:spLocks noGrp="1"/>
          </p:cNvSpPr>
          <p:nvPr>
            <p:ph type="title"/>
          </p:nvPr>
        </p:nvSpPr>
        <p:spPr>
          <a:xfrm>
            <a:off x="946000" y="946633"/>
            <a:ext cx="10300000" cy="59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grpSp>
        <p:nvGrpSpPr>
          <p:cNvPr id="109" name="Google Shape;109;p6"/>
          <p:cNvGrpSpPr/>
          <p:nvPr/>
        </p:nvGrpSpPr>
        <p:grpSpPr>
          <a:xfrm>
            <a:off x="-883775" y="281963"/>
            <a:ext cx="14179545" cy="6595204"/>
            <a:chOff x="-662832" y="211472"/>
            <a:chExt cx="10634659" cy="4946403"/>
          </a:xfrm>
        </p:grpSpPr>
        <p:sp>
          <p:nvSpPr>
            <p:cNvPr id="110" name="Google Shape;110;p6"/>
            <p:cNvSpPr/>
            <p:nvPr/>
          </p:nvSpPr>
          <p:spPr>
            <a:xfrm>
              <a:off x="-125" y="2330075"/>
              <a:ext cx="9144000" cy="28278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11" name="Google Shape;111;p6"/>
            <p:cNvGrpSpPr/>
            <p:nvPr/>
          </p:nvGrpSpPr>
          <p:grpSpPr>
            <a:xfrm>
              <a:off x="-662832" y="2130794"/>
              <a:ext cx="10634659" cy="3026907"/>
              <a:chOff x="-662832" y="2130794"/>
              <a:chExt cx="10634659" cy="3026907"/>
            </a:xfrm>
          </p:grpSpPr>
          <p:sp>
            <p:nvSpPr>
              <p:cNvPr id="112" name="Google Shape;112;p6"/>
              <p:cNvSpPr/>
              <p:nvPr/>
            </p:nvSpPr>
            <p:spPr>
              <a:xfrm rot="121718">
                <a:off x="-628607" y="2317146"/>
                <a:ext cx="10566208" cy="2121023"/>
              </a:xfrm>
              <a:custGeom>
                <a:avLst/>
                <a:gdLst/>
                <a:ahLst/>
                <a:cxnLst/>
                <a:rect l="l" t="t" r="r" b="b"/>
                <a:pathLst>
                  <a:path w="422637" h="70492" extrusionOk="0">
                    <a:moveTo>
                      <a:pt x="422636" y="0"/>
                    </a:moveTo>
                    <a:lnTo>
                      <a:pt x="422636" y="30130"/>
                    </a:lnTo>
                    <a:cubicBezTo>
                      <a:pt x="412907" y="34629"/>
                      <a:pt x="402424" y="37851"/>
                      <a:pt x="392255" y="41534"/>
                    </a:cubicBezTo>
                    <a:cubicBezTo>
                      <a:pt x="368926" y="50050"/>
                      <a:pt x="346767" y="61453"/>
                      <a:pt x="322475" y="67479"/>
                    </a:cubicBezTo>
                    <a:cubicBezTo>
                      <a:pt x="319713" y="68149"/>
                      <a:pt x="316951" y="68755"/>
                      <a:pt x="314168" y="69299"/>
                    </a:cubicBezTo>
                    <a:lnTo>
                      <a:pt x="185237" y="69299"/>
                    </a:lnTo>
                    <a:cubicBezTo>
                      <a:pt x="151153" y="68358"/>
                      <a:pt x="116901" y="70492"/>
                      <a:pt x="83109" y="66558"/>
                    </a:cubicBezTo>
                    <a:cubicBezTo>
                      <a:pt x="54716" y="63273"/>
                      <a:pt x="27264" y="55699"/>
                      <a:pt x="0" y="47748"/>
                    </a:cubicBezTo>
                    <a:lnTo>
                      <a:pt x="0" y="14793"/>
                    </a:lnTo>
                    <a:cubicBezTo>
                      <a:pt x="19145" y="14731"/>
                      <a:pt x="38332" y="11027"/>
                      <a:pt x="57373" y="12910"/>
                    </a:cubicBezTo>
                    <a:cubicBezTo>
                      <a:pt x="69362" y="14124"/>
                      <a:pt x="81163" y="17555"/>
                      <a:pt x="93257" y="17179"/>
                    </a:cubicBezTo>
                    <a:cubicBezTo>
                      <a:pt x="103426" y="16865"/>
                      <a:pt x="113260" y="13831"/>
                      <a:pt x="123345" y="12638"/>
                    </a:cubicBezTo>
                    <a:cubicBezTo>
                      <a:pt x="150525" y="9395"/>
                      <a:pt x="177391" y="19355"/>
                      <a:pt x="204717" y="21217"/>
                    </a:cubicBezTo>
                    <a:cubicBezTo>
                      <a:pt x="226268" y="22682"/>
                      <a:pt x="248154" y="19083"/>
                      <a:pt x="269476" y="22305"/>
                    </a:cubicBezTo>
                    <a:cubicBezTo>
                      <a:pt x="279603" y="23832"/>
                      <a:pt x="290567" y="26783"/>
                      <a:pt x="299710" y="22577"/>
                    </a:cubicBezTo>
                    <a:cubicBezTo>
                      <a:pt x="304732" y="20275"/>
                      <a:pt x="308373" y="16091"/>
                      <a:pt x="313059" y="13287"/>
                    </a:cubicBezTo>
                    <a:cubicBezTo>
                      <a:pt x="319881" y="9249"/>
                      <a:pt x="328355" y="8391"/>
                      <a:pt x="336452" y="7679"/>
                    </a:cubicBezTo>
                    <a:cubicBezTo>
                      <a:pt x="347793" y="6675"/>
                      <a:pt x="359091" y="5650"/>
                      <a:pt x="370390" y="4625"/>
                    </a:cubicBezTo>
                    <a:lnTo>
                      <a:pt x="416673" y="461"/>
                    </a:lnTo>
                    <a:cubicBezTo>
                      <a:pt x="418661" y="251"/>
                      <a:pt x="420649" y="63"/>
                      <a:pt x="42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3" name="Google Shape;113;p6"/>
              <p:cNvSpPr/>
              <p:nvPr/>
            </p:nvSpPr>
            <p:spPr>
              <a:xfrm>
                <a:off x="-125" y="3666400"/>
                <a:ext cx="9144000" cy="14913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114" name="Google Shape;114;p6"/>
            <p:cNvSpPr/>
            <p:nvPr/>
          </p:nvSpPr>
          <p:spPr>
            <a:xfrm>
              <a:off x="-272575" y="419675"/>
              <a:ext cx="1736915" cy="289825"/>
            </a:xfrm>
            <a:custGeom>
              <a:avLst/>
              <a:gdLst/>
              <a:ahLst/>
              <a:cxnLst/>
              <a:rect l="l" t="t" r="r" b="b"/>
              <a:pathLst>
                <a:path w="129790" h="21657" extrusionOk="0">
                  <a:moveTo>
                    <a:pt x="129790" y="21092"/>
                  </a:moveTo>
                  <a:cubicBezTo>
                    <a:pt x="127467" y="20548"/>
                    <a:pt x="112277" y="19104"/>
                    <a:pt x="109954" y="18623"/>
                  </a:cubicBezTo>
                  <a:cubicBezTo>
                    <a:pt x="105372" y="17681"/>
                    <a:pt x="101752" y="13894"/>
                    <a:pt x="97944" y="10881"/>
                  </a:cubicBezTo>
                  <a:cubicBezTo>
                    <a:pt x="94115" y="7889"/>
                    <a:pt x="89093" y="5546"/>
                    <a:pt x="84909" y="7889"/>
                  </a:cubicBezTo>
                  <a:cubicBezTo>
                    <a:pt x="82816" y="9061"/>
                    <a:pt x="80933" y="11341"/>
                    <a:pt x="78652" y="10923"/>
                  </a:cubicBezTo>
                  <a:cubicBezTo>
                    <a:pt x="77460" y="10714"/>
                    <a:pt x="76497" y="9730"/>
                    <a:pt x="75556" y="8852"/>
                  </a:cubicBezTo>
                  <a:cubicBezTo>
                    <a:pt x="72062" y="5546"/>
                    <a:pt x="68149" y="2616"/>
                    <a:pt x="63692" y="1570"/>
                  </a:cubicBezTo>
                  <a:cubicBezTo>
                    <a:pt x="57101" y="1"/>
                    <a:pt x="53377" y="3453"/>
                    <a:pt x="48732" y="7512"/>
                  </a:cubicBezTo>
                  <a:cubicBezTo>
                    <a:pt x="48376" y="7826"/>
                    <a:pt x="47978" y="8161"/>
                    <a:pt x="47518" y="8349"/>
                  </a:cubicBezTo>
                  <a:cubicBezTo>
                    <a:pt x="46639" y="8663"/>
                    <a:pt x="45698" y="8349"/>
                    <a:pt x="44840" y="8056"/>
                  </a:cubicBezTo>
                  <a:cubicBezTo>
                    <a:pt x="42727" y="7366"/>
                    <a:pt x="40509" y="6738"/>
                    <a:pt x="38270" y="6801"/>
                  </a:cubicBezTo>
                  <a:cubicBezTo>
                    <a:pt x="36031" y="6885"/>
                    <a:pt x="33729" y="7743"/>
                    <a:pt x="32369" y="9521"/>
                  </a:cubicBezTo>
                  <a:cubicBezTo>
                    <a:pt x="31512" y="10651"/>
                    <a:pt x="31051" y="12074"/>
                    <a:pt x="30193" y="13162"/>
                  </a:cubicBezTo>
                  <a:cubicBezTo>
                    <a:pt x="29336" y="14292"/>
                    <a:pt x="27745" y="15087"/>
                    <a:pt x="26511" y="14396"/>
                  </a:cubicBezTo>
                  <a:cubicBezTo>
                    <a:pt x="26113" y="14166"/>
                    <a:pt x="25799" y="13810"/>
                    <a:pt x="25465" y="13497"/>
                  </a:cubicBezTo>
                  <a:cubicBezTo>
                    <a:pt x="24188" y="12429"/>
                    <a:pt x="22242" y="12325"/>
                    <a:pt x="20736" y="13036"/>
                  </a:cubicBezTo>
                  <a:cubicBezTo>
                    <a:pt x="19208" y="13727"/>
                    <a:pt x="18120" y="15150"/>
                    <a:pt x="17493" y="16698"/>
                  </a:cubicBezTo>
                  <a:cubicBezTo>
                    <a:pt x="17284" y="17179"/>
                    <a:pt x="17116" y="17744"/>
                    <a:pt x="16760" y="18121"/>
                  </a:cubicBezTo>
                  <a:cubicBezTo>
                    <a:pt x="16447" y="18476"/>
                    <a:pt x="16007" y="18644"/>
                    <a:pt x="15547" y="18790"/>
                  </a:cubicBezTo>
                  <a:cubicBezTo>
                    <a:pt x="12346" y="19836"/>
                    <a:pt x="9542" y="18309"/>
                    <a:pt x="6340" y="18100"/>
                  </a:cubicBezTo>
                  <a:cubicBezTo>
                    <a:pt x="4311" y="17974"/>
                    <a:pt x="691" y="17807"/>
                    <a:pt x="147" y="20464"/>
                  </a:cubicBezTo>
                  <a:cubicBezTo>
                    <a:pt x="1" y="21238"/>
                    <a:pt x="7031" y="20945"/>
                    <a:pt x="7763" y="20924"/>
                  </a:cubicBezTo>
                  <a:cubicBezTo>
                    <a:pt x="16865" y="20485"/>
                    <a:pt x="26009" y="21134"/>
                    <a:pt x="35152" y="21301"/>
                  </a:cubicBezTo>
                  <a:cubicBezTo>
                    <a:pt x="44568" y="21448"/>
                    <a:pt x="54004" y="21531"/>
                    <a:pt x="63420" y="21573"/>
                  </a:cubicBezTo>
                  <a:cubicBezTo>
                    <a:pt x="80347" y="21657"/>
                    <a:pt x="97295" y="21552"/>
                    <a:pt x="114202" y="21301"/>
                  </a:cubicBezTo>
                  <a:cubicBezTo>
                    <a:pt x="115457" y="21301"/>
                    <a:pt x="124517" y="21322"/>
                    <a:pt x="129790" y="210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15" name="Google Shape;115;p6"/>
            <p:cNvGrpSpPr/>
            <p:nvPr/>
          </p:nvGrpSpPr>
          <p:grpSpPr>
            <a:xfrm rot="-900229">
              <a:off x="8123201" y="418499"/>
              <a:ext cx="1713567" cy="867060"/>
              <a:chOff x="19279125" y="28273675"/>
              <a:chExt cx="2565725" cy="1298250"/>
            </a:xfrm>
          </p:grpSpPr>
          <p:sp>
            <p:nvSpPr>
              <p:cNvPr id="116" name="Google Shape;116;p6"/>
              <p:cNvSpPr/>
              <p:nvPr/>
            </p:nvSpPr>
            <p:spPr>
              <a:xfrm>
                <a:off x="19715375" y="28798125"/>
                <a:ext cx="506850" cy="665075"/>
              </a:xfrm>
              <a:custGeom>
                <a:avLst/>
                <a:gdLst/>
                <a:ahLst/>
                <a:cxnLst/>
                <a:rect l="l" t="t" r="r" b="b"/>
                <a:pathLst>
                  <a:path w="20274" h="26603" extrusionOk="0">
                    <a:moveTo>
                      <a:pt x="20102" y="0"/>
                    </a:moveTo>
                    <a:cubicBezTo>
                      <a:pt x="20089" y="0"/>
                      <a:pt x="20076" y="3"/>
                      <a:pt x="20065" y="8"/>
                    </a:cubicBezTo>
                    <a:cubicBezTo>
                      <a:pt x="20002" y="8"/>
                      <a:pt x="19981" y="29"/>
                      <a:pt x="19918" y="50"/>
                    </a:cubicBezTo>
                    <a:cubicBezTo>
                      <a:pt x="18014" y="1975"/>
                      <a:pt x="16194" y="4026"/>
                      <a:pt x="14415" y="6181"/>
                    </a:cubicBezTo>
                    <a:cubicBezTo>
                      <a:pt x="14060" y="6537"/>
                      <a:pt x="13746" y="6934"/>
                      <a:pt x="13474" y="7332"/>
                    </a:cubicBezTo>
                    <a:cubicBezTo>
                      <a:pt x="13264" y="7583"/>
                      <a:pt x="13055" y="7876"/>
                      <a:pt x="12846" y="8148"/>
                    </a:cubicBezTo>
                    <a:lnTo>
                      <a:pt x="12804" y="8169"/>
                    </a:lnTo>
                    <a:cubicBezTo>
                      <a:pt x="9561" y="12270"/>
                      <a:pt x="6506" y="16643"/>
                      <a:pt x="3577" y="20911"/>
                    </a:cubicBezTo>
                    <a:cubicBezTo>
                      <a:pt x="3577" y="20911"/>
                      <a:pt x="3577" y="20932"/>
                      <a:pt x="3556" y="20932"/>
                    </a:cubicBezTo>
                    <a:cubicBezTo>
                      <a:pt x="3556" y="20953"/>
                      <a:pt x="3535" y="20953"/>
                      <a:pt x="3535" y="20974"/>
                    </a:cubicBezTo>
                    <a:cubicBezTo>
                      <a:pt x="2447" y="22522"/>
                      <a:pt x="1401" y="24050"/>
                      <a:pt x="355" y="25535"/>
                    </a:cubicBezTo>
                    <a:cubicBezTo>
                      <a:pt x="0" y="26042"/>
                      <a:pt x="531" y="26603"/>
                      <a:pt x="1046" y="26603"/>
                    </a:cubicBezTo>
                    <a:cubicBezTo>
                      <a:pt x="1169" y="26603"/>
                      <a:pt x="1292" y="26571"/>
                      <a:pt x="1401" y="26498"/>
                    </a:cubicBezTo>
                    <a:cubicBezTo>
                      <a:pt x="1987" y="26142"/>
                      <a:pt x="2593" y="25745"/>
                      <a:pt x="3137" y="25347"/>
                    </a:cubicBezTo>
                    <a:cubicBezTo>
                      <a:pt x="3158" y="25347"/>
                      <a:pt x="3158" y="25326"/>
                      <a:pt x="3158" y="25326"/>
                    </a:cubicBezTo>
                    <a:cubicBezTo>
                      <a:pt x="11423" y="19593"/>
                      <a:pt x="18746" y="10177"/>
                      <a:pt x="20274" y="239"/>
                    </a:cubicBezTo>
                    <a:cubicBezTo>
                      <a:pt x="20274" y="155"/>
                      <a:pt x="20232" y="113"/>
                      <a:pt x="20211" y="50"/>
                    </a:cubicBezTo>
                    <a:cubicBezTo>
                      <a:pt x="20180" y="20"/>
                      <a:pt x="20139" y="0"/>
                      <a:pt x="201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7" name="Google Shape;117;p6"/>
              <p:cNvSpPr/>
              <p:nvPr/>
            </p:nvSpPr>
            <p:spPr>
              <a:xfrm>
                <a:off x="20308800" y="28749150"/>
                <a:ext cx="511325" cy="822775"/>
              </a:xfrm>
              <a:custGeom>
                <a:avLst/>
                <a:gdLst/>
                <a:ahLst/>
                <a:cxnLst/>
                <a:rect l="l" t="t" r="r" b="b"/>
                <a:pathLst>
                  <a:path w="20453" h="32911" extrusionOk="0">
                    <a:moveTo>
                      <a:pt x="20227" y="1"/>
                    </a:moveTo>
                    <a:cubicBezTo>
                      <a:pt x="20190" y="1"/>
                      <a:pt x="20153" y="8"/>
                      <a:pt x="20118" y="22"/>
                    </a:cubicBezTo>
                    <a:cubicBezTo>
                      <a:pt x="20097" y="22"/>
                      <a:pt x="20097" y="63"/>
                      <a:pt x="20076" y="84"/>
                    </a:cubicBezTo>
                    <a:cubicBezTo>
                      <a:pt x="19804" y="335"/>
                      <a:pt x="19574" y="607"/>
                      <a:pt x="19302" y="900"/>
                    </a:cubicBezTo>
                    <a:cubicBezTo>
                      <a:pt x="19302" y="900"/>
                      <a:pt x="19302" y="921"/>
                      <a:pt x="19281" y="921"/>
                    </a:cubicBezTo>
                    <a:cubicBezTo>
                      <a:pt x="19051" y="1172"/>
                      <a:pt x="18841" y="1444"/>
                      <a:pt x="18632" y="1695"/>
                    </a:cubicBezTo>
                    <a:cubicBezTo>
                      <a:pt x="18569" y="1758"/>
                      <a:pt x="18528" y="1842"/>
                      <a:pt x="18465" y="1884"/>
                    </a:cubicBezTo>
                    <a:cubicBezTo>
                      <a:pt x="18318" y="2093"/>
                      <a:pt x="18130" y="2302"/>
                      <a:pt x="17984" y="2512"/>
                    </a:cubicBezTo>
                    <a:cubicBezTo>
                      <a:pt x="17921" y="2595"/>
                      <a:pt x="17837" y="2679"/>
                      <a:pt x="17795" y="2784"/>
                    </a:cubicBezTo>
                    <a:cubicBezTo>
                      <a:pt x="17628" y="2993"/>
                      <a:pt x="17502" y="3160"/>
                      <a:pt x="17356" y="3369"/>
                    </a:cubicBezTo>
                    <a:cubicBezTo>
                      <a:pt x="17293" y="3453"/>
                      <a:pt x="17209" y="3558"/>
                      <a:pt x="17168" y="3641"/>
                    </a:cubicBezTo>
                    <a:cubicBezTo>
                      <a:pt x="17000" y="3851"/>
                      <a:pt x="16875" y="4060"/>
                      <a:pt x="16749" y="4269"/>
                    </a:cubicBezTo>
                    <a:cubicBezTo>
                      <a:pt x="16686" y="4353"/>
                      <a:pt x="16644" y="4436"/>
                      <a:pt x="16561" y="4520"/>
                    </a:cubicBezTo>
                    <a:lnTo>
                      <a:pt x="16100" y="5232"/>
                    </a:lnTo>
                    <a:cubicBezTo>
                      <a:pt x="16059" y="5273"/>
                      <a:pt x="16017" y="5336"/>
                      <a:pt x="15996" y="5420"/>
                    </a:cubicBezTo>
                    <a:cubicBezTo>
                      <a:pt x="15598" y="6006"/>
                      <a:pt x="15222" y="6633"/>
                      <a:pt x="14866" y="7282"/>
                    </a:cubicBezTo>
                    <a:cubicBezTo>
                      <a:pt x="14803" y="7345"/>
                      <a:pt x="14782" y="7429"/>
                      <a:pt x="14740" y="7512"/>
                    </a:cubicBezTo>
                    <a:cubicBezTo>
                      <a:pt x="14594" y="7742"/>
                      <a:pt x="14468" y="7973"/>
                      <a:pt x="14322" y="8203"/>
                    </a:cubicBezTo>
                    <a:cubicBezTo>
                      <a:pt x="14259" y="8286"/>
                      <a:pt x="14217" y="8391"/>
                      <a:pt x="14155" y="8475"/>
                    </a:cubicBezTo>
                    <a:lnTo>
                      <a:pt x="13757" y="9186"/>
                    </a:lnTo>
                    <a:cubicBezTo>
                      <a:pt x="13715" y="9249"/>
                      <a:pt x="13652" y="9333"/>
                      <a:pt x="13631" y="9416"/>
                    </a:cubicBezTo>
                    <a:cubicBezTo>
                      <a:pt x="13485" y="9709"/>
                      <a:pt x="13318" y="9960"/>
                      <a:pt x="13171" y="10253"/>
                    </a:cubicBezTo>
                    <a:cubicBezTo>
                      <a:pt x="12962" y="10609"/>
                      <a:pt x="12753" y="10986"/>
                      <a:pt x="12564" y="11341"/>
                    </a:cubicBezTo>
                    <a:cubicBezTo>
                      <a:pt x="12502" y="11488"/>
                      <a:pt x="12439" y="11592"/>
                      <a:pt x="12376" y="11718"/>
                    </a:cubicBezTo>
                    <a:lnTo>
                      <a:pt x="12062" y="12262"/>
                    </a:lnTo>
                    <a:cubicBezTo>
                      <a:pt x="11539" y="13224"/>
                      <a:pt x="10995" y="14166"/>
                      <a:pt x="10409" y="15108"/>
                    </a:cubicBezTo>
                    <a:cubicBezTo>
                      <a:pt x="8568" y="18183"/>
                      <a:pt x="6622" y="21217"/>
                      <a:pt x="4718" y="24251"/>
                    </a:cubicBezTo>
                    <a:lnTo>
                      <a:pt x="4718" y="24272"/>
                    </a:lnTo>
                    <a:lnTo>
                      <a:pt x="4718" y="24293"/>
                    </a:lnTo>
                    <a:lnTo>
                      <a:pt x="4718" y="24314"/>
                    </a:lnTo>
                    <a:lnTo>
                      <a:pt x="4718" y="24356"/>
                    </a:lnTo>
                    <a:lnTo>
                      <a:pt x="4718" y="24377"/>
                    </a:lnTo>
                    <a:cubicBezTo>
                      <a:pt x="3693" y="26030"/>
                      <a:pt x="2668" y="27641"/>
                      <a:pt x="1684" y="29315"/>
                    </a:cubicBezTo>
                    <a:lnTo>
                      <a:pt x="1684" y="29336"/>
                    </a:lnTo>
                    <a:lnTo>
                      <a:pt x="1684" y="29377"/>
                    </a:lnTo>
                    <a:lnTo>
                      <a:pt x="1684" y="29398"/>
                    </a:lnTo>
                    <a:lnTo>
                      <a:pt x="1684" y="29419"/>
                    </a:lnTo>
                    <a:lnTo>
                      <a:pt x="1684" y="29461"/>
                    </a:lnTo>
                    <a:cubicBezTo>
                      <a:pt x="1621" y="29503"/>
                      <a:pt x="1600" y="29587"/>
                      <a:pt x="1559" y="29670"/>
                    </a:cubicBezTo>
                    <a:lnTo>
                      <a:pt x="1559" y="29691"/>
                    </a:lnTo>
                    <a:cubicBezTo>
                      <a:pt x="1140" y="30361"/>
                      <a:pt x="743" y="31072"/>
                      <a:pt x="345" y="31763"/>
                    </a:cubicBezTo>
                    <a:cubicBezTo>
                      <a:pt x="1" y="32365"/>
                      <a:pt x="520" y="32911"/>
                      <a:pt x="1088" y="32911"/>
                    </a:cubicBezTo>
                    <a:cubicBezTo>
                      <a:pt x="1210" y="32911"/>
                      <a:pt x="1335" y="32886"/>
                      <a:pt x="1454" y="32830"/>
                    </a:cubicBezTo>
                    <a:cubicBezTo>
                      <a:pt x="1517" y="32809"/>
                      <a:pt x="1600" y="32746"/>
                      <a:pt x="1684" y="32662"/>
                    </a:cubicBezTo>
                    <a:cubicBezTo>
                      <a:pt x="6476" y="28038"/>
                      <a:pt x="10388" y="22556"/>
                      <a:pt x="13757" y="16844"/>
                    </a:cubicBezTo>
                    <a:cubicBezTo>
                      <a:pt x="16247" y="12408"/>
                      <a:pt x="19051" y="7721"/>
                      <a:pt x="20097" y="2700"/>
                    </a:cubicBezTo>
                    <a:cubicBezTo>
                      <a:pt x="20097" y="2658"/>
                      <a:pt x="20118" y="2616"/>
                      <a:pt x="20118" y="2595"/>
                    </a:cubicBezTo>
                    <a:cubicBezTo>
                      <a:pt x="20160" y="2365"/>
                      <a:pt x="20222" y="2093"/>
                      <a:pt x="20243" y="1863"/>
                    </a:cubicBezTo>
                    <a:cubicBezTo>
                      <a:pt x="20243" y="1800"/>
                      <a:pt x="20264" y="1779"/>
                      <a:pt x="20264" y="1737"/>
                    </a:cubicBezTo>
                    <a:lnTo>
                      <a:pt x="20348" y="1172"/>
                    </a:lnTo>
                    <a:cubicBezTo>
                      <a:pt x="20390" y="1068"/>
                      <a:pt x="20390" y="1005"/>
                      <a:pt x="20390" y="879"/>
                    </a:cubicBezTo>
                    <a:cubicBezTo>
                      <a:pt x="20411" y="733"/>
                      <a:pt x="20411" y="607"/>
                      <a:pt x="20432" y="440"/>
                    </a:cubicBezTo>
                    <a:cubicBezTo>
                      <a:pt x="20432" y="356"/>
                      <a:pt x="20453" y="294"/>
                      <a:pt x="20453" y="210"/>
                    </a:cubicBezTo>
                    <a:lnTo>
                      <a:pt x="20453" y="126"/>
                    </a:lnTo>
                    <a:cubicBezTo>
                      <a:pt x="20453" y="105"/>
                      <a:pt x="20432" y="105"/>
                      <a:pt x="20432" y="84"/>
                    </a:cubicBezTo>
                    <a:cubicBezTo>
                      <a:pt x="20376" y="29"/>
                      <a:pt x="20301" y="1"/>
                      <a:pt x="20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8" name="Google Shape;118;p6"/>
              <p:cNvSpPr/>
              <p:nvPr/>
            </p:nvSpPr>
            <p:spPr>
              <a:xfrm>
                <a:off x="20182700" y="28375125"/>
                <a:ext cx="603425" cy="350075"/>
              </a:xfrm>
              <a:custGeom>
                <a:avLst/>
                <a:gdLst/>
                <a:ahLst/>
                <a:cxnLst/>
                <a:rect l="l" t="t" r="r" b="b"/>
                <a:pathLst>
                  <a:path w="24137" h="14003" extrusionOk="0">
                    <a:moveTo>
                      <a:pt x="808" y="1"/>
                    </a:moveTo>
                    <a:cubicBezTo>
                      <a:pt x="364" y="1"/>
                      <a:pt x="1" y="496"/>
                      <a:pt x="137" y="922"/>
                    </a:cubicBezTo>
                    <a:cubicBezTo>
                      <a:pt x="179" y="1027"/>
                      <a:pt x="263" y="1131"/>
                      <a:pt x="367" y="1215"/>
                    </a:cubicBezTo>
                    <a:cubicBezTo>
                      <a:pt x="6623" y="6404"/>
                      <a:pt x="13131" y="11070"/>
                      <a:pt x="20935" y="13288"/>
                    </a:cubicBezTo>
                    <a:cubicBezTo>
                      <a:pt x="20977" y="13309"/>
                      <a:pt x="21040" y="13309"/>
                      <a:pt x="21103" y="13351"/>
                    </a:cubicBezTo>
                    <a:cubicBezTo>
                      <a:pt x="21500" y="13434"/>
                      <a:pt x="21919" y="13560"/>
                      <a:pt x="22316" y="13643"/>
                    </a:cubicBezTo>
                    <a:cubicBezTo>
                      <a:pt x="22421" y="13685"/>
                      <a:pt x="22484" y="13706"/>
                      <a:pt x="22588" y="13727"/>
                    </a:cubicBezTo>
                    <a:cubicBezTo>
                      <a:pt x="22965" y="13811"/>
                      <a:pt x="23362" y="13895"/>
                      <a:pt x="23718" y="13957"/>
                    </a:cubicBezTo>
                    <a:cubicBezTo>
                      <a:pt x="23781" y="13957"/>
                      <a:pt x="23802" y="13999"/>
                      <a:pt x="23823" y="13999"/>
                    </a:cubicBezTo>
                    <a:cubicBezTo>
                      <a:pt x="23838" y="14001"/>
                      <a:pt x="23852" y="14002"/>
                      <a:pt x="23867" y="14002"/>
                    </a:cubicBezTo>
                    <a:cubicBezTo>
                      <a:pt x="23990" y="14002"/>
                      <a:pt x="24078" y="13923"/>
                      <a:pt x="24116" y="13811"/>
                    </a:cubicBezTo>
                    <a:cubicBezTo>
                      <a:pt x="24137" y="13769"/>
                      <a:pt x="24137" y="13727"/>
                      <a:pt x="24116" y="13685"/>
                    </a:cubicBezTo>
                    <a:cubicBezTo>
                      <a:pt x="24116" y="13643"/>
                      <a:pt x="24095" y="13602"/>
                      <a:pt x="24032" y="13581"/>
                    </a:cubicBezTo>
                    <a:cubicBezTo>
                      <a:pt x="23676" y="13309"/>
                      <a:pt x="23341" y="13037"/>
                      <a:pt x="22965" y="12765"/>
                    </a:cubicBezTo>
                    <a:cubicBezTo>
                      <a:pt x="22923" y="12744"/>
                      <a:pt x="22860" y="12681"/>
                      <a:pt x="22818" y="12660"/>
                    </a:cubicBezTo>
                    <a:cubicBezTo>
                      <a:pt x="22525" y="12451"/>
                      <a:pt x="22212" y="12221"/>
                      <a:pt x="21919" y="12011"/>
                    </a:cubicBezTo>
                    <a:lnTo>
                      <a:pt x="21688" y="11844"/>
                    </a:lnTo>
                    <a:cubicBezTo>
                      <a:pt x="21333" y="11614"/>
                      <a:pt x="21019" y="11384"/>
                      <a:pt x="20684" y="11175"/>
                    </a:cubicBezTo>
                    <a:lnTo>
                      <a:pt x="20663" y="11133"/>
                    </a:lnTo>
                    <a:cubicBezTo>
                      <a:pt x="16876" y="8580"/>
                      <a:pt x="12859" y="6404"/>
                      <a:pt x="8841" y="4228"/>
                    </a:cubicBezTo>
                    <a:cubicBezTo>
                      <a:pt x="8841" y="4228"/>
                      <a:pt x="8820" y="4228"/>
                      <a:pt x="8820" y="4207"/>
                    </a:cubicBezTo>
                    <a:lnTo>
                      <a:pt x="8800" y="4207"/>
                    </a:lnTo>
                    <a:cubicBezTo>
                      <a:pt x="6226" y="2847"/>
                      <a:pt x="3673" y="1508"/>
                      <a:pt x="1121" y="85"/>
                    </a:cubicBezTo>
                    <a:cubicBezTo>
                      <a:pt x="1016" y="27"/>
                      <a:pt x="910" y="1"/>
                      <a:pt x="8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9" name="Google Shape;119;p6"/>
              <p:cNvSpPr/>
              <p:nvPr/>
            </p:nvSpPr>
            <p:spPr>
              <a:xfrm>
                <a:off x="19914100" y="28430850"/>
                <a:ext cx="673250" cy="292175"/>
              </a:xfrm>
              <a:custGeom>
                <a:avLst/>
                <a:gdLst/>
                <a:ahLst/>
                <a:cxnLst/>
                <a:rect l="l" t="t" r="r" b="b"/>
                <a:pathLst>
                  <a:path w="26930" h="11687" extrusionOk="0">
                    <a:moveTo>
                      <a:pt x="1364" y="1"/>
                    </a:moveTo>
                    <a:cubicBezTo>
                      <a:pt x="1157" y="1"/>
                      <a:pt x="953" y="11"/>
                      <a:pt x="754" y="32"/>
                    </a:cubicBezTo>
                    <a:cubicBezTo>
                      <a:pt x="210" y="53"/>
                      <a:pt x="1" y="492"/>
                      <a:pt x="106" y="911"/>
                    </a:cubicBezTo>
                    <a:cubicBezTo>
                      <a:pt x="210" y="1141"/>
                      <a:pt x="357" y="1392"/>
                      <a:pt x="650" y="1476"/>
                    </a:cubicBezTo>
                    <a:cubicBezTo>
                      <a:pt x="3683" y="2522"/>
                      <a:pt x="6696" y="3610"/>
                      <a:pt x="9647" y="4782"/>
                    </a:cubicBezTo>
                    <a:lnTo>
                      <a:pt x="9626" y="4782"/>
                    </a:lnTo>
                    <a:cubicBezTo>
                      <a:pt x="11802" y="5640"/>
                      <a:pt x="13936" y="6581"/>
                      <a:pt x="16091" y="7606"/>
                    </a:cubicBezTo>
                    <a:cubicBezTo>
                      <a:pt x="16970" y="8025"/>
                      <a:pt x="17807" y="8464"/>
                      <a:pt x="18644" y="8925"/>
                    </a:cubicBezTo>
                    <a:cubicBezTo>
                      <a:pt x="21238" y="10222"/>
                      <a:pt x="23770" y="11394"/>
                      <a:pt x="26783" y="11686"/>
                    </a:cubicBezTo>
                    <a:cubicBezTo>
                      <a:pt x="26825" y="11686"/>
                      <a:pt x="26867" y="11686"/>
                      <a:pt x="26888" y="11666"/>
                    </a:cubicBezTo>
                    <a:cubicBezTo>
                      <a:pt x="26909" y="11645"/>
                      <a:pt x="26930" y="11582"/>
                      <a:pt x="26930" y="11498"/>
                    </a:cubicBezTo>
                    <a:cubicBezTo>
                      <a:pt x="26930" y="11414"/>
                      <a:pt x="26888" y="11373"/>
                      <a:pt x="26804" y="11352"/>
                    </a:cubicBezTo>
                    <a:lnTo>
                      <a:pt x="26783" y="11352"/>
                    </a:lnTo>
                    <a:cubicBezTo>
                      <a:pt x="26553" y="11268"/>
                      <a:pt x="26344" y="11184"/>
                      <a:pt x="26093" y="11080"/>
                    </a:cubicBezTo>
                    <a:cubicBezTo>
                      <a:pt x="26051" y="11059"/>
                      <a:pt x="25988" y="11038"/>
                      <a:pt x="25946" y="11038"/>
                    </a:cubicBezTo>
                    <a:cubicBezTo>
                      <a:pt x="25737" y="10954"/>
                      <a:pt x="25528" y="10850"/>
                      <a:pt x="25318" y="10745"/>
                    </a:cubicBezTo>
                    <a:cubicBezTo>
                      <a:pt x="25256" y="10724"/>
                      <a:pt x="25214" y="10682"/>
                      <a:pt x="25130" y="10661"/>
                    </a:cubicBezTo>
                    <a:cubicBezTo>
                      <a:pt x="24921" y="10557"/>
                      <a:pt x="24733" y="10452"/>
                      <a:pt x="24523" y="10347"/>
                    </a:cubicBezTo>
                    <a:lnTo>
                      <a:pt x="24377" y="10264"/>
                    </a:lnTo>
                    <a:cubicBezTo>
                      <a:pt x="24189" y="10159"/>
                      <a:pt x="24042" y="10054"/>
                      <a:pt x="23854" y="9950"/>
                    </a:cubicBezTo>
                    <a:cubicBezTo>
                      <a:pt x="23791" y="9929"/>
                      <a:pt x="23749" y="9908"/>
                      <a:pt x="23686" y="9845"/>
                    </a:cubicBezTo>
                    <a:cubicBezTo>
                      <a:pt x="23519" y="9762"/>
                      <a:pt x="23331" y="9615"/>
                      <a:pt x="23142" y="9510"/>
                    </a:cubicBezTo>
                    <a:cubicBezTo>
                      <a:pt x="23059" y="9469"/>
                      <a:pt x="23017" y="9427"/>
                      <a:pt x="22933" y="9385"/>
                    </a:cubicBezTo>
                    <a:cubicBezTo>
                      <a:pt x="22745" y="9280"/>
                      <a:pt x="22598" y="9155"/>
                      <a:pt x="22410" y="9029"/>
                    </a:cubicBezTo>
                    <a:cubicBezTo>
                      <a:pt x="22326" y="8966"/>
                      <a:pt x="22264" y="8925"/>
                      <a:pt x="22180" y="8841"/>
                    </a:cubicBezTo>
                    <a:cubicBezTo>
                      <a:pt x="22054" y="8757"/>
                      <a:pt x="21950" y="8673"/>
                      <a:pt x="21845" y="8569"/>
                    </a:cubicBezTo>
                    <a:cubicBezTo>
                      <a:pt x="21678" y="8443"/>
                      <a:pt x="21531" y="8339"/>
                      <a:pt x="21364" y="8213"/>
                    </a:cubicBezTo>
                    <a:cubicBezTo>
                      <a:pt x="21343" y="8192"/>
                      <a:pt x="21280" y="8150"/>
                      <a:pt x="21259" y="8129"/>
                    </a:cubicBezTo>
                    <a:cubicBezTo>
                      <a:pt x="18769" y="6246"/>
                      <a:pt x="16363" y="4112"/>
                      <a:pt x="13559" y="2773"/>
                    </a:cubicBezTo>
                    <a:cubicBezTo>
                      <a:pt x="10023" y="1078"/>
                      <a:pt x="6006" y="137"/>
                      <a:pt x="2051" y="32"/>
                    </a:cubicBezTo>
                    <a:lnTo>
                      <a:pt x="1989" y="32"/>
                    </a:lnTo>
                    <a:cubicBezTo>
                      <a:pt x="1779" y="11"/>
                      <a:pt x="1570" y="1"/>
                      <a:pt x="13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0" name="Google Shape;120;p6"/>
              <p:cNvSpPr/>
              <p:nvPr/>
            </p:nvSpPr>
            <p:spPr>
              <a:xfrm>
                <a:off x="19600250" y="28499650"/>
                <a:ext cx="774200" cy="245875"/>
              </a:xfrm>
              <a:custGeom>
                <a:avLst/>
                <a:gdLst/>
                <a:ahLst/>
                <a:cxnLst/>
                <a:rect l="l" t="t" r="r" b="b"/>
                <a:pathLst>
                  <a:path w="30968" h="9835" extrusionOk="0">
                    <a:moveTo>
                      <a:pt x="6613" y="0"/>
                    </a:moveTo>
                    <a:cubicBezTo>
                      <a:pt x="4520" y="0"/>
                      <a:pt x="2532" y="63"/>
                      <a:pt x="733" y="251"/>
                    </a:cubicBezTo>
                    <a:cubicBezTo>
                      <a:pt x="252" y="272"/>
                      <a:pt x="1" y="753"/>
                      <a:pt x="105" y="1151"/>
                    </a:cubicBezTo>
                    <a:cubicBezTo>
                      <a:pt x="105" y="1318"/>
                      <a:pt x="252" y="1507"/>
                      <a:pt x="545" y="1590"/>
                    </a:cubicBezTo>
                    <a:cubicBezTo>
                      <a:pt x="5859" y="2678"/>
                      <a:pt x="11007" y="4080"/>
                      <a:pt x="16154" y="5712"/>
                    </a:cubicBezTo>
                    <a:cubicBezTo>
                      <a:pt x="16509" y="5817"/>
                      <a:pt x="16844" y="5963"/>
                      <a:pt x="17179" y="6068"/>
                    </a:cubicBezTo>
                    <a:lnTo>
                      <a:pt x="17158" y="6068"/>
                    </a:lnTo>
                    <a:cubicBezTo>
                      <a:pt x="18518" y="6528"/>
                      <a:pt x="19878" y="7051"/>
                      <a:pt x="21259" y="7574"/>
                    </a:cubicBezTo>
                    <a:cubicBezTo>
                      <a:pt x="21343" y="7595"/>
                      <a:pt x="21385" y="7637"/>
                      <a:pt x="21468" y="7658"/>
                    </a:cubicBezTo>
                    <a:cubicBezTo>
                      <a:pt x="21489" y="7658"/>
                      <a:pt x="21531" y="7679"/>
                      <a:pt x="21573" y="7679"/>
                    </a:cubicBezTo>
                    <a:cubicBezTo>
                      <a:pt x="24000" y="8579"/>
                      <a:pt x="26490" y="9416"/>
                      <a:pt x="29022" y="9730"/>
                    </a:cubicBezTo>
                    <a:lnTo>
                      <a:pt x="29064" y="9730"/>
                    </a:lnTo>
                    <a:cubicBezTo>
                      <a:pt x="29182" y="9747"/>
                      <a:pt x="29355" y="9777"/>
                      <a:pt x="29528" y="9777"/>
                    </a:cubicBezTo>
                    <a:cubicBezTo>
                      <a:pt x="29569" y="9777"/>
                      <a:pt x="29610" y="9775"/>
                      <a:pt x="29649" y="9771"/>
                    </a:cubicBezTo>
                    <a:cubicBezTo>
                      <a:pt x="29838" y="9792"/>
                      <a:pt x="30026" y="9792"/>
                      <a:pt x="30173" y="9834"/>
                    </a:cubicBezTo>
                    <a:lnTo>
                      <a:pt x="30319" y="9834"/>
                    </a:lnTo>
                    <a:cubicBezTo>
                      <a:pt x="30361" y="9834"/>
                      <a:pt x="30424" y="9834"/>
                      <a:pt x="30466" y="9792"/>
                    </a:cubicBezTo>
                    <a:cubicBezTo>
                      <a:pt x="30758" y="9730"/>
                      <a:pt x="30968" y="9374"/>
                      <a:pt x="30905" y="9060"/>
                    </a:cubicBezTo>
                    <a:cubicBezTo>
                      <a:pt x="30884" y="8997"/>
                      <a:pt x="30884" y="8914"/>
                      <a:pt x="30821" y="8851"/>
                    </a:cubicBezTo>
                    <a:cubicBezTo>
                      <a:pt x="30779" y="8788"/>
                      <a:pt x="30717" y="8725"/>
                      <a:pt x="30675" y="8642"/>
                    </a:cubicBezTo>
                    <a:cubicBezTo>
                      <a:pt x="30445" y="8328"/>
                      <a:pt x="30173" y="8056"/>
                      <a:pt x="29942" y="7763"/>
                    </a:cubicBezTo>
                    <a:cubicBezTo>
                      <a:pt x="29733" y="7428"/>
                      <a:pt x="29440" y="7135"/>
                      <a:pt x="29105" y="6905"/>
                    </a:cubicBezTo>
                    <a:cubicBezTo>
                      <a:pt x="23686" y="1716"/>
                      <a:pt x="14501" y="42"/>
                      <a:pt x="66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1" name="Google Shape;121;p6"/>
              <p:cNvSpPr/>
              <p:nvPr/>
            </p:nvSpPr>
            <p:spPr>
              <a:xfrm>
                <a:off x="20149825" y="28752300"/>
                <a:ext cx="462625" cy="768775"/>
              </a:xfrm>
              <a:custGeom>
                <a:avLst/>
                <a:gdLst/>
                <a:ahLst/>
                <a:cxnLst/>
                <a:rect l="l" t="t" r="r" b="b"/>
                <a:pathLst>
                  <a:path w="18505" h="30751" extrusionOk="0">
                    <a:moveTo>
                      <a:pt x="13598" y="8453"/>
                    </a:moveTo>
                    <a:cubicBezTo>
                      <a:pt x="13593" y="8459"/>
                      <a:pt x="13588" y="8464"/>
                      <a:pt x="13588" y="8474"/>
                    </a:cubicBezTo>
                    <a:lnTo>
                      <a:pt x="13588" y="8474"/>
                    </a:lnTo>
                    <a:cubicBezTo>
                      <a:pt x="13591" y="8467"/>
                      <a:pt x="13595" y="8460"/>
                      <a:pt x="13598" y="8453"/>
                    </a:cubicBezTo>
                    <a:close/>
                    <a:moveTo>
                      <a:pt x="18233" y="0"/>
                    </a:moveTo>
                    <a:cubicBezTo>
                      <a:pt x="18170" y="0"/>
                      <a:pt x="18066" y="42"/>
                      <a:pt x="18003" y="84"/>
                    </a:cubicBezTo>
                    <a:cubicBezTo>
                      <a:pt x="17773" y="293"/>
                      <a:pt x="17563" y="481"/>
                      <a:pt x="17333" y="691"/>
                    </a:cubicBezTo>
                    <a:cubicBezTo>
                      <a:pt x="17255" y="769"/>
                      <a:pt x="17323" y="902"/>
                      <a:pt x="17418" y="902"/>
                    </a:cubicBezTo>
                    <a:cubicBezTo>
                      <a:pt x="17424" y="902"/>
                      <a:pt x="17431" y="901"/>
                      <a:pt x="17438" y="900"/>
                    </a:cubicBezTo>
                    <a:lnTo>
                      <a:pt x="17438" y="900"/>
                    </a:lnTo>
                    <a:cubicBezTo>
                      <a:pt x="17375" y="921"/>
                      <a:pt x="17354" y="942"/>
                      <a:pt x="17291" y="984"/>
                    </a:cubicBezTo>
                    <a:cubicBezTo>
                      <a:pt x="17291" y="984"/>
                      <a:pt x="17270" y="984"/>
                      <a:pt x="17270" y="1005"/>
                    </a:cubicBezTo>
                    <a:cubicBezTo>
                      <a:pt x="17229" y="1025"/>
                      <a:pt x="17187" y="1046"/>
                      <a:pt x="17145" y="1109"/>
                    </a:cubicBezTo>
                    <a:lnTo>
                      <a:pt x="17124" y="1130"/>
                    </a:lnTo>
                    <a:lnTo>
                      <a:pt x="16977" y="1256"/>
                    </a:lnTo>
                    <a:cubicBezTo>
                      <a:pt x="16957" y="1297"/>
                      <a:pt x="16936" y="1318"/>
                      <a:pt x="16915" y="1360"/>
                    </a:cubicBezTo>
                    <a:lnTo>
                      <a:pt x="16852" y="1423"/>
                    </a:lnTo>
                    <a:cubicBezTo>
                      <a:pt x="16203" y="2302"/>
                      <a:pt x="15471" y="4143"/>
                      <a:pt x="14927" y="5524"/>
                    </a:cubicBezTo>
                    <a:cubicBezTo>
                      <a:pt x="14760" y="5922"/>
                      <a:pt x="14613" y="6340"/>
                      <a:pt x="14446" y="6738"/>
                    </a:cubicBezTo>
                    <a:cubicBezTo>
                      <a:pt x="14446" y="6759"/>
                      <a:pt x="14425" y="6779"/>
                      <a:pt x="14425" y="6800"/>
                    </a:cubicBezTo>
                    <a:cubicBezTo>
                      <a:pt x="14425" y="6842"/>
                      <a:pt x="14404" y="6842"/>
                      <a:pt x="14404" y="6863"/>
                    </a:cubicBezTo>
                    <a:cubicBezTo>
                      <a:pt x="14341" y="6968"/>
                      <a:pt x="14320" y="7051"/>
                      <a:pt x="14299" y="7093"/>
                    </a:cubicBezTo>
                    <a:cubicBezTo>
                      <a:pt x="14236" y="7219"/>
                      <a:pt x="14153" y="7365"/>
                      <a:pt x="14111" y="7470"/>
                    </a:cubicBezTo>
                    <a:cubicBezTo>
                      <a:pt x="13930" y="7793"/>
                      <a:pt x="13787" y="8115"/>
                      <a:pt x="13608" y="8438"/>
                    </a:cubicBezTo>
                    <a:lnTo>
                      <a:pt x="13608" y="8438"/>
                    </a:lnTo>
                    <a:cubicBezTo>
                      <a:pt x="13609" y="8436"/>
                      <a:pt x="13609" y="8434"/>
                      <a:pt x="13609" y="8432"/>
                    </a:cubicBezTo>
                    <a:lnTo>
                      <a:pt x="13609" y="8432"/>
                    </a:lnTo>
                    <a:cubicBezTo>
                      <a:pt x="13605" y="8439"/>
                      <a:pt x="13602" y="8446"/>
                      <a:pt x="13598" y="8453"/>
                    </a:cubicBezTo>
                    <a:lnTo>
                      <a:pt x="13598" y="8453"/>
                    </a:lnTo>
                    <a:cubicBezTo>
                      <a:pt x="13599" y="8452"/>
                      <a:pt x="13600" y="8451"/>
                      <a:pt x="13601" y="8450"/>
                    </a:cubicBezTo>
                    <a:lnTo>
                      <a:pt x="13601" y="8450"/>
                    </a:lnTo>
                    <a:cubicBezTo>
                      <a:pt x="13597" y="8458"/>
                      <a:pt x="13592" y="8466"/>
                      <a:pt x="13588" y="8474"/>
                    </a:cubicBezTo>
                    <a:cubicBezTo>
                      <a:pt x="13588" y="8474"/>
                      <a:pt x="13588" y="8474"/>
                      <a:pt x="13588" y="8474"/>
                    </a:cubicBezTo>
                    <a:lnTo>
                      <a:pt x="13588" y="8474"/>
                    </a:lnTo>
                    <a:cubicBezTo>
                      <a:pt x="12527" y="10595"/>
                      <a:pt x="11404" y="12735"/>
                      <a:pt x="10261" y="14814"/>
                    </a:cubicBezTo>
                    <a:cubicBezTo>
                      <a:pt x="8294" y="18308"/>
                      <a:pt x="6181" y="21635"/>
                      <a:pt x="3900" y="24878"/>
                    </a:cubicBezTo>
                    <a:cubicBezTo>
                      <a:pt x="2729" y="26552"/>
                      <a:pt x="1536" y="28226"/>
                      <a:pt x="301" y="29879"/>
                    </a:cubicBezTo>
                    <a:cubicBezTo>
                      <a:pt x="1" y="30291"/>
                      <a:pt x="299" y="30750"/>
                      <a:pt x="688" y="30750"/>
                    </a:cubicBezTo>
                    <a:cubicBezTo>
                      <a:pt x="813" y="30750"/>
                      <a:pt x="948" y="30703"/>
                      <a:pt x="1076" y="30591"/>
                    </a:cubicBezTo>
                    <a:cubicBezTo>
                      <a:pt x="2540" y="29251"/>
                      <a:pt x="4047" y="27787"/>
                      <a:pt x="5532" y="26155"/>
                    </a:cubicBezTo>
                    <a:lnTo>
                      <a:pt x="5532" y="26134"/>
                    </a:lnTo>
                    <a:lnTo>
                      <a:pt x="5616" y="26050"/>
                    </a:lnTo>
                    <a:cubicBezTo>
                      <a:pt x="11726" y="19355"/>
                      <a:pt x="17375" y="10546"/>
                      <a:pt x="18379" y="1988"/>
                    </a:cubicBezTo>
                    <a:lnTo>
                      <a:pt x="18379" y="1883"/>
                    </a:lnTo>
                    <a:cubicBezTo>
                      <a:pt x="18421" y="1360"/>
                      <a:pt x="18484" y="816"/>
                      <a:pt x="18505" y="293"/>
                    </a:cubicBezTo>
                    <a:lnTo>
                      <a:pt x="18505" y="189"/>
                    </a:lnTo>
                    <a:cubicBezTo>
                      <a:pt x="18484" y="84"/>
                      <a:pt x="18379" y="0"/>
                      <a:pt x="18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2" name="Google Shape;122;p6"/>
              <p:cNvSpPr/>
              <p:nvPr/>
            </p:nvSpPr>
            <p:spPr>
              <a:xfrm>
                <a:off x="19279125" y="28273675"/>
                <a:ext cx="2565725" cy="1180375"/>
              </a:xfrm>
              <a:custGeom>
                <a:avLst/>
                <a:gdLst/>
                <a:ahLst/>
                <a:cxnLst/>
                <a:rect l="l" t="t" r="r" b="b"/>
                <a:pathLst>
                  <a:path w="102629" h="47215" extrusionOk="0">
                    <a:moveTo>
                      <a:pt x="72729" y="5754"/>
                    </a:moveTo>
                    <a:lnTo>
                      <a:pt x="72729" y="5754"/>
                    </a:lnTo>
                    <a:cubicBezTo>
                      <a:pt x="73231" y="6277"/>
                      <a:pt x="73733" y="6800"/>
                      <a:pt x="74194" y="7365"/>
                    </a:cubicBezTo>
                    <a:cubicBezTo>
                      <a:pt x="74232" y="7403"/>
                      <a:pt x="74269" y="7419"/>
                      <a:pt x="74305" y="7419"/>
                    </a:cubicBezTo>
                    <a:cubicBezTo>
                      <a:pt x="74369" y="7419"/>
                      <a:pt x="74426" y="7369"/>
                      <a:pt x="74466" y="7302"/>
                    </a:cubicBezTo>
                    <a:cubicBezTo>
                      <a:pt x="76328" y="9144"/>
                      <a:pt x="77918" y="11173"/>
                      <a:pt x="79257" y="13391"/>
                    </a:cubicBezTo>
                    <a:lnTo>
                      <a:pt x="79257" y="13433"/>
                    </a:lnTo>
                    <a:cubicBezTo>
                      <a:pt x="80659" y="15777"/>
                      <a:pt x="81789" y="18371"/>
                      <a:pt x="82626" y="21196"/>
                    </a:cubicBezTo>
                    <a:cubicBezTo>
                      <a:pt x="82103" y="21070"/>
                      <a:pt x="81559" y="20966"/>
                      <a:pt x="81036" y="20819"/>
                    </a:cubicBezTo>
                    <a:lnTo>
                      <a:pt x="81036" y="20777"/>
                    </a:lnTo>
                    <a:cubicBezTo>
                      <a:pt x="80994" y="20756"/>
                      <a:pt x="80931" y="20694"/>
                      <a:pt x="80868" y="20694"/>
                    </a:cubicBezTo>
                    <a:cubicBezTo>
                      <a:pt x="80847" y="20694"/>
                      <a:pt x="80847" y="20694"/>
                      <a:pt x="80827" y="20714"/>
                    </a:cubicBezTo>
                    <a:cubicBezTo>
                      <a:pt x="80785" y="20756"/>
                      <a:pt x="80743" y="20777"/>
                      <a:pt x="80722" y="20798"/>
                    </a:cubicBezTo>
                    <a:cubicBezTo>
                      <a:pt x="79885" y="20610"/>
                      <a:pt x="79006" y="20463"/>
                      <a:pt x="78169" y="20275"/>
                    </a:cubicBezTo>
                    <a:lnTo>
                      <a:pt x="78169" y="20254"/>
                    </a:lnTo>
                    <a:cubicBezTo>
                      <a:pt x="78169" y="20254"/>
                      <a:pt x="78169" y="20233"/>
                      <a:pt x="78211" y="20233"/>
                    </a:cubicBezTo>
                    <a:cubicBezTo>
                      <a:pt x="78839" y="14416"/>
                      <a:pt x="76579" y="9834"/>
                      <a:pt x="73043" y="6152"/>
                    </a:cubicBezTo>
                    <a:lnTo>
                      <a:pt x="72729" y="5754"/>
                    </a:lnTo>
                    <a:close/>
                    <a:moveTo>
                      <a:pt x="72311" y="19857"/>
                    </a:moveTo>
                    <a:cubicBezTo>
                      <a:pt x="73985" y="20066"/>
                      <a:pt x="75637" y="20338"/>
                      <a:pt x="77311" y="20610"/>
                    </a:cubicBezTo>
                    <a:cubicBezTo>
                      <a:pt x="76935" y="21091"/>
                      <a:pt x="76579" y="21531"/>
                      <a:pt x="76223" y="22012"/>
                    </a:cubicBezTo>
                    <a:cubicBezTo>
                      <a:pt x="74884" y="23644"/>
                      <a:pt x="73524" y="25297"/>
                      <a:pt x="72164" y="26929"/>
                    </a:cubicBezTo>
                    <a:lnTo>
                      <a:pt x="72164" y="26950"/>
                    </a:lnTo>
                    <a:cubicBezTo>
                      <a:pt x="71516" y="27703"/>
                      <a:pt x="70867" y="28456"/>
                      <a:pt x="70218" y="29230"/>
                    </a:cubicBezTo>
                    <a:cubicBezTo>
                      <a:pt x="69465" y="30109"/>
                      <a:pt x="68712" y="30967"/>
                      <a:pt x="67917" y="31867"/>
                    </a:cubicBezTo>
                    <a:lnTo>
                      <a:pt x="67896" y="31888"/>
                    </a:lnTo>
                    <a:cubicBezTo>
                      <a:pt x="66640" y="33331"/>
                      <a:pt x="65364" y="34733"/>
                      <a:pt x="64067" y="36156"/>
                    </a:cubicBezTo>
                    <a:cubicBezTo>
                      <a:pt x="65615" y="34210"/>
                      <a:pt x="67080" y="32181"/>
                      <a:pt x="68335" y="30067"/>
                    </a:cubicBezTo>
                    <a:cubicBezTo>
                      <a:pt x="68440" y="29879"/>
                      <a:pt x="68586" y="29670"/>
                      <a:pt x="68691" y="29481"/>
                    </a:cubicBezTo>
                    <a:cubicBezTo>
                      <a:pt x="68754" y="29356"/>
                      <a:pt x="68816" y="29251"/>
                      <a:pt x="68900" y="29126"/>
                    </a:cubicBezTo>
                    <a:cubicBezTo>
                      <a:pt x="69047" y="28854"/>
                      <a:pt x="69172" y="28603"/>
                      <a:pt x="69319" y="28331"/>
                    </a:cubicBezTo>
                    <a:lnTo>
                      <a:pt x="69465" y="28017"/>
                    </a:lnTo>
                    <a:lnTo>
                      <a:pt x="69779" y="27389"/>
                    </a:lnTo>
                    <a:cubicBezTo>
                      <a:pt x="69821" y="27285"/>
                      <a:pt x="69883" y="27201"/>
                      <a:pt x="69904" y="27096"/>
                    </a:cubicBezTo>
                    <a:cubicBezTo>
                      <a:pt x="70051" y="26824"/>
                      <a:pt x="70176" y="26552"/>
                      <a:pt x="70302" y="26259"/>
                    </a:cubicBezTo>
                    <a:cubicBezTo>
                      <a:pt x="70344" y="26155"/>
                      <a:pt x="70386" y="26092"/>
                      <a:pt x="70428" y="25987"/>
                    </a:cubicBezTo>
                    <a:cubicBezTo>
                      <a:pt x="70574" y="25715"/>
                      <a:pt x="70679" y="25422"/>
                      <a:pt x="70783" y="25171"/>
                    </a:cubicBezTo>
                    <a:cubicBezTo>
                      <a:pt x="70804" y="25108"/>
                      <a:pt x="70804" y="25088"/>
                      <a:pt x="70825" y="25046"/>
                    </a:cubicBezTo>
                    <a:cubicBezTo>
                      <a:pt x="70930" y="24753"/>
                      <a:pt x="71055" y="24460"/>
                      <a:pt x="71160" y="24167"/>
                    </a:cubicBezTo>
                    <a:cubicBezTo>
                      <a:pt x="71202" y="24104"/>
                      <a:pt x="71223" y="24041"/>
                      <a:pt x="71244" y="23958"/>
                    </a:cubicBezTo>
                    <a:cubicBezTo>
                      <a:pt x="71348" y="23644"/>
                      <a:pt x="71453" y="23330"/>
                      <a:pt x="71557" y="23058"/>
                    </a:cubicBezTo>
                    <a:cubicBezTo>
                      <a:pt x="71557" y="22995"/>
                      <a:pt x="71578" y="22974"/>
                      <a:pt x="71578" y="22911"/>
                    </a:cubicBezTo>
                    <a:cubicBezTo>
                      <a:pt x="71683" y="22598"/>
                      <a:pt x="71767" y="22326"/>
                      <a:pt x="71850" y="22012"/>
                    </a:cubicBezTo>
                    <a:cubicBezTo>
                      <a:pt x="71850" y="21970"/>
                      <a:pt x="71871" y="21949"/>
                      <a:pt x="71871" y="21928"/>
                    </a:cubicBezTo>
                    <a:cubicBezTo>
                      <a:pt x="71955" y="21593"/>
                      <a:pt x="72039" y="21279"/>
                      <a:pt x="72101" y="20924"/>
                    </a:cubicBezTo>
                    <a:cubicBezTo>
                      <a:pt x="72101" y="20903"/>
                      <a:pt x="72143" y="20882"/>
                      <a:pt x="72143" y="20819"/>
                    </a:cubicBezTo>
                    <a:cubicBezTo>
                      <a:pt x="72206" y="20505"/>
                      <a:pt x="72269" y="20170"/>
                      <a:pt x="72311" y="19857"/>
                    </a:cubicBezTo>
                    <a:close/>
                    <a:moveTo>
                      <a:pt x="64761" y="0"/>
                    </a:moveTo>
                    <a:cubicBezTo>
                      <a:pt x="64113" y="0"/>
                      <a:pt x="63614" y="912"/>
                      <a:pt x="64213" y="1423"/>
                    </a:cubicBezTo>
                    <a:cubicBezTo>
                      <a:pt x="65238" y="2281"/>
                      <a:pt x="66180" y="3243"/>
                      <a:pt x="67059" y="4269"/>
                    </a:cubicBezTo>
                    <a:lnTo>
                      <a:pt x="67080" y="4269"/>
                    </a:lnTo>
                    <a:lnTo>
                      <a:pt x="67122" y="4289"/>
                    </a:lnTo>
                    <a:cubicBezTo>
                      <a:pt x="67122" y="4331"/>
                      <a:pt x="67143" y="4331"/>
                      <a:pt x="67143" y="4331"/>
                    </a:cubicBezTo>
                    <a:lnTo>
                      <a:pt x="67143" y="4352"/>
                    </a:lnTo>
                    <a:lnTo>
                      <a:pt x="67163" y="4373"/>
                    </a:lnTo>
                    <a:cubicBezTo>
                      <a:pt x="69904" y="7574"/>
                      <a:pt x="72143" y="11299"/>
                      <a:pt x="74382" y="14940"/>
                    </a:cubicBezTo>
                    <a:cubicBezTo>
                      <a:pt x="75031" y="16007"/>
                      <a:pt x="75700" y="17053"/>
                      <a:pt x="76349" y="18078"/>
                    </a:cubicBezTo>
                    <a:cubicBezTo>
                      <a:pt x="76433" y="18183"/>
                      <a:pt x="76474" y="18287"/>
                      <a:pt x="76558" y="18392"/>
                    </a:cubicBezTo>
                    <a:cubicBezTo>
                      <a:pt x="76746" y="18664"/>
                      <a:pt x="76893" y="18915"/>
                      <a:pt x="77081" y="19187"/>
                    </a:cubicBezTo>
                    <a:cubicBezTo>
                      <a:pt x="77102" y="19229"/>
                      <a:pt x="77165" y="19292"/>
                      <a:pt x="77186" y="19334"/>
                    </a:cubicBezTo>
                    <a:cubicBezTo>
                      <a:pt x="77374" y="19606"/>
                      <a:pt x="77542" y="19878"/>
                      <a:pt x="77730" y="20150"/>
                    </a:cubicBezTo>
                    <a:cubicBezTo>
                      <a:pt x="77709" y="20150"/>
                      <a:pt x="77688" y="20170"/>
                      <a:pt x="77625" y="20191"/>
                    </a:cubicBezTo>
                    <a:cubicBezTo>
                      <a:pt x="75575" y="19815"/>
                      <a:pt x="73524" y="19501"/>
                      <a:pt x="71453" y="19229"/>
                    </a:cubicBezTo>
                    <a:cubicBezTo>
                      <a:pt x="72039" y="13956"/>
                      <a:pt x="68963" y="9248"/>
                      <a:pt x="64862" y="5796"/>
                    </a:cubicBezTo>
                    <a:lnTo>
                      <a:pt x="64841" y="5754"/>
                    </a:lnTo>
                    <a:lnTo>
                      <a:pt x="64820" y="5754"/>
                    </a:lnTo>
                    <a:cubicBezTo>
                      <a:pt x="62016" y="3411"/>
                      <a:pt x="58710" y="1611"/>
                      <a:pt x="55739" y="565"/>
                    </a:cubicBezTo>
                    <a:cubicBezTo>
                      <a:pt x="55650" y="534"/>
                      <a:pt x="55563" y="520"/>
                      <a:pt x="55478" y="520"/>
                    </a:cubicBezTo>
                    <a:cubicBezTo>
                      <a:pt x="54985" y="520"/>
                      <a:pt x="54588" y="997"/>
                      <a:pt x="54588" y="1444"/>
                    </a:cubicBezTo>
                    <a:cubicBezTo>
                      <a:pt x="54588" y="1674"/>
                      <a:pt x="54693" y="1946"/>
                      <a:pt x="54986" y="2072"/>
                    </a:cubicBezTo>
                    <a:cubicBezTo>
                      <a:pt x="55509" y="2364"/>
                      <a:pt x="55990" y="2678"/>
                      <a:pt x="56492" y="2992"/>
                    </a:cubicBezTo>
                    <a:cubicBezTo>
                      <a:pt x="56513" y="2992"/>
                      <a:pt x="56513" y="3013"/>
                      <a:pt x="56555" y="3034"/>
                    </a:cubicBezTo>
                    <a:cubicBezTo>
                      <a:pt x="57811" y="4038"/>
                      <a:pt x="59087" y="4980"/>
                      <a:pt x="60342" y="5942"/>
                    </a:cubicBezTo>
                    <a:lnTo>
                      <a:pt x="60363" y="5942"/>
                    </a:lnTo>
                    <a:cubicBezTo>
                      <a:pt x="61849" y="7261"/>
                      <a:pt x="63272" y="8683"/>
                      <a:pt x="64611" y="10211"/>
                    </a:cubicBezTo>
                    <a:cubicBezTo>
                      <a:pt x="66619" y="12450"/>
                      <a:pt x="68021" y="15128"/>
                      <a:pt x="69758" y="17576"/>
                    </a:cubicBezTo>
                    <a:cubicBezTo>
                      <a:pt x="69779" y="17618"/>
                      <a:pt x="69800" y="17639"/>
                      <a:pt x="69800" y="17681"/>
                    </a:cubicBezTo>
                    <a:cubicBezTo>
                      <a:pt x="69883" y="17827"/>
                      <a:pt x="69988" y="17932"/>
                      <a:pt x="70072" y="18057"/>
                    </a:cubicBezTo>
                    <a:cubicBezTo>
                      <a:pt x="70114" y="18141"/>
                      <a:pt x="70176" y="18183"/>
                      <a:pt x="70218" y="18266"/>
                    </a:cubicBezTo>
                    <a:cubicBezTo>
                      <a:pt x="70302" y="18371"/>
                      <a:pt x="70344" y="18455"/>
                      <a:pt x="70428" y="18559"/>
                    </a:cubicBezTo>
                    <a:cubicBezTo>
                      <a:pt x="70511" y="18664"/>
                      <a:pt x="70595" y="18769"/>
                      <a:pt x="70700" y="18873"/>
                    </a:cubicBezTo>
                    <a:cubicBezTo>
                      <a:pt x="70741" y="18915"/>
                      <a:pt x="70804" y="18999"/>
                      <a:pt x="70846" y="19041"/>
                    </a:cubicBezTo>
                    <a:cubicBezTo>
                      <a:pt x="70909" y="19103"/>
                      <a:pt x="70930" y="19145"/>
                      <a:pt x="70992" y="19208"/>
                    </a:cubicBezTo>
                    <a:cubicBezTo>
                      <a:pt x="69570" y="19020"/>
                      <a:pt x="68147" y="18894"/>
                      <a:pt x="66745" y="18769"/>
                    </a:cubicBezTo>
                    <a:lnTo>
                      <a:pt x="66766" y="18769"/>
                    </a:lnTo>
                    <a:cubicBezTo>
                      <a:pt x="66763" y="18768"/>
                      <a:pt x="66761" y="18768"/>
                      <a:pt x="66758" y="18768"/>
                    </a:cubicBezTo>
                    <a:lnTo>
                      <a:pt x="66758" y="18768"/>
                    </a:lnTo>
                    <a:cubicBezTo>
                      <a:pt x="66814" y="18763"/>
                      <a:pt x="66854" y="18725"/>
                      <a:pt x="66912" y="18706"/>
                    </a:cubicBezTo>
                    <a:lnTo>
                      <a:pt x="66933" y="18685"/>
                    </a:lnTo>
                    <a:cubicBezTo>
                      <a:pt x="66975" y="18601"/>
                      <a:pt x="67017" y="18497"/>
                      <a:pt x="66954" y="18413"/>
                    </a:cubicBezTo>
                    <a:cubicBezTo>
                      <a:pt x="63837" y="14228"/>
                      <a:pt x="59673" y="10608"/>
                      <a:pt x="55216" y="7512"/>
                    </a:cubicBezTo>
                    <a:cubicBezTo>
                      <a:pt x="55174" y="7491"/>
                      <a:pt x="55153" y="7491"/>
                      <a:pt x="55132" y="7470"/>
                    </a:cubicBezTo>
                    <a:cubicBezTo>
                      <a:pt x="54233" y="6842"/>
                      <a:pt x="53333" y="6256"/>
                      <a:pt x="52412" y="5691"/>
                    </a:cubicBezTo>
                    <a:cubicBezTo>
                      <a:pt x="52391" y="5691"/>
                      <a:pt x="52391" y="5649"/>
                      <a:pt x="52350" y="5629"/>
                    </a:cubicBezTo>
                    <a:cubicBezTo>
                      <a:pt x="51701" y="5210"/>
                      <a:pt x="51052" y="4813"/>
                      <a:pt x="50404" y="4436"/>
                    </a:cubicBezTo>
                    <a:cubicBezTo>
                      <a:pt x="49211" y="3745"/>
                      <a:pt x="48039" y="3076"/>
                      <a:pt x="46888" y="2469"/>
                    </a:cubicBezTo>
                    <a:cubicBezTo>
                      <a:pt x="46771" y="2407"/>
                      <a:pt x="46661" y="2379"/>
                      <a:pt x="46560" y="2379"/>
                    </a:cubicBezTo>
                    <a:cubicBezTo>
                      <a:pt x="46119" y="2379"/>
                      <a:pt x="45860" y="2901"/>
                      <a:pt x="46031" y="3327"/>
                    </a:cubicBezTo>
                    <a:lnTo>
                      <a:pt x="46051" y="3348"/>
                    </a:lnTo>
                    <a:cubicBezTo>
                      <a:pt x="46072" y="3432"/>
                      <a:pt x="46114" y="3515"/>
                      <a:pt x="46177" y="3599"/>
                    </a:cubicBezTo>
                    <a:cubicBezTo>
                      <a:pt x="50445" y="8118"/>
                      <a:pt x="55551" y="12722"/>
                      <a:pt x="61137" y="16007"/>
                    </a:cubicBezTo>
                    <a:cubicBezTo>
                      <a:pt x="61179" y="16049"/>
                      <a:pt x="61200" y="16049"/>
                      <a:pt x="61221" y="16069"/>
                    </a:cubicBezTo>
                    <a:cubicBezTo>
                      <a:pt x="61514" y="16258"/>
                      <a:pt x="61807" y="16404"/>
                      <a:pt x="62121" y="16572"/>
                    </a:cubicBezTo>
                    <a:cubicBezTo>
                      <a:pt x="62184" y="16613"/>
                      <a:pt x="62267" y="16634"/>
                      <a:pt x="62351" y="16697"/>
                    </a:cubicBezTo>
                    <a:cubicBezTo>
                      <a:pt x="62644" y="16844"/>
                      <a:pt x="62916" y="17011"/>
                      <a:pt x="63230" y="17157"/>
                    </a:cubicBezTo>
                    <a:cubicBezTo>
                      <a:pt x="63376" y="17220"/>
                      <a:pt x="63481" y="17304"/>
                      <a:pt x="63606" y="17346"/>
                    </a:cubicBezTo>
                    <a:cubicBezTo>
                      <a:pt x="63816" y="17450"/>
                      <a:pt x="64004" y="17555"/>
                      <a:pt x="64213" y="17639"/>
                    </a:cubicBezTo>
                    <a:cubicBezTo>
                      <a:pt x="64360" y="17722"/>
                      <a:pt x="64548" y="17785"/>
                      <a:pt x="64715" y="17869"/>
                    </a:cubicBezTo>
                    <a:cubicBezTo>
                      <a:pt x="64946" y="17973"/>
                      <a:pt x="65155" y="18078"/>
                      <a:pt x="65385" y="18183"/>
                    </a:cubicBezTo>
                    <a:cubicBezTo>
                      <a:pt x="65531" y="18266"/>
                      <a:pt x="65699" y="18308"/>
                      <a:pt x="65866" y="18392"/>
                    </a:cubicBezTo>
                    <a:lnTo>
                      <a:pt x="66410" y="18622"/>
                    </a:lnTo>
                    <a:cubicBezTo>
                      <a:pt x="66512" y="18683"/>
                      <a:pt x="66615" y="18705"/>
                      <a:pt x="66717" y="18764"/>
                    </a:cubicBezTo>
                    <a:lnTo>
                      <a:pt x="66717" y="18764"/>
                    </a:lnTo>
                    <a:cubicBezTo>
                      <a:pt x="63282" y="18461"/>
                      <a:pt x="59832" y="18310"/>
                      <a:pt x="56381" y="18310"/>
                    </a:cubicBezTo>
                    <a:cubicBezTo>
                      <a:pt x="45847" y="18310"/>
                      <a:pt x="35302" y="19722"/>
                      <a:pt x="25149" y="22556"/>
                    </a:cubicBezTo>
                    <a:cubicBezTo>
                      <a:pt x="25756" y="22221"/>
                      <a:pt x="26341" y="21865"/>
                      <a:pt x="26906" y="21510"/>
                    </a:cubicBezTo>
                    <a:cubicBezTo>
                      <a:pt x="26927" y="21489"/>
                      <a:pt x="26969" y="21447"/>
                      <a:pt x="26969" y="21426"/>
                    </a:cubicBezTo>
                    <a:lnTo>
                      <a:pt x="26969" y="21321"/>
                    </a:lnTo>
                    <a:cubicBezTo>
                      <a:pt x="26969" y="21300"/>
                      <a:pt x="26969" y="21300"/>
                      <a:pt x="26927" y="21279"/>
                    </a:cubicBezTo>
                    <a:cubicBezTo>
                      <a:pt x="27409" y="21196"/>
                      <a:pt x="27848" y="21112"/>
                      <a:pt x="28287" y="21007"/>
                    </a:cubicBezTo>
                    <a:cubicBezTo>
                      <a:pt x="28664" y="20924"/>
                      <a:pt x="28999" y="20861"/>
                      <a:pt x="29375" y="20756"/>
                    </a:cubicBezTo>
                    <a:cubicBezTo>
                      <a:pt x="29396" y="20756"/>
                      <a:pt x="29396" y="20714"/>
                      <a:pt x="29417" y="20714"/>
                    </a:cubicBezTo>
                    <a:cubicBezTo>
                      <a:pt x="29543" y="20673"/>
                      <a:pt x="29543" y="20547"/>
                      <a:pt x="29501" y="20442"/>
                    </a:cubicBezTo>
                    <a:cubicBezTo>
                      <a:pt x="29480" y="20380"/>
                      <a:pt x="29417" y="20338"/>
                      <a:pt x="29375" y="20296"/>
                    </a:cubicBezTo>
                    <a:cubicBezTo>
                      <a:pt x="27701" y="19710"/>
                      <a:pt x="25881" y="19354"/>
                      <a:pt x="23998" y="19208"/>
                    </a:cubicBezTo>
                    <a:lnTo>
                      <a:pt x="23935" y="19208"/>
                    </a:lnTo>
                    <a:cubicBezTo>
                      <a:pt x="23580" y="19187"/>
                      <a:pt x="23224" y="19145"/>
                      <a:pt x="22889" y="19124"/>
                    </a:cubicBezTo>
                    <a:lnTo>
                      <a:pt x="22722" y="19124"/>
                    </a:lnTo>
                    <a:cubicBezTo>
                      <a:pt x="22408" y="19124"/>
                      <a:pt x="22073" y="19103"/>
                      <a:pt x="21759" y="19103"/>
                    </a:cubicBezTo>
                    <a:lnTo>
                      <a:pt x="20295" y="19103"/>
                    </a:lnTo>
                    <a:cubicBezTo>
                      <a:pt x="20002" y="19103"/>
                      <a:pt x="19751" y="19124"/>
                      <a:pt x="19458" y="19124"/>
                    </a:cubicBezTo>
                    <a:cubicBezTo>
                      <a:pt x="19332" y="19124"/>
                      <a:pt x="19186" y="19145"/>
                      <a:pt x="19060" y="19145"/>
                    </a:cubicBezTo>
                    <a:cubicBezTo>
                      <a:pt x="18830" y="19187"/>
                      <a:pt x="18558" y="19187"/>
                      <a:pt x="18328" y="19208"/>
                    </a:cubicBezTo>
                    <a:cubicBezTo>
                      <a:pt x="18181" y="19229"/>
                      <a:pt x="18014" y="19229"/>
                      <a:pt x="17867" y="19250"/>
                    </a:cubicBezTo>
                    <a:cubicBezTo>
                      <a:pt x="17658" y="19292"/>
                      <a:pt x="17407" y="19313"/>
                      <a:pt x="17198" y="19334"/>
                    </a:cubicBezTo>
                    <a:cubicBezTo>
                      <a:pt x="17030" y="19354"/>
                      <a:pt x="16842" y="19396"/>
                      <a:pt x="16654" y="19396"/>
                    </a:cubicBezTo>
                    <a:cubicBezTo>
                      <a:pt x="16466" y="19417"/>
                      <a:pt x="16256" y="19438"/>
                      <a:pt x="16089" y="19459"/>
                    </a:cubicBezTo>
                    <a:cubicBezTo>
                      <a:pt x="15880" y="19501"/>
                      <a:pt x="15670" y="19522"/>
                      <a:pt x="15482" y="19543"/>
                    </a:cubicBezTo>
                    <a:cubicBezTo>
                      <a:pt x="15294" y="19564"/>
                      <a:pt x="15147" y="19606"/>
                      <a:pt x="14959" y="19626"/>
                    </a:cubicBezTo>
                    <a:cubicBezTo>
                      <a:pt x="14750" y="19647"/>
                      <a:pt x="14520" y="19710"/>
                      <a:pt x="14310" y="19731"/>
                    </a:cubicBezTo>
                    <a:cubicBezTo>
                      <a:pt x="14143" y="19752"/>
                      <a:pt x="13955" y="19773"/>
                      <a:pt x="13808" y="19836"/>
                    </a:cubicBezTo>
                    <a:cubicBezTo>
                      <a:pt x="13599" y="19878"/>
                      <a:pt x="13390" y="19919"/>
                      <a:pt x="13181" y="19961"/>
                    </a:cubicBezTo>
                    <a:cubicBezTo>
                      <a:pt x="12971" y="20024"/>
                      <a:pt x="12741" y="20045"/>
                      <a:pt x="12532" y="20087"/>
                    </a:cubicBezTo>
                    <a:cubicBezTo>
                      <a:pt x="12364" y="20129"/>
                      <a:pt x="12218" y="20170"/>
                      <a:pt x="12051" y="20191"/>
                    </a:cubicBezTo>
                    <a:cubicBezTo>
                      <a:pt x="12030" y="20191"/>
                      <a:pt x="12009" y="20191"/>
                      <a:pt x="11967" y="20233"/>
                    </a:cubicBezTo>
                    <a:cubicBezTo>
                      <a:pt x="11611" y="20296"/>
                      <a:pt x="11276" y="20380"/>
                      <a:pt x="10900" y="20484"/>
                    </a:cubicBezTo>
                    <a:cubicBezTo>
                      <a:pt x="10889" y="20474"/>
                      <a:pt x="10863" y="20469"/>
                      <a:pt x="10829" y="20469"/>
                    </a:cubicBezTo>
                    <a:cubicBezTo>
                      <a:pt x="10795" y="20469"/>
                      <a:pt x="10753" y="20474"/>
                      <a:pt x="10712" y="20484"/>
                    </a:cubicBezTo>
                    <a:cubicBezTo>
                      <a:pt x="10544" y="20568"/>
                      <a:pt x="10293" y="20610"/>
                      <a:pt x="10126" y="20694"/>
                    </a:cubicBezTo>
                    <a:cubicBezTo>
                      <a:pt x="7092" y="21489"/>
                      <a:pt x="4204" y="22493"/>
                      <a:pt x="1756" y="23581"/>
                    </a:cubicBezTo>
                    <a:cubicBezTo>
                      <a:pt x="1401" y="23719"/>
                      <a:pt x="1381" y="24341"/>
                      <a:pt x="1801" y="24341"/>
                    </a:cubicBezTo>
                    <a:cubicBezTo>
                      <a:pt x="1826" y="24341"/>
                      <a:pt x="1853" y="24339"/>
                      <a:pt x="1882" y="24334"/>
                    </a:cubicBezTo>
                    <a:cubicBezTo>
                      <a:pt x="2279" y="24272"/>
                      <a:pt x="2656" y="24209"/>
                      <a:pt x="3053" y="24146"/>
                    </a:cubicBezTo>
                    <a:lnTo>
                      <a:pt x="3074" y="24146"/>
                    </a:lnTo>
                    <a:cubicBezTo>
                      <a:pt x="7510" y="23476"/>
                      <a:pt x="11925" y="22786"/>
                      <a:pt x="16340" y="22221"/>
                    </a:cubicBezTo>
                    <a:cubicBezTo>
                      <a:pt x="16926" y="22137"/>
                      <a:pt x="17470" y="22075"/>
                      <a:pt x="18077" y="22033"/>
                    </a:cubicBezTo>
                    <a:lnTo>
                      <a:pt x="18244" y="22033"/>
                    </a:lnTo>
                    <a:cubicBezTo>
                      <a:pt x="19960" y="21907"/>
                      <a:pt x="21696" y="21823"/>
                      <a:pt x="23412" y="21698"/>
                    </a:cubicBezTo>
                    <a:lnTo>
                      <a:pt x="23433" y="21698"/>
                    </a:lnTo>
                    <a:cubicBezTo>
                      <a:pt x="22994" y="21761"/>
                      <a:pt x="22575" y="21844"/>
                      <a:pt x="22115" y="21928"/>
                    </a:cubicBezTo>
                    <a:cubicBezTo>
                      <a:pt x="21906" y="21949"/>
                      <a:pt x="21696" y="22012"/>
                      <a:pt x="21487" y="22054"/>
                    </a:cubicBezTo>
                    <a:cubicBezTo>
                      <a:pt x="21278" y="22116"/>
                      <a:pt x="21069" y="22137"/>
                      <a:pt x="20859" y="22179"/>
                    </a:cubicBezTo>
                    <a:cubicBezTo>
                      <a:pt x="20587" y="22242"/>
                      <a:pt x="20295" y="22284"/>
                      <a:pt x="20002" y="22367"/>
                    </a:cubicBezTo>
                    <a:cubicBezTo>
                      <a:pt x="19897" y="22388"/>
                      <a:pt x="19792" y="22430"/>
                      <a:pt x="19667" y="22451"/>
                    </a:cubicBezTo>
                    <a:cubicBezTo>
                      <a:pt x="13160" y="23811"/>
                      <a:pt x="6631" y="25883"/>
                      <a:pt x="501" y="27829"/>
                    </a:cubicBezTo>
                    <a:cubicBezTo>
                      <a:pt x="292" y="27912"/>
                      <a:pt x="145" y="28080"/>
                      <a:pt x="103" y="28226"/>
                    </a:cubicBezTo>
                    <a:cubicBezTo>
                      <a:pt x="1" y="28615"/>
                      <a:pt x="199" y="29064"/>
                      <a:pt x="677" y="29064"/>
                    </a:cubicBezTo>
                    <a:cubicBezTo>
                      <a:pt x="688" y="29064"/>
                      <a:pt x="699" y="29063"/>
                      <a:pt x="710" y="29063"/>
                    </a:cubicBezTo>
                    <a:cubicBezTo>
                      <a:pt x="1714" y="29021"/>
                      <a:pt x="2761" y="28937"/>
                      <a:pt x="3807" y="28833"/>
                    </a:cubicBezTo>
                    <a:cubicBezTo>
                      <a:pt x="6631" y="28561"/>
                      <a:pt x="9498" y="28101"/>
                      <a:pt x="12281" y="27452"/>
                    </a:cubicBezTo>
                    <a:lnTo>
                      <a:pt x="12323" y="27452"/>
                    </a:lnTo>
                    <a:cubicBezTo>
                      <a:pt x="12657" y="27368"/>
                      <a:pt x="13013" y="27285"/>
                      <a:pt x="13369" y="27180"/>
                    </a:cubicBezTo>
                    <a:cubicBezTo>
                      <a:pt x="13411" y="27159"/>
                      <a:pt x="13473" y="27159"/>
                      <a:pt x="13536" y="27138"/>
                    </a:cubicBezTo>
                    <a:cubicBezTo>
                      <a:pt x="14206" y="26971"/>
                      <a:pt x="14854" y="26782"/>
                      <a:pt x="15482" y="26615"/>
                    </a:cubicBezTo>
                    <a:cubicBezTo>
                      <a:pt x="15524" y="26573"/>
                      <a:pt x="15587" y="26573"/>
                      <a:pt x="15629" y="26552"/>
                    </a:cubicBezTo>
                    <a:cubicBezTo>
                      <a:pt x="15880" y="26468"/>
                      <a:pt x="16089" y="26427"/>
                      <a:pt x="16319" y="26343"/>
                    </a:cubicBezTo>
                    <a:cubicBezTo>
                      <a:pt x="16549" y="26259"/>
                      <a:pt x="16758" y="26217"/>
                      <a:pt x="16989" y="26134"/>
                    </a:cubicBezTo>
                    <a:cubicBezTo>
                      <a:pt x="17177" y="26092"/>
                      <a:pt x="17365" y="26008"/>
                      <a:pt x="17554" y="25945"/>
                    </a:cubicBezTo>
                    <a:cubicBezTo>
                      <a:pt x="17888" y="25841"/>
                      <a:pt x="18223" y="25715"/>
                      <a:pt x="18558" y="25590"/>
                    </a:cubicBezTo>
                    <a:lnTo>
                      <a:pt x="18809" y="25506"/>
                    </a:lnTo>
                    <a:cubicBezTo>
                      <a:pt x="19248" y="25360"/>
                      <a:pt x="19688" y="25171"/>
                      <a:pt x="20127" y="24983"/>
                    </a:cubicBezTo>
                    <a:lnTo>
                      <a:pt x="20295" y="24899"/>
                    </a:lnTo>
                    <a:cubicBezTo>
                      <a:pt x="20713" y="24753"/>
                      <a:pt x="21111" y="24564"/>
                      <a:pt x="21529" y="24376"/>
                    </a:cubicBezTo>
                    <a:cubicBezTo>
                      <a:pt x="21550" y="24355"/>
                      <a:pt x="21592" y="24355"/>
                      <a:pt x="21634" y="24334"/>
                    </a:cubicBezTo>
                    <a:cubicBezTo>
                      <a:pt x="22094" y="24125"/>
                      <a:pt x="22596" y="23895"/>
                      <a:pt x="23036" y="23686"/>
                    </a:cubicBezTo>
                    <a:cubicBezTo>
                      <a:pt x="24458" y="23267"/>
                      <a:pt x="25860" y="22891"/>
                      <a:pt x="27283" y="22535"/>
                    </a:cubicBezTo>
                    <a:lnTo>
                      <a:pt x="27283" y="22535"/>
                    </a:lnTo>
                    <a:cubicBezTo>
                      <a:pt x="25839" y="23414"/>
                      <a:pt x="24458" y="24460"/>
                      <a:pt x="23119" y="25527"/>
                    </a:cubicBezTo>
                    <a:cubicBezTo>
                      <a:pt x="22115" y="26343"/>
                      <a:pt x="21131" y="27180"/>
                      <a:pt x="20127" y="28017"/>
                    </a:cubicBezTo>
                    <a:cubicBezTo>
                      <a:pt x="18558" y="29356"/>
                      <a:pt x="16968" y="30653"/>
                      <a:pt x="15294" y="31804"/>
                    </a:cubicBezTo>
                    <a:cubicBezTo>
                      <a:pt x="15001" y="31992"/>
                      <a:pt x="14750" y="32181"/>
                      <a:pt x="14457" y="32369"/>
                    </a:cubicBezTo>
                    <a:cubicBezTo>
                      <a:pt x="14373" y="32411"/>
                      <a:pt x="14310" y="32474"/>
                      <a:pt x="14206" y="32536"/>
                    </a:cubicBezTo>
                    <a:cubicBezTo>
                      <a:pt x="13934" y="32704"/>
                      <a:pt x="13683" y="32892"/>
                      <a:pt x="13411" y="33038"/>
                    </a:cubicBezTo>
                    <a:cubicBezTo>
                      <a:pt x="13285" y="33122"/>
                      <a:pt x="13118" y="33227"/>
                      <a:pt x="12992" y="33311"/>
                    </a:cubicBezTo>
                    <a:cubicBezTo>
                      <a:pt x="12364" y="33687"/>
                      <a:pt x="11737" y="34085"/>
                      <a:pt x="11109" y="34461"/>
                    </a:cubicBezTo>
                    <a:lnTo>
                      <a:pt x="11130" y="34461"/>
                    </a:lnTo>
                    <a:cubicBezTo>
                      <a:pt x="8787" y="35884"/>
                      <a:pt x="6380" y="37244"/>
                      <a:pt x="4058" y="38667"/>
                    </a:cubicBezTo>
                    <a:cubicBezTo>
                      <a:pt x="4016" y="38667"/>
                      <a:pt x="3995" y="38667"/>
                      <a:pt x="3995" y="38688"/>
                    </a:cubicBezTo>
                    <a:cubicBezTo>
                      <a:pt x="3346" y="39064"/>
                      <a:pt x="2719" y="39441"/>
                      <a:pt x="2091" y="39860"/>
                    </a:cubicBezTo>
                    <a:cubicBezTo>
                      <a:pt x="1453" y="40285"/>
                      <a:pt x="1834" y="41175"/>
                      <a:pt x="2490" y="41175"/>
                    </a:cubicBezTo>
                    <a:cubicBezTo>
                      <a:pt x="2543" y="41175"/>
                      <a:pt x="2599" y="41170"/>
                      <a:pt x="2656" y="41157"/>
                    </a:cubicBezTo>
                    <a:cubicBezTo>
                      <a:pt x="2949" y="41094"/>
                      <a:pt x="3263" y="41010"/>
                      <a:pt x="3556" y="40906"/>
                    </a:cubicBezTo>
                    <a:cubicBezTo>
                      <a:pt x="10168" y="39190"/>
                      <a:pt x="17826" y="34838"/>
                      <a:pt x="22994" y="29272"/>
                    </a:cubicBezTo>
                    <a:lnTo>
                      <a:pt x="23015" y="29251"/>
                    </a:lnTo>
                    <a:cubicBezTo>
                      <a:pt x="23224" y="29021"/>
                      <a:pt x="23454" y="28770"/>
                      <a:pt x="23663" y="28540"/>
                    </a:cubicBezTo>
                    <a:cubicBezTo>
                      <a:pt x="23768" y="28435"/>
                      <a:pt x="23852" y="28331"/>
                      <a:pt x="23956" y="28205"/>
                    </a:cubicBezTo>
                    <a:cubicBezTo>
                      <a:pt x="24040" y="28121"/>
                      <a:pt x="24103" y="28017"/>
                      <a:pt x="24165" y="27933"/>
                    </a:cubicBezTo>
                    <a:cubicBezTo>
                      <a:pt x="24312" y="27724"/>
                      <a:pt x="24479" y="27557"/>
                      <a:pt x="24626" y="27347"/>
                    </a:cubicBezTo>
                    <a:cubicBezTo>
                      <a:pt x="24688" y="27285"/>
                      <a:pt x="24709" y="27243"/>
                      <a:pt x="24772" y="27180"/>
                    </a:cubicBezTo>
                    <a:cubicBezTo>
                      <a:pt x="25128" y="26720"/>
                      <a:pt x="25463" y="26238"/>
                      <a:pt x="25777" y="25778"/>
                    </a:cubicBezTo>
                    <a:cubicBezTo>
                      <a:pt x="25777" y="25778"/>
                      <a:pt x="25777" y="25736"/>
                      <a:pt x="25818" y="25736"/>
                    </a:cubicBezTo>
                    <a:cubicBezTo>
                      <a:pt x="26488" y="24732"/>
                      <a:pt x="27095" y="23644"/>
                      <a:pt x="27555" y="22577"/>
                    </a:cubicBezTo>
                    <a:cubicBezTo>
                      <a:pt x="27597" y="22535"/>
                      <a:pt x="27555" y="22472"/>
                      <a:pt x="27534" y="22451"/>
                    </a:cubicBezTo>
                    <a:cubicBezTo>
                      <a:pt x="29020" y="22075"/>
                      <a:pt x="30526" y="21740"/>
                      <a:pt x="32012" y="21426"/>
                    </a:cubicBezTo>
                    <a:lnTo>
                      <a:pt x="32012" y="21426"/>
                    </a:lnTo>
                    <a:cubicBezTo>
                      <a:pt x="28329" y="25171"/>
                      <a:pt x="25463" y="29649"/>
                      <a:pt x="22052" y="33583"/>
                    </a:cubicBezTo>
                    <a:cubicBezTo>
                      <a:pt x="21947" y="33729"/>
                      <a:pt x="21843" y="33834"/>
                      <a:pt x="21738" y="33959"/>
                    </a:cubicBezTo>
                    <a:cubicBezTo>
                      <a:pt x="21027" y="34775"/>
                      <a:pt x="20315" y="35549"/>
                      <a:pt x="19604" y="36365"/>
                    </a:cubicBezTo>
                    <a:cubicBezTo>
                      <a:pt x="17365" y="38876"/>
                      <a:pt x="15085" y="41366"/>
                      <a:pt x="12804" y="43835"/>
                    </a:cubicBezTo>
                    <a:lnTo>
                      <a:pt x="12783" y="43835"/>
                    </a:lnTo>
                    <a:cubicBezTo>
                      <a:pt x="12323" y="44358"/>
                      <a:pt x="11841" y="44860"/>
                      <a:pt x="11381" y="45383"/>
                    </a:cubicBezTo>
                    <a:cubicBezTo>
                      <a:pt x="11130" y="45655"/>
                      <a:pt x="11297" y="46074"/>
                      <a:pt x="11590" y="46179"/>
                    </a:cubicBezTo>
                    <a:cubicBezTo>
                      <a:pt x="11631" y="46195"/>
                      <a:pt x="11678" y="46205"/>
                      <a:pt x="11727" y="46205"/>
                    </a:cubicBezTo>
                    <a:cubicBezTo>
                      <a:pt x="11805" y="46205"/>
                      <a:pt x="11890" y="46180"/>
                      <a:pt x="11967" y="46116"/>
                    </a:cubicBezTo>
                    <a:cubicBezTo>
                      <a:pt x="20211" y="40173"/>
                      <a:pt x="28873" y="31218"/>
                      <a:pt x="32137" y="21384"/>
                    </a:cubicBezTo>
                    <a:cubicBezTo>
                      <a:pt x="37138" y="20338"/>
                      <a:pt x="42243" y="19626"/>
                      <a:pt x="47391" y="19229"/>
                    </a:cubicBezTo>
                    <a:lnTo>
                      <a:pt x="47391" y="19229"/>
                    </a:lnTo>
                    <a:cubicBezTo>
                      <a:pt x="47370" y="19250"/>
                      <a:pt x="47328" y="19250"/>
                      <a:pt x="47307" y="19292"/>
                    </a:cubicBezTo>
                    <a:cubicBezTo>
                      <a:pt x="46951" y="19543"/>
                      <a:pt x="46596" y="19815"/>
                      <a:pt x="46240" y="20066"/>
                    </a:cubicBezTo>
                    <a:cubicBezTo>
                      <a:pt x="46156" y="20129"/>
                      <a:pt x="46156" y="20254"/>
                      <a:pt x="46261" y="20275"/>
                    </a:cubicBezTo>
                    <a:cubicBezTo>
                      <a:pt x="46344" y="20296"/>
                      <a:pt x="43185" y="26217"/>
                      <a:pt x="41260" y="29691"/>
                    </a:cubicBezTo>
                    <a:cubicBezTo>
                      <a:pt x="40590" y="30946"/>
                      <a:pt x="40067" y="31888"/>
                      <a:pt x="39900" y="32097"/>
                    </a:cubicBezTo>
                    <a:cubicBezTo>
                      <a:pt x="39170" y="33200"/>
                      <a:pt x="38427" y="34291"/>
                      <a:pt x="37682" y="35388"/>
                    </a:cubicBezTo>
                    <a:lnTo>
                      <a:pt x="37682" y="35388"/>
                    </a:lnTo>
                    <a:cubicBezTo>
                      <a:pt x="38801" y="33696"/>
                      <a:pt x="39806" y="31949"/>
                      <a:pt x="40632" y="30172"/>
                    </a:cubicBezTo>
                    <a:cubicBezTo>
                      <a:pt x="40779" y="29900"/>
                      <a:pt x="40883" y="29649"/>
                      <a:pt x="41009" y="29377"/>
                    </a:cubicBezTo>
                    <a:cubicBezTo>
                      <a:pt x="41030" y="29356"/>
                      <a:pt x="41030" y="29293"/>
                      <a:pt x="41051" y="29272"/>
                    </a:cubicBezTo>
                    <a:cubicBezTo>
                      <a:pt x="41155" y="29042"/>
                      <a:pt x="41260" y="28770"/>
                      <a:pt x="41365" y="28540"/>
                    </a:cubicBezTo>
                    <a:cubicBezTo>
                      <a:pt x="41406" y="28498"/>
                      <a:pt x="41427" y="28435"/>
                      <a:pt x="41427" y="28393"/>
                    </a:cubicBezTo>
                    <a:cubicBezTo>
                      <a:pt x="41532" y="28142"/>
                      <a:pt x="41616" y="27912"/>
                      <a:pt x="41720" y="27661"/>
                    </a:cubicBezTo>
                    <a:lnTo>
                      <a:pt x="41720" y="27619"/>
                    </a:lnTo>
                    <a:cubicBezTo>
                      <a:pt x="41867" y="27201"/>
                      <a:pt x="41992" y="26824"/>
                      <a:pt x="42139" y="26406"/>
                    </a:cubicBezTo>
                    <a:cubicBezTo>
                      <a:pt x="42181" y="26238"/>
                      <a:pt x="42243" y="26050"/>
                      <a:pt x="42285" y="25904"/>
                    </a:cubicBezTo>
                    <a:cubicBezTo>
                      <a:pt x="42306" y="25778"/>
                      <a:pt x="42369" y="25632"/>
                      <a:pt x="42390" y="25506"/>
                    </a:cubicBezTo>
                    <a:cubicBezTo>
                      <a:pt x="42453" y="25318"/>
                      <a:pt x="42494" y="25108"/>
                      <a:pt x="42557" y="24941"/>
                    </a:cubicBezTo>
                    <a:cubicBezTo>
                      <a:pt x="42578" y="24795"/>
                      <a:pt x="42599" y="24690"/>
                      <a:pt x="42620" y="24564"/>
                    </a:cubicBezTo>
                    <a:cubicBezTo>
                      <a:pt x="42683" y="24355"/>
                      <a:pt x="42725" y="24146"/>
                      <a:pt x="42766" y="23958"/>
                    </a:cubicBezTo>
                    <a:cubicBezTo>
                      <a:pt x="42787" y="23853"/>
                      <a:pt x="42808" y="23748"/>
                      <a:pt x="42808" y="23644"/>
                    </a:cubicBezTo>
                    <a:cubicBezTo>
                      <a:pt x="42871" y="23435"/>
                      <a:pt x="42892" y="23204"/>
                      <a:pt x="42913" y="22995"/>
                    </a:cubicBezTo>
                    <a:cubicBezTo>
                      <a:pt x="42934" y="22891"/>
                      <a:pt x="42934" y="22807"/>
                      <a:pt x="42976" y="22702"/>
                    </a:cubicBezTo>
                    <a:cubicBezTo>
                      <a:pt x="42997" y="22451"/>
                      <a:pt x="43038" y="22179"/>
                      <a:pt x="43080" y="21949"/>
                    </a:cubicBezTo>
                    <a:cubicBezTo>
                      <a:pt x="43080" y="21907"/>
                      <a:pt x="43101" y="21844"/>
                      <a:pt x="43101" y="21761"/>
                    </a:cubicBezTo>
                    <a:cubicBezTo>
                      <a:pt x="43122" y="21447"/>
                      <a:pt x="43143" y="21112"/>
                      <a:pt x="43185" y="20798"/>
                    </a:cubicBezTo>
                    <a:cubicBezTo>
                      <a:pt x="43185" y="20652"/>
                      <a:pt x="43080" y="20547"/>
                      <a:pt x="42934" y="20484"/>
                    </a:cubicBezTo>
                    <a:cubicBezTo>
                      <a:pt x="42894" y="20471"/>
                      <a:pt x="42852" y="20464"/>
                      <a:pt x="42810" y="20464"/>
                    </a:cubicBezTo>
                    <a:cubicBezTo>
                      <a:pt x="42720" y="20464"/>
                      <a:pt x="42629" y="20497"/>
                      <a:pt x="42557" y="20568"/>
                    </a:cubicBezTo>
                    <a:cubicBezTo>
                      <a:pt x="42474" y="20673"/>
                      <a:pt x="42390" y="20756"/>
                      <a:pt x="42306" y="20861"/>
                    </a:cubicBezTo>
                    <a:cubicBezTo>
                      <a:pt x="42097" y="21091"/>
                      <a:pt x="41930" y="21300"/>
                      <a:pt x="41720" y="21531"/>
                    </a:cubicBezTo>
                    <a:cubicBezTo>
                      <a:pt x="41658" y="21593"/>
                      <a:pt x="41720" y="21656"/>
                      <a:pt x="41783" y="21656"/>
                    </a:cubicBezTo>
                    <a:cubicBezTo>
                      <a:pt x="41344" y="21865"/>
                      <a:pt x="40883" y="22242"/>
                      <a:pt x="40423" y="22744"/>
                    </a:cubicBezTo>
                    <a:cubicBezTo>
                      <a:pt x="38205" y="25192"/>
                      <a:pt x="36134" y="30632"/>
                      <a:pt x="34836" y="32787"/>
                    </a:cubicBezTo>
                    <a:cubicBezTo>
                      <a:pt x="33581" y="34817"/>
                      <a:pt x="32305" y="36826"/>
                      <a:pt x="31007" y="38813"/>
                    </a:cubicBezTo>
                    <a:cubicBezTo>
                      <a:pt x="31070" y="38772"/>
                      <a:pt x="31091" y="38709"/>
                      <a:pt x="31154" y="38667"/>
                    </a:cubicBezTo>
                    <a:lnTo>
                      <a:pt x="31154" y="38667"/>
                    </a:lnTo>
                    <a:cubicBezTo>
                      <a:pt x="30422" y="39818"/>
                      <a:pt x="29647" y="40969"/>
                      <a:pt x="28894" y="42119"/>
                    </a:cubicBezTo>
                    <a:lnTo>
                      <a:pt x="28873" y="42119"/>
                    </a:lnTo>
                    <a:cubicBezTo>
                      <a:pt x="28162" y="43186"/>
                      <a:pt x="27450" y="44254"/>
                      <a:pt x="26718" y="45342"/>
                    </a:cubicBezTo>
                    <a:lnTo>
                      <a:pt x="26697" y="45342"/>
                    </a:lnTo>
                    <a:cubicBezTo>
                      <a:pt x="26509" y="45614"/>
                      <a:pt x="26341" y="45886"/>
                      <a:pt x="26153" y="46137"/>
                    </a:cubicBezTo>
                    <a:cubicBezTo>
                      <a:pt x="26153" y="46179"/>
                      <a:pt x="26132" y="46179"/>
                      <a:pt x="26132" y="46199"/>
                    </a:cubicBezTo>
                    <a:lnTo>
                      <a:pt x="26090" y="46199"/>
                    </a:lnTo>
                    <a:cubicBezTo>
                      <a:pt x="25944" y="46492"/>
                      <a:pt x="26028" y="46764"/>
                      <a:pt x="26195" y="46953"/>
                    </a:cubicBezTo>
                    <a:cubicBezTo>
                      <a:pt x="26237" y="46953"/>
                      <a:pt x="26237" y="46974"/>
                      <a:pt x="26258" y="47015"/>
                    </a:cubicBezTo>
                    <a:cubicBezTo>
                      <a:pt x="26362" y="47120"/>
                      <a:pt x="26488" y="47162"/>
                      <a:pt x="26655" y="47183"/>
                    </a:cubicBezTo>
                    <a:cubicBezTo>
                      <a:pt x="26736" y="47203"/>
                      <a:pt x="26820" y="47215"/>
                      <a:pt x="26902" y="47215"/>
                    </a:cubicBezTo>
                    <a:cubicBezTo>
                      <a:pt x="27075" y="47215"/>
                      <a:pt x="27246" y="47164"/>
                      <a:pt x="27388" y="47036"/>
                    </a:cubicBezTo>
                    <a:cubicBezTo>
                      <a:pt x="30422" y="44358"/>
                      <a:pt x="33665" y="40969"/>
                      <a:pt x="36427" y="37181"/>
                    </a:cubicBezTo>
                    <a:lnTo>
                      <a:pt x="36427" y="37181"/>
                    </a:lnTo>
                    <a:cubicBezTo>
                      <a:pt x="35046" y="39127"/>
                      <a:pt x="33602" y="41073"/>
                      <a:pt x="32137" y="42998"/>
                    </a:cubicBezTo>
                    <a:lnTo>
                      <a:pt x="32137" y="43040"/>
                    </a:lnTo>
                    <a:cubicBezTo>
                      <a:pt x="31635" y="43689"/>
                      <a:pt x="31154" y="44316"/>
                      <a:pt x="30652" y="44965"/>
                    </a:cubicBezTo>
                    <a:cubicBezTo>
                      <a:pt x="30463" y="45195"/>
                      <a:pt x="30484" y="45509"/>
                      <a:pt x="30631" y="45760"/>
                    </a:cubicBezTo>
                    <a:cubicBezTo>
                      <a:pt x="30673" y="45823"/>
                      <a:pt x="30735" y="45886"/>
                      <a:pt x="30798" y="45927"/>
                    </a:cubicBezTo>
                    <a:cubicBezTo>
                      <a:pt x="30895" y="46003"/>
                      <a:pt x="31004" y="46045"/>
                      <a:pt x="31121" y="46045"/>
                    </a:cubicBezTo>
                    <a:cubicBezTo>
                      <a:pt x="31230" y="46045"/>
                      <a:pt x="31346" y="46008"/>
                      <a:pt x="31468" y="45927"/>
                    </a:cubicBezTo>
                    <a:cubicBezTo>
                      <a:pt x="32535" y="45153"/>
                      <a:pt x="33581" y="44337"/>
                      <a:pt x="34606" y="43458"/>
                    </a:cubicBezTo>
                    <a:lnTo>
                      <a:pt x="34606" y="43417"/>
                    </a:lnTo>
                    <a:cubicBezTo>
                      <a:pt x="34920" y="43166"/>
                      <a:pt x="35234" y="42873"/>
                      <a:pt x="35506" y="42622"/>
                    </a:cubicBezTo>
                    <a:cubicBezTo>
                      <a:pt x="35506" y="42622"/>
                      <a:pt x="35506" y="42580"/>
                      <a:pt x="35548" y="42580"/>
                    </a:cubicBezTo>
                    <a:cubicBezTo>
                      <a:pt x="36908" y="41324"/>
                      <a:pt x="38184" y="40006"/>
                      <a:pt x="39377" y="38604"/>
                    </a:cubicBezTo>
                    <a:cubicBezTo>
                      <a:pt x="41762" y="35779"/>
                      <a:pt x="43813" y="32683"/>
                      <a:pt x="45382" y="29356"/>
                    </a:cubicBezTo>
                    <a:cubicBezTo>
                      <a:pt x="45424" y="29251"/>
                      <a:pt x="45487" y="29147"/>
                      <a:pt x="45507" y="29063"/>
                    </a:cubicBezTo>
                    <a:cubicBezTo>
                      <a:pt x="45612" y="28833"/>
                      <a:pt x="45717" y="28624"/>
                      <a:pt x="45821" y="28393"/>
                    </a:cubicBezTo>
                    <a:cubicBezTo>
                      <a:pt x="45863" y="28247"/>
                      <a:pt x="45926" y="28121"/>
                      <a:pt x="46010" y="27975"/>
                    </a:cubicBezTo>
                    <a:cubicBezTo>
                      <a:pt x="46072" y="27766"/>
                      <a:pt x="46177" y="27557"/>
                      <a:pt x="46261" y="27305"/>
                    </a:cubicBezTo>
                    <a:cubicBezTo>
                      <a:pt x="46324" y="27159"/>
                      <a:pt x="46386" y="26992"/>
                      <a:pt x="46449" y="26845"/>
                    </a:cubicBezTo>
                    <a:lnTo>
                      <a:pt x="46679" y="26217"/>
                    </a:lnTo>
                    <a:lnTo>
                      <a:pt x="46993" y="25360"/>
                    </a:lnTo>
                    <a:lnTo>
                      <a:pt x="47223" y="24648"/>
                    </a:lnTo>
                    <a:cubicBezTo>
                      <a:pt x="47286" y="24460"/>
                      <a:pt x="47328" y="24272"/>
                      <a:pt x="47412" y="24104"/>
                    </a:cubicBezTo>
                    <a:cubicBezTo>
                      <a:pt x="47474" y="23895"/>
                      <a:pt x="47516" y="23707"/>
                      <a:pt x="47579" y="23497"/>
                    </a:cubicBezTo>
                    <a:lnTo>
                      <a:pt x="47725" y="22953"/>
                    </a:lnTo>
                    <a:cubicBezTo>
                      <a:pt x="47788" y="22744"/>
                      <a:pt x="47830" y="22556"/>
                      <a:pt x="47893" y="22347"/>
                    </a:cubicBezTo>
                    <a:cubicBezTo>
                      <a:pt x="47935" y="22158"/>
                      <a:pt x="47956" y="21970"/>
                      <a:pt x="48018" y="21823"/>
                    </a:cubicBezTo>
                    <a:cubicBezTo>
                      <a:pt x="48060" y="21614"/>
                      <a:pt x="48123" y="21405"/>
                      <a:pt x="48144" y="21196"/>
                    </a:cubicBezTo>
                    <a:cubicBezTo>
                      <a:pt x="48165" y="21028"/>
                      <a:pt x="48207" y="20861"/>
                      <a:pt x="48248" y="20694"/>
                    </a:cubicBezTo>
                    <a:cubicBezTo>
                      <a:pt x="48269" y="20484"/>
                      <a:pt x="48332" y="20296"/>
                      <a:pt x="48353" y="20087"/>
                    </a:cubicBezTo>
                    <a:cubicBezTo>
                      <a:pt x="48416" y="19752"/>
                      <a:pt x="48207" y="19417"/>
                      <a:pt x="47893" y="19292"/>
                    </a:cubicBezTo>
                    <a:cubicBezTo>
                      <a:pt x="50720" y="19079"/>
                      <a:pt x="53566" y="18973"/>
                      <a:pt x="56425" y="18973"/>
                    </a:cubicBezTo>
                    <a:cubicBezTo>
                      <a:pt x="59744" y="18973"/>
                      <a:pt x="63082" y="19115"/>
                      <a:pt x="66431" y="19396"/>
                    </a:cubicBezTo>
                    <a:cubicBezTo>
                      <a:pt x="66159" y="19647"/>
                      <a:pt x="65908" y="19940"/>
                      <a:pt x="65678" y="20233"/>
                    </a:cubicBezTo>
                    <a:cubicBezTo>
                      <a:pt x="65615" y="20275"/>
                      <a:pt x="65594" y="20338"/>
                      <a:pt x="65531" y="20380"/>
                    </a:cubicBezTo>
                    <a:cubicBezTo>
                      <a:pt x="65406" y="20547"/>
                      <a:pt x="65301" y="20694"/>
                      <a:pt x="65176" y="20861"/>
                    </a:cubicBezTo>
                    <a:cubicBezTo>
                      <a:pt x="65113" y="20924"/>
                      <a:pt x="65071" y="20986"/>
                      <a:pt x="65008" y="21070"/>
                    </a:cubicBezTo>
                    <a:cubicBezTo>
                      <a:pt x="64904" y="21217"/>
                      <a:pt x="64778" y="21384"/>
                      <a:pt x="64674" y="21531"/>
                    </a:cubicBezTo>
                    <a:lnTo>
                      <a:pt x="64527" y="21761"/>
                    </a:lnTo>
                    <a:lnTo>
                      <a:pt x="64213" y="22242"/>
                    </a:lnTo>
                    <a:cubicBezTo>
                      <a:pt x="64150" y="22326"/>
                      <a:pt x="64109" y="22388"/>
                      <a:pt x="64046" y="22493"/>
                    </a:cubicBezTo>
                    <a:cubicBezTo>
                      <a:pt x="63941" y="22660"/>
                      <a:pt x="63837" y="22807"/>
                      <a:pt x="63753" y="22995"/>
                    </a:cubicBezTo>
                    <a:cubicBezTo>
                      <a:pt x="63711" y="23079"/>
                      <a:pt x="63648" y="23183"/>
                      <a:pt x="63606" y="23267"/>
                    </a:cubicBezTo>
                    <a:cubicBezTo>
                      <a:pt x="63502" y="23414"/>
                      <a:pt x="63418" y="23581"/>
                      <a:pt x="63313" y="23748"/>
                    </a:cubicBezTo>
                    <a:cubicBezTo>
                      <a:pt x="63272" y="23853"/>
                      <a:pt x="63209" y="23937"/>
                      <a:pt x="63167" y="24041"/>
                    </a:cubicBezTo>
                    <a:cubicBezTo>
                      <a:pt x="63021" y="24272"/>
                      <a:pt x="62895" y="24523"/>
                      <a:pt x="62790" y="24753"/>
                    </a:cubicBezTo>
                    <a:cubicBezTo>
                      <a:pt x="62686" y="24941"/>
                      <a:pt x="62602" y="25108"/>
                      <a:pt x="62497" y="25297"/>
                    </a:cubicBezTo>
                    <a:cubicBezTo>
                      <a:pt x="62456" y="25380"/>
                      <a:pt x="62435" y="25485"/>
                      <a:pt x="62372" y="25569"/>
                    </a:cubicBezTo>
                    <a:cubicBezTo>
                      <a:pt x="62267" y="25778"/>
                      <a:pt x="62184" y="25945"/>
                      <a:pt x="62079" y="26155"/>
                    </a:cubicBezTo>
                    <a:lnTo>
                      <a:pt x="62016" y="26322"/>
                    </a:lnTo>
                    <a:cubicBezTo>
                      <a:pt x="61430" y="27494"/>
                      <a:pt x="60886" y="28665"/>
                      <a:pt x="60342" y="29795"/>
                    </a:cubicBezTo>
                    <a:cubicBezTo>
                      <a:pt x="60342" y="29816"/>
                      <a:pt x="60300" y="29858"/>
                      <a:pt x="60300" y="29858"/>
                    </a:cubicBezTo>
                    <a:cubicBezTo>
                      <a:pt x="60196" y="30088"/>
                      <a:pt x="60070" y="30298"/>
                      <a:pt x="59966" y="30528"/>
                    </a:cubicBezTo>
                    <a:cubicBezTo>
                      <a:pt x="59715" y="31051"/>
                      <a:pt x="59443" y="31553"/>
                      <a:pt x="59150" y="32013"/>
                    </a:cubicBezTo>
                    <a:cubicBezTo>
                      <a:pt x="57371" y="35110"/>
                      <a:pt x="55446" y="38123"/>
                      <a:pt x="53458" y="41094"/>
                    </a:cubicBezTo>
                    <a:cubicBezTo>
                      <a:pt x="53458" y="41115"/>
                      <a:pt x="53438" y="41115"/>
                      <a:pt x="53396" y="41157"/>
                    </a:cubicBezTo>
                    <a:lnTo>
                      <a:pt x="50257" y="45865"/>
                    </a:lnTo>
                    <a:cubicBezTo>
                      <a:pt x="50071" y="46144"/>
                      <a:pt x="50357" y="46412"/>
                      <a:pt x="50645" y="46412"/>
                    </a:cubicBezTo>
                    <a:cubicBezTo>
                      <a:pt x="50745" y="46412"/>
                      <a:pt x="50846" y="46380"/>
                      <a:pt x="50927" y="46304"/>
                    </a:cubicBezTo>
                    <a:cubicBezTo>
                      <a:pt x="53479" y="43898"/>
                      <a:pt x="55781" y="41261"/>
                      <a:pt x="57852" y="38437"/>
                    </a:cubicBezTo>
                    <a:lnTo>
                      <a:pt x="57852" y="38395"/>
                    </a:lnTo>
                    <a:cubicBezTo>
                      <a:pt x="59087" y="36721"/>
                      <a:pt x="60259" y="34984"/>
                      <a:pt x="61326" y="33143"/>
                    </a:cubicBezTo>
                    <a:cubicBezTo>
                      <a:pt x="62916" y="30444"/>
                      <a:pt x="64966" y="27243"/>
                      <a:pt x="66034" y="23937"/>
                    </a:cubicBezTo>
                    <a:lnTo>
                      <a:pt x="66034" y="23916"/>
                    </a:lnTo>
                    <a:cubicBezTo>
                      <a:pt x="66117" y="23707"/>
                      <a:pt x="66159" y="23497"/>
                      <a:pt x="66222" y="23288"/>
                    </a:cubicBezTo>
                    <a:cubicBezTo>
                      <a:pt x="66222" y="23225"/>
                      <a:pt x="66243" y="23204"/>
                      <a:pt x="66243" y="23163"/>
                    </a:cubicBezTo>
                    <a:cubicBezTo>
                      <a:pt x="66306" y="22995"/>
                      <a:pt x="66326" y="22849"/>
                      <a:pt x="66368" y="22702"/>
                    </a:cubicBezTo>
                    <a:cubicBezTo>
                      <a:pt x="66410" y="22639"/>
                      <a:pt x="66410" y="22577"/>
                      <a:pt x="66431" y="22493"/>
                    </a:cubicBezTo>
                    <a:cubicBezTo>
                      <a:pt x="66452" y="22347"/>
                      <a:pt x="66515" y="22179"/>
                      <a:pt x="66536" y="22054"/>
                    </a:cubicBezTo>
                    <a:cubicBezTo>
                      <a:pt x="66557" y="21928"/>
                      <a:pt x="66578" y="21823"/>
                      <a:pt x="66619" y="21698"/>
                    </a:cubicBezTo>
                    <a:cubicBezTo>
                      <a:pt x="66640" y="21614"/>
                      <a:pt x="66640" y="21531"/>
                      <a:pt x="66661" y="21447"/>
                    </a:cubicBezTo>
                    <a:cubicBezTo>
                      <a:pt x="66682" y="21321"/>
                      <a:pt x="66682" y="21217"/>
                      <a:pt x="66724" y="21091"/>
                    </a:cubicBezTo>
                    <a:lnTo>
                      <a:pt x="66724" y="20986"/>
                    </a:lnTo>
                    <a:cubicBezTo>
                      <a:pt x="66745" y="20714"/>
                      <a:pt x="66766" y="20442"/>
                      <a:pt x="66787" y="20170"/>
                    </a:cubicBezTo>
                    <a:cubicBezTo>
                      <a:pt x="66787" y="19940"/>
                      <a:pt x="66829" y="19668"/>
                      <a:pt x="66787" y="19438"/>
                    </a:cubicBezTo>
                    <a:lnTo>
                      <a:pt x="66787" y="19438"/>
                    </a:lnTo>
                    <a:cubicBezTo>
                      <a:pt x="68565" y="19606"/>
                      <a:pt x="70344" y="19773"/>
                      <a:pt x="72122" y="20024"/>
                    </a:cubicBezTo>
                    <a:cubicBezTo>
                      <a:pt x="72018" y="20129"/>
                      <a:pt x="71955" y="20233"/>
                      <a:pt x="71850" y="20338"/>
                    </a:cubicBezTo>
                    <a:cubicBezTo>
                      <a:pt x="71788" y="20380"/>
                      <a:pt x="71767" y="20442"/>
                      <a:pt x="71704" y="20484"/>
                    </a:cubicBezTo>
                    <a:lnTo>
                      <a:pt x="71390" y="20882"/>
                    </a:lnTo>
                    <a:cubicBezTo>
                      <a:pt x="71348" y="20924"/>
                      <a:pt x="71285" y="21007"/>
                      <a:pt x="71244" y="21070"/>
                    </a:cubicBezTo>
                    <a:cubicBezTo>
                      <a:pt x="71139" y="21196"/>
                      <a:pt x="71034" y="21342"/>
                      <a:pt x="70909" y="21489"/>
                    </a:cubicBezTo>
                    <a:cubicBezTo>
                      <a:pt x="70867" y="21531"/>
                      <a:pt x="70825" y="21593"/>
                      <a:pt x="70804" y="21635"/>
                    </a:cubicBezTo>
                    <a:cubicBezTo>
                      <a:pt x="70658" y="21803"/>
                      <a:pt x="70553" y="21949"/>
                      <a:pt x="70428" y="22116"/>
                    </a:cubicBezTo>
                    <a:cubicBezTo>
                      <a:pt x="70407" y="22137"/>
                      <a:pt x="70407" y="22158"/>
                      <a:pt x="70386" y="22179"/>
                    </a:cubicBezTo>
                    <a:cubicBezTo>
                      <a:pt x="69821" y="22953"/>
                      <a:pt x="69298" y="23748"/>
                      <a:pt x="68775" y="24564"/>
                    </a:cubicBezTo>
                    <a:cubicBezTo>
                      <a:pt x="68356" y="25171"/>
                      <a:pt x="68000" y="25799"/>
                      <a:pt x="67666" y="26448"/>
                    </a:cubicBezTo>
                    <a:cubicBezTo>
                      <a:pt x="66850" y="27829"/>
                      <a:pt x="66034" y="29230"/>
                      <a:pt x="65176" y="30528"/>
                    </a:cubicBezTo>
                    <a:cubicBezTo>
                      <a:pt x="62393" y="34796"/>
                      <a:pt x="59443" y="38918"/>
                      <a:pt x="56492" y="43061"/>
                    </a:cubicBezTo>
                    <a:cubicBezTo>
                      <a:pt x="56492" y="43061"/>
                      <a:pt x="56492" y="43082"/>
                      <a:pt x="56471" y="43082"/>
                    </a:cubicBezTo>
                    <a:lnTo>
                      <a:pt x="56074" y="43626"/>
                    </a:lnTo>
                    <a:cubicBezTo>
                      <a:pt x="55822" y="43988"/>
                      <a:pt x="56079" y="44373"/>
                      <a:pt x="56400" y="44373"/>
                    </a:cubicBezTo>
                    <a:cubicBezTo>
                      <a:pt x="56506" y="44373"/>
                      <a:pt x="56619" y="44331"/>
                      <a:pt x="56723" y="44233"/>
                    </a:cubicBezTo>
                    <a:cubicBezTo>
                      <a:pt x="58668" y="42412"/>
                      <a:pt x="60719" y="40257"/>
                      <a:pt x="62707" y="37956"/>
                    </a:cubicBezTo>
                    <a:cubicBezTo>
                      <a:pt x="62707" y="37935"/>
                      <a:pt x="62749" y="37935"/>
                      <a:pt x="62749" y="37935"/>
                    </a:cubicBezTo>
                    <a:cubicBezTo>
                      <a:pt x="62790" y="37872"/>
                      <a:pt x="62853" y="37830"/>
                      <a:pt x="62895" y="37746"/>
                    </a:cubicBezTo>
                    <a:cubicBezTo>
                      <a:pt x="62895" y="37949"/>
                      <a:pt x="63058" y="38129"/>
                      <a:pt x="63236" y="38129"/>
                    </a:cubicBezTo>
                    <a:cubicBezTo>
                      <a:pt x="63297" y="38129"/>
                      <a:pt x="63360" y="38108"/>
                      <a:pt x="63418" y="38060"/>
                    </a:cubicBezTo>
                    <a:lnTo>
                      <a:pt x="63816" y="37746"/>
                    </a:lnTo>
                    <a:lnTo>
                      <a:pt x="63816" y="37725"/>
                    </a:lnTo>
                    <a:cubicBezTo>
                      <a:pt x="64318" y="37328"/>
                      <a:pt x="64799" y="36909"/>
                      <a:pt x="65301" y="36491"/>
                    </a:cubicBezTo>
                    <a:cubicBezTo>
                      <a:pt x="65406" y="36386"/>
                      <a:pt x="65531" y="36282"/>
                      <a:pt x="65636" y="36198"/>
                    </a:cubicBezTo>
                    <a:lnTo>
                      <a:pt x="65636" y="36198"/>
                    </a:lnTo>
                    <a:cubicBezTo>
                      <a:pt x="65636" y="36240"/>
                      <a:pt x="65615" y="36240"/>
                      <a:pt x="65615" y="36261"/>
                    </a:cubicBezTo>
                    <a:cubicBezTo>
                      <a:pt x="66452" y="35528"/>
                      <a:pt x="67289" y="34733"/>
                      <a:pt x="68084" y="33959"/>
                    </a:cubicBezTo>
                    <a:lnTo>
                      <a:pt x="68126" y="33896"/>
                    </a:lnTo>
                    <a:lnTo>
                      <a:pt x="68879" y="33143"/>
                    </a:lnTo>
                    <a:cubicBezTo>
                      <a:pt x="68942" y="33101"/>
                      <a:pt x="68984" y="33038"/>
                      <a:pt x="69047" y="32955"/>
                    </a:cubicBezTo>
                    <a:cubicBezTo>
                      <a:pt x="69256" y="32725"/>
                      <a:pt x="69465" y="32515"/>
                      <a:pt x="69674" y="32285"/>
                    </a:cubicBezTo>
                    <a:cubicBezTo>
                      <a:pt x="69758" y="32202"/>
                      <a:pt x="69821" y="32097"/>
                      <a:pt x="69925" y="32013"/>
                    </a:cubicBezTo>
                    <a:cubicBezTo>
                      <a:pt x="70114" y="31804"/>
                      <a:pt x="70302" y="31637"/>
                      <a:pt x="70448" y="31427"/>
                    </a:cubicBezTo>
                    <a:cubicBezTo>
                      <a:pt x="70553" y="31281"/>
                      <a:pt x="70658" y="31176"/>
                      <a:pt x="70762" y="31051"/>
                    </a:cubicBezTo>
                    <a:cubicBezTo>
                      <a:pt x="70930" y="30862"/>
                      <a:pt x="71055" y="30716"/>
                      <a:pt x="71223" y="30528"/>
                    </a:cubicBezTo>
                    <a:cubicBezTo>
                      <a:pt x="71348" y="30381"/>
                      <a:pt x="71474" y="30235"/>
                      <a:pt x="71578" y="30088"/>
                    </a:cubicBezTo>
                    <a:cubicBezTo>
                      <a:pt x="71704" y="29921"/>
                      <a:pt x="71850" y="29774"/>
                      <a:pt x="71955" y="29607"/>
                    </a:cubicBezTo>
                    <a:cubicBezTo>
                      <a:pt x="72080" y="29440"/>
                      <a:pt x="72227" y="29272"/>
                      <a:pt x="72373" y="29084"/>
                    </a:cubicBezTo>
                    <a:cubicBezTo>
                      <a:pt x="72478" y="28958"/>
                      <a:pt x="72583" y="28812"/>
                      <a:pt x="72687" y="28665"/>
                    </a:cubicBezTo>
                    <a:cubicBezTo>
                      <a:pt x="72834" y="28498"/>
                      <a:pt x="73001" y="28289"/>
                      <a:pt x="73127" y="28101"/>
                    </a:cubicBezTo>
                    <a:cubicBezTo>
                      <a:pt x="73231" y="27975"/>
                      <a:pt x="73315" y="27829"/>
                      <a:pt x="73420" y="27724"/>
                    </a:cubicBezTo>
                    <a:lnTo>
                      <a:pt x="73880" y="27096"/>
                    </a:lnTo>
                    <a:cubicBezTo>
                      <a:pt x="73964" y="26992"/>
                      <a:pt x="74047" y="26866"/>
                      <a:pt x="74110" y="26761"/>
                    </a:cubicBezTo>
                    <a:cubicBezTo>
                      <a:pt x="74277" y="26531"/>
                      <a:pt x="74424" y="26301"/>
                      <a:pt x="74591" y="26092"/>
                    </a:cubicBezTo>
                    <a:cubicBezTo>
                      <a:pt x="74675" y="25987"/>
                      <a:pt x="74717" y="25883"/>
                      <a:pt x="74801" y="25778"/>
                    </a:cubicBezTo>
                    <a:cubicBezTo>
                      <a:pt x="74947" y="25527"/>
                      <a:pt x="75135" y="25276"/>
                      <a:pt x="75303" y="25046"/>
                    </a:cubicBezTo>
                    <a:cubicBezTo>
                      <a:pt x="75345" y="24962"/>
                      <a:pt x="75407" y="24857"/>
                      <a:pt x="75470" y="24774"/>
                    </a:cubicBezTo>
                    <a:cubicBezTo>
                      <a:pt x="75637" y="24523"/>
                      <a:pt x="75826" y="24251"/>
                      <a:pt x="75972" y="23999"/>
                    </a:cubicBezTo>
                    <a:cubicBezTo>
                      <a:pt x="76035" y="23916"/>
                      <a:pt x="76056" y="23853"/>
                      <a:pt x="76098" y="23790"/>
                    </a:cubicBezTo>
                    <a:cubicBezTo>
                      <a:pt x="76286" y="23497"/>
                      <a:pt x="76454" y="23204"/>
                      <a:pt x="76621" y="22911"/>
                    </a:cubicBezTo>
                    <a:cubicBezTo>
                      <a:pt x="76621" y="22891"/>
                      <a:pt x="76663" y="22891"/>
                      <a:pt x="76663" y="22870"/>
                    </a:cubicBezTo>
                    <a:cubicBezTo>
                      <a:pt x="77018" y="22263"/>
                      <a:pt x="77353" y="21635"/>
                      <a:pt x="77667" y="21028"/>
                    </a:cubicBezTo>
                    <a:cubicBezTo>
                      <a:pt x="78483" y="21196"/>
                      <a:pt x="79299" y="21321"/>
                      <a:pt x="80115" y="21510"/>
                    </a:cubicBezTo>
                    <a:cubicBezTo>
                      <a:pt x="80031" y="21593"/>
                      <a:pt x="79927" y="21656"/>
                      <a:pt x="79843" y="21740"/>
                    </a:cubicBezTo>
                    <a:cubicBezTo>
                      <a:pt x="79801" y="21803"/>
                      <a:pt x="79739" y="21844"/>
                      <a:pt x="79655" y="21907"/>
                    </a:cubicBezTo>
                    <a:cubicBezTo>
                      <a:pt x="79550" y="22012"/>
                      <a:pt x="79446" y="22075"/>
                      <a:pt x="79383" y="22179"/>
                    </a:cubicBezTo>
                    <a:cubicBezTo>
                      <a:pt x="79299" y="22263"/>
                      <a:pt x="79215" y="22347"/>
                      <a:pt x="79174" y="22430"/>
                    </a:cubicBezTo>
                    <a:cubicBezTo>
                      <a:pt x="79090" y="22493"/>
                      <a:pt x="79006" y="22598"/>
                      <a:pt x="78922" y="22681"/>
                    </a:cubicBezTo>
                    <a:cubicBezTo>
                      <a:pt x="78818" y="22786"/>
                      <a:pt x="78755" y="22891"/>
                      <a:pt x="78650" y="22995"/>
                    </a:cubicBezTo>
                    <a:cubicBezTo>
                      <a:pt x="78588" y="23058"/>
                      <a:pt x="78546" y="23121"/>
                      <a:pt x="78483" y="23183"/>
                    </a:cubicBezTo>
                    <a:cubicBezTo>
                      <a:pt x="78337" y="23372"/>
                      <a:pt x="78169" y="23539"/>
                      <a:pt x="78044" y="23727"/>
                    </a:cubicBezTo>
                    <a:lnTo>
                      <a:pt x="77981" y="23790"/>
                    </a:lnTo>
                    <a:cubicBezTo>
                      <a:pt x="77855" y="23958"/>
                      <a:pt x="77709" y="24146"/>
                      <a:pt x="77562" y="24334"/>
                    </a:cubicBezTo>
                    <a:cubicBezTo>
                      <a:pt x="77542" y="24355"/>
                      <a:pt x="77521" y="24418"/>
                      <a:pt x="77500" y="24439"/>
                    </a:cubicBezTo>
                    <a:cubicBezTo>
                      <a:pt x="77353" y="24627"/>
                      <a:pt x="77228" y="24774"/>
                      <a:pt x="77102" y="24962"/>
                    </a:cubicBezTo>
                    <a:cubicBezTo>
                      <a:pt x="77081" y="24983"/>
                      <a:pt x="77081" y="25004"/>
                      <a:pt x="77039" y="25046"/>
                    </a:cubicBezTo>
                    <a:cubicBezTo>
                      <a:pt x="76140" y="26343"/>
                      <a:pt x="75261" y="27766"/>
                      <a:pt x="74403" y="29084"/>
                    </a:cubicBezTo>
                    <a:cubicBezTo>
                      <a:pt x="74005" y="29712"/>
                      <a:pt x="73587" y="30318"/>
                      <a:pt x="73210" y="30904"/>
                    </a:cubicBezTo>
                    <a:cubicBezTo>
                      <a:pt x="70532" y="34629"/>
                      <a:pt x="67687" y="38228"/>
                      <a:pt x="64841" y="41805"/>
                    </a:cubicBezTo>
                    <a:cubicBezTo>
                      <a:pt x="64841" y="41826"/>
                      <a:pt x="64799" y="41826"/>
                      <a:pt x="64778" y="41847"/>
                    </a:cubicBezTo>
                    <a:cubicBezTo>
                      <a:pt x="64653" y="42015"/>
                      <a:pt x="64548" y="42161"/>
                      <a:pt x="64422" y="42329"/>
                    </a:cubicBezTo>
                    <a:cubicBezTo>
                      <a:pt x="64052" y="42766"/>
                      <a:pt x="64426" y="43500"/>
                      <a:pt x="64913" y="43500"/>
                    </a:cubicBezTo>
                    <a:cubicBezTo>
                      <a:pt x="65031" y="43500"/>
                      <a:pt x="65157" y="43457"/>
                      <a:pt x="65280" y="43354"/>
                    </a:cubicBezTo>
                    <a:cubicBezTo>
                      <a:pt x="66368" y="42433"/>
                      <a:pt x="67582" y="41408"/>
                      <a:pt x="68816" y="40257"/>
                    </a:cubicBezTo>
                    <a:cubicBezTo>
                      <a:pt x="68816" y="40257"/>
                      <a:pt x="68816" y="40236"/>
                      <a:pt x="68837" y="40236"/>
                    </a:cubicBezTo>
                    <a:lnTo>
                      <a:pt x="68921" y="40153"/>
                    </a:lnTo>
                    <a:lnTo>
                      <a:pt x="68942" y="40153"/>
                    </a:lnTo>
                    <a:cubicBezTo>
                      <a:pt x="73838" y="35612"/>
                      <a:pt x="79132" y="29440"/>
                      <a:pt x="80575" y="23393"/>
                    </a:cubicBezTo>
                    <a:cubicBezTo>
                      <a:pt x="80596" y="23309"/>
                      <a:pt x="80638" y="23204"/>
                      <a:pt x="80638" y="23121"/>
                    </a:cubicBezTo>
                    <a:cubicBezTo>
                      <a:pt x="80659" y="23058"/>
                      <a:pt x="80659" y="22995"/>
                      <a:pt x="80680" y="22911"/>
                    </a:cubicBezTo>
                    <a:cubicBezTo>
                      <a:pt x="80764" y="22472"/>
                      <a:pt x="80847" y="22054"/>
                      <a:pt x="80889" y="21614"/>
                    </a:cubicBezTo>
                    <a:cubicBezTo>
                      <a:pt x="81894" y="21823"/>
                      <a:pt x="82877" y="22033"/>
                      <a:pt x="83881" y="22263"/>
                    </a:cubicBezTo>
                    <a:cubicBezTo>
                      <a:pt x="83777" y="22451"/>
                      <a:pt x="83693" y="22660"/>
                      <a:pt x="83588" y="22849"/>
                    </a:cubicBezTo>
                    <a:cubicBezTo>
                      <a:pt x="83526" y="22974"/>
                      <a:pt x="83484" y="23079"/>
                      <a:pt x="83400" y="23204"/>
                    </a:cubicBezTo>
                    <a:cubicBezTo>
                      <a:pt x="83275" y="23497"/>
                      <a:pt x="83107" y="23811"/>
                      <a:pt x="82982" y="24125"/>
                    </a:cubicBezTo>
                    <a:cubicBezTo>
                      <a:pt x="82961" y="24167"/>
                      <a:pt x="82940" y="24230"/>
                      <a:pt x="82940" y="24251"/>
                    </a:cubicBezTo>
                    <a:cubicBezTo>
                      <a:pt x="81831" y="26678"/>
                      <a:pt x="80889" y="29168"/>
                      <a:pt x="79529" y="31490"/>
                    </a:cubicBezTo>
                    <a:cubicBezTo>
                      <a:pt x="77521" y="34922"/>
                      <a:pt x="75010" y="37872"/>
                      <a:pt x="72290" y="40759"/>
                    </a:cubicBezTo>
                    <a:lnTo>
                      <a:pt x="72290" y="40780"/>
                    </a:lnTo>
                    <a:lnTo>
                      <a:pt x="72269" y="40801"/>
                    </a:lnTo>
                    <a:cubicBezTo>
                      <a:pt x="72050" y="41105"/>
                      <a:pt x="72320" y="41558"/>
                      <a:pt x="72630" y="41558"/>
                    </a:cubicBezTo>
                    <a:cubicBezTo>
                      <a:pt x="72705" y="41558"/>
                      <a:pt x="72782" y="41532"/>
                      <a:pt x="72855" y="41471"/>
                    </a:cubicBezTo>
                    <a:cubicBezTo>
                      <a:pt x="74257" y="40383"/>
                      <a:pt x="75637" y="39169"/>
                      <a:pt x="76914" y="37746"/>
                    </a:cubicBezTo>
                    <a:cubicBezTo>
                      <a:pt x="76914" y="37746"/>
                      <a:pt x="76914" y="37725"/>
                      <a:pt x="76935" y="37725"/>
                    </a:cubicBezTo>
                    <a:cubicBezTo>
                      <a:pt x="80785" y="33583"/>
                      <a:pt x="83840" y="28205"/>
                      <a:pt x="84216" y="22807"/>
                    </a:cubicBezTo>
                    <a:lnTo>
                      <a:pt x="84216" y="22744"/>
                    </a:lnTo>
                    <a:cubicBezTo>
                      <a:pt x="84216" y="22598"/>
                      <a:pt x="84237" y="22493"/>
                      <a:pt x="84237" y="22367"/>
                    </a:cubicBezTo>
                    <a:cubicBezTo>
                      <a:pt x="85785" y="22744"/>
                      <a:pt x="87355" y="23163"/>
                      <a:pt x="88903" y="23581"/>
                    </a:cubicBezTo>
                    <a:cubicBezTo>
                      <a:pt x="88254" y="24230"/>
                      <a:pt x="87689" y="24941"/>
                      <a:pt x="87166" y="25673"/>
                    </a:cubicBezTo>
                    <a:lnTo>
                      <a:pt x="87145" y="25694"/>
                    </a:lnTo>
                    <a:cubicBezTo>
                      <a:pt x="87062" y="25820"/>
                      <a:pt x="86957" y="25924"/>
                      <a:pt x="86894" y="26050"/>
                    </a:cubicBezTo>
                    <a:cubicBezTo>
                      <a:pt x="86853" y="26113"/>
                      <a:pt x="86832" y="26155"/>
                      <a:pt x="86790" y="26196"/>
                    </a:cubicBezTo>
                    <a:cubicBezTo>
                      <a:pt x="86727" y="26301"/>
                      <a:pt x="86643" y="26364"/>
                      <a:pt x="86601" y="26468"/>
                    </a:cubicBezTo>
                    <a:cubicBezTo>
                      <a:pt x="86539" y="26552"/>
                      <a:pt x="86518" y="26615"/>
                      <a:pt x="86476" y="26678"/>
                    </a:cubicBezTo>
                    <a:cubicBezTo>
                      <a:pt x="86434" y="26740"/>
                      <a:pt x="86413" y="26761"/>
                      <a:pt x="86392" y="26824"/>
                    </a:cubicBezTo>
                    <a:cubicBezTo>
                      <a:pt x="85555" y="28101"/>
                      <a:pt x="84802" y="29398"/>
                      <a:pt x="83944" y="30716"/>
                    </a:cubicBezTo>
                    <a:cubicBezTo>
                      <a:pt x="83254" y="31804"/>
                      <a:pt x="82521" y="32913"/>
                      <a:pt x="81747" y="33980"/>
                    </a:cubicBezTo>
                    <a:cubicBezTo>
                      <a:pt x="81287" y="34671"/>
                      <a:pt x="80806" y="35340"/>
                      <a:pt x="80345" y="35989"/>
                    </a:cubicBezTo>
                    <a:cubicBezTo>
                      <a:pt x="79529" y="37098"/>
                      <a:pt x="78713" y="38186"/>
                      <a:pt x="77876" y="39295"/>
                    </a:cubicBezTo>
                    <a:cubicBezTo>
                      <a:pt x="77834" y="39378"/>
                      <a:pt x="77772" y="39420"/>
                      <a:pt x="77730" y="39504"/>
                    </a:cubicBezTo>
                    <a:cubicBezTo>
                      <a:pt x="77426" y="39909"/>
                      <a:pt x="77735" y="40546"/>
                      <a:pt x="78163" y="40546"/>
                    </a:cubicBezTo>
                    <a:cubicBezTo>
                      <a:pt x="78265" y="40546"/>
                      <a:pt x="78374" y="40509"/>
                      <a:pt x="78483" y="40425"/>
                    </a:cubicBezTo>
                    <a:cubicBezTo>
                      <a:pt x="79885" y="39399"/>
                      <a:pt x="81308" y="38165"/>
                      <a:pt x="82647" y="36826"/>
                    </a:cubicBezTo>
                    <a:cubicBezTo>
                      <a:pt x="86225" y="33206"/>
                      <a:pt x="89175" y="28603"/>
                      <a:pt x="89154" y="23644"/>
                    </a:cubicBezTo>
                    <a:lnTo>
                      <a:pt x="89154" y="23623"/>
                    </a:lnTo>
                    <a:cubicBezTo>
                      <a:pt x="93632" y="24899"/>
                      <a:pt x="98068" y="26448"/>
                      <a:pt x="102420" y="28310"/>
                    </a:cubicBezTo>
                    <a:cubicBezTo>
                      <a:pt x="102545" y="28101"/>
                      <a:pt x="102629" y="27870"/>
                      <a:pt x="102503" y="27808"/>
                    </a:cubicBezTo>
                    <a:cubicBezTo>
                      <a:pt x="97837" y="25778"/>
                      <a:pt x="93025" y="24041"/>
                      <a:pt x="88171" y="22660"/>
                    </a:cubicBezTo>
                    <a:cubicBezTo>
                      <a:pt x="88254" y="22639"/>
                      <a:pt x="88317" y="22598"/>
                      <a:pt x="88380" y="22535"/>
                    </a:cubicBezTo>
                    <a:cubicBezTo>
                      <a:pt x="88401" y="22493"/>
                      <a:pt x="88401" y="22472"/>
                      <a:pt x="88401" y="22451"/>
                    </a:cubicBezTo>
                    <a:cubicBezTo>
                      <a:pt x="88464" y="22137"/>
                      <a:pt x="88485" y="21823"/>
                      <a:pt x="88526" y="21489"/>
                    </a:cubicBezTo>
                    <a:lnTo>
                      <a:pt x="88526" y="21426"/>
                    </a:lnTo>
                    <a:cubicBezTo>
                      <a:pt x="88568" y="21133"/>
                      <a:pt x="88589" y="20819"/>
                      <a:pt x="88589" y="20547"/>
                    </a:cubicBezTo>
                    <a:lnTo>
                      <a:pt x="88589" y="20359"/>
                    </a:lnTo>
                    <a:lnTo>
                      <a:pt x="88589" y="19626"/>
                    </a:lnTo>
                    <a:lnTo>
                      <a:pt x="88589" y="19187"/>
                    </a:lnTo>
                    <a:cubicBezTo>
                      <a:pt x="88589" y="19041"/>
                      <a:pt x="88589" y="18936"/>
                      <a:pt x="88568" y="18810"/>
                    </a:cubicBezTo>
                    <a:cubicBezTo>
                      <a:pt x="88359" y="14730"/>
                      <a:pt x="86790" y="10755"/>
                      <a:pt x="84174" y="7595"/>
                    </a:cubicBezTo>
                    <a:cubicBezTo>
                      <a:pt x="83881" y="7219"/>
                      <a:pt x="83588" y="6884"/>
                      <a:pt x="83254" y="6570"/>
                    </a:cubicBezTo>
                    <a:lnTo>
                      <a:pt x="83065" y="6382"/>
                    </a:lnTo>
                    <a:cubicBezTo>
                      <a:pt x="83024" y="6340"/>
                      <a:pt x="82940" y="6277"/>
                      <a:pt x="82856" y="6256"/>
                    </a:cubicBezTo>
                    <a:cubicBezTo>
                      <a:pt x="82782" y="6226"/>
                      <a:pt x="82702" y="6211"/>
                      <a:pt x="82621" y="6211"/>
                    </a:cubicBezTo>
                    <a:cubicBezTo>
                      <a:pt x="82315" y="6211"/>
                      <a:pt x="81993" y="6414"/>
                      <a:pt x="81894" y="6696"/>
                    </a:cubicBezTo>
                    <a:cubicBezTo>
                      <a:pt x="81873" y="6696"/>
                      <a:pt x="81894" y="6696"/>
                      <a:pt x="81894" y="6738"/>
                    </a:cubicBezTo>
                    <a:cubicBezTo>
                      <a:pt x="81831" y="6842"/>
                      <a:pt x="81831" y="6989"/>
                      <a:pt x="81873" y="7114"/>
                    </a:cubicBezTo>
                    <a:cubicBezTo>
                      <a:pt x="82124" y="7909"/>
                      <a:pt x="82396" y="8725"/>
                      <a:pt x="82668" y="9499"/>
                    </a:cubicBezTo>
                    <a:lnTo>
                      <a:pt x="82668" y="9520"/>
                    </a:lnTo>
                    <a:cubicBezTo>
                      <a:pt x="84195" y="13914"/>
                      <a:pt x="85911" y="18350"/>
                      <a:pt x="87857" y="22535"/>
                    </a:cubicBezTo>
                    <a:cubicBezTo>
                      <a:pt x="87857" y="22550"/>
                      <a:pt x="87867" y="22564"/>
                      <a:pt x="87881" y="22572"/>
                    </a:cubicBezTo>
                    <a:lnTo>
                      <a:pt x="87881" y="22572"/>
                    </a:lnTo>
                    <a:cubicBezTo>
                      <a:pt x="86673" y="22239"/>
                      <a:pt x="85445" y="21926"/>
                      <a:pt x="84216" y="21614"/>
                    </a:cubicBezTo>
                    <a:cubicBezTo>
                      <a:pt x="84205" y="21580"/>
                      <a:pt x="84180" y="21564"/>
                      <a:pt x="84154" y="21564"/>
                    </a:cubicBezTo>
                    <a:cubicBezTo>
                      <a:pt x="84132" y="21564"/>
                      <a:pt x="84109" y="21574"/>
                      <a:pt x="84091" y="21593"/>
                    </a:cubicBezTo>
                    <a:cubicBezTo>
                      <a:pt x="83693" y="21489"/>
                      <a:pt x="83337" y="21405"/>
                      <a:pt x="82940" y="21300"/>
                    </a:cubicBezTo>
                    <a:cubicBezTo>
                      <a:pt x="82961" y="21279"/>
                      <a:pt x="82982" y="21238"/>
                      <a:pt x="82982" y="21196"/>
                    </a:cubicBezTo>
                    <a:cubicBezTo>
                      <a:pt x="83086" y="20568"/>
                      <a:pt x="83149" y="19961"/>
                      <a:pt x="83170" y="19334"/>
                    </a:cubicBezTo>
                    <a:lnTo>
                      <a:pt x="83170" y="19208"/>
                    </a:lnTo>
                    <a:lnTo>
                      <a:pt x="83170" y="18727"/>
                    </a:lnTo>
                    <a:lnTo>
                      <a:pt x="83170" y="18497"/>
                    </a:lnTo>
                    <a:lnTo>
                      <a:pt x="83170" y="18141"/>
                    </a:lnTo>
                    <a:cubicBezTo>
                      <a:pt x="83170" y="17994"/>
                      <a:pt x="83170" y="17890"/>
                      <a:pt x="83149" y="17764"/>
                    </a:cubicBezTo>
                    <a:cubicBezTo>
                      <a:pt x="83149" y="17681"/>
                      <a:pt x="83149" y="17576"/>
                      <a:pt x="83128" y="17513"/>
                    </a:cubicBezTo>
                    <a:cubicBezTo>
                      <a:pt x="83128" y="17346"/>
                      <a:pt x="83086" y="17157"/>
                      <a:pt x="83065" y="17011"/>
                    </a:cubicBezTo>
                    <a:lnTo>
                      <a:pt x="83065" y="16885"/>
                    </a:lnTo>
                    <a:cubicBezTo>
                      <a:pt x="82438" y="11550"/>
                      <a:pt x="79215" y="6758"/>
                      <a:pt x="74549" y="4059"/>
                    </a:cubicBezTo>
                    <a:cubicBezTo>
                      <a:pt x="74131" y="3829"/>
                      <a:pt x="73713" y="3620"/>
                      <a:pt x="73252" y="3411"/>
                    </a:cubicBezTo>
                    <a:cubicBezTo>
                      <a:pt x="73148" y="3348"/>
                      <a:pt x="73085" y="3306"/>
                      <a:pt x="72980" y="3285"/>
                    </a:cubicBezTo>
                    <a:cubicBezTo>
                      <a:pt x="72311" y="2992"/>
                      <a:pt x="71641" y="2720"/>
                      <a:pt x="70930" y="2511"/>
                    </a:cubicBezTo>
                    <a:cubicBezTo>
                      <a:pt x="70873" y="2496"/>
                      <a:pt x="70818" y="2489"/>
                      <a:pt x="70763" y="2489"/>
                    </a:cubicBezTo>
                    <a:cubicBezTo>
                      <a:pt x="70292" y="2489"/>
                      <a:pt x="69915" y="3021"/>
                      <a:pt x="70009" y="3453"/>
                    </a:cubicBezTo>
                    <a:cubicBezTo>
                      <a:pt x="68482" y="2239"/>
                      <a:pt x="66829" y="1130"/>
                      <a:pt x="65134" y="105"/>
                    </a:cubicBezTo>
                    <a:cubicBezTo>
                      <a:pt x="65008" y="32"/>
                      <a:pt x="64882" y="0"/>
                      <a:pt x="647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3" name="Google Shape;123;p6"/>
              <p:cNvSpPr/>
              <p:nvPr/>
            </p:nvSpPr>
            <p:spPr>
              <a:xfrm>
                <a:off x="19388400" y="28623625"/>
                <a:ext cx="714775" cy="158125"/>
              </a:xfrm>
              <a:custGeom>
                <a:avLst/>
                <a:gdLst/>
                <a:ahLst/>
                <a:cxnLst/>
                <a:rect l="l" t="t" r="r" b="b"/>
                <a:pathLst>
                  <a:path w="28591" h="6325" extrusionOk="0">
                    <a:moveTo>
                      <a:pt x="9416" y="0"/>
                    </a:moveTo>
                    <a:cubicBezTo>
                      <a:pt x="6592" y="0"/>
                      <a:pt x="3725" y="272"/>
                      <a:pt x="942" y="711"/>
                    </a:cubicBezTo>
                    <a:cubicBezTo>
                      <a:pt x="1" y="837"/>
                      <a:pt x="1" y="2176"/>
                      <a:pt x="1026" y="2218"/>
                    </a:cubicBezTo>
                    <a:cubicBezTo>
                      <a:pt x="1193" y="2218"/>
                      <a:pt x="1361" y="2260"/>
                      <a:pt x="1549" y="2281"/>
                    </a:cubicBezTo>
                    <a:lnTo>
                      <a:pt x="1675" y="2281"/>
                    </a:lnTo>
                    <a:cubicBezTo>
                      <a:pt x="5336" y="2490"/>
                      <a:pt x="8998" y="3055"/>
                      <a:pt x="12618" y="3683"/>
                    </a:cubicBezTo>
                    <a:lnTo>
                      <a:pt x="12513" y="3683"/>
                    </a:lnTo>
                    <a:cubicBezTo>
                      <a:pt x="16070" y="4310"/>
                      <a:pt x="19606" y="5022"/>
                      <a:pt x="23163" y="5587"/>
                    </a:cubicBezTo>
                    <a:lnTo>
                      <a:pt x="23644" y="5670"/>
                    </a:lnTo>
                    <a:cubicBezTo>
                      <a:pt x="24000" y="5733"/>
                      <a:pt x="24335" y="5775"/>
                      <a:pt x="24711" y="5838"/>
                    </a:cubicBezTo>
                    <a:cubicBezTo>
                      <a:pt x="25130" y="5880"/>
                      <a:pt x="25548" y="5963"/>
                      <a:pt x="25967" y="6026"/>
                    </a:cubicBezTo>
                    <a:cubicBezTo>
                      <a:pt x="26113" y="6047"/>
                      <a:pt x="26302" y="6068"/>
                      <a:pt x="26469" y="6089"/>
                    </a:cubicBezTo>
                    <a:lnTo>
                      <a:pt x="28352" y="6319"/>
                    </a:lnTo>
                    <a:cubicBezTo>
                      <a:pt x="28364" y="6323"/>
                      <a:pt x="28377" y="6325"/>
                      <a:pt x="28389" y="6325"/>
                    </a:cubicBezTo>
                    <a:cubicBezTo>
                      <a:pt x="28500" y="6325"/>
                      <a:pt x="28591" y="6162"/>
                      <a:pt x="28478" y="6068"/>
                    </a:cubicBezTo>
                    <a:cubicBezTo>
                      <a:pt x="23142" y="1716"/>
                      <a:pt x="16760" y="105"/>
                      <a:pt x="10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586268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7"/>
          <p:cNvGrpSpPr/>
          <p:nvPr/>
        </p:nvGrpSpPr>
        <p:grpSpPr>
          <a:xfrm>
            <a:off x="8159001" y="559568"/>
            <a:ext cx="4659812" cy="2238473"/>
            <a:chOff x="6119250" y="419675"/>
            <a:chExt cx="3494859" cy="1678855"/>
          </a:xfrm>
        </p:grpSpPr>
        <p:sp>
          <p:nvSpPr>
            <p:cNvPr id="126" name="Google Shape;126;p7"/>
            <p:cNvSpPr/>
            <p:nvPr/>
          </p:nvSpPr>
          <p:spPr>
            <a:xfrm flipH="1">
              <a:off x="7767550" y="949613"/>
              <a:ext cx="1846559" cy="394163"/>
            </a:xfrm>
            <a:custGeom>
              <a:avLst/>
              <a:gdLst/>
              <a:ahLst/>
              <a:cxnLst/>
              <a:rect l="l" t="t" r="r" b="b"/>
              <a:pathLst>
                <a:path w="134687" h="28750" extrusionOk="0">
                  <a:moveTo>
                    <a:pt x="16112" y="28582"/>
                  </a:moveTo>
                  <a:cubicBezTo>
                    <a:pt x="54360" y="27641"/>
                    <a:pt x="93425" y="28750"/>
                    <a:pt x="131673" y="27808"/>
                  </a:cubicBezTo>
                  <a:cubicBezTo>
                    <a:pt x="132845" y="27787"/>
                    <a:pt x="134268" y="27578"/>
                    <a:pt x="134686" y="26469"/>
                  </a:cubicBezTo>
                  <a:cubicBezTo>
                    <a:pt x="132426" y="25277"/>
                    <a:pt x="129706" y="26323"/>
                    <a:pt x="127175" y="26448"/>
                  </a:cubicBezTo>
                  <a:cubicBezTo>
                    <a:pt x="122655" y="26678"/>
                    <a:pt x="118617" y="23917"/>
                    <a:pt x="114620" y="21761"/>
                  </a:cubicBezTo>
                  <a:cubicBezTo>
                    <a:pt x="110624" y="19627"/>
                    <a:pt x="105519" y="18100"/>
                    <a:pt x="101752" y="20611"/>
                  </a:cubicBezTo>
                  <a:cubicBezTo>
                    <a:pt x="101041" y="21092"/>
                    <a:pt x="100330" y="21720"/>
                    <a:pt x="99472" y="21678"/>
                  </a:cubicBezTo>
                  <a:cubicBezTo>
                    <a:pt x="98949" y="21657"/>
                    <a:pt x="98488" y="21364"/>
                    <a:pt x="98028" y="21113"/>
                  </a:cubicBezTo>
                  <a:cubicBezTo>
                    <a:pt x="94513" y="18895"/>
                    <a:pt x="91332" y="16091"/>
                    <a:pt x="88675" y="12869"/>
                  </a:cubicBezTo>
                  <a:cubicBezTo>
                    <a:pt x="86604" y="10379"/>
                    <a:pt x="84804" y="7596"/>
                    <a:pt x="82210" y="5650"/>
                  </a:cubicBezTo>
                  <a:cubicBezTo>
                    <a:pt x="76560" y="1424"/>
                    <a:pt x="67584" y="2700"/>
                    <a:pt x="63316" y="8287"/>
                  </a:cubicBezTo>
                  <a:cubicBezTo>
                    <a:pt x="62876" y="8893"/>
                    <a:pt x="62416" y="9584"/>
                    <a:pt x="61705" y="9814"/>
                  </a:cubicBezTo>
                  <a:cubicBezTo>
                    <a:pt x="60533" y="10232"/>
                    <a:pt x="59340" y="9270"/>
                    <a:pt x="58399" y="8454"/>
                  </a:cubicBezTo>
                  <a:cubicBezTo>
                    <a:pt x="49694" y="921"/>
                    <a:pt x="35655" y="1"/>
                    <a:pt x="26532" y="7031"/>
                  </a:cubicBezTo>
                  <a:cubicBezTo>
                    <a:pt x="23917" y="9061"/>
                    <a:pt x="21761" y="11592"/>
                    <a:pt x="19648" y="14124"/>
                  </a:cubicBezTo>
                  <a:cubicBezTo>
                    <a:pt x="16112" y="18372"/>
                    <a:pt x="5253" y="26888"/>
                    <a:pt x="1" y="28562"/>
                  </a:cubicBezTo>
                  <a:lnTo>
                    <a:pt x="16112" y="28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7"/>
            <p:cNvSpPr/>
            <p:nvPr/>
          </p:nvSpPr>
          <p:spPr>
            <a:xfrm>
              <a:off x="6119250" y="419675"/>
              <a:ext cx="1736915" cy="289825"/>
            </a:xfrm>
            <a:custGeom>
              <a:avLst/>
              <a:gdLst/>
              <a:ahLst/>
              <a:cxnLst/>
              <a:rect l="l" t="t" r="r" b="b"/>
              <a:pathLst>
                <a:path w="129790" h="21657" extrusionOk="0">
                  <a:moveTo>
                    <a:pt x="129790" y="21092"/>
                  </a:moveTo>
                  <a:cubicBezTo>
                    <a:pt x="127467" y="20548"/>
                    <a:pt x="112277" y="19104"/>
                    <a:pt x="109954" y="18623"/>
                  </a:cubicBezTo>
                  <a:cubicBezTo>
                    <a:pt x="105372" y="17681"/>
                    <a:pt x="101752" y="13894"/>
                    <a:pt x="97944" y="10881"/>
                  </a:cubicBezTo>
                  <a:cubicBezTo>
                    <a:pt x="94115" y="7889"/>
                    <a:pt x="89093" y="5546"/>
                    <a:pt x="84909" y="7889"/>
                  </a:cubicBezTo>
                  <a:cubicBezTo>
                    <a:pt x="82816" y="9061"/>
                    <a:pt x="80933" y="11341"/>
                    <a:pt x="78652" y="10923"/>
                  </a:cubicBezTo>
                  <a:cubicBezTo>
                    <a:pt x="77460" y="10714"/>
                    <a:pt x="76497" y="9730"/>
                    <a:pt x="75556" y="8852"/>
                  </a:cubicBezTo>
                  <a:cubicBezTo>
                    <a:pt x="72062" y="5546"/>
                    <a:pt x="68149" y="2616"/>
                    <a:pt x="63692" y="1570"/>
                  </a:cubicBezTo>
                  <a:cubicBezTo>
                    <a:pt x="57101" y="1"/>
                    <a:pt x="53377" y="3453"/>
                    <a:pt x="48732" y="7512"/>
                  </a:cubicBezTo>
                  <a:cubicBezTo>
                    <a:pt x="48376" y="7826"/>
                    <a:pt x="47978" y="8161"/>
                    <a:pt x="47518" y="8349"/>
                  </a:cubicBezTo>
                  <a:cubicBezTo>
                    <a:pt x="46639" y="8663"/>
                    <a:pt x="45698" y="8349"/>
                    <a:pt x="44840" y="8056"/>
                  </a:cubicBezTo>
                  <a:cubicBezTo>
                    <a:pt x="42727" y="7366"/>
                    <a:pt x="40509" y="6738"/>
                    <a:pt x="38270" y="6801"/>
                  </a:cubicBezTo>
                  <a:cubicBezTo>
                    <a:pt x="36031" y="6885"/>
                    <a:pt x="33729" y="7743"/>
                    <a:pt x="32369" y="9521"/>
                  </a:cubicBezTo>
                  <a:cubicBezTo>
                    <a:pt x="31512" y="10651"/>
                    <a:pt x="31051" y="12074"/>
                    <a:pt x="30193" y="13162"/>
                  </a:cubicBezTo>
                  <a:cubicBezTo>
                    <a:pt x="29336" y="14292"/>
                    <a:pt x="27745" y="15087"/>
                    <a:pt x="26511" y="14396"/>
                  </a:cubicBezTo>
                  <a:cubicBezTo>
                    <a:pt x="26113" y="14166"/>
                    <a:pt x="25799" y="13810"/>
                    <a:pt x="25465" y="13497"/>
                  </a:cubicBezTo>
                  <a:cubicBezTo>
                    <a:pt x="24188" y="12429"/>
                    <a:pt x="22242" y="12325"/>
                    <a:pt x="20736" y="13036"/>
                  </a:cubicBezTo>
                  <a:cubicBezTo>
                    <a:pt x="19208" y="13727"/>
                    <a:pt x="18120" y="15150"/>
                    <a:pt x="17493" y="16698"/>
                  </a:cubicBezTo>
                  <a:cubicBezTo>
                    <a:pt x="17284" y="17179"/>
                    <a:pt x="17116" y="17744"/>
                    <a:pt x="16760" y="18121"/>
                  </a:cubicBezTo>
                  <a:cubicBezTo>
                    <a:pt x="16447" y="18476"/>
                    <a:pt x="16007" y="18644"/>
                    <a:pt x="15547" y="18790"/>
                  </a:cubicBezTo>
                  <a:cubicBezTo>
                    <a:pt x="12346" y="19836"/>
                    <a:pt x="9542" y="18309"/>
                    <a:pt x="6340" y="18100"/>
                  </a:cubicBezTo>
                  <a:cubicBezTo>
                    <a:pt x="4311" y="17974"/>
                    <a:pt x="691" y="17807"/>
                    <a:pt x="147" y="20464"/>
                  </a:cubicBezTo>
                  <a:cubicBezTo>
                    <a:pt x="1" y="21238"/>
                    <a:pt x="7031" y="20945"/>
                    <a:pt x="7763" y="20924"/>
                  </a:cubicBezTo>
                  <a:cubicBezTo>
                    <a:pt x="16865" y="20485"/>
                    <a:pt x="26009" y="21134"/>
                    <a:pt x="35152" y="21301"/>
                  </a:cubicBezTo>
                  <a:cubicBezTo>
                    <a:pt x="44568" y="21448"/>
                    <a:pt x="54004" y="21531"/>
                    <a:pt x="63420" y="21573"/>
                  </a:cubicBezTo>
                  <a:cubicBezTo>
                    <a:pt x="80347" y="21657"/>
                    <a:pt x="97295" y="21552"/>
                    <a:pt x="114202" y="21301"/>
                  </a:cubicBezTo>
                  <a:cubicBezTo>
                    <a:pt x="115457" y="21301"/>
                    <a:pt x="124517" y="21322"/>
                    <a:pt x="129790" y="210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" name="Google Shape;128;p7"/>
            <p:cNvSpPr/>
            <p:nvPr/>
          </p:nvSpPr>
          <p:spPr>
            <a:xfrm>
              <a:off x="6538826" y="1761724"/>
              <a:ext cx="1577858" cy="336806"/>
            </a:xfrm>
            <a:custGeom>
              <a:avLst/>
              <a:gdLst/>
              <a:ahLst/>
              <a:cxnLst/>
              <a:rect l="l" t="t" r="r" b="b"/>
              <a:pathLst>
                <a:path w="134687" h="28750" extrusionOk="0">
                  <a:moveTo>
                    <a:pt x="16112" y="28582"/>
                  </a:moveTo>
                  <a:cubicBezTo>
                    <a:pt x="54360" y="27641"/>
                    <a:pt x="93425" y="28750"/>
                    <a:pt x="131673" y="27808"/>
                  </a:cubicBezTo>
                  <a:cubicBezTo>
                    <a:pt x="132845" y="27787"/>
                    <a:pt x="134268" y="27578"/>
                    <a:pt x="134686" y="26469"/>
                  </a:cubicBezTo>
                  <a:cubicBezTo>
                    <a:pt x="132426" y="25277"/>
                    <a:pt x="129706" y="26323"/>
                    <a:pt x="127175" y="26448"/>
                  </a:cubicBezTo>
                  <a:cubicBezTo>
                    <a:pt x="122655" y="26678"/>
                    <a:pt x="118617" y="23917"/>
                    <a:pt x="114620" y="21761"/>
                  </a:cubicBezTo>
                  <a:cubicBezTo>
                    <a:pt x="110624" y="19627"/>
                    <a:pt x="105519" y="18100"/>
                    <a:pt x="101752" y="20611"/>
                  </a:cubicBezTo>
                  <a:cubicBezTo>
                    <a:pt x="101041" y="21092"/>
                    <a:pt x="100330" y="21720"/>
                    <a:pt x="99472" y="21678"/>
                  </a:cubicBezTo>
                  <a:cubicBezTo>
                    <a:pt x="98949" y="21657"/>
                    <a:pt x="98488" y="21364"/>
                    <a:pt x="98028" y="21113"/>
                  </a:cubicBezTo>
                  <a:cubicBezTo>
                    <a:pt x="94513" y="18895"/>
                    <a:pt x="91332" y="16091"/>
                    <a:pt x="88675" y="12869"/>
                  </a:cubicBezTo>
                  <a:cubicBezTo>
                    <a:pt x="86604" y="10379"/>
                    <a:pt x="84804" y="7596"/>
                    <a:pt x="82210" y="5650"/>
                  </a:cubicBezTo>
                  <a:cubicBezTo>
                    <a:pt x="76560" y="1424"/>
                    <a:pt x="67584" y="2700"/>
                    <a:pt x="63316" y="8287"/>
                  </a:cubicBezTo>
                  <a:cubicBezTo>
                    <a:pt x="62876" y="8893"/>
                    <a:pt x="62416" y="9584"/>
                    <a:pt x="61705" y="9814"/>
                  </a:cubicBezTo>
                  <a:cubicBezTo>
                    <a:pt x="60533" y="10232"/>
                    <a:pt x="59340" y="9270"/>
                    <a:pt x="58399" y="8454"/>
                  </a:cubicBezTo>
                  <a:cubicBezTo>
                    <a:pt x="49694" y="921"/>
                    <a:pt x="35655" y="1"/>
                    <a:pt x="26532" y="7031"/>
                  </a:cubicBezTo>
                  <a:cubicBezTo>
                    <a:pt x="23917" y="9061"/>
                    <a:pt x="21761" y="11592"/>
                    <a:pt x="19648" y="14124"/>
                  </a:cubicBezTo>
                  <a:cubicBezTo>
                    <a:pt x="16112" y="18372"/>
                    <a:pt x="5253" y="26888"/>
                    <a:pt x="1" y="28562"/>
                  </a:cubicBezTo>
                  <a:lnTo>
                    <a:pt x="16112" y="28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9" name="Google Shape;129;p7"/>
          <p:cNvGrpSpPr/>
          <p:nvPr/>
        </p:nvGrpSpPr>
        <p:grpSpPr>
          <a:xfrm>
            <a:off x="-883775" y="2841059"/>
            <a:ext cx="14179545" cy="4035941"/>
            <a:chOff x="-662832" y="2130794"/>
            <a:chExt cx="10634659" cy="3026956"/>
          </a:xfrm>
        </p:grpSpPr>
        <p:sp>
          <p:nvSpPr>
            <p:cNvPr id="130" name="Google Shape;130;p7"/>
            <p:cNvSpPr/>
            <p:nvPr/>
          </p:nvSpPr>
          <p:spPr>
            <a:xfrm>
              <a:off x="-125" y="2571750"/>
              <a:ext cx="9144000" cy="2586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31" name="Google Shape;131;p7"/>
            <p:cNvGrpSpPr/>
            <p:nvPr/>
          </p:nvGrpSpPr>
          <p:grpSpPr>
            <a:xfrm>
              <a:off x="-662832" y="2130794"/>
              <a:ext cx="10634659" cy="3026907"/>
              <a:chOff x="-662832" y="2130794"/>
              <a:chExt cx="10634659" cy="3026907"/>
            </a:xfrm>
          </p:grpSpPr>
          <p:sp>
            <p:nvSpPr>
              <p:cNvPr id="132" name="Google Shape;132;p7"/>
              <p:cNvSpPr/>
              <p:nvPr/>
            </p:nvSpPr>
            <p:spPr>
              <a:xfrm rot="121718">
                <a:off x="-628607" y="2317146"/>
                <a:ext cx="10566208" cy="2121023"/>
              </a:xfrm>
              <a:custGeom>
                <a:avLst/>
                <a:gdLst/>
                <a:ahLst/>
                <a:cxnLst/>
                <a:rect l="l" t="t" r="r" b="b"/>
                <a:pathLst>
                  <a:path w="422637" h="70492" extrusionOk="0">
                    <a:moveTo>
                      <a:pt x="422636" y="0"/>
                    </a:moveTo>
                    <a:lnTo>
                      <a:pt x="422636" y="30130"/>
                    </a:lnTo>
                    <a:cubicBezTo>
                      <a:pt x="412907" y="34629"/>
                      <a:pt x="402424" y="37851"/>
                      <a:pt x="392255" y="41534"/>
                    </a:cubicBezTo>
                    <a:cubicBezTo>
                      <a:pt x="368926" y="50050"/>
                      <a:pt x="346767" y="61453"/>
                      <a:pt x="322475" y="67479"/>
                    </a:cubicBezTo>
                    <a:cubicBezTo>
                      <a:pt x="319713" y="68149"/>
                      <a:pt x="316951" y="68755"/>
                      <a:pt x="314168" y="69299"/>
                    </a:cubicBezTo>
                    <a:lnTo>
                      <a:pt x="185237" y="69299"/>
                    </a:lnTo>
                    <a:cubicBezTo>
                      <a:pt x="151153" y="68358"/>
                      <a:pt x="116901" y="70492"/>
                      <a:pt x="83109" y="66558"/>
                    </a:cubicBezTo>
                    <a:cubicBezTo>
                      <a:pt x="54716" y="63273"/>
                      <a:pt x="27264" y="55699"/>
                      <a:pt x="0" y="47748"/>
                    </a:cubicBezTo>
                    <a:lnTo>
                      <a:pt x="0" y="14793"/>
                    </a:lnTo>
                    <a:cubicBezTo>
                      <a:pt x="19145" y="14731"/>
                      <a:pt x="38332" y="11027"/>
                      <a:pt x="57373" y="12910"/>
                    </a:cubicBezTo>
                    <a:cubicBezTo>
                      <a:pt x="69362" y="14124"/>
                      <a:pt x="81163" y="17555"/>
                      <a:pt x="93257" y="17179"/>
                    </a:cubicBezTo>
                    <a:cubicBezTo>
                      <a:pt x="103426" y="16865"/>
                      <a:pt x="113260" y="13831"/>
                      <a:pt x="123345" y="12638"/>
                    </a:cubicBezTo>
                    <a:cubicBezTo>
                      <a:pt x="150525" y="9395"/>
                      <a:pt x="177391" y="19355"/>
                      <a:pt x="204717" y="21217"/>
                    </a:cubicBezTo>
                    <a:cubicBezTo>
                      <a:pt x="226268" y="22682"/>
                      <a:pt x="248154" y="19083"/>
                      <a:pt x="269476" y="22305"/>
                    </a:cubicBezTo>
                    <a:cubicBezTo>
                      <a:pt x="279603" y="23832"/>
                      <a:pt x="290567" y="26783"/>
                      <a:pt x="299710" y="22577"/>
                    </a:cubicBezTo>
                    <a:cubicBezTo>
                      <a:pt x="304732" y="20275"/>
                      <a:pt x="308373" y="16091"/>
                      <a:pt x="313059" y="13287"/>
                    </a:cubicBezTo>
                    <a:cubicBezTo>
                      <a:pt x="319881" y="9249"/>
                      <a:pt x="328355" y="8391"/>
                      <a:pt x="336452" y="7679"/>
                    </a:cubicBezTo>
                    <a:cubicBezTo>
                      <a:pt x="347793" y="6675"/>
                      <a:pt x="359091" y="5650"/>
                      <a:pt x="370390" y="4625"/>
                    </a:cubicBezTo>
                    <a:lnTo>
                      <a:pt x="416673" y="461"/>
                    </a:lnTo>
                    <a:cubicBezTo>
                      <a:pt x="418661" y="251"/>
                      <a:pt x="420649" y="63"/>
                      <a:pt x="42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3" name="Google Shape;133;p7"/>
              <p:cNvSpPr/>
              <p:nvPr/>
            </p:nvSpPr>
            <p:spPr>
              <a:xfrm>
                <a:off x="-125" y="3666400"/>
                <a:ext cx="9144000" cy="14913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134" name="Google Shape;134;p7"/>
          <p:cNvSpPr txBox="1">
            <a:spLocks noGrp="1"/>
          </p:cNvSpPr>
          <p:nvPr>
            <p:ph type="title"/>
          </p:nvPr>
        </p:nvSpPr>
        <p:spPr>
          <a:xfrm>
            <a:off x="946000" y="821533"/>
            <a:ext cx="5142000" cy="14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35" name="Google Shape;135;p7"/>
          <p:cNvSpPr txBox="1">
            <a:spLocks noGrp="1"/>
          </p:cNvSpPr>
          <p:nvPr>
            <p:ph type="subTitle" idx="1"/>
          </p:nvPr>
        </p:nvSpPr>
        <p:spPr>
          <a:xfrm>
            <a:off x="946000" y="3985452"/>
            <a:ext cx="4715600" cy="19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SzPts val="1800"/>
              <a:buChar char="○"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654127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8"/>
          <p:cNvGrpSpPr/>
          <p:nvPr/>
        </p:nvGrpSpPr>
        <p:grpSpPr>
          <a:xfrm>
            <a:off x="-1896033" y="1105201"/>
            <a:ext cx="14087900" cy="5777100"/>
            <a:chOff x="-1422025" y="828900"/>
            <a:chExt cx="10565925" cy="4332825"/>
          </a:xfrm>
        </p:grpSpPr>
        <p:sp>
          <p:nvSpPr>
            <p:cNvPr id="138" name="Google Shape;138;p8"/>
            <p:cNvSpPr/>
            <p:nvPr/>
          </p:nvSpPr>
          <p:spPr>
            <a:xfrm>
              <a:off x="7181425" y="828900"/>
              <a:ext cx="1736915" cy="289825"/>
            </a:xfrm>
            <a:custGeom>
              <a:avLst/>
              <a:gdLst/>
              <a:ahLst/>
              <a:cxnLst/>
              <a:rect l="l" t="t" r="r" b="b"/>
              <a:pathLst>
                <a:path w="129790" h="21657" extrusionOk="0">
                  <a:moveTo>
                    <a:pt x="129790" y="21092"/>
                  </a:moveTo>
                  <a:cubicBezTo>
                    <a:pt x="127467" y="20548"/>
                    <a:pt x="112277" y="19104"/>
                    <a:pt x="109954" y="18623"/>
                  </a:cubicBezTo>
                  <a:cubicBezTo>
                    <a:pt x="105372" y="17681"/>
                    <a:pt x="101752" y="13894"/>
                    <a:pt x="97944" y="10881"/>
                  </a:cubicBezTo>
                  <a:cubicBezTo>
                    <a:pt x="94115" y="7889"/>
                    <a:pt x="89093" y="5546"/>
                    <a:pt x="84909" y="7889"/>
                  </a:cubicBezTo>
                  <a:cubicBezTo>
                    <a:pt x="82816" y="9061"/>
                    <a:pt x="80933" y="11341"/>
                    <a:pt x="78652" y="10923"/>
                  </a:cubicBezTo>
                  <a:cubicBezTo>
                    <a:pt x="77460" y="10714"/>
                    <a:pt x="76497" y="9730"/>
                    <a:pt x="75556" y="8852"/>
                  </a:cubicBezTo>
                  <a:cubicBezTo>
                    <a:pt x="72062" y="5546"/>
                    <a:pt x="68149" y="2616"/>
                    <a:pt x="63692" y="1570"/>
                  </a:cubicBezTo>
                  <a:cubicBezTo>
                    <a:pt x="57101" y="1"/>
                    <a:pt x="53377" y="3453"/>
                    <a:pt x="48732" y="7512"/>
                  </a:cubicBezTo>
                  <a:cubicBezTo>
                    <a:pt x="48376" y="7826"/>
                    <a:pt x="47978" y="8161"/>
                    <a:pt x="47518" y="8349"/>
                  </a:cubicBezTo>
                  <a:cubicBezTo>
                    <a:pt x="46639" y="8663"/>
                    <a:pt x="45698" y="8349"/>
                    <a:pt x="44840" y="8056"/>
                  </a:cubicBezTo>
                  <a:cubicBezTo>
                    <a:pt x="42727" y="7366"/>
                    <a:pt x="40509" y="6738"/>
                    <a:pt x="38270" y="6801"/>
                  </a:cubicBezTo>
                  <a:cubicBezTo>
                    <a:pt x="36031" y="6885"/>
                    <a:pt x="33729" y="7743"/>
                    <a:pt x="32369" y="9521"/>
                  </a:cubicBezTo>
                  <a:cubicBezTo>
                    <a:pt x="31512" y="10651"/>
                    <a:pt x="31051" y="12074"/>
                    <a:pt x="30193" y="13162"/>
                  </a:cubicBezTo>
                  <a:cubicBezTo>
                    <a:pt x="29336" y="14292"/>
                    <a:pt x="27745" y="15087"/>
                    <a:pt x="26511" y="14396"/>
                  </a:cubicBezTo>
                  <a:cubicBezTo>
                    <a:pt x="26113" y="14166"/>
                    <a:pt x="25799" y="13810"/>
                    <a:pt x="25465" y="13497"/>
                  </a:cubicBezTo>
                  <a:cubicBezTo>
                    <a:pt x="24188" y="12429"/>
                    <a:pt x="22242" y="12325"/>
                    <a:pt x="20736" y="13036"/>
                  </a:cubicBezTo>
                  <a:cubicBezTo>
                    <a:pt x="19208" y="13727"/>
                    <a:pt x="18120" y="15150"/>
                    <a:pt x="17493" y="16698"/>
                  </a:cubicBezTo>
                  <a:cubicBezTo>
                    <a:pt x="17284" y="17179"/>
                    <a:pt x="17116" y="17744"/>
                    <a:pt x="16760" y="18121"/>
                  </a:cubicBezTo>
                  <a:cubicBezTo>
                    <a:pt x="16447" y="18476"/>
                    <a:pt x="16007" y="18644"/>
                    <a:pt x="15547" y="18790"/>
                  </a:cubicBezTo>
                  <a:cubicBezTo>
                    <a:pt x="12346" y="19836"/>
                    <a:pt x="9542" y="18309"/>
                    <a:pt x="6340" y="18100"/>
                  </a:cubicBezTo>
                  <a:cubicBezTo>
                    <a:pt x="4311" y="17974"/>
                    <a:pt x="691" y="17807"/>
                    <a:pt x="147" y="20464"/>
                  </a:cubicBezTo>
                  <a:cubicBezTo>
                    <a:pt x="1" y="21238"/>
                    <a:pt x="7031" y="20945"/>
                    <a:pt x="7763" y="20924"/>
                  </a:cubicBezTo>
                  <a:cubicBezTo>
                    <a:pt x="16865" y="20485"/>
                    <a:pt x="26009" y="21134"/>
                    <a:pt x="35152" y="21301"/>
                  </a:cubicBezTo>
                  <a:cubicBezTo>
                    <a:pt x="44568" y="21448"/>
                    <a:pt x="54004" y="21531"/>
                    <a:pt x="63420" y="21573"/>
                  </a:cubicBezTo>
                  <a:cubicBezTo>
                    <a:pt x="80347" y="21657"/>
                    <a:pt x="97295" y="21552"/>
                    <a:pt x="114202" y="21301"/>
                  </a:cubicBezTo>
                  <a:cubicBezTo>
                    <a:pt x="115457" y="21301"/>
                    <a:pt x="124517" y="21322"/>
                    <a:pt x="129790" y="210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" name="Google Shape;139;p8"/>
            <p:cNvSpPr/>
            <p:nvPr/>
          </p:nvSpPr>
          <p:spPr>
            <a:xfrm>
              <a:off x="-62800" y="3108350"/>
              <a:ext cx="9206700" cy="2035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" name="Google Shape;140;p8"/>
            <p:cNvSpPr/>
            <p:nvPr/>
          </p:nvSpPr>
          <p:spPr>
            <a:xfrm>
              <a:off x="-1422025" y="3597150"/>
              <a:ext cx="10565925" cy="1564575"/>
            </a:xfrm>
            <a:custGeom>
              <a:avLst/>
              <a:gdLst/>
              <a:ahLst/>
              <a:cxnLst/>
              <a:rect l="l" t="t" r="r" b="b"/>
              <a:pathLst>
                <a:path w="422637" h="62583" extrusionOk="0">
                  <a:moveTo>
                    <a:pt x="422636" y="3055"/>
                  </a:moveTo>
                  <a:lnTo>
                    <a:pt x="422636" y="62583"/>
                  </a:lnTo>
                  <a:lnTo>
                    <a:pt x="0" y="62583"/>
                  </a:lnTo>
                  <a:lnTo>
                    <a:pt x="0" y="12471"/>
                  </a:lnTo>
                  <a:cubicBezTo>
                    <a:pt x="32223" y="0"/>
                    <a:pt x="69781" y="13308"/>
                    <a:pt x="105100" y="11111"/>
                  </a:cubicBezTo>
                  <a:cubicBezTo>
                    <a:pt x="119579" y="10190"/>
                    <a:pt x="133891" y="6612"/>
                    <a:pt x="148412" y="7051"/>
                  </a:cubicBezTo>
                  <a:cubicBezTo>
                    <a:pt x="159292" y="7386"/>
                    <a:pt x="169942" y="9960"/>
                    <a:pt x="180739" y="11069"/>
                  </a:cubicBezTo>
                  <a:cubicBezTo>
                    <a:pt x="198796" y="12952"/>
                    <a:pt x="217167" y="10776"/>
                    <a:pt x="235245" y="12492"/>
                  </a:cubicBezTo>
                  <a:cubicBezTo>
                    <a:pt x="263303" y="15128"/>
                    <a:pt x="291780" y="27054"/>
                    <a:pt x="318646" y="19229"/>
                  </a:cubicBezTo>
                  <a:cubicBezTo>
                    <a:pt x="326785" y="16885"/>
                    <a:pt x="334150" y="12784"/>
                    <a:pt x="342227" y="10274"/>
                  </a:cubicBezTo>
                  <a:cubicBezTo>
                    <a:pt x="352103" y="7198"/>
                    <a:pt x="362669" y="6570"/>
                    <a:pt x="373068" y="5942"/>
                  </a:cubicBezTo>
                  <a:cubicBezTo>
                    <a:pt x="389598" y="4980"/>
                    <a:pt x="406107" y="4017"/>
                    <a:pt x="422636" y="305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1" name="Google Shape;141;p8"/>
          <p:cNvSpPr txBox="1">
            <a:spLocks noGrp="1"/>
          </p:cNvSpPr>
          <p:nvPr>
            <p:ph type="title"/>
          </p:nvPr>
        </p:nvSpPr>
        <p:spPr>
          <a:xfrm>
            <a:off x="913200" y="1137567"/>
            <a:ext cx="5589600" cy="35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0666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146466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/>
          <p:nvPr/>
        </p:nvSpPr>
        <p:spPr>
          <a:xfrm>
            <a:off x="5233" y="5137600"/>
            <a:ext cx="12192000" cy="1720400"/>
          </a:xfrm>
          <a:prstGeom prst="rect">
            <a:avLst/>
          </a:prstGeom>
          <a:solidFill>
            <a:srgbClr val="68BDD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4" name="Google Shape;144;p9"/>
          <p:cNvSpPr/>
          <p:nvPr/>
        </p:nvSpPr>
        <p:spPr>
          <a:xfrm>
            <a:off x="-947966" y="5912001"/>
            <a:ext cx="14087900" cy="2086100"/>
          </a:xfrm>
          <a:custGeom>
            <a:avLst/>
            <a:gdLst/>
            <a:ahLst/>
            <a:cxnLst/>
            <a:rect l="l" t="t" r="r" b="b"/>
            <a:pathLst>
              <a:path w="422637" h="62583" extrusionOk="0">
                <a:moveTo>
                  <a:pt x="422636" y="3055"/>
                </a:moveTo>
                <a:lnTo>
                  <a:pt x="422636" y="62583"/>
                </a:lnTo>
                <a:lnTo>
                  <a:pt x="0" y="62583"/>
                </a:lnTo>
                <a:lnTo>
                  <a:pt x="0" y="12471"/>
                </a:lnTo>
                <a:cubicBezTo>
                  <a:pt x="32223" y="0"/>
                  <a:pt x="69781" y="13308"/>
                  <a:pt x="105100" y="11111"/>
                </a:cubicBezTo>
                <a:cubicBezTo>
                  <a:pt x="119579" y="10190"/>
                  <a:pt x="133891" y="6612"/>
                  <a:pt x="148412" y="7051"/>
                </a:cubicBezTo>
                <a:cubicBezTo>
                  <a:pt x="159292" y="7386"/>
                  <a:pt x="169942" y="9960"/>
                  <a:pt x="180739" y="11069"/>
                </a:cubicBezTo>
                <a:cubicBezTo>
                  <a:pt x="198796" y="12952"/>
                  <a:pt x="217167" y="10776"/>
                  <a:pt x="235245" y="12492"/>
                </a:cubicBezTo>
                <a:cubicBezTo>
                  <a:pt x="263303" y="15128"/>
                  <a:pt x="291780" y="27054"/>
                  <a:pt x="318646" y="19229"/>
                </a:cubicBezTo>
                <a:cubicBezTo>
                  <a:pt x="326785" y="16885"/>
                  <a:pt x="334150" y="12784"/>
                  <a:pt x="342227" y="10274"/>
                </a:cubicBezTo>
                <a:cubicBezTo>
                  <a:pt x="352103" y="7198"/>
                  <a:pt x="362669" y="6570"/>
                  <a:pt x="373068" y="5942"/>
                </a:cubicBezTo>
                <a:cubicBezTo>
                  <a:pt x="389598" y="4980"/>
                  <a:pt x="406107" y="4017"/>
                  <a:pt x="422636" y="305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133"/>
              </a:spcAft>
              <a:buNone/>
            </a:pPr>
            <a:endParaRPr sz="2400">
              <a:solidFill>
                <a:schemeClr val="dk1"/>
              </a:solidFill>
              <a:latin typeface="Andika"/>
              <a:ea typeface="Andika"/>
              <a:cs typeface="Andika"/>
              <a:sym typeface="Andika"/>
            </a:endParaRPr>
          </a:p>
        </p:txBody>
      </p:sp>
      <p:sp>
        <p:nvSpPr>
          <p:cNvPr id="145" name="Google Shape;145;p9"/>
          <p:cNvSpPr txBox="1">
            <a:spLocks noGrp="1"/>
          </p:cNvSpPr>
          <p:nvPr>
            <p:ph type="title"/>
          </p:nvPr>
        </p:nvSpPr>
        <p:spPr>
          <a:xfrm>
            <a:off x="946001" y="1327367"/>
            <a:ext cx="4162400" cy="7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46" name="Google Shape;146;p9"/>
          <p:cNvSpPr txBox="1">
            <a:spLocks noGrp="1"/>
          </p:cNvSpPr>
          <p:nvPr>
            <p:ph type="subTitle" idx="1"/>
          </p:nvPr>
        </p:nvSpPr>
        <p:spPr>
          <a:xfrm>
            <a:off x="946000" y="2207567"/>
            <a:ext cx="4162400" cy="21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2315333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bg>
      <p:bgPr>
        <a:solidFill>
          <a:schemeClr val="lt1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 txBox="1">
            <a:spLocks noGrp="1"/>
          </p:cNvSpPr>
          <p:nvPr>
            <p:ph type="title"/>
          </p:nvPr>
        </p:nvSpPr>
        <p:spPr>
          <a:xfrm rot="-573162">
            <a:off x="4839956" y="3257303"/>
            <a:ext cx="4794077" cy="14711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149" name="Google Shape;149;p10"/>
          <p:cNvSpPr/>
          <p:nvPr/>
        </p:nvSpPr>
        <p:spPr>
          <a:xfrm rot="-900196">
            <a:off x="6931329" y="5443918"/>
            <a:ext cx="6296383" cy="2828156"/>
          </a:xfrm>
          <a:custGeom>
            <a:avLst/>
            <a:gdLst/>
            <a:ahLst/>
            <a:cxnLst/>
            <a:rect l="l" t="t" r="r" b="b"/>
            <a:pathLst>
              <a:path w="422637" h="70492" extrusionOk="0">
                <a:moveTo>
                  <a:pt x="422636" y="0"/>
                </a:moveTo>
                <a:lnTo>
                  <a:pt x="422636" y="30130"/>
                </a:lnTo>
                <a:cubicBezTo>
                  <a:pt x="412907" y="34629"/>
                  <a:pt x="402424" y="37851"/>
                  <a:pt x="392255" y="41534"/>
                </a:cubicBezTo>
                <a:cubicBezTo>
                  <a:pt x="368926" y="50050"/>
                  <a:pt x="346767" y="61453"/>
                  <a:pt x="322475" y="67479"/>
                </a:cubicBezTo>
                <a:cubicBezTo>
                  <a:pt x="319713" y="68149"/>
                  <a:pt x="316951" y="68755"/>
                  <a:pt x="314168" y="69299"/>
                </a:cubicBezTo>
                <a:lnTo>
                  <a:pt x="185237" y="69299"/>
                </a:lnTo>
                <a:cubicBezTo>
                  <a:pt x="151153" y="68358"/>
                  <a:pt x="116901" y="70492"/>
                  <a:pt x="83109" y="66558"/>
                </a:cubicBezTo>
                <a:cubicBezTo>
                  <a:pt x="54716" y="63273"/>
                  <a:pt x="27264" y="55699"/>
                  <a:pt x="0" y="47748"/>
                </a:cubicBezTo>
                <a:lnTo>
                  <a:pt x="0" y="14793"/>
                </a:lnTo>
                <a:cubicBezTo>
                  <a:pt x="19145" y="14731"/>
                  <a:pt x="38332" y="11027"/>
                  <a:pt x="57373" y="12910"/>
                </a:cubicBezTo>
                <a:cubicBezTo>
                  <a:pt x="69362" y="14124"/>
                  <a:pt x="81163" y="17555"/>
                  <a:pt x="93257" y="17179"/>
                </a:cubicBezTo>
                <a:cubicBezTo>
                  <a:pt x="103426" y="16865"/>
                  <a:pt x="113260" y="13831"/>
                  <a:pt x="123345" y="12638"/>
                </a:cubicBezTo>
                <a:cubicBezTo>
                  <a:pt x="150525" y="9395"/>
                  <a:pt x="177391" y="19355"/>
                  <a:pt x="204717" y="21217"/>
                </a:cubicBezTo>
                <a:cubicBezTo>
                  <a:pt x="226268" y="22682"/>
                  <a:pt x="248154" y="19083"/>
                  <a:pt x="269476" y="22305"/>
                </a:cubicBezTo>
                <a:cubicBezTo>
                  <a:pt x="279603" y="23832"/>
                  <a:pt x="290567" y="26783"/>
                  <a:pt x="299710" y="22577"/>
                </a:cubicBezTo>
                <a:cubicBezTo>
                  <a:pt x="304732" y="20275"/>
                  <a:pt x="308373" y="16091"/>
                  <a:pt x="313059" y="13287"/>
                </a:cubicBezTo>
                <a:cubicBezTo>
                  <a:pt x="319881" y="9249"/>
                  <a:pt x="328355" y="8391"/>
                  <a:pt x="336452" y="7679"/>
                </a:cubicBezTo>
                <a:cubicBezTo>
                  <a:pt x="347793" y="6675"/>
                  <a:pt x="359091" y="5650"/>
                  <a:pt x="370390" y="4625"/>
                </a:cubicBezTo>
                <a:lnTo>
                  <a:pt x="416673" y="461"/>
                </a:lnTo>
                <a:cubicBezTo>
                  <a:pt x="418661" y="251"/>
                  <a:pt x="420649" y="63"/>
                  <a:pt x="42263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0" name="Google Shape;150;p10"/>
          <p:cNvGrpSpPr/>
          <p:nvPr/>
        </p:nvGrpSpPr>
        <p:grpSpPr>
          <a:xfrm>
            <a:off x="1" y="945985"/>
            <a:ext cx="8988553" cy="911983"/>
            <a:chOff x="3287725" y="655838"/>
            <a:chExt cx="6741415" cy="683987"/>
          </a:xfrm>
        </p:grpSpPr>
        <p:sp>
          <p:nvSpPr>
            <p:cNvPr id="151" name="Google Shape;151;p10"/>
            <p:cNvSpPr/>
            <p:nvPr/>
          </p:nvSpPr>
          <p:spPr>
            <a:xfrm>
              <a:off x="8292225" y="1050000"/>
              <a:ext cx="1736915" cy="289825"/>
            </a:xfrm>
            <a:custGeom>
              <a:avLst/>
              <a:gdLst/>
              <a:ahLst/>
              <a:cxnLst/>
              <a:rect l="l" t="t" r="r" b="b"/>
              <a:pathLst>
                <a:path w="129790" h="21657" extrusionOk="0">
                  <a:moveTo>
                    <a:pt x="129790" y="21092"/>
                  </a:moveTo>
                  <a:cubicBezTo>
                    <a:pt x="127467" y="20548"/>
                    <a:pt x="112277" y="19104"/>
                    <a:pt x="109954" y="18623"/>
                  </a:cubicBezTo>
                  <a:cubicBezTo>
                    <a:pt x="105372" y="17681"/>
                    <a:pt x="101752" y="13894"/>
                    <a:pt x="97944" y="10881"/>
                  </a:cubicBezTo>
                  <a:cubicBezTo>
                    <a:pt x="94115" y="7889"/>
                    <a:pt x="89093" y="5546"/>
                    <a:pt x="84909" y="7889"/>
                  </a:cubicBezTo>
                  <a:cubicBezTo>
                    <a:pt x="82816" y="9061"/>
                    <a:pt x="80933" y="11341"/>
                    <a:pt x="78652" y="10923"/>
                  </a:cubicBezTo>
                  <a:cubicBezTo>
                    <a:pt x="77460" y="10714"/>
                    <a:pt x="76497" y="9730"/>
                    <a:pt x="75556" y="8852"/>
                  </a:cubicBezTo>
                  <a:cubicBezTo>
                    <a:pt x="72062" y="5546"/>
                    <a:pt x="68149" y="2616"/>
                    <a:pt x="63692" y="1570"/>
                  </a:cubicBezTo>
                  <a:cubicBezTo>
                    <a:pt x="57101" y="1"/>
                    <a:pt x="53377" y="3453"/>
                    <a:pt x="48732" y="7512"/>
                  </a:cubicBezTo>
                  <a:cubicBezTo>
                    <a:pt x="48376" y="7826"/>
                    <a:pt x="47978" y="8161"/>
                    <a:pt x="47518" y="8349"/>
                  </a:cubicBezTo>
                  <a:cubicBezTo>
                    <a:pt x="46639" y="8663"/>
                    <a:pt x="45698" y="8349"/>
                    <a:pt x="44840" y="8056"/>
                  </a:cubicBezTo>
                  <a:cubicBezTo>
                    <a:pt x="42727" y="7366"/>
                    <a:pt x="40509" y="6738"/>
                    <a:pt x="38270" y="6801"/>
                  </a:cubicBezTo>
                  <a:cubicBezTo>
                    <a:pt x="36031" y="6885"/>
                    <a:pt x="33729" y="7743"/>
                    <a:pt x="32369" y="9521"/>
                  </a:cubicBezTo>
                  <a:cubicBezTo>
                    <a:pt x="31512" y="10651"/>
                    <a:pt x="31051" y="12074"/>
                    <a:pt x="30193" y="13162"/>
                  </a:cubicBezTo>
                  <a:cubicBezTo>
                    <a:pt x="29336" y="14292"/>
                    <a:pt x="27745" y="15087"/>
                    <a:pt x="26511" y="14396"/>
                  </a:cubicBezTo>
                  <a:cubicBezTo>
                    <a:pt x="26113" y="14166"/>
                    <a:pt x="25799" y="13810"/>
                    <a:pt x="25465" y="13497"/>
                  </a:cubicBezTo>
                  <a:cubicBezTo>
                    <a:pt x="24188" y="12429"/>
                    <a:pt x="22242" y="12325"/>
                    <a:pt x="20736" y="13036"/>
                  </a:cubicBezTo>
                  <a:cubicBezTo>
                    <a:pt x="19208" y="13727"/>
                    <a:pt x="18120" y="15150"/>
                    <a:pt x="17493" y="16698"/>
                  </a:cubicBezTo>
                  <a:cubicBezTo>
                    <a:pt x="17284" y="17179"/>
                    <a:pt x="17116" y="17744"/>
                    <a:pt x="16760" y="18121"/>
                  </a:cubicBezTo>
                  <a:cubicBezTo>
                    <a:pt x="16447" y="18476"/>
                    <a:pt x="16007" y="18644"/>
                    <a:pt x="15547" y="18790"/>
                  </a:cubicBezTo>
                  <a:cubicBezTo>
                    <a:pt x="12346" y="19836"/>
                    <a:pt x="9542" y="18309"/>
                    <a:pt x="6340" y="18100"/>
                  </a:cubicBezTo>
                  <a:cubicBezTo>
                    <a:pt x="4311" y="17974"/>
                    <a:pt x="691" y="17807"/>
                    <a:pt x="147" y="20464"/>
                  </a:cubicBezTo>
                  <a:cubicBezTo>
                    <a:pt x="1" y="21238"/>
                    <a:pt x="7031" y="20945"/>
                    <a:pt x="7763" y="20924"/>
                  </a:cubicBezTo>
                  <a:cubicBezTo>
                    <a:pt x="16865" y="20485"/>
                    <a:pt x="26009" y="21134"/>
                    <a:pt x="35152" y="21301"/>
                  </a:cubicBezTo>
                  <a:cubicBezTo>
                    <a:pt x="44568" y="21448"/>
                    <a:pt x="54004" y="21531"/>
                    <a:pt x="63420" y="21573"/>
                  </a:cubicBezTo>
                  <a:cubicBezTo>
                    <a:pt x="80347" y="21657"/>
                    <a:pt x="97295" y="21552"/>
                    <a:pt x="114202" y="21301"/>
                  </a:cubicBezTo>
                  <a:cubicBezTo>
                    <a:pt x="115457" y="21301"/>
                    <a:pt x="124517" y="21322"/>
                    <a:pt x="129790" y="210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" name="Google Shape;152;p10"/>
            <p:cNvSpPr/>
            <p:nvPr/>
          </p:nvSpPr>
          <p:spPr>
            <a:xfrm flipH="1">
              <a:off x="3287725" y="655838"/>
              <a:ext cx="1846559" cy="394163"/>
            </a:xfrm>
            <a:custGeom>
              <a:avLst/>
              <a:gdLst/>
              <a:ahLst/>
              <a:cxnLst/>
              <a:rect l="l" t="t" r="r" b="b"/>
              <a:pathLst>
                <a:path w="134687" h="28750" extrusionOk="0">
                  <a:moveTo>
                    <a:pt x="16112" y="28582"/>
                  </a:moveTo>
                  <a:cubicBezTo>
                    <a:pt x="54360" y="27641"/>
                    <a:pt x="93425" y="28750"/>
                    <a:pt x="131673" y="27808"/>
                  </a:cubicBezTo>
                  <a:cubicBezTo>
                    <a:pt x="132845" y="27787"/>
                    <a:pt x="134268" y="27578"/>
                    <a:pt x="134686" y="26469"/>
                  </a:cubicBezTo>
                  <a:cubicBezTo>
                    <a:pt x="132426" y="25277"/>
                    <a:pt x="129706" y="26323"/>
                    <a:pt x="127175" y="26448"/>
                  </a:cubicBezTo>
                  <a:cubicBezTo>
                    <a:pt x="122655" y="26678"/>
                    <a:pt x="118617" y="23917"/>
                    <a:pt x="114620" y="21761"/>
                  </a:cubicBezTo>
                  <a:cubicBezTo>
                    <a:pt x="110624" y="19627"/>
                    <a:pt x="105519" y="18100"/>
                    <a:pt x="101752" y="20611"/>
                  </a:cubicBezTo>
                  <a:cubicBezTo>
                    <a:pt x="101041" y="21092"/>
                    <a:pt x="100330" y="21720"/>
                    <a:pt x="99472" y="21678"/>
                  </a:cubicBezTo>
                  <a:cubicBezTo>
                    <a:pt x="98949" y="21657"/>
                    <a:pt x="98488" y="21364"/>
                    <a:pt x="98028" y="21113"/>
                  </a:cubicBezTo>
                  <a:cubicBezTo>
                    <a:pt x="94513" y="18895"/>
                    <a:pt x="91332" y="16091"/>
                    <a:pt x="88675" y="12869"/>
                  </a:cubicBezTo>
                  <a:cubicBezTo>
                    <a:pt x="86604" y="10379"/>
                    <a:pt x="84804" y="7596"/>
                    <a:pt x="82210" y="5650"/>
                  </a:cubicBezTo>
                  <a:cubicBezTo>
                    <a:pt x="76560" y="1424"/>
                    <a:pt x="67584" y="2700"/>
                    <a:pt x="63316" y="8287"/>
                  </a:cubicBezTo>
                  <a:cubicBezTo>
                    <a:pt x="62876" y="8893"/>
                    <a:pt x="62416" y="9584"/>
                    <a:pt x="61705" y="9814"/>
                  </a:cubicBezTo>
                  <a:cubicBezTo>
                    <a:pt x="60533" y="10232"/>
                    <a:pt x="59340" y="9270"/>
                    <a:pt x="58399" y="8454"/>
                  </a:cubicBezTo>
                  <a:cubicBezTo>
                    <a:pt x="49694" y="921"/>
                    <a:pt x="35655" y="1"/>
                    <a:pt x="26532" y="7031"/>
                  </a:cubicBezTo>
                  <a:cubicBezTo>
                    <a:pt x="23917" y="9061"/>
                    <a:pt x="21761" y="11592"/>
                    <a:pt x="19648" y="14124"/>
                  </a:cubicBezTo>
                  <a:cubicBezTo>
                    <a:pt x="16112" y="18372"/>
                    <a:pt x="5253" y="26888"/>
                    <a:pt x="1" y="28562"/>
                  </a:cubicBezTo>
                  <a:lnTo>
                    <a:pt x="16112" y="28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70024769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/>
          <p:nvPr/>
        </p:nvSpPr>
        <p:spPr>
          <a:xfrm>
            <a:off x="-1067" y="3429000"/>
            <a:ext cx="12192000" cy="3428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5" name="Google Shape;155;p11"/>
          <p:cNvSpPr txBox="1">
            <a:spLocks noGrp="1"/>
          </p:cNvSpPr>
          <p:nvPr>
            <p:ph type="title" hasCustomPrompt="1"/>
          </p:nvPr>
        </p:nvSpPr>
        <p:spPr>
          <a:xfrm>
            <a:off x="2002400" y="2151833"/>
            <a:ext cx="8187200" cy="193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11333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56" name="Google Shape;156;p11"/>
          <p:cNvSpPr/>
          <p:nvPr/>
        </p:nvSpPr>
        <p:spPr>
          <a:xfrm rot="10800000">
            <a:off x="259562" y="5279652"/>
            <a:ext cx="3696465" cy="1604083"/>
          </a:xfrm>
          <a:custGeom>
            <a:avLst/>
            <a:gdLst/>
            <a:ahLst/>
            <a:cxnLst/>
            <a:rect l="l" t="t" r="r" b="b"/>
            <a:pathLst>
              <a:path w="153105" h="88201" extrusionOk="0">
                <a:moveTo>
                  <a:pt x="31974" y="1"/>
                </a:moveTo>
                <a:cubicBezTo>
                  <a:pt x="15676" y="1"/>
                  <a:pt x="0" y="5350"/>
                  <a:pt x="5300" y="27413"/>
                </a:cubicBezTo>
                <a:cubicBezTo>
                  <a:pt x="7560" y="36871"/>
                  <a:pt x="14967" y="44654"/>
                  <a:pt x="23839" y="48693"/>
                </a:cubicBezTo>
                <a:cubicBezTo>
                  <a:pt x="27186" y="50241"/>
                  <a:pt x="30764" y="51308"/>
                  <a:pt x="33987" y="53149"/>
                </a:cubicBezTo>
                <a:cubicBezTo>
                  <a:pt x="43214" y="58380"/>
                  <a:pt x="48549" y="69177"/>
                  <a:pt x="58279" y="73424"/>
                </a:cubicBezTo>
                <a:cubicBezTo>
                  <a:pt x="62376" y="75198"/>
                  <a:pt x="66785" y="75614"/>
                  <a:pt x="71292" y="75614"/>
                </a:cubicBezTo>
                <a:cubicBezTo>
                  <a:pt x="75269" y="75614"/>
                  <a:pt x="79322" y="75290"/>
                  <a:pt x="83302" y="75290"/>
                </a:cubicBezTo>
                <a:cubicBezTo>
                  <a:pt x="87691" y="75290"/>
                  <a:pt x="91991" y="75683"/>
                  <a:pt x="96004" y="77337"/>
                </a:cubicBezTo>
                <a:cubicBezTo>
                  <a:pt x="100084" y="79032"/>
                  <a:pt x="103558" y="81919"/>
                  <a:pt x="107428" y="84054"/>
                </a:cubicBezTo>
                <a:cubicBezTo>
                  <a:pt x="112452" y="86822"/>
                  <a:pt x="118182" y="88200"/>
                  <a:pt x="123911" y="88200"/>
                </a:cubicBezTo>
                <a:cubicBezTo>
                  <a:pt x="130090" y="88200"/>
                  <a:pt x="136268" y="86597"/>
                  <a:pt x="141555" y="83405"/>
                </a:cubicBezTo>
                <a:cubicBezTo>
                  <a:pt x="144149" y="81857"/>
                  <a:pt x="146556" y="79932"/>
                  <a:pt x="148230" y="77421"/>
                </a:cubicBezTo>
                <a:cubicBezTo>
                  <a:pt x="153105" y="70139"/>
                  <a:pt x="150406" y="59991"/>
                  <a:pt x="145175" y="52982"/>
                </a:cubicBezTo>
                <a:cubicBezTo>
                  <a:pt x="129210" y="31703"/>
                  <a:pt x="97155" y="31410"/>
                  <a:pt x="75583" y="15801"/>
                </a:cubicBezTo>
                <a:cubicBezTo>
                  <a:pt x="71210" y="12641"/>
                  <a:pt x="67255" y="8833"/>
                  <a:pt x="62547" y="6197"/>
                </a:cubicBezTo>
                <a:cubicBezTo>
                  <a:pt x="57023" y="3079"/>
                  <a:pt x="50705" y="1719"/>
                  <a:pt x="44427" y="882"/>
                </a:cubicBezTo>
                <a:cubicBezTo>
                  <a:pt x="40471" y="361"/>
                  <a:pt x="36202" y="1"/>
                  <a:pt x="3197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7" name="Google Shape;157;p11"/>
          <p:cNvSpPr txBox="1">
            <a:spLocks noGrp="1"/>
          </p:cNvSpPr>
          <p:nvPr>
            <p:ph type="subTitle" idx="1"/>
          </p:nvPr>
        </p:nvSpPr>
        <p:spPr>
          <a:xfrm>
            <a:off x="2813600" y="3942767"/>
            <a:ext cx="6564800" cy="5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58" name="Google Shape;158;p11"/>
          <p:cNvSpPr/>
          <p:nvPr/>
        </p:nvSpPr>
        <p:spPr>
          <a:xfrm rot="1800424">
            <a:off x="-2085822" y="4939968"/>
            <a:ext cx="6873427" cy="2664653"/>
          </a:xfrm>
          <a:custGeom>
            <a:avLst/>
            <a:gdLst/>
            <a:ahLst/>
            <a:cxnLst/>
            <a:rect l="l" t="t" r="r" b="b"/>
            <a:pathLst>
              <a:path w="422637" h="70492" extrusionOk="0">
                <a:moveTo>
                  <a:pt x="422636" y="0"/>
                </a:moveTo>
                <a:lnTo>
                  <a:pt x="422636" y="30130"/>
                </a:lnTo>
                <a:cubicBezTo>
                  <a:pt x="412907" y="34629"/>
                  <a:pt x="402424" y="37851"/>
                  <a:pt x="392255" y="41534"/>
                </a:cubicBezTo>
                <a:cubicBezTo>
                  <a:pt x="368926" y="50050"/>
                  <a:pt x="346767" y="61453"/>
                  <a:pt x="322475" y="67479"/>
                </a:cubicBezTo>
                <a:cubicBezTo>
                  <a:pt x="319713" y="68149"/>
                  <a:pt x="316951" y="68755"/>
                  <a:pt x="314168" y="69299"/>
                </a:cubicBezTo>
                <a:lnTo>
                  <a:pt x="185237" y="69299"/>
                </a:lnTo>
                <a:cubicBezTo>
                  <a:pt x="151153" y="68358"/>
                  <a:pt x="116901" y="70492"/>
                  <a:pt x="83109" y="66558"/>
                </a:cubicBezTo>
                <a:cubicBezTo>
                  <a:pt x="54716" y="63273"/>
                  <a:pt x="27264" y="55699"/>
                  <a:pt x="0" y="47748"/>
                </a:cubicBezTo>
                <a:lnTo>
                  <a:pt x="0" y="14793"/>
                </a:lnTo>
                <a:cubicBezTo>
                  <a:pt x="19145" y="14731"/>
                  <a:pt x="38332" y="11027"/>
                  <a:pt x="57373" y="12910"/>
                </a:cubicBezTo>
                <a:cubicBezTo>
                  <a:pt x="69362" y="14124"/>
                  <a:pt x="81163" y="17555"/>
                  <a:pt x="93257" y="17179"/>
                </a:cubicBezTo>
                <a:cubicBezTo>
                  <a:pt x="103426" y="16865"/>
                  <a:pt x="113260" y="13831"/>
                  <a:pt x="123345" y="12638"/>
                </a:cubicBezTo>
                <a:cubicBezTo>
                  <a:pt x="150525" y="9395"/>
                  <a:pt x="177391" y="19355"/>
                  <a:pt x="204717" y="21217"/>
                </a:cubicBezTo>
                <a:cubicBezTo>
                  <a:pt x="226268" y="22682"/>
                  <a:pt x="248154" y="19083"/>
                  <a:pt x="269476" y="22305"/>
                </a:cubicBezTo>
                <a:cubicBezTo>
                  <a:pt x="279603" y="23832"/>
                  <a:pt x="290567" y="26783"/>
                  <a:pt x="299710" y="22577"/>
                </a:cubicBezTo>
                <a:cubicBezTo>
                  <a:pt x="304732" y="20275"/>
                  <a:pt x="308373" y="16091"/>
                  <a:pt x="313059" y="13287"/>
                </a:cubicBezTo>
                <a:cubicBezTo>
                  <a:pt x="319881" y="9249"/>
                  <a:pt x="328355" y="8391"/>
                  <a:pt x="336452" y="7679"/>
                </a:cubicBezTo>
                <a:cubicBezTo>
                  <a:pt x="347793" y="6675"/>
                  <a:pt x="359091" y="5650"/>
                  <a:pt x="370390" y="4625"/>
                </a:cubicBezTo>
                <a:lnTo>
                  <a:pt x="416673" y="461"/>
                </a:lnTo>
                <a:cubicBezTo>
                  <a:pt x="418661" y="251"/>
                  <a:pt x="420649" y="63"/>
                  <a:pt x="42263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8166409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874585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/>
          <p:nvPr/>
        </p:nvSpPr>
        <p:spPr>
          <a:xfrm>
            <a:off x="-167" y="2061668"/>
            <a:ext cx="12192000" cy="4815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2" name="Google Shape;162;p13"/>
          <p:cNvSpPr txBox="1">
            <a:spLocks noGrp="1"/>
          </p:cNvSpPr>
          <p:nvPr>
            <p:ph type="title"/>
          </p:nvPr>
        </p:nvSpPr>
        <p:spPr>
          <a:xfrm>
            <a:off x="728800" y="4574073"/>
            <a:ext cx="28360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63" name="Google Shape;163;p13"/>
          <p:cNvSpPr txBox="1">
            <a:spLocks noGrp="1"/>
          </p:cNvSpPr>
          <p:nvPr>
            <p:ph type="subTitle" idx="1"/>
          </p:nvPr>
        </p:nvSpPr>
        <p:spPr>
          <a:xfrm>
            <a:off x="728800" y="5006680"/>
            <a:ext cx="2836000" cy="10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64" name="Google Shape;164;p13"/>
          <p:cNvSpPr txBox="1">
            <a:spLocks noGrp="1"/>
          </p:cNvSpPr>
          <p:nvPr>
            <p:ph type="title" idx="2" hasCustomPrompt="1"/>
          </p:nvPr>
        </p:nvSpPr>
        <p:spPr>
          <a:xfrm>
            <a:off x="1781433" y="3311963"/>
            <a:ext cx="730800" cy="6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5" name="Google Shape;165;p13"/>
          <p:cNvSpPr txBox="1">
            <a:spLocks noGrp="1"/>
          </p:cNvSpPr>
          <p:nvPr>
            <p:ph type="title" idx="3"/>
          </p:nvPr>
        </p:nvSpPr>
        <p:spPr>
          <a:xfrm>
            <a:off x="3361585" y="4574073"/>
            <a:ext cx="28360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66" name="Google Shape;166;p13"/>
          <p:cNvSpPr txBox="1">
            <a:spLocks noGrp="1"/>
          </p:cNvSpPr>
          <p:nvPr>
            <p:ph type="subTitle" idx="4"/>
          </p:nvPr>
        </p:nvSpPr>
        <p:spPr>
          <a:xfrm>
            <a:off x="3361583" y="5006680"/>
            <a:ext cx="2836000" cy="10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67" name="Google Shape;167;p13"/>
          <p:cNvSpPr txBox="1">
            <a:spLocks noGrp="1"/>
          </p:cNvSpPr>
          <p:nvPr>
            <p:ph type="title" idx="5" hasCustomPrompt="1"/>
          </p:nvPr>
        </p:nvSpPr>
        <p:spPr>
          <a:xfrm>
            <a:off x="4414164" y="3311963"/>
            <a:ext cx="730800" cy="6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8" name="Google Shape;168;p13"/>
          <p:cNvSpPr txBox="1">
            <a:spLocks noGrp="1"/>
          </p:cNvSpPr>
          <p:nvPr>
            <p:ph type="title" idx="6"/>
          </p:nvPr>
        </p:nvSpPr>
        <p:spPr>
          <a:xfrm>
            <a:off x="5994391" y="4581636"/>
            <a:ext cx="28360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69" name="Google Shape;169;p13"/>
          <p:cNvSpPr txBox="1">
            <a:spLocks noGrp="1"/>
          </p:cNvSpPr>
          <p:nvPr>
            <p:ph type="subTitle" idx="7"/>
          </p:nvPr>
        </p:nvSpPr>
        <p:spPr>
          <a:xfrm>
            <a:off x="5994387" y="5022749"/>
            <a:ext cx="2836000" cy="10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title" idx="8" hasCustomPrompt="1"/>
          </p:nvPr>
        </p:nvSpPr>
        <p:spPr>
          <a:xfrm>
            <a:off x="7047035" y="3321239"/>
            <a:ext cx="730800" cy="6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1" name="Google Shape;171;p13"/>
          <p:cNvSpPr txBox="1">
            <a:spLocks noGrp="1"/>
          </p:cNvSpPr>
          <p:nvPr>
            <p:ph type="title" idx="9"/>
          </p:nvPr>
        </p:nvSpPr>
        <p:spPr>
          <a:xfrm>
            <a:off x="8627209" y="4581636"/>
            <a:ext cx="28360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72" name="Google Shape;172;p13"/>
          <p:cNvSpPr txBox="1">
            <a:spLocks noGrp="1"/>
          </p:cNvSpPr>
          <p:nvPr>
            <p:ph type="subTitle" idx="13"/>
          </p:nvPr>
        </p:nvSpPr>
        <p:spPr>
          <a:xfrm>
            <a:off x="8627203" y="5022749"/>
            <a:ext cx="2836000" cy="10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73" name="Google Shape;173;p13"/>
          <p:cNvSpPr txBox="1">
            <a:spLocks noGrp="1"/>
          </p:cNvSpPr>
          <p:nvPr>
            <p:ph type="title" idx="14" hasCustomPrompt="1"/>
          </p:nvPr>
        </p:nvSpPr>
        <p:spPr>
          <a:xfrm>
            <a:off x="9679799" y="3321239"/>
            <a:ext cx="730800" cy="6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2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4" name="Google Shape;174;p13"/>
          <p:cNvSpPr txBox="1">
            <a:spLocks noGrp="1"/>
          </p:cNvSpPr>
          <p:nvPr>
            <p:ph type="title" idx="15"/>
          </p:nvPr>
        </p:nvSpPr>
        <p:spPr>
          <a:xfrm>
            <a:off x="946000" y="946633"/>
            <a:ext cx="10300000" cy="59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175" name="Google Shape;175;p13"/>
          <p:cNvSpPr/>
          <p:nvPr/>
        </p:nvSpPr>
        <p:spPr>
          <a:xfrm flipH="1">
            <a:off x="-1231033" y="874451"/>
            <a:ext cx="2462079" cy="525551"/>
          </a:xfrm>
          <a:custGeom>
            <a:avLst/>
            <a:gdLst/>
            <a:ahLst/>
            <a:cxnLst/>
            <a:rect l="l" t="t" r="r" b="b"/>
            <a:pathLst>
              <a:path w="134687" h="28750" extrusionOk="0">
                <a:moveTo>
                  <a:pt x="16112" y="28582"/>
                </a:moveTo>
                <a:cubicBezTo>
                  <a:pt x="54360" y="27641"/>
                  <a:pt x="93425" y="28750"/>
                  <a:pt x="131673" y="27808"/>
                </a:cubicBezTo>
                <a:cubicBezTo>
                  <a:pt x="132845" y="27787"/>
                  <a:pt x="134268" y="27578"/>
                  <a:pt x="134686" y="26469"/>
                </a:cubicBezTo>
                <a:cubicBezTo>
                  <a:pt x="132426" y="25277"/>
                  <a:pt x="129706" y="26323"/>
                  <a:pt x="127175" y="26448"/>
                </a:cubicBezTo>
                <a:cubicBezTo>
                  <a:pt x="122655" y="26678"/>
                  <a:pt x="118617" y="23917"/>
                  <a:pt x="114620" y="21761"/>
                </a:cubicBezTo>
                <a:cubicBezTo>
                  <a:pt x="110624" y="19627"/>
                  <a:pt x="105519" y="18100"/>
                  <a:pt x="101752" y="20611"/>
                </a:cubicBezTo>
                <a:cubicBezTo>
                  <a:pt x="101041" y="21092"/>
                  <a:pt x="100330" y="21720"/>
                  <a:pt x="99472" y="21678"/>
                </a:cubicBezTo>
                <a:cubicBezTo>
                  <a:pt x="98949" y="21657"/>
                  <a:pt x="98488" y="21364"/>
                  <a:pt x="98028" y="21113"/>
                </a:cubicBezTo>
                <a:cubicBezTo>
                  <a:pt x="94513" y="18895"/>
                  <a:pt x="91332" y="16091"/>
                  <a:pt x="88675" y="12869"/>
                </a:cubicBezTo>
                <a:cubicBezTo>
                  <a:pt x="86604" y="10379"/>
                  <a:pt x="84804" y="7596"/>
                  <a:pt x="82210" y="5650"/>
                </a:cubicBezTo>
                <a:cubicBezTo>
                  <a:pt x="76560" y="1424"/>
                  <a:pt x="67584" y="2700"/>
                  <a:pt x="63316" y="8287"/>
                </a:cubicBezTo>
                <a:cubicBezTo>
                  <a:pt x="62876" y="8893"/>
                  <a:pt x="62416" y="9584"/>
                  <a:pt x="61705" y="9814"/>
                </a:cubicBezTo>
                <a:cubicBezTo>
                  <a:pt x="60533" y="10232"/>
                  <a:pt x="59340" y="9270"/>
                  <a:pt x="58399" y="8454"/>
                </a:cubicBezTo>
                <a:cubicBezTo>
                  <a:pt x="49694" y="921"/>
                  <a:pt x="35655" y="1"/>
                  <a:pt x="26532" y="7031"/>
                </a:cubicBezTo>
                <a:cubicBezTo>
                  <a:pt x="23917" y="9061"/>
                  <a:pt x="21761" y="11592"/>
                  <a:pt x="19648" y="14124"/>
                </a:cubicBezTo>
                <a:cubicBezTo>
                  <a:pt x="16112" y="18372"/>
                  <a:pt x="5253" y="26888"/>
                  <a:pt x="1" y="28562"/>
                </a:cubicBezTo>
                <a:lnTo>
                  <a:pt x="16112" y="2856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6" name="Google Shape;176;p13"/>
          <p:cNvSpPr/>
          <p:nvPr/>
        </p:nvSpPr>
        <p:spPr>
          <a:xfrm flipH="1">
            <a:off x="10658567" y="874451"/>
            <a:ext cx="2462079" cy="525551"/>
          </a:xfrm>
          <a:custGeom>
            <a:avLst/>
            <a:gdLst/>
            <a:ahLst/>
            <a:cxnLst/>
            <a:rect l="l" t="t" r="r" b="b"/>
            <a:pathLst>
              <a:path w="134687" h="28750" extrusionOk="0">
                <a:moveTo>
                  <a:pt x="16112" y="28582"/>
                </a:moveTo>
                <a:cubicBezTo>
                  <a:pt x="54360" y="27641"/>
                  <a:pt x="93425" y="28750"/>
                  <a:pt x="131673" y="27808"/>
                </a:cubicBezTo>
                <a:cubicBezTo>
                  <a:pt x="132845" y="27787"/>
                  <a:pt x="134268" y="27578"/>
                  <a:pt x="134686" y="26469"/>
                </a:cubicBezTo>
                <a:cubicBezTo>
                  <a:pt x="132426" y="25277"/>
                  <a:pt x="129706" y="26323"/>
                  <a:pt x="127175" y="26448"/>
                </a:cubicBezTo>
                <a:cubicBezTo>
                  <a:pt x="122655" y="26678"/>
                  <a:pt x="118617" y="23917"/>
                  <a:pt x="114620" y="21761"/>
                </a:cubicBezTo>
                <a:cubicBezTo>
                  <a:pt x="110624" y="19627"/>
                  <a:pt x="105519" y="18100"/>
                  <a:pt x="101752" y="20611"/>
                </a:cubicBezTo>
                <a:cubicBezTo>
                  <a:pt x="101041" y="21092"/>
                  <a:pt x="100330" y="21720"/>
                  <a:pt x="99472" y="21678"/>
                </a:cubicBezTo>
                <a:cubicBezTo>
                  <a:pt x="98949" y="21657"/>
                  <a:pt x="98488" y="21364"/>
                  <a:pt x="98028" y="21113"/>
                </a:cubicBezTo>
                <a:cubicBezTo>
                  <a:pt x="94513" y="18895"/>
                  <a:pt x="91332" y="16091"/>
                  <a:pt x="88675" y="12869"/>
                </a:cubicBezTo>
                <a:cubicBezTo>
                  <a:pt x="86604" y="10379"/>
                  <a:pt x="84804" y="7596"/>
                  <a:pt x="82210" y="5650"/>
                </a:cubicBezTo>
                <a:cubicBezTo>
                  <a:pt x="76560" y="1424"/>
                  <a:pt x="67584" y="2700"/>
                  <a:pt x="63316" y="8287"/>
                </a:cubicBezTo>
                <a:cubicBezTo>
                  <a:pt x="62876" y="8893"/>
                  <a:pt x="62416" y="9584"/>
                  <a:pt x="61705" y="9814"/>
                </a:cubicBezTo>
                <a:cubicBezTo>
                  <a:pt x="60533" y="10232"/>
                  <a:pt x="59340" y="9270"/>
                  <a:pt x="58399" y="8454"/>
                </a:cubicBezTo>
                <a:cubicBezTo>
                  <a:pt x="49694" y="921"/>
                  <a:pt x="35655" y="1"/>
                  <a:pt x="26532" y="7031"/>
                </a:cubicBezTo>
                <a:cubicBezTo>
                  <a:pt x="23917" y="9061"/>
                  <a:pt x="21761" y="11592"/>
                  <a:pt x="19648" y="14124"/>
                </a:cubicBezTo>
                <a:cubicBezTo>
                  <a:pt x="16112" y="18372"/>
                  <a:pt x="5253" y="26888"/>
                  <a:pt x="1" y="28562"/>
                </a:cubicBezTo>
                <a:lnTo>
                  <a:pt x="16112" y="2856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58561434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14"/>
          <p:cNvGrpSpPr/>
          <p:nvPr/>
        </p:nvGrpSpPr>
        <p:grpSpPr>
          <a:xfrm>
            <a:off x="-1157949" y="-1555046"/>
            <a:ext cx="13049069" cy="3897847"/>
            <a:chOff x="-868462" y="-1166285"/>
            <a:chExt cx="9786802" cy="2923385"/>
          </a:xfrm>
        </p:grpSpPr>
        <p:sp>
          <p:nvSpPr>
            <p:cNvPr id="179" name="Google Shape;179;p14"/>
            <p:cNvSpPr/>
            <p:nvPr/>
          </p:nvSpPr>
          <p:spPr>
            <a:xfrm>
              <a:off x="7181425" y="1057500"/>
              <a:ext cx="1736915" cy="289825"/>
            </a:xfrm>
            <a:custGeom>
              <a:avLst/>
              <a:gdLst/>
              <a:ahLst/>
              <a:cxnLst/>
              <a:rect l="l" t="t" r="r" b="b"/>
              <a:pathLst>
                <a:path w="129790" h="21657" extrusionOk="0">
                  <a:moveTo>
                    <a:pt x="129790" y="21092"/>
                  </a:moveTo>
                  <a:cubicBezTo>
                    <a:pt x="127467" y="20548"/>
                    <a:pt x="112277" y="19104"/>
                    <a:pt x="109954" y="18623"/>
                  </a:cubicBezTo>
                  <a:cubicBezTo>
                    <a:pt x="105372" y="17681"/>
                    <a:pt x="101752" y="13894"/>
                    <a:pt x="97944" y="10881"/>
                  </a:cubicBezTo>
                  <a:cubicBezTo>
                    <a:pt x="94115" y="7889"/>
                    <a:pt x="89093" y="5546"/>
                    <a:pt x="84909" y="7889"/>
                  </a:cubicBezTo>
                  <a:cubicBezTo>
                    <a:pt x="82816" y="9061"/>
                    <a:pt x="80933" y="11341"/>
                    <a:pt x="78652" y="10923"/>
                  </a:cubicBezTo>
                  <a:cubicBezTo>
                    <a:pt x="77460" y="10714"/>
                    <a:pt x="76497" y="9730"/>
                    <a:pt x="75556" y="8852"/>
                  </a:cubicBezTo>
                  <a:cubicBezTo>
                    <a:pt x="72062" y="5546"/>
                    <a:pt x="68149" y="2616"/>
                    <a:pt x="63692" y="1570"/>
                  </a:cubicBezTo>
                  <a:cubicBezTo>
                    <a:pt x="57101" y="1"/>
                    <a:pt x="53377" y="3453"/>
                    <a:pt x="48732" y="7512"/>
                  </a:cubicBezTo>
                  <a:cubicBezTo>
                    <a:pt x="48376" y="7826"/>
                    <a:pt x="47978" y="8161"/>
                    <a:pt x="47518" y="8349"/>
                  </a:cubicBezTo>
                  <a:cubicBezTo>
                    <a:pt x="46639" y="8663"/>
                    <a:pt x="45698" y="8349"/>
                    <a:pt x="44840" y="8056"/>
                  </a:cubicBezTo>
                  <a:cubicBezTo>
                    <a:pt x="42727" y="7366"/>
                    <a:pt x="40509" y="6738"/>
                    <a:pt x="38270" y="6801"/>
                  </a:cubicBezTo>
                  <a:cubicBezTo>
                    <a:pt x="36031" y="6885"/>
                    <a:pt x="33729" y="7743"/>
                    <a:pt x="32369" y="9521"/>
                  </a:cubicBezTo>
                  <a:cubicBezTo>
                    <a:pt x="31512" y="10651"/>
                    <a:pt x="31051" y="12074"/>
                    <a:pt x="30193" y="13162"/>
                  </a:cubicBezTo>
                  <a:cubicBezTo>
                    <a:pt x="29336" y="14292"/>
                    <a:pt x="27745" y="15087"/>
                    <a:pt x="26511" y="14396"/>
                  </a:cubicBezTo>
                  <a:cubicBezTo>
                    <a:pt x="26113" y="14166"/>
                    <a:pt x="25799" y="13810"/>
                    <a:pt x="25465" y="13497"/>
                  </a:cubicBezTo>
                  <a:cubicBezTo>
                    <a:pt x="24188" y="12429"/>
                    <a:pt x="22242" y="12325"/>
                    <a:pt x="20736" y="13036"/>
                  </a:cubicBezTo>
                  <a:cubicBezTo>
                    <a:pt x="19208" y="13727"/>
                    <a:pt x="18120" y="15150"/>
                    <a:pt x="17493" y="16698"/>
                  </a:cubicBezTo>
                  <a:cubicBezTo>
                    <a:pt x="17284" y="17179"/>
                    <a:pt x="17116" y="17744"/>
                    <a:pt x="16760" y="18121"/>
                  </a:cubicBezTo>
                  <a:cubicBezTo>
                    <a:pt x="16447" y="18476"/>
                    <a:pt x="16007" y="18644"/>
                    <a:pt x="15547" y="18790"/>
                  </a:cubicBezTo>
                  <a:cubicBezTo>
                    <a:pt x="12346" y="19836"/>
                    <a:pt x="9542" y="18309"/>
                    <a:pt x="6340" y="18100"/>
                  </a:cubicBezTo>
                  <a:cubicBezTo>
                    <a:pt x="4311" y="17974"/>
                    <a:pt x="691" y="17807"/>
                    <a:pt x="147" y="20464"/>
                  </a:cubicBezTo>
                  <a:cubicBezTo>
                    <a:pt x="1" y="21238"/>
                    <a:pt x="7031" y="20945"/>
                    <a:pt x="7763" y="20924"/>
                  </a:cubicBezTo>
                  <a:cubicBezTo>
                    <a:pt x="16865" y="20485"/>
                    <a:pt x="26009" y="21134"/>
                    <a:pt x="35152" y="21301"/>
                  </a:cubicBezTo>
                  <a:cubicBezTo>
                    <a:pt x="44568" y="21448"/>
                    <a:pt x="54004" y="21531"/>
                    <a:pt x="63420" y="21573"/>
                  </a:cubicBezTo>
                  <a:cubicBezTo>
                    <a:pt x="80347" y="21657"/>
                    <a:pt x="97295" y="21552"/>
                    <a:pt x="114202" y="21301"/>
                  </a:cubicBezTo>
                  <a:cubicBezTo>
                    <a:pt x="115457" y="21301"/>
                    <a:pt x="124517" y="21322"/>
                    <a:pt x="129790" y="210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80" name="Google Shape;180;p14"/>
            <p:cNvGrpSpPr/>
            <p:nvPr/>
          </p:nvGrpSpPr>
          <p:grpSpPr>
            <a:xfrm rot="-1642488">
              <a:off x="587718" y="-649114"/>
              <a:ext cx="2565674" cy="1298224"/>
              <a:chOff x="19279125" y="28273675"/>
              <a:chExt cx="2565725" cy="1298250"/>
            </a:xfrm>
          </p:grpSpPr>
          <p:sp>
            <p:nvSpPr>
              <p:cNvPr id="181" name="Google Shape;181;p14"/>
              <p:cNvSpPr/>
              <p:nvPr/>
            </p:nvSpPr>
            <p:spPr>
              <a:xfrm>
                <a:off x="19715375" y="28798125"/>
                <a:ext cx="506850" cy="665075"/>
              </a:xfrm>
              <a:custGeom>
                <a:avLst/>
                <a:gdLst/>
                <a:ahLst/>
                <a:cxnLst/>
                <a:rect l="l" t="t" r="r" b="b"/>
                <a:pathLst>
                  <a:path w="20274" h="26603" extrusionOk="0">
                    <a:moveTo>
                      <a:pt x="20102" y="0"/>
                    </a:moveTo>
                    <a:cubicBezTo>
                      <a:pt x="20089" y="0"/>
                      <a:pt x="20076" y="3"/>
                      <a:pt x="20065" y="8"/>
                    </a:cubicBezTo>
                    <a:cubicBezTo>
                      <a:pt x="20002" y="8"/>
                      <a:pt x="19981" y="29"/>
                      <a:pt x="19918" y="50"/>
                    </a:cubicBezTo>
                    <a:cubicBezTo>
                      <a:pt x="18014" y="1975"/>
                      <a:pt x="16194" y="4026"/>
                      <a:pt x="14415" y="6181"/>
                    </a:cubicBezTo>
                    <a:cubicBezTo>
                      <a:pt x="14060" y="6537"/>
                      <a:pt x="13746" y="6934"/>
                      <a:pt x="13474" y="7332"/>
                    </a:cubicBezTo>
                    <a:cubicBezTo>
                      <a:pt x="13264" y="7583"/>
                      <a:pt x="13055" y="7876"/>
                      <a:pt x="12846" y="8148"/>
                    </a:cubicBezTo>
                    <a:lnTo>
                      <a:pt x="12804" y="8169"/>
                    </a:lnTo>
                    <a:cubicBezTo>
                      <a:pt x="9561" y="12270"/>
                      <a:pt x="6506" y="16643"/>
                      <a:pt x="3577" y="20911"/>
                    </a:cubicBezTo>
                    <a:cubicBezTo>
                      <a:pt x="3577" y="20911"/>
                      <a:pt x="3577" y="20932"/>
                      <a:pt x="3556" y="20932"/>
                    </a:cubicBezTo>
                    <a:cubicBezTo>
                      <a:pt x="3556" y="20953"/>
                      <a:pt x="3535" y="20953"/>
                      <a:pt x="3535" y="20974"/>
                    </a:cubicBezTo>
                    <a:cubicBezTo>
                      <a:pt x="2447" y="22522"/>
                      <a:pt x="1401" y="24050"/>
                      <a:pt x="355" y="25535"/>
                    </a:cubicBezTo>
                    <a:cubicBezTo>
                      <a:pt x="0" y="26042"/>
                      <a:pt x="531" y="26603"/>
                      <a:pt x="1046" y="26603"/>
                    </a:cubicBezTo>
                    <a:cubicBezTo>
                      <a:pt x="1169" y="26603"/>
                      <a:pt x="1292" y="26571"/>
                      <a:pt x="1401" y="26498"/>
                    </a:cubicBezTo>
                    <a:cubicBezTo>
                      <a:pt x="1987" y="26142"/>
                      <a:pt x="2593" y="25745"/>
                      <a:pt x="3137" y="25347"/>
                    </a:cubicBezTo>
                    <a:cubicBezTo>
                      <a:pt x="3158" y="25347"/>
                      <a:pt x="3158" y="25326"/>
                      <a:pt x="3158" y="25326"/>
                    </a:cubicBezTo>
                    <a:cubicBezTo>
                      <a:pt x="11423" y="19593"/>
                      <a:pt x="18746" y="10177"/>
                      <a:pt x="20274" y="239"/>
                    </a:cubicBezTo>
                    <a:cubicBezTo>
                      <a:pt x="20274" y="155"/>
                      <a:pt x="20232" y="113"/>
                      <a:pt x="20211" y="50"/>
                    </a:cubicBezTo>
                    <a:cubicBezTo>
                      <a:pt x="20180" y="20"/>
                      <a:pt x="20139" y="0"/>
                      <a:pt x="201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2" name="Google Shape;182;p14"/>
              <p:cNvSpPr/>
              <p:nvPr/>
            </p:nvSpPr>
            <p:spPr>
              <a:xfrm>
                <a:off x="20308800" y="28749150"/>
                <a:ext cx="511325" cy="822775"/>
              </a:xfrm>
              <a:custGeom>
                <a:avLst/>
                <a:gdLst/>
                <a:ahLst/>
                <a:cxnLst/>
                <a:rect l="l" t="t" r="r" b="b"/>
                <a:pathLst>
                  <a:path w="20453" h="32911" extrusionOk="0">
                    <a:moveTo>
                      <a:pt x="20227" y="1"/>
                    </a:moveTo>
                    <a:cubicBezTo>
                      <a:pt x="20190" y="1"/>
                      <a:pt x="20153" y="8"/>
                      <a:pt x="20118" y="22"/>
                    </a:cubicBezTo>
                    <a:cubicBezTo>
                      <a:pt x="20097" y="22"/>
                      <a:pt x="20097" y="63"/>
                      <a:pt x="20076" y="84"/>
                    </a:cubicBezTo>
                    <a:cubicBezTo>
                      <a:pt x="19804" y="335"/>
                      <a:pt x="19574" y="607"/>
                      <a:pt x="19302" y="900"/>
                    </a:cubicBezTo>
                    <a:cubicBezTo>
                      <a:pt x="19302" y="900"/>
                      <a:pt x="19302" y="921"/>
                      <a:pt x="19281" y="921"/>
                    </a:cubicBezTo>
                    <a:cubicBezTo>
                      <a:pt x="19051" y="1172"/>
                      <a:pt x="18841" y="1444"/>
                      <a:pt x="18632" y="1695"/>
                    </a:cubicBezTo>
                    <a:cubicBezTo>
                      <a:pt x="18569" y="1758"/>
                      <a:pt x="18528" y="1842"/>
                      <a:pt x="18465" y="1884"/>
                    </a:cubicBezTo>
                    <a:cubicBezTo>
                      <a:pt x="18318" y="2093"/>
                      <a:pt x="18130" y="2302"/>
                      <a:pt x="17984" y="2512"/>
                    </a:cubicBezTo>
                    <a:cubicBezTo>
                      <a:pt x="17921" y="2595"/>
                      <a:pt x="17837" y="2679"/>
                      <a:pt x="17795" y="2784"/>
                    </a:cubicBezTo>
                    <a:cubicBezTo>
                      <a:pt x="17628" y="2993"/>
                      <a:pt x="17502" y="3160"/>
                      <a:pt x="17356" y="3369"/>
                    </a:cubicBezTo>
                    <a:cubicBezTo>
                      <a:pt x="17293" y="3453"/>
                      <a:pt x="17209" y="3558"/>
                      <a:pt x="17168" y="3641"/>
                    </a:cubicBezTo>
                    <a:cubicBezTo>
                      <a:pt x="17000" y="3851"/>
                      <a:pt x="16875" y="4060"/>
                      <a:pt x="16749" y="4269"/>
                    </a:cubicBezTo>
                    <a:cubicBezTo>
                      <a:pt x="16686" y="4353"/>
                      <a:pt x="16644" y="4436"/>
                      <a:pt x="16561" y="4520"/>
                    </a:cubicBezTo>
                    <a:lnTo>
                      <a:pt x="16100" y="5232"/>
                    </a:lnTo>
                    <a:cubicBezTo>
                      <a:pt x="16059" y="5273"/>
                      <a:pt x="16017" y="5336"/>
                      <a:pt x="15996" y="5420"/>
                    </a:cubicBezTo>
                    <a:cubicBezTo>
                      <a:pt x="15598" y="6006"/>
                      <a:pt x="15222" y="6633"/>
                      <a:pt x="14866" y="7282"/>
                    </a:cubicBezTo>
                    <a:cubicBezTo>
                      <a:pt x="14803" y="7345"/>
                      <a:pt x="14782" y="7429"/>
                      <a:pt x="14740" y="7512"/>
                    </a:cubicBezTo>
                    <a:cubicBezTo>
                      <a:pt x="14594" y="7742"/>
                      <a:pt x="14468" y="7973"/>
                      <a:pt x="14322" y="8203"/>
                    </a:cubicBezTo>
                    <a:cubicBezTo>
                      <a:pt x="14259" y="8286"/>
                      <a:pt x="14217" y="8391"/>
                      <a:pt x="14155" y="8475"/>
                    </a:cubicBezTo>
                    <a:lnTo>
                      <a:pt x="13757" y="9186"/>
                    </a:lnTo>
                    <a:cubicBezTo>
                      <a:pt x="13715" y="9249"/>
                      <a:pt x="13652" y="9333"/>
                      <a:pt x="13631" y="9416"/>
                    </a:cubicBezTo>
                    <a:cubicBezTo>
                      <a:pt x="13485" y="9709"/>
                      <a:pt x="13318" y="9960"/>
                      <a:pt x="13171" y="10253"/>
                    </a:cubicBezTo>
                    <a:cubicBezTo>
                      <a:pt x="12962" y="10609"/>
                      <a:pt x="12753" y="10986"/>
                      <a:pt x="12564" y="11341"/>
                    </a:cubicBezTo>
                    <a:cubicBezTo>
                      <a:pt x="12502" y="11488"/>
                      <a:pt x="12439" y="11592"/>
                      <a:pt x="12376" y="11718"/>
                    </a:cubicBezTo>
                    <a:lnTo>
                      <a:pt x="12062" y="12262"/>
                    </a:lnTo>
                    <a:cubicBezTo>
                      <a:pt x="11539" y="13224"/>
                      <a:pt x="10995" y="14166"/>
                      <a:pt x="10409" y="15108"/>
                    </a:cubicBezTo>
                    <a:cubicBezTo>
                      <a:pt x="8568" y="18183"/>
                      <a:pt x="6622" y="21217"/>
                      <a:pt x="4718" y="24251"/>
                    </a:cubicBezTo>
                    <a:lnTo>
                      <a:pt x="4718" y="24272"/>
                    </a:lnTo>
                    <a:lnTo>
                      <a:pt x="4718" y="24293"/>
                    </a:lnTo>
                    <a:lnTo>
                      <a:pt x="4718" y="24314"/>
                    </a:lnTo>
                    <a:lnTo>
                      <a:pt x="4718" y="24356"/>
                    </a:lnTo>
                    <a:lnTo>
                      <a:pt x="4718" y="24377"/>
                    </a:lnTo>
                    <a:cubicBezTo>
                      <a:pt x="3693" y="26030"/>
                      <a:pt x="2668" y="27641"/>
                      <a:pt x="1684" y="29315"/>
                    </a:cubicBezTo>
                    <a:lnTo>
                      <a:pt x="1684" y="29336"/>
                    </a:lnTo>
                    <a:lnTo>
                      <a:pt x="1684" y="29377"/>
                    </a:lnTo>
                    <a:lnTo>
                      <a:pt x="1684" y="29398"/>
                    </a:lnTo>
                    <a:lnTo>
                      <a:pt x="1684" y="29419"/>
                    </a:lnTo>
                    <a:lnTo>
                      <a:pt x="1684" y="29461"/>
                    </a:lnTo>
                    <a:cubicBezTo>
                      <a:pt x="1621" y="29503"/>
                      <a:pt x="1600" y="29587"/>
                      <a:pt x="1559" y="29670"/>
                    </a:cubicBezTo>
                    <a:lnTo>
                      <a:pt x="1559" y="29691"/>
                    </a:lnTo>
                    <a:cubicBezTo>
                      <a:pt x="1140" y="30361"/>
                      <a:pt x="743" y="31072"/>
                      <a:pt x="345" y="31763"/>
                    </a:cubicBezTo>
                    <a:cubicBezTo>
                      <a:pt x="1" y="32365"/>
                      <a:pt x="520" y="32911"/>
                      <a:pt x="1088" y="32911"/>
                    </a:cubicBezTo>
                    <a:cubicBezTo>
                      <a:pt x="1210" y="32911"/>
                      <a:pt x="1335" y="32886"/>
                      <a:pt x="1454" y="32830"/>
                    </a:cubicBezTo>
                    <a:cubicBezTo>
                      <a:pt x="1517" y="32809"/>
                      <a:pt x="1600" y="32746"/>
                      <a:pt x="1684" y="32662"/>
                    </a:cubicBezTo>
                    <a:cubicBezTo>
                      <a:pt x="6476" y="28038"/>
                      <a:pt x="10388" y="22556"/>
                      <a:pt x="13757" y="16844"/>
                    </a:cubicBezTo>
                    <a:cubicBezTo>
                      <a:pt x="16247" y="12408"/>
                      <a:pt x="19051" y="7721"/>
                      <a:pt x="20097" y="2700"/>
                    </a:cubicBezTo>
                    <a:cubicBezTo>
                      <a:pt x="20097" y="2658"/>
                      <a:pt x="20118" y="2616"/>
                      <a:pt x="20118" y="2595"/>
                    </a:cubicBezTo>
                    <a:cubicBezTo>
                      <a:pt x="20160" y="2365"/>
                      <a:pt x="20222" y="2093"/>
                      <a:pt x="20243" y="1863"/>
                    </a:cubicBezTo>
                    <a:cubicBezTo>
                      <a:pt x="20243" y="1800"/>
                      <a:pt x="20264" y="1779"/>
                      <a:pt x="20264" y="1737"/>
                    </a:cubicBezTo>
                    <a:lnTo>
                      <a:pt x="20348" y="1172"/>
                    </a:lnTo>
                    <a:cubicBezTo>
                      <a:pt x="20390" y="1068"/>
                      <a:pt x="20390" y="1005"/>
                      <a:pt x="20390" y="879"/>
                    </a:cubicBezTo>
                    <a:cubicBezTo>
                      <a:pt x="20411" y="733"/>
                      <a:pt x="20411" y="607"/>
                      <a:pt x="20432" y="440"/>
                    </a:cubicBezTo>
                    <a:cubicBezTo>
                      <a:pt x="20432" y="356"/>
                      <a:pt x="20453" y="294"/>
                      <a:pt x="20453" y="210"/>
                    </a:cubicBezTo>
                    <a:lnTo>
                      <a:pt x="20453" y="126"/>
                    </a:lnTo>
                    <a:cubicBezTo>
                      <a:pt x="20453" y="105"/>
                      <a:pt x="20432" y="105"/>
                      <a:pt x="20432" y="84"/>
                    </a:cubicBezTo>
                    <a:cubicBezTo>
                      <a:pt x="20376" y="29"/>
                      <a:pt x="20301" y="1"/>
                      <a:pt x="20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3" name="Google Shape;183;p14"/>
              <p:cNvSpPr/>
              <p:nvPr/>
            </p:nvSpPr>
            <p:spPr>
              <a:xfrm>
                <a:off x="20182700" y="28375125"/>
                <a:ext cx="603425" cy="350075"/>
              </a:xfrm>
              <a:custGeom>
                <a:avLst/>
                <a:gdLst/>
                <a:ahLst/>
                <a:cxnLst/>
                <a:rect l="l" t="t" r="r" b="b"/>
                <a:pathLst>
                  <a:path w="24137" h="14003" extrusionOk="0">
                    <a:moveTo>
                      <a:pt x="808" y="1"/>
                    </a:moveTo>
                    <a:cubicBezTo>
                      <a:pt x="364" y="1"/>
                      <a:pt x="1" y="496"/>
                      <a:pt x="137" y="922"/>
                    </a:cubicBezTo>
                    <a:cubicBezTo>
                      <a:pt x="179" y="1027"/>
                      <a:pt x="263" y="1131"/>
                      <a:pt x="367" y="1215"/>
                    </a:cubicBezTo>
                    <a:cubicBezTo>
                      <a:pt x="6623" y="6404"/>
                      <a:pt x="13131" y="11070"/>
                      <a:pt x="20935" y="13288"/>
                    </a:cubicBezTo>
                    <a:cubicBezTo>
                      <a:pt x="20977" y="13309"/>
                      <a:pt x="21040" y="13309"/>
                      <a:pt x="21103" y="13351"/>
                    </a:cubicBezTo>
                    <a:cubicBezTo>
                      <a:pt x="21500" y="13434"/>
                      <a:pt x="21919" y="13560"/>
                      <a:pt x="22316" y="13643"/>
                    </a:cubicBezTo>
                    <a:cubicBezTo>
                      <a:pt x="22421" y="13685"/>
                      <a:pt x="22484" y="13706"/>
                      <a:pt x="22588" y="13727"/>
                    </a:cubicBezTo>
                    <a:cubicBezTo>
                      <a:pt x="22965" y="13811"/>
                      <a:pt x="23362" y="13895"/>
                      <a:pt x="23718" y="13957"/>
                    </a:cubicBezTo>
                    <a:cubicBezTo>
                      <a:pt x="23781" y="13957"/>
                      <a:pt x="23802" y="13999"/>
                      <a:pt x="23823" y="13999"/>
                    </a:cubicBezTo>
                    <a:cubicBezTo>
                      <a:pt x="23838" y="14001"/>
                      <a:pt x="23852" y="14002"/>
                      <a:pt x="23867" y="14002"/>
                    </a:cubicBezTo>
                    <a:cubicBezTo>
                      <a:pt x="23990" y="14002"/>
                      <a:pt x="24078" y="13923"/>
                      <a:pt x="24116" y="13811"/>
                    </a:cubicBezTo>
                    <a:cubicBezTo>
                      <a:pt x="24137" y="13769"/>
                      <a:pt x="24137" y="13727"/>
                      <a:pt x="24116" y="13685"/>
                    </a:cubicBezTo>
                    <a:cubicBezTo>
                      <a:pt x="24116" y="13643"/>
                      <a:pt x="24095" y="13602"/>
                      <a:pt x="24032" y="13581"/>
                    </a:cubicBezTo>
                    <a:cubicBezTo>
                      <a:pt x="23676" y="13309"/>
                      <a:pt x="23341" y="13037"/>
                      <a:pt x="22965" y="12765"/>
                    </a:cubicBezTo>
                    <a:cubicBezTo>
                      <a:pt x="22923" y="12744"/>
                      <a:pt x="22860" y="12681"/>
                      <a:pt x="22818" y="12660"/>
                    </a:cubicBezTo>
                    <a:cubicBezTo>
                      <a:pt x="22525" y="12451"/>
                      <a:pt x="22212" y="12221"/>
                      <a:pt x="21919" y="12011"/>
                    </a:cubicBezTo>
                    <a:lnTo>
                      <a:pt x="21688" y="11844"/>
                    </a:lnTo>
                    <a:cubicBezTo>
                      <a:pt x="21333" y="11614"/>
                      <a:pt x="21019" y="11384"/>
                      <a:pt x="20684" y="11175"/>
                    </a:cubicBezTo>
                    <a:lnTo>
                      <a:pt x="20663" y="11133"/>
                    </a:lnTo>
                    <a:cubicBezTo>
                      <a:pt x="16876" y="8580"/>
                      <a:pt x="12859" y="6404"/>
                      <a:pt x="8841" y="4228"/>
                    </a:cubicBezTo>
                    <a:cubicBezTo>
                      <a:pt x="8841" y="4228"/>
                      <a:pt x="8820" y="4228"/>
                      <a:pt x="8820" y="4207"/>
                    </a:cubicBezTo>
                    <a:lnTo>
                      <a:pt x="8800" y="4207"/>
                    </a:lnTo>
                    <a:cubicBezTo>
                      <a:pt x="6226" y="2847"/>
                      <a:pt x="3673" y="1508"/>
                      <a:pt x="1121" y="85"/>
                    </a:cubicBezTo>
                    <a:cubicBezTo>
                      <a:pt x="1016" y="27"/>
                      <a:pt x="910" y="1"/>
                      <a:pt x="8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4" name="Google Shape;184;p14"/>
              <p:cNvSpPr/>
              <p:nvPr/>
            </p:nvSpPr>
            <p:spPr>
              <a:xfrm>
                <a:off x="19914100" y="28430850"/>
                <a:ext cx="673250" cy="292175"/>
              </a:xfrm>
              <a:custGeom>
                <a:avLst/>
                <a:gdLst/>
                <a:ahLst/>
                <a:cxnLst/>
                <a:rect l="l" t="t" r="r" b="b"/>
                <a:pathLst>
                  <a:path w="26930" h="11687" extrusionOk="0">
                    <a:moveTo>
                      <a:pt x="1364" y="1"/>
                    </a:moveTo>
                    <a:cubicBezTo>
                      <a:pt x="1157" y="1"/>
                      <a:pt x="953" y="11"/>
                      <a:pt x="754" y="32"/>
                    </a:cubicBezTo>
                    <a:cubicBezTo>
                      <a:pt x="210" y="53"/>
                      <a:pt x="1" y="492"/>
                      <a:pt x="106" y="911"/>
                    </a:cubicBezTo>
                    <a:cubicBezTo>
                      <a:pt x="210" y="1141"/>
                      <a:pt x="357" y="1392"/>
                      <a:pt x="650" y="1476"/>
                    </a:cubicBezTo>
                    <a:cubicBezTo>
                      <a:pt x="3683" y="2522"/>
                      <a:pt x="6696" y="3610"/>
                      <a:pt x="9647" y="4782"/>
                    </a:cubicBezTo>
                    <a:lnTo>
                      <a:pt x="9626" y="4782"/>
                    </a:lnTo>
                    <a:cubicBezTo>
                      <a:pt x="11802" y="5640"/>
                      <a:pt x="13936" y="6581"/>
                      <a:pt x="16091" y="7606"/>
                    </a:cubicBezTo>
                    <a:cubicBezTo>
                      <a:pt x="16970" y="8025"/>
                      <a:pt x="17807" y="8464"/>
                      <a:pt x="18644" y="8925"/>
                    </a:cubicBezTo>
                    <a:cubicBezTo>
                      <a:pt x="21238" y="10222"/>
                      <a:pt x="23770" y="11394"/>
                      <a:pt x="26783" y="11686"/>
                    </a:cubicBezTo>
                    <a:cubicBezTo>
                      <a:pt x="26825" y="11686"/>
                      <a:pt x="26867" y="11686"/>
                      <a:pt x="26888" y="11666"/>
                    </a:cubicBezTo>
                    <a:cubicBezTo>
                      <a:pt x="26909" y="11645"/>
                      <a:pt x="26930" y="11582"/>
                      <a:pt x="26930" y="11498"/>
                    </a:cubicBezTo>
                    <a:cubicBezTo>
                      <a:pt x="26930" y="11414"/>
                      <a:pt x="26888" y="11373"/>
                      <a:pt x="26804" y="11352"/>
                    </a:cubicBezTo>
                    <a:lnTo>
                      <a:pt x="26783" y="11352"/>
                    </a:lnTo>
                    <a:cubicBezTo>
                      <a:pt x="26553" y="11268"/>
                      <a:pt x="26344" y="11184"/>
                      <a:pt x="26093" y="11080"/>
                    </a:cubicBezTo>
                    <a:cubicBezTo>
                      <a:pt x="26051" y="11059"/>
                      <a:pt x="25988" y="11038"/>
                      <a:pt x="25946" y="11038"/>
                    </a:cubicBezTo>
                    <a:cubicBezTo>
                      <a:pt x="25737" y="10954"/>
                      <a:pt x="25528" y="10850"/>
                      <a:pt x="25318" y="10745"/>
                    </a:cubicBezTo>
                    <a:cubicBezTo>
                      <a:pt x="25256" y="10724"/>
                      <a:pt x="25214" y="10682"/>
                      <a:pt x="25130" y="10661"/>
                    </a:cubicBezTo>
                    <a:cubicBezTo>
                      <a:pt x="24921" y="10557"/>
                      <a:pt x="24733" y="10452"/>
                      <a:pt x="24523" y="10347"/>
                    </a:cubicBezTo>
                    <a:lnTo>
                      <a:pt x="24377" y="10264"/>
                    </a:lnTo>
                    <a:cubicBezTo>
                      <a:pt x="24189" y="10159"/>
                      <a:pt x="24042" y="10054"/>
                      <a:pt x="23854" y="9950"/>
                    </a:cubicBezTo>
                    <a:cubicBezTo>
                      <a:pt x="23791" y="9929"/>
                      <a:pt x="23749" y="9908"/>
                      <a:pt x="23686" y="9845"/>
                    </a:cubicBezTo>
                    <a:cubicBezTo>
                      <a:pt x="23519" y="9762"/>
                      <a:pt x="23331" y="9615"/>
                      <a:pt x="23142" y="9510"/>
                    </a:cubicBezTo>
                    <a:cubicBezTo>
                      <a:pt x="23059" y="9469"/>
                      <a:pt x="23017" y="9427"/>
                      <a:pt x="22933" y="9385"/>
                    </a:cubicBezTo>
                    <a:cubicBezTo>
                      <a:pt x="22745" y="9280"/>
                      <a:pt x="22598" y="9155"/>
                      <a:pt x="22410" y="9029"/>
                    </a:cubicBezTo>
                    <a:cubicBezTo>
                      <a:pt x="22326" y="8966"/>
                      <a:pt x="22264" y="8925"/>
                      <a:pt x="22180" y="8841"/>
                    </a:cubicBezTo>
                    <a:cubicBezTo>
                      <a:pt x="22054" y="8757"/>
                      <a:pt x="21950" y="8673"/>
                      <a:pt x="21845" y="8569"/>
                    </a:cubicBezTo>
                    <a:cubicBezTo>
                      <a:pt x="21678" y="8443"/>
                      <a:pt x="21531" y="8339"/>
                      <a:pt x="21364" y="8213"/>
                    </a:cubicBezTo>
                    <a:cubicBezTo>
                      <a:pt x="21343" y="8192"/>
                      <a:pt x="21280" y="8150"/>
                      <a:pt x="21259" y="8129"/>
                    </a:cubicBezTo>
                    <a:cubicBezTo>
                      <a:pt x="18769" y="6246"/>
                      <a:pt x="16363" y="4112"/>
                      <a:pt x="13559" y="2773"/>
                    </a:cubicBezTo>
                    <a:cubicBezTo>
                      <a:pt x="10023" y="1078"/>
                      <a:pt x="6006" y="137"/>
                      <a:pt x="2051" y="32"/>
                    </a:cubicBezTo>
                    <a:lnTo>
                      <a:pt x="1989" y="32"/>
                    </a:lnTo>
                    <a:cubicBezTo>
                      <a:pt x="1779" y="11"/>
                      <a:pt x="1570" y="1"/>
                      <a:pt x="13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5" name="Google Shape;185;p14"/>
              <p:cNvSpPr/>
              <p:nvPr/>
            </p:nvSpPr>
            <p:spPr>
              <a:xfrm>
                <a:off x="19600250" y="28499650"/>
                <a:ext cx="774200" cy="245875"/>
              </a:xfrm>
              <a:custGeom>
                <a:avLst/>
                <a:gdLst/>
                <a:ahLst/>
                <a:cxnLst/>
                <a:rect l="l" t="t" r="r" b="b"/>
                <a:pathLst>
                  <a:path w="30968" h="9835" extrusionOk="0">
                    <a:moveTo>
                      <a:pt x="6613" y="0"/>
                    </a:moveTo>
                    <a:cubicBezTo>
                      <a:pt x="4520" y="0"/>
                      <a:pt x="2532" y="63"/>
                      <a:pt x="733" y="251"/>
                    </a:cubicBezTo>
                    <a:cubicBezTo>
                      <a:pt x="252" y="272"/>
                      <a:pt x="1" y="753"/>
                      <a:pt x="105" y="1151"/>
                    </a:cubicBezTo>
                    <a:cubicBezTo>
                      <a:pt x="105" y="1318"/>
                      <a:pt x="252" y="1507"/>
                      <a:pt x="545" y="1590"/>
                    </a:cubicBezTo>
                    <a:cubicBezTo>
                      <a:pt x="5859" y="2678"/>
                      <a:pt x="11007" y="4080"/>
                      <a:pt x="16154" y="5712"/>
                    </a:cubicBezTo>
                    <a:cubicBezTo>
                      <a:pt x="16509" y="5817"/>
                      <a:pt x="16844" y="5963"/>
                      <a:pt x="17179" y="6068"/>
                    </a:cubicBezTo>
                    <a:lnTo>
                      <a:pt x="17158" y="6068"/>
                    </a:lnTo>
                    <a:cubicBezTo>
                      <a:pt x="18518" y="6528"/>
                      <a:pt x="19878" y="7051"/>
                      <a:pt x="21259" y="7574"/>
                    </a:cubicBezTo>
                    <a:cubicBezTo>
                      <a:pt x="21343" y="7595"/>
                      <a:pt x="21385" y="7637"/>
                      <a:pt x="21468" y="7658"/>
                    </a:cubicBezTo>
                    <a:cubicBezTo>
                      <a:pt x="21489" y="7658"/>
                      <a:pt x="21531" y="7679"/>
                      <a:pt x="21573" y="7679"/>
                    </a:cubicBezTo>
                    <a:cubicBezTo>
                      <a:pt x="24000" y="8579"/>
                      <a:pt x="26490" y="9416"/>
                      <a:pt x="29022" y="9730"/>
                    </a:cubicBezTo>
                    <a:lnTo>
                      <a:pt x="29064" y="9730"/>
                    </a:lnTo>
                    <a:cubicBezTo>
                      <a:pt x="29182" y="9747"/>
                      <a:pt x="29355" y="9777"/>
                      <a:pt x="29528" y="9777"/>
                    </a:cubicBezTo>
                    <a:cubicBezTo>
                      <a:pt x="29569" y="9777"/>
                      <a:pt x="29610" y="9775"/>
                      <a:pt x="29649" y="9771"/>
                    </a:cubicBezTo>
                    <a:cubicBezTo>
                      <a:pt x="29838" y="9792"/>
                      <a:pt x="30026" y="9792"/>
                      <a:pt x="30173" y="9834"/>
                    </a:cubicBezTo>
                    <a:lnTo>
                      <a:pt x="30319" y="9834"/>
                    </a:lnTo>
                    <a:cubicBezTo>
                      <a:pt x="30361" y="9834"/>
                      <a:pt x="30424" y="9834"/>
                      <a:pt x="30466" y="9792"/>
                    </a:cubicBezTo>
                    <a:cubicBezTo>
                      <a:pt x="30758" y="9730"/>
                      <a:pt x="30968" y="9374"/>
                      <a:pt x="30905" y="9060"/>
                    </a:cubicBezTo>
                    <a:cubicBezTo>
                      <a:pt x="30884" y="8997"/>
                      <a:pt x="30884" y="8914"/>
                      <a:pt x="30821" y="8851"/>
                    </a:cubicBezTo>
                    <a:cubicBezTo>
                      <a:pt x="30779" y="8788"/>
                      <a:pt x="30717" y="8725"/>
                      <a:pt x="30675" y="8642"/>
                    </a:cubicBezTo>
                    <a:cubicBezTo>
                      <a:pt x="30445" y="8328"/>
                      <a:pt x="30173" y="8056"/>
                      <a:pt x="29942" y="7763"/>
                    </a:cubicBezTo>
                    <a:cubicBezTo>
                      <a:pt x="29733" y="7428"/>
                      <a:pt x="29440" y="7135"/>
                      <a:pt x="29105" y="6905"/>
                    </a:cubicBezTo>
                    <a:cubicBezTo>
                      <a:pt x="23686" y="1716"/>
                      <a:pt x="14501" y="42"/>
                      <a:pt x="66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6" name="Google Shape;186;p14"/>
              <p:cNvSpPr/>
              <p:nvPr/>
            </p:nvSpPr>
            <p:spPr>
              <a:xfrm>
                <a:off x="20149825" y="28752300"/>
                <a:ext cx="462625" cy="768775"/>
              </a:xfrm>
              <a:custGeom>
                <a:avLst/>
                <a:gdLst/>
                <a:ahLst/>
                <a:cxnLst/>
                <a:rect l="l" t="t" r="r" b="b"/>
                <a:pathLst>
                  <a:path w="18505" h="30751" extrusionOk="0">
                    <a:moveTo>
                      <a:pt x="13598" y="8453"/>
                    </a:moveTo>
                    <a:cubicBezTo>
                      <a:pt x="13593" y="8459"/>
                      <a:pt x="13588" y="8464"/>
                      <a:pt x="13588" y="8474"/>
                    </a:cubicBezTo>
                    <a:lnTo>
                      <a:pt x="13588" y="8474"/>
                    </a:lnTo>
                    <a:cubicBezTo>
                      <a:pt x="13591" y="8467"/>
                      <a:pt x="13595" y="8460"/>
                      <a:pt x="13598" y="8453"/>
                    </a:cubicBezTo>
                    <a:close/>
                    <a:moveTo>
                      <a:pt x="18233" y="0"/>
                    </a:moveTo>
                    <a:cubicBezTo>
                      <a:pt x="18170" y="0"/>
                      <a:pt x="18066" y="42"/>
                      <a:pt x="18003" y="84"/>
                    </a:cubicBezTo>
                    <a:cubicBezTo>
                      <a:pt x="17773" y="293"/>
                      <a:pt x="17563" y="481"/>
                      <a:pt x="17333" y="691"/>
                    </a:cubicBezTo>
                    <a:cubicBezTo>
                      <a:pt x="17255" y="769"/>
                      <a:pt x="17323" y="902"/>
                      <a:pt x="17418" y="902"/>
                    </a:cubicBezTo>
                    <a:cubicBezTo>
                      <a:pt x="17424" y="902"/>
                      <a:pt x="17431" y="901"/>
                      <a:pt x="17438" y="900"/>
                    </a:cubicBezTo>
                    <a:lnTo>
                      <a:pt x="17438" y="900"/>
                    </a:lnTo>
                    <a:cubicBezTo>
                      <a:pt x="17375" y="921"/>
                      <a:pt x="17354" y="942"/>
                      <a:pt x="17291" y="984"/>
                    </a:cubicBezTo>
                    <a:cubicBezTo>
                      <a:pt x="17291" y="984"/>
                      <a:pt x="17270" y="984"/>
                      <a:pt x="17270" y="1005"/>
                    </a:cubicBezTo>
                    <a:cubicBezTo>
                      <a:pt x="17229" y="1025"/>
                      <a:pt x="17187" y="1046"/>
                      <a:pt x="17145" y="1109"/>
                    </a:cubicBezTo>
                    <a:lnTo>
                      <a:pt x="17124" y="1130"/>
                    </a:lnTo>
                    <a:lnTo>
                      <a:pt x="16977" y="1256"/>
                    </a:lnTo>
                    <a:cubicBezTo>
                      <a:pt x="16957" y="1297"/>
                      <a:pt x="16936" y="1318"/>
                      <a:pt x="16915" y="1360"/>
                    </a:cubicBezTo>
                    <a:lnTo>
                      <a:pt x="16852" y="1423"/>
                    </a:lnTo>
                    <a:cubicBezTo>
                      <a:pt x="16203" y="2302"/>
                      <a:pt x="15471" y="4143"/>
                      <a:pt x="14927" y="5524"/>
                    </a:cubicBezTo>
                    <a:cubicBezTo>
                      <a:pt x="14760" y="5922"/>
                      <a:pt x="14613" y="6340"/>
                      <a:pt x="14446" y="6738"/>
                    </a:cubicBezTo>
                    <a:cubicBezTo>
                      <a:pt x="14446" y="6759"/>
                      <a:pt x="14425" y="6779"/>
                      <a:pt x="14425" y="6800"/>
                    </a:cubicBezTo>
                    <a:cubicBezTo>
                      <a:pt x="14425" y="6842"/>
                      <a:pt x="14404" y="6842"/>
                      <a:pt x="14404" y="6863"/>
                    </a:cubicBezTo>
                    <a:cubicBezTo>
                      <a:pt x="14341" y="6968"/>
                      <a:pt x="14320" y="7051"/>
                      <a:pt x="14299" y="7093"/>
                    </a:cubicBezTo>
                    <a:cubicBezTo>
                      <a:pt x="14236" y="7219"/>
                      <a:pt x="14153" y="7365"/>
                      <a:pt x="14111" y="7470"/>
                    </a:cubicBezTo>
                    <a:cubicBezTo>
                      <a:pt x="13930" y="7793"/>
                      <a:pt x="13787" y="8115"/>
                      <a:pt x="13608" y="8438"/>
                    </a:cubicBezTo>
                    <a:lnTo>
                      <a:pt x="13608" y="8438"/>
                    </a:lnTo>
                    <a:cubicBezTo>
                      <a:pt x="13609" y="8436"/>
                      <a:pt x="13609" y="8434"/>
                      <a:pt x="13609" y="8432"/>
                    </a:cubicBezTo>
                    <a:lnTo>
                      <a:pt x="13609" y="8432"/>
                    </a:lnTo>
                    <a:cubicBezTo>
                      <a:pt x="13605" y="8439"/>
                      <a:pt x="13602" y="8446"/>
                      <a:pt x="13598" y="8453"/>
                    </a:cubicBezTo>
                    <a:lnTo>
                      <a:pt x="13598" y="8453"/>
                    </a:lnTo>
                    <a:cubicBezTo>
                      <a:pt x="13599" y="8452"/>
                      <a:pt x="13600" y="8451"/>
                      <a:pt x="13601" y="8450"/>
                    </a:cubicBezTo>
                    <a:lnTo>
                      <a:pt x="13601" y="8450"/>
                    </a:lnTo>
                    <a:cubicBezTo>
                      <a:pt x="13597" y="8458"/>
                      <a:pt x="13592" y="8466"/>
                      <a:pt x="13588" y="8474"/>
                    </a:cubicBezTo>
                    <a:cubicBezTo>
                      <a:pt x="13588" y="8474"/>
                      <a:pt x="13588" y="8474"/>
                      <a:pt x="13588" y="8474"/>
                    </a:cubicBezTo>
                    <a:lnTo>
                      <a:pt x="13588" y="8474"/>
                    </a:lnTo>
                    <a:cubicBezTo>
                      <a:pt x="12527" y="10595"/>
                      <a:pt x="11404" y="12735"/>
                      <a:pt x="10261" y="14814"/>
                    </a:cubicBezTo>
                    <a:cubicBezTo>
                      <a:pt x="8294" y="18308"/>
                      <a:pt x="6181" y="21635"/>
                      <a:pt x="3900" y="24878"/>
                    </a:cubicBezTo>
                    <a:cubicBezTo>
                      <a:pt x="2729" y="26552"/>
                      <a:pt x="1536" y="28226"/>
                      <a:pt x="301" y="29879"/>
                    </a:cubicBezTo>
                    <a:cubicBezTo>
                      <a:pt x="1" y="30291"/>
                      <a:pt x="299" y="30750"/>
                      <a:pt x="688" y="30750"/>
                    </a:cubicBezTo>
                    <a:cubicBezTo>
                      <a:pt x="813" y="30750"/>
                      <a:pt x="948" y="30703"/>
                      <a:pt x="1076" y="30591"/>
                    </a:cubicBezTo>
                    <a:cubicBezTo>
                      <a:pt x="2540" y="29251"/>
                      <a:pt x="4047" y="27787"/>
                      <a:pt x="5532" y="26155"/>
                    </a:cubicBezTo>
                    <a:lnTo>
                      <a:pt x="5532" y="26134"/>
                    </a:lnTo>
                    <a:lnTo>
                      <a:pt x="5616" y="26050"/>
                    </a:lnTo>
                    <a:cubicBezTo>
                      <a:pt x="11726" y="19355"/>
                      <a:pt x="17375" y="10546"/>
                      <a:pt x="18379" y="1988"/>
                    </a:cubicBezTo>
                    <a:lnTo>
                      <a:pt x="18379" y="1883"/>
                    </a:lnTo>
                    <a:cubicBezTo>
                      <a:pt x="18421" y="1360"/>
                      <a:pt x="18484" y="816"/>
                      <a:pt x="18505" y="293"/>
                    </a:cubicBezTo>
                    <a:lnTo>
                      <a:pt x="18505" y="189"/>
                    </a:lnTo>
                    <a:cubicBezTo>
                      <a:pt x="18484" y="84"/>
                      <a:pt x="18379" y="0"/>
                      <a:pt x="18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7" name="Google Shape;187;p14"/>
              <p:cNvSpPr/>
              <p:nvPr/>
            </p:nvSpPr>
            <p:spPr>
              <a:xfrm>
                <a:off x="19279125" y="28273675"/>
                <a:ext cx="2565725" cy="1180375"/>
              </a:xfrm>
              <a:custGeom>
                <a:avLst/>
                <a:gdLst/>
                <a:ahLst/>
                <a:cxnLst/>
                <a:rect l="l" t="t" r="r" b="b"/>
                <a:pathLst>
                  <a:path w="102629" h="47215" extrusionOk="0">
                    <a:moveTo>
                      <a:pt x="72729" y="5754"/>
                    </a:moveTo>
                    <a:lnTo>
                      <a:pt x="72729" y="5754"/>
                    </a:lnTo>
                    <a:cubicBezTo>
                      <a:pt x="73231" y="6277"/>
                      <a:pt x="73733" y="6800"/>
                      <a:pt x="74194" y="7365"/>
                    </a:cubicBezTo>
                    <a:cubicBezTo>
                      <a:pt x="74232" y="7403"/>
                      <a:pt x="74269" y="7419"/>
                      <a:pt x="74305" y="7419"/>
                    </a:cubicBezTo>
                    <a:cubicBezTo>
                      <a:pt x="74369" y="7419"/>
                      <a:pt x="74426" y="7369"/>
                      <a:pt x="74466" y="7302"/>
                    </a:cubicBezTo>
                    <a:cubicBezTo>
                      <a:pt x="76328" y="9144"/>
                      <a:pt x="77918" y="11173"/>
                      <a:pt x="79257" y="13391"/>
                    </a:cubicBezTo>
                    <a:lnTo>
                      <a:pt x="79257" y="13433"/>
                    </a:lnTo>
                    <a:cubicBezTo>
                      <a:pt x="80659" y="15777"/>
                      <a:pt x="81789" y="18371"/>
                      <a:pt x="82626" y="21196"/>
                    </a:cubicBezTo>
                    <a:cubicBezTo>
                      <a:pt x="82103" y="21070"/>
                      <a:pt x="81559" y="20966"/>
                      <a:pt x="81036" y="20819"/>
                    </a:cubicBezTo>
                    <a:lnTo>
                      <a:pt x="81036" y="20777"/>
                    </a:lnTo>
                    <a:cubicBezTo>
                      <a:pt x="80994" y="20756"/>
                      <a:pt x="80931" y="20694"/>
                      <a:pt x="80868" y="20694"/>
                    </a:cubicBezTo>
                    <a:cubicBezTo>
                      <a:pt x="80847" y="20694"/>
                      <a:pt x="80847" y="20694"/>
                      <a:pt x="80827" y="20714"/>
                    </a:cubicBezTo>
                    <a:cubicBezTo>
                      <a:pt x="80785" y="20756"/>
                      <a:pt x="80743" y="20777"/>
                      <a:pt x="80722" y="20798"/>
                    </a:cubicBezTo>
                    <a:cubicBezTo>
                      <a:pt x="79885" y="20610"/>
                      <a:pt x="79006" y="20463"/>
                      <a:pt x="78169" y="20275"/>
                    </a:cubicBezTo>
                    <a:lnTo>
                      <a:pt x="78169" y="20254"/>
                    </a:lnTo>
                    <a:cubicBezTo>
                      <a:pt x="78169" y="20254"/>
                      <a:pt x="78169" y="20233"/>
                      <a:pt x="78211" y="20233"/>
                    </a:cubicBezTo>
                    <a:cubicBezTo>
                      <a:pt x="78839" y="14416"/>
                      <a:pt x="76579" y="9834"/>
                      <a:pt x="73043" y="6152"/>
                    </a:cubicBezTo>
                    <a:lnTo>
                      <a:pt x="72729" y="5754"/>
                    </a:lnTo>
                    <a:close/>
                    <a:moveTo>
                      <a:pt x="72311" y="19857"/>
                    </a:moveTo>
                    <a:cubicBezTo>
                      <a:pt x="73985" y="20066"/>
                      <a:pt x="75637" y="20338"/>
                      <a:pt x="77311" y="20610"/>
                    </a:cubicBezTo>
                    <a:cubicBezTo>
                      <a:pt x="76935" y="21091"/>
                      <a:pt x="76579" y="21531"/>
                      <a:pt x="76223" y="22012"/>
                    </a:cubicBezTo>
                    <a:cubicBezTo>
                      <a:pt x="74884" y="23644"/>
                      <a:pt x="73524" y="25297"/>
                      <a:pt x="72164" y="26929"/>
                    </a:cubicBezTo>
                    <a:lnTo>
                      <a:pt x="72164" y="26950"/>
                    </a:lnTo>
                    <a:cubicBezTo>
                      <a:pt x="71516" y="27703"/>
                      <a:pt x="70867" y="28456"/>
                      <a:pt x="70218" y="29230"/>
                    </a:cubicBezTo>
                    <a:cubicBezTo>
                      <a:pt x="69465" y="30109"/>
                      <a:pt x="68712" y="30967"/>
                      <a:pt x="67917" y="31867"/>
                    </a:cubicBezTo>
                    <a:lnTo>
                      <a:pt x="67896" y="31888"/>
                    </a:lnTo>
                    <a:cubicBezTo>
                      <a:pt x="66640" y="33331"/>
                      <a:pt x="65364" y="34733"/>
                      <a:pt x="64067" y="36156"/>
                    </a:cubicBezTo>
                    <a:cubicBezTo>
                      <a:pt x="65615" y="34210"/>
                      <a:pt x="67080" y="32181"/>
                      <a:pt x="68335" y="30067"/>
                    </a:cubicBezTo>
                    <a:cubicBezTo>
                      <a:pt x="68440" y="29879"/>
                      <a:pt x="68586" y="29670"/>
                      <a:pt x="68691" y="29481"/>
                    </a:cubicBezTo>
                    <a:cubicBezTo>
                      <a:pt x="68754" y="29356"/>
                      <a:pt x="68816" y="29251"/>
                      <a:pt x="68900" y="29126"/>
                    </a:cubicBezTo>
                    <a:cubicBezTo>
                      <a:pt x="69047" y="28854"/>
                      <a:pt x="69172" y="28603"/>
                      <a:pt x="69319" y="28331"/>
                    </a:cubicBezTo>
                    <a:lnTo>
                      <a:pt x="69465" y="28017"/>
                    </a:lnTo>
                    <a:lnTo>
                      <a:pt x="69779" y="27389"/>
                    </a:lnTo>
                    <a:cubicBezTo>
                      <a:pt x="69821" y="27285"/>
                      <a:pt x="69883" y="27201"/>
                      <a:pt x="69904" y="27096"/>
                    </a:cubicBezTo>
                    <a:cubicBezTo>
                      <a:pt x="70051" y="26824"/>
                      <a:pt x="70176" y="26552"/>
                      <a:pt x="70302" y="26259"/>
                    </a:cubicBezTo>
                    <a:cubicBezTo>
                      <a:pt x="70344" y="26155"/>
                      <a:pt x="70386" y="26092"/>
                      <a:pt x="70428" y="25987"/>
                    </a:cubicBezTo>
                    <a:cubicBezTo>
                      <a:pt x="70574" y="25715"/>
                      <a:pt x="70679" y="25422"/>
                      <a:pt x="70783" y="25171"/>
                    </a:cubicBezTo>
                    <a:cubicBezTo>
                      <a:pt x="70804" y="25108"/>
                      <a:pt x="70804" y="25088"/>
                      <a:pt x="70825" y="25046"/>
                    </a:cubicBezTo>
                    <a:cubicBezTo>
                      <a:pt x="70930" y="24753"/>
                      <a:pt x="71055" y="24460"/>
                      <a:pt x="71160" y="24167"/>
                    </a:cubicBezTo>
                    <a:cubicBezTo>
                      <a:pt x="71202" y="24104"/>
                      <a:pt x="71223" y="24041"/>
                      <a:pt x="71244" y="23958"/>
                    </a:cubicBezTo>
                    <a:cubicBezTo>
                      <a:pt x="71348" y="23644"/>
                      <a:pt x="71453" y="23330"/>
                      <a:pt x="71557" y="23058"/>
                    </a:cubicBezTo>
                    <a:cubicBezTo>
                      <a:pt x="71557" y="22995"/>
                      <a:pt x="71578" y="22974"/>
                      <a:pt x="71578" y="22911"/>
                    </a:cubicBezTo>
                    <a:cubicBezTo>
                      <a:pt x="71683" y="22598"/>
                      <a:pt x="71767" y="22326"/>
                      <a:pt x="71850" y="22012"/>
                    </a:cubicBezTo>
                    <a:cubicBezTo>
                      <a:pt x="71850" y="21970"/>
                      <a:pt x="71871" y="21949"/>
                      <a:pt x="71871" y="21928"/>
                    </a:cubicBezTo>
                    <a:cubicBezTo>
                      <a:pt x="71955" y="21593"/>
                      <a:pt x="72039" y="21279"/>
                      <a:pt x="72101" y="20924"/>
                    </a:cubicBezTo>
                    <a:cubicBezTo>
                      <a:pt x="72101" y="20903"/>
                      <a:pt x="72143" y="20882"/>
                      <a:pt x="72143" y="20819"/>
                    </a:cubicBezTo>
                    <a:cubicBezTo>
                      <a:pt x="72206" y="20505"/>
                      <a:pt x="72269" y="20170"/>
                      <a:pt x="72311" y="19857"/>
                    </a:cubicBezTo>
                    <a:close/>
                    <a:moveTo>
                      <a:pt x="64761" y="0"/>
                    </a:moveTo>
                    <a:cubicBezTo>
                      <a:pt x="64113" y="0"/>
                      <a:pt x="63614" y="912"/>
                      <a:pt x="64213" y="1423"/>
                    </a:cubicBezTo>
                    <a:cubicBezTo>
                      <a:pt x="65238" y="2281"/>
                      <a:pt x="66180" y="3243"/>
                      <a:pt x="67059" y="4269"/>
                    </a:cubicBezTo>
                    <a:lnTo>
                      <a:pt x="67080" y="4269"/>
                    </a:lnTo>
                    <a:lnTo>
                      <a:pt x="67122" y="4289"/>
                    </a:lnTo>
                    <a:cubicBezTo>
                      <a:pt x="67122" y="4331"/>
                      <a:pt x="67143" y="4331"/>
                      <a:pt x="67143" y="4331"/>
                    </a:cubicBezTo>
                    <a:lnTo>
                      <a:pt x="67143" y="4352"/>
                    </a:lnTo>
                    <a:lnTo>
                      <a:pt x="67163" y="4373"/>
                    </a:lnTo>
                    <a:cubicBezTo>
                      <a:pt x="69904" y="7574"/>
                      <a:pt x="72143" y="11299"/>
                      <a:pt x="74382" y="14940"/>
                    </a:cubicBezTo>
                    <a:cubicBezTo>
                      <a:pt x="75031" y="16007"/>
                      <a:pt x="75700" y="17053"/>
                      <a:pt x="76349" y="18078"/>
                    </a:cubicBezTo>
                    <a:cubicBezTo>
                      <a:pt x="76433" y="18183"/>
                      <a:pt x="76474" y="18287"/>
                      <a:pt x="76558" y="18392"/>
                    </a:cubicBezTo>
                    <a:cubicBezTo>
                      <a:pt x="76746" y="18664"/>
                      <a:pt x="76893" y="18915"/>
                      <a:pt x="77081" y="19187"/>
                    </a:cubicBezTo>
                    <a:cubicBezTo>
                      <a:pt x="77102" y="19229"/>
                      <a:pt x="77165" y="19292"/>
                      <a:pt x="77186" y="19334"/>
                    </a:cubicBezTo>
                    <a:cubicBezTo>
                      <a:pt x="77374" y="19606"/>
                      <a:pt x="77542" y="19878"/>
                      <a:pt x="77730" y="20150"/>
                    </a:cubicBezTo>
                    <a:cubicBezTo>
                      <a:pt x="77709" y="20150"/>
                      <a:pt x="77688" y="20170"/>
                      <a:pt x="77625" y="20191"/>
                    </a:cubicBezTo>
                    <a:cubicBezTo>
                      <a:pt x="75575" y="19815"/>
                      <a:pt x="73524" y="19501"/>
                      <a:pt x="71453" y="19229"/>
                    </a:cubicBezTo>
                    <a:cubicBezTo>
                      <a:pt x="72039" y="13956"/>
                      <a:pt x="68963" y="9248"/>
                      <a:pt x="64862" y="5796"/>
                    </a:cubicBezTo>
                    <a:lnTo>
                      <a:pt x="64841" y="5754"/>
                    </a:lnTo>
                    <a:lnTo>
                      <a:pt x="64820" y="5754"/>
                    </a:lnTo>
                    <a:cubicBezTo>
                      <a:pt x="62016" y="3411"/>
                      <a:pt x="58710" y="1611"/>
                      <a:pt x="55739" y="565"/>
                    </a:cubicBezTo>
                    <a:cubicBezTo>
                      <a:pt x="55650" y="534"/>
                      <a:pt x="55563" y="520"/>
                      <a:pt x="55478" y="520"/>
                    </a:cubicBezTo>
                    <a:cubicBezTo>
                      <a:pt x="54985" y="520"/>
                      <a:pt x="54588" y="997"/>
                      <a:pt x="54588" y="1444"/>
                    </a:cubicBezTo>
                    <a:cubicBezTo>
                      <a:pt x="54588" y="1674"/>
                      <a:pt x="54693" y="1946"/>
                      <a:pt x="54986" y="2072"/>
                    </a:cubicBezTo>
                    <a:cubicBezTo>
                      <a:pt x="55509" y="2364"/>
                      <a:pt x="55990" y="2678"/>
                      <a:pt x="56492" y="2992"/>
                    </a:cubicBezTo>
                    <a:cubicBezTo>
                      <a:pt x="56513" y="2992"/>
                      <a:pt x="56513" y="3013"/>
                      <a:pt x="56555" y="3034"/>
                    </a:cubicBezTo>
                    <a:cubicBezTo>
                      <a:pt x="57811" y="4038"/>
                      <a:pt x="59087" y="4980"/>
                      <a:pt x="60342" y="5942"/>
                    </a:cubicBezTo>
                    <a:lnTo>
                      <a:pt x="60363" y="5942"/>
                    </a:lnTo>
                    <a:cubicBezTo>
                      <a:pt x="61849" y="7261"/>
                      <a:pt x="63272" y="8683"/>
                      <a:pt x="64611" y="10211"/>
                    </a:cubicBezTo>
                    <a:cubicBezTo>
                      <a:pt x="66619" y="12450"/>
                      <a:pt x="68021" y="15128"/>
                      <a:pt x="69758" y="17576"/>
                    </a:cubicBezTo>
                    <a:cubicBezTo>
                      <a:pt x="69779" y="17618"/>
                      <a:pt x="69800" y="17639"/>
                      <a:pt x="69800" y="17681"/>
                    </a:cubicBezTo>
                    <a:cubicBezTo>
                      <a:pt x="69883" y="17827"/>
                      <a:pt x="69988" y="17932"/>
                      <a:pt x="70072" y="18057"/>
                    </a:cubicBezTo>
                    <a:cubicBezTo>
                      <a:pt x="70114" y="18141"/>
                      <a:pt x="70176" y="18183"/>
                      <a:pt x="70218" y="18266"/>
                    </a:cubicBezTo>
                    <a:cubicBezTo>
                      <a:pt x="70302" y="18371"/>
                      <a:pt x="70344" y="18455"/>
                      <a:pt x="70428" y="18559"/>
                    </a:cubicBezTo>
                    <a:cubicBezTo>
                      <a:pt x="70511" y="18664"/>
                      <a:pt x="70595" y="18769"/>
                      <a:pt x="70700" y="18873"/>
                    </a:cubicBezTo>
                    <a:cubicBezTo>
                      <a:pt x="70741" y="18915"/>
                      <a:pt x="70804" y="18999"/>
                      <a:pt x="70846" y="19041"/>
                    </a:cubicBezTo>
                    <a:cubicBezTo>
                      <a:pt x="70909" y="19103"/>
                      <a:pt x="70930" y="19145"/>
                      <a:pt x="70992" y="19208"/>
                    </a:cubicBezTo>
                    <a:cubicBezTo>
                      <a:pt x="69570" y="19020"/>
                      <a:pt x="68147" y="18894"/>
                      <a:pt x="66745" y="18769"/>
                    </a:cubicBezTo>
                    <a:lnTo>
                      <a:pt x="66766" y="18769"/>
                    </a:lnTo>
                    <a:cubicBezTo>
                      <a:pt x="66763" y="18768"/>
                      <a:pt x="66761" y="18768"/>
                      <a:pt x="66758" y="18768"/>
                    </a:cubicBezTo>
                    <a:lnTo>
                      <a:pt x="66758" y="18768"/>
                    </a:lnTo>
                    <a:cubicBezTo>
                      <a:pt x="66814" y="18763"/>
                      <a:pt x="66854" y="18725"/>
                      <a:pt x="66912" y="18706"/>
                    </a:cubicBezTo>
                    <a:lnTo>
                      <a:pt x="66933" y="18685"/>
                    </a:lnTo>
                    <a:cubicBezTo>
                      <a:pt x="66975" y="18601"/>
                      <a:pt x="67017" y="18497"/>
                      <a:pt x="66954" y="18413"/>
                    </a:cubicBezTo>
                    <a:cubicBezTo>
                      <a:pt x="63837" y="14228"/>
                      <a:pt x="59673" y="10608"/>
                      <a:pt x="55216" y="7512"/>
                    </a:cubicBezTo>
                    <a:cubicBezTo>
                      <a:pt x="55174" y="7491"/>
                      <a:pt x="55153" y="7491"/>
                      <a:pt x="55132" y="7470"/>
                    </a:cubicBezTo>
                    <a:cubicBezTo>
                      <a:pt x="54233" y="6842"/>
                      <a:pt x="53333" y="6256"/>
                      <a:pt x="52412" y="5691"/>
                    </a:cubicBezTo>
                    <a:cubicBezTo>
                      <a:pt x="52391" y="5691"/>
                      <a:pt x="52391" y="5649"/>
                      <a:pt x="52350" y="5629"/>
                    </a:cubicBezTo>
                    <a:cubicBezTo>
                      <a:pt x="51701" y="5210"/>
                      <a:pt x="51052" y="4813"/>
                      <a:pt x="50404" y="4436"/>
                    </a:cubicBezTo>
                    <a:cubicBezTo>
                      <a:pt x="49211" y="3745"/>
                      <a:pt x="48039" y="3076"/>
                      <a:pt x="46888" y="2469"/>
                    </a:cubicBezTo>
                    <a:cubicBezTo>
                      <a:pt x="46771" y="2407"/>
                      <a:pt x="46661" y="2379"/>
                      <a:pt x="46560" y="2379"/>
                    </a:cubicBezTo>
                    <a:cubicBezTo>
                      <a:pt x="46119" y="2379"/>
                      <a:pt x="45860" y="2901"/>
                      <a:pt x="46031" y="3327"/>
                    </a:cubicBezTo>
                    <a:lnTo>
                      <a:pt x="46051" y="3348"/>
                    </a:lnTo>
                    <a:cubicBezTo>
                      <a:pt x="46072" y="3432"/>
                      <a:pt x="46114" y="3515"/>
                      <a:pt x="46177" y="3599"/>
                    </a:cubicBezTo>
                    <a:cubicBezTo>
                      <a:pt x="50445" y="8118"/>
                      <a:pt x="55551" y="12722"/>
                      <a:pt x="61137" y="16007"/>
                    </a:cubicBezTo>
                    <a:cubicBezTo>
                      <a:pt x="61179" y="16049"/>
                      <a:pt x="61200" y="16049"/>
                      <a:pt x="61221" y="16069"/>
                    </a:cubicBezTo>
                    <a:cubicBezTo>
                      <a:pt x="61514" y="16258"/>
                      <a:pt x="61807" y="16404"/>
                      <a:pt x="62121" y="16572"/>
                    </a:cubicBezTo>
                    <a:cubicBezTo>
                      <a:pt x="62184" y="16613"/>
                      <a:pt x="62267" y="16634"/>
                      <a:pt x="62351" y="16697"/>
                    </a:cubicBezTo>
                    <a:cubicBezTo>
                      <a:pt x="62644" y="16844"/>
                      <a:pt x="62916" y="17011"/>
                      <a:pt x="63230" y="17157"/>
                    </a:cubicBezTo>
                    <a:cubicBezTo>
                      <a:pt x="63376" y="17220"/>
                      <a:pt x="63481" y="17304"/>
                      <a:pt x="63606" y="17346"/>
                    </a:cubicBezTo>
                    <a:cubicBezTo>
                      <a:pt x="63816" y="17450"/>
                      <a:pt x="64004" y="17555"/>
                      <a:pt x="64213" y="17639"/>
                    </a:cubicBezTo>
                    <a:cubicBezTo>
                      <a:pt x="64360" y="17722"/>
                      <a:pt x="64548" y="17785"/>
                      <a:pt x="64715" y="17869"/>
                    </a:cubicBezTo>
                    <a:cubicBezTo>
                      <a:pt x="64946" y="17973"/>
                      <a:pt x="65155" y="18078"/>
                      <a:pt x="65385" y="18183"/>
                    </a:cubicBezTo>
                    <a:cubicBezTo>
                      <a:pt x="65531" y="18266"/>
                      <a:pt x="65699" y="18308"/>
                      <a:pt x="65866" y="18392"/>
                    </a:cubicBezTo>
                    <a:lnTo>
                      <a:pt x="66410" y="18622"/>
                    </a:lnTo>
                    <a:cubicBezTo>
                      <a:pt x="66512" y="18683"/>
                      <a:pt x="66615" y="18705"/>
                      <a:pt x="66717" y="18764"/>
                    </a:cubicBezTo>
                    <a:lnTo>
                      <a:pt x="66717" y="18764"/>
                    </a:lnTo>
                    <a:cubicBezTo>
                      <a:pt x="63282" y="18461"/>
                      <a:pt x="59832" y="18310"/>
                      <a:pt x="56381" y="18310"/>
                    </a:cubicBezTo>
                    <a:cubicBezTo>
                      <a:pt x="45847" y="18310"/>
                      <a:pt x="35302" y="19722"/>
                      <a:pt x="25149" y="22556"/>
                    </a:cubicBezTo>
                    <a:cubicBezTo>
                      <a:pt x="25756" y="22221"/>
                      <a:pt x="26341" y="21865"/>
                      <a:pt x="26906" y="21510"/>
                    </a:cubicBezTo>
                    <a:cubicBezTo>
                      <a:pt x="26927" y="21489"/>
                      <a:pt x="26969" y="21447"/>
                      <a:pt x="26969" y="21426"/>
                    </a:cubicBezTo>
                    <a:lnTo>
                      <a:pt x="26969" y="21321"/>
                    </a:lnTo>
                    <a:cubicBezTo>
                      <a:pt x="26969" y="21300"/>
                      <a:pt x="26969" y="21300"/>
                      <a:pt x="26927" y="21279"/>
                    </a:cubicBezTo>
                    <a:cubicBezTo>
                      <a:pt x="27409" y="21196"/>
                      <a:pt x="27848" y="21112"/>
                      <a:pt x="28287" y="21007"/>
                    </a:cubicBezTo>
                    <a:cubicBezTo>
                      <a:pt x="28664" y="20924"/>
                      <a:pt x="28999" y="20861"/>
                      <a:pt x="29375" y="20756"/>
                    </a:cubicBezTo>
                    <a:cubicBezTo>
                      <a:pt x="29396" y="20756"/>
                      <a:pt x="29396" y="20714"/>
                      <a:pt x="29417" y="20714"/>
                    </a:cubicBezTo>
                    <a:cubicBezTo>
                      <a:pt x="29543" y="20673"/>
                      <a:pt x="29543" y="20547"/>
                      <a:pt x="29501" y="20442"/>
                    </a:cubicBezTo>
                    <a:cubicBezTo>
                      <a:pt x="29480" y="20380"/>
                      <a:pt x="29417" y="20338"/>
                      <a:pt x="29375" y="20296"/>
                    </a:cubicBezTo>
                    <a:cubicBezTo>
                      <a:pt x="27701" y="19710"/>
                      <a:pt x="25881" y="19354"/>
                      <a:pt x="23998" y="19208"/>
                    </a:cubicBezTo>
                    <a:lnTo>
                      <a:pt x="23935" y="19208"/>
                    </a:lnTo>
                    <a:cubicBezTo>
                      <a:pt x="23580" y="19187"/>
                      <a:pt x="23224" y="19145"/>
                      <a:pt x="22889" y="19124"/>
                    </a:cubicBezTo>
                    <a:lnTo>
                      <a:pt x="22722" y="19124"/>
                    </a:lnTo>
                    <a:cubicBezTo>
                      <a:pt x="22408" y="19124"/>
                      <a:pt x="22073" y="19103"/>
                      <a:pt x="21759" y="19103"/>
                    </a:cubicBezTo>
                    <a:lnTo>
                      <a:pt x="20295" y="19103"/>
                    </a:lnTo>
                    <a:cubicBezTo>
                      <a:pt x="20002" y="19103"/>
                      <a:pt x="19751" y="19124"/>
                      <a:pt x="19458" y="19124"/>
                    </a:cubicBezTo>
                    <a:cubicBezTo>
                      <a:pt x="19332" y="19124"/>
                      <a:pt x="19186" y="19145"/>
                      <a:pt x="19060" y="19145"/>
                    </a:cubicBezTo>
                    <a:cubicBezTo>
                      <a:pt x="18830" y="19187"/>
                      <a:pt x="18558" y="19187"/>
                      <a:pt x="18328" y="19208"/>
                    </a:cubicBezTo>
                    <a:cubicBezTo>
                      <a:pt x="18181" y="19229"/>
                      <a:pt x="18014" y="19229"/>
                      <a:pt x="17867" y="19250"/>
                    </a:cubicBezTo>
                    <a:cubicBezTo>
                      <a:pt x="17658" y="19292"/>
                      <a:pt x="17407" y="19313"/>
                      <a:pt x="17198" y="19334"/>
                    </a:cubicBezTo>
                    <a:cubicBezTo>
                      <a:pt x="17030" y="19354"/>
                      <a:pt x="16842" y="19396"/>
                      <a:pt x="16654" y="19396"/>
                    </a:cubicBezTo>
                    <a:cubicBezTo>
                      <a:pt x="16466" y="19417"/>
                      <a:pt x="16256" y="19438"/>
                      <a:pt x="16089" y="19459"/>
                    </a:cubicBezTo>
                    <a:cubicBezTo>
                      <a:pt x="15880" y="19501"/>
                      <a:pt x="15670" y="19522"/>
                      <a:pt x="15482" y="19543"/>
                    </a:cubicBezTo>
                    <a:cubicBezTo>
                      <a:pt x="15294" y="19564"/>
                      <a:pt x="15147" y="19606"/>
                      <a:pt x="14959" y="19626"/>
                    </a:cubicBezTo>
                    <a:cubicBezTo>
                      <a:pt x="14750" y="19647"/>
                      <a:pt x="14520" y="19710"/>
                      <a:pt x="14310" y="19731"/>
                    </a:cubicBezTo>
                    <a:cubicBezTo>
                      <a:pt x="14143" y="19752"/>
                      <a:pt x="13955" y="19773"/>
                      <a:pt x="13808" y="19836"/>
                    </a:cubicBezTo>
                    <a:cubicBezTo>
                      <a:pt x="13599" y="19878"/>
                      <a:pt x="13390" y="19919"/>
                      <a:pt x="13181" y="19961"/>
                    </a:cubicBezTo>
                    <a:cubicBezTo>
                      <a:pt x="12971" y="20024"/>
                      <a:pt x="12741" y="20045"/>
                      <a:pt x="12532" y="20087"/>
                    </a:cubicBezTo>
                    <a:cubicBezTo>
                      <a:pt x="12364" y="20129"/>
                      <a:pt x="12218" y="20170"/>
                      <a:pt x="12051" y="20191"/>
                    </a:cubicBezTo>
                    <a:cubicBezTo>
                      <a:pt x="12030" y="20191"/>
                      <a:pt x="12009" y="20191"/>
                      <a:pt x="11967" y="20233"/>
                    </a:cubicBezTo>
                    <a:cubicBezTo>
                      <a:pt x="11611" y="20296"/>
                      <a:pt x="11276" y="20380"/>
                      <a:pt x="10900" y="20484"/>
                    </a:cubicBezTo>
                    <a:cubicBezTo>
                      <a:pt x="10889" y="20474"/>
                      <a:pt x="10863" y="20469"/>
                      <a:pt x="10829" y="20469"/>
                    </a:cubicBezTo>
                    <a:cubicBezTo>
                      <a:pt x="10795" y="20469"/>
                      <a:pt x="10753" y="20474"/>
                      <a:pt x="10712" y="20484"/>
                    </a:cubicBezTo>
                    <a:cubicBezTo>
                      <a:pt x="10544" y="20568"/>
                      <a:pt x="10293" y="20610"/>
                      <a:pt x="10126" y="20694"/>
                    </a:cubicBezTo>
                    <a:cubicBezTo>
                      <a:pt x="7092" y="21489"/>
                      <a:pt x="4204" y="22493"/>
                      <a:pt x="1756" y="23581"/>
                    </a:cubicBezTo>
                    <a:cubicBezTo>
                      <a:pt x="1401" y="23719"/>
                      <a:pt x="1381" y="24341"/>
                      <a:pt x="1801" y="24341"/>
                    </a:cubicBezTo>
                    <a:cubicBezTo>
                      <a:pt x="1826" y="24341"/>
                      <a:pt x="1853" y="24339"/>
                      <a:pt x="1882" y="24334"/>
                    </a:cubicBezTo>
                    <a:cubicBezTo>
                      <a:pt x="2279" y="24272"/>
                      <a:pt x="2656" y="24209"/>
                      <a:pt x="3053" y="24146"/>
                    </a:cubicBezTo>
                    <a:lnTo>
                      <a:pt x="3074" y="24146"/>
                    </a:lnTo>
                    <a:cubicBezTo>
                      <a:pt x="7510" y="23476"/>
                      <a:pt x="11925" y="22786"/>
                      <a:pt x="16340" y="22221"/>
                    </a:cubicBezTo>
                    <a:cubicBezTo>
                      <a:pt x="16926" y="22137"/>
                      <a:pt x="17470" y="22075"/>
                      <a:pt x="18077" y="22033"/>
                    </a:cubicBezTo>
                    <a:lnTo>
                      <a:pt x="18244" y="22033"/>
                    </a:lnTo>
                    <a:cubicBezTo>
                      <a:pt x="19960" y="21907"/>
                      <a:pt x="21696" y="21823"/>
                      <a:pt x="23412" y="21698"/>
                    </a:cubicBezTo>
                    <a:lnTo>
                      <a:pt x="23433" y="21698"/>
                    </a:lnTo>
                    <a:cubicBezTo>
                      <a:pt x="22994" y="21761"/>
                      <a:pt x="22575" y="21844"/>
                      <a:pt x="22115" y="21928"/>
                    </a:cubicBezTo>
                    <a:cubicBezTo>
                      <a:pt x="21906" y="21949"/>
                      <a:pt x="21696" y="22012"/>
                      <a:pt x="21487" y="22054"/>
                    </a:cubicBezTo>
                    <a:cubicBezTo>
                      <a:pt x="21278" y="22116"/>
                      <a:pt x="21069" y="22137"/>
                      <a:pt x="20859" y="22179"/>
                    </a:cubicBezTo>
                    <a:cubicBezTo>
                      <a:pt x="20587" y="22242"/>
                      <a:pt x="20295" y="22284"/>
                      <a:pt x="20002" y="22367"/>
                    </a:cubicBezTo>
                    <a:cubicBezTo>
                      <a:pt x="19897" y="22388"/>
                      <a:pt x="19792" y="22430"/>
                      <a:pt x="19667" y="22451"/>
                    </a:cubicBezTo>
                    <a:cubicBezTo>
                      <a:pt x="13160" y="23811"/>
                      <a:pt x="6631" y="25883"/>
                      <a:pt x="501" y="27829"/>
                    </a:cubicBezTo>
                    <a:cubicBezTo>
                      <a:pt x="292" y="27912"/>
                      <a:pt x="145" y="28080"/>
                      <a:pt x="103" y="28226"/>
                    </a:cubicBezTo>
                    <a:cubicBezTo>
                      <a:pt x="1" y="28615"/>
                      <a:pt x="199" y="29064"/>
                      <a:pt x="677" y="29064"/>
                    </a:cubicBezTo>
                    <a:cubicBezTo>
                      <a:pt x="688" y="29064"/>
                      <a:pt x="699" y="29063"/>
                      <a:pt x="710" y="29063"/>
                    </a:cubicBezTo>
                    <a:cubicBezTo>
                      <a:pt x="1714" y="29021"/>
                      <a:pt x="2761" y="28937"/>
                      <a:pt x="3807" y="28833"/>
                    </a:cubicBezTo>
                    <a:cubicBezTo>
                      <a:pt x="6631" y="28561"/>
                      <a:pt x="9498" y="28101"/>
                      <a:pt x="12281" y="27452"/>
                    </a:cubicBezTo>
                    <a:lnTo>
                      <a:pt x="12323" y="27452"/>
                    </a:lnTo>
                    <a:cubicBezTo>
                      <a:pt x="12657" y="27368"/>
                      <a:pt x="13013" y="27285"/>
                      <a:pt x="13369" y="27180"/>
                    </a:cubicBezTo>
                    <a:cubicBezTo>
                      <a:pt x="13411" y="27159"/>
                      <a:pt x="13473" y="27159"/>
                      <a:pt x="13536" y="27138"/>
                    </a:cubicBezTo>
                    <a:cubicBezTo>
                      <a:pt x="14206" y="26971"/>
                      <a:pt x="14854" y="26782"/>
                      <a:pt x="15482" y="26615"/>
                    </a:cubicBezTo>
                    <a:cubicBezTo>
                      <a:pt x="15524" y="26573"/>
                      <a:pt x="15587" y="26573"/>
                      <a:pt x="15629" y="26552"/>
                    </a:cubicBezTo>
                    <a:cubicBezTo>
                      <a:pt x="15880" y="26468"/>
                      <a:pt x="16089" y="26427"/>
                      <a:pt x="16319" y="26343"/>
                    </a:cubicBezTo>
                    <a:cubicBezTo>
                      <a:pt x="16549" y="26259"/>
                      <a:pt x="16758" y="26217"/>
                      <a:pt x="16989" y="26134"/>
                    </a:cubicBezTo>
                    <a:cubicBezTo>
                      <a:pt x="17177" y="26092"/>
                      <a:pt x="17365" y="26008"/>
                      <a:pt x="17554" y="25945"/>
                    </a:cubicBezTo>
                    <a:cubicBezTo>
                      <a:pt x="17888" y="25841"/>
                      <a:pt x="18223" y="25715"/>
                      <a:pt x="18558" y="25590"/>
                    </a:cubicBezTo>
                    <a:lnTo>
                      <a:pt x="18809" y="25506"/>
                    </a:lnTo>
                    <a:cubicBezTo>
                      <a:pt x="19248" y="25360"/>
                      <a:pt x="19688" y="25171"/>
                      <a:pt x="20127" y="24983"/>
                    </a:cubicBezTo>
                    <a:lnTo>
                      <a:pt x="20295" y="24899"/>
                    </a:lnTo>
                    <a:cubicBezTo>
                      <a:pt x="20713" y="24753"/>
                      <a:pt x="21111" y="24564"/>
                      <a:pt x="21529" y="24376"/>
                    </a:cubicBezTo>
                    <a:cubicBezTo>
                      <a:pt x="21550" y="24355"/>
                      <a:pt x="21592" y="24355"/>
                      <a:pt x="21634" y="24334"/>
                    </a:cubicBezTo>
                    <a:cubicBezTo>
                      <a:pt x="22094" y="24125"/>
                      <a:pt x="22596" y="23895"/>
                      <a:pt x="23036" y="23686"/>
                    </a:cubicBezTo>
                    <a:cubicBezTo>
                      <a:pt x="24458" y="23267"/>
                      <a:pt x="25860" y="22891"/>
                      <a:pt x="27283" y="22535"/>
                    </a:cubicBezTo>
                    <a:lnTo>
                      <a:pt x="27283" y="22535"/>
                    </a:lnTo>
                    <a:cubicBezTo>
                      <a:pt x="25839" y="23414"/>
                      <a:pt x="24458" y="24460"/>
                      <a:pt x="23119" y="25527"/>
                    </a:cubicBezTo>
                    <a:cubicBezTo>
                      <a:pt x="22115" y="26343"/>
                      <a:pt x="21131" y="27180"/>
                      <a:pt x="20127" y="28017"/>
                    </a:cubicBezTo>
                    <a:cubicBezTo>
                      <a:pt x="18558" y="29356"/>
                      <a:pt x="16968" y="30653"/>
                      <a:pt x="15294" y="31804"/>
                    </a:cubicBezTo>
                    <a:cubicBezTo>
                      <a:pt x="15001" y="31992"/>
                      <a:pt x="14750" y="32181"/>
                      <a:pt x="14457" y="32369"/>
                    </a:cubicBezTo>
                    <a:cubicBezTo>
                      <a:pt x="14373" y="32411"/>
                      <a:pt x="14310" y="32474"/>
                      <a:pt x="14206" y="32536"/>
                    </a:cubicBezTo>
                    <a:cubicBezTo>
                      <a:pt x="13934" y="32704"/>
                      <a:pt x="13683" y="32892"/>
                      <a:pt x="13411" y="33038"/>
                    </a:cubicBezTo>
                    <a:cubicBezTo>
                      <a:pt x="13285" y="33122"/>
                      <a:pt x="13118" y="33227"/>
                      <a:pt x="12992" y="33311"/>
                    </a:cubicBezTo>
                    <a:cubicBezTo>
                      <a:pt x="12364" y="33687"/>
                      <a:pt x="11737" y="34085"/>
                      <a:pt x="11109" y="34461"/>
                    </a:cubicBezTo>
                    <a:lnTo>
                      <a:pt x="11130" y="34461"/>
                    </a:lnTo>
                    <a:cubicBezTo>
                      <a:pt x="8787" y="35884"/>
                      <a:pt x="6380" y="37244"/>
                      <a:pt x="4058" y="38667"/>
                    </a:cubicBezTo>
                    <a:cubicBezTo>
                      <a:pt x="4016" y="38667"/>
                      <a:pt x="3995" y="38667"/>
                      <a:pt x="3995" y="38688"/>
                    </a:cubicBezTo>
                    <a:cubicBezTo>
                      <a:pt x="3346" y="39064"/>
                      <a:pt x="2719" y="39441"/>
                      <a:pt x="2091" y="39860"/>
                    </a:cubicBezTo>
                    <a:cubicBezTo>
                      <a:pt x="1453" y="40285"/>
                      <a:pt x="1834" y="41175"/>
                      <a:pt x="2490" y="41175"/>
                    </a:cubicBezTo>
                    <a:cubicBezTo>
                      <a:pt x="2543" y="41175"/>
                      <a:pt x="2599" y="41170"/>
                      <a:pt x="2656" y="41157"/>
                    </a:cubicBezTo>
                    <a:cubicBezTo>
                      <a:pt x="2949" y="41094"/>
                      <a:pt x="3263" y="41010"/>
                      <a:pt x="3556" y="40906"/>
                    </a:cubicBezTo>
                    <a:cubicBezTo>
                      <a:pt x="10168" y="39190"/>
                      <a:pt x="17826" y="34838"/>
                      <a:pt x="22994" y="29272"/>
                    </a:cubicBezTo>
                    <a:lnTo>
                      <a:pt x="23015" y="29251"/>
                    </a:lnTo>
                    <a:cubicBezTo>
                      <a:pt x="23224" y="29021"/>
                      <a:pt x="23454" y="28770"/>
                      <a:pt x="23663" y="28540"/>
                    </a:cubicBezTo>
                    <a:cubicBezTo>
                      <a:pt x="23768" y="28435"/>
                      <a:pt x="23852" y="28331"/>
                      <a:pt x="23956" y="28205"/>
                    </a:cubicBezTo>
                    <a:cubicBezTo>
                      <a:pt x="24040" y="28121"/>
                      <a:pt x="24103" y="28017"/>
                      <a:pt x="24165" y="27933"/>
                    </a:cubicBezTo>
                    <a:cubicBezTo>
                      <a:pt x="24312" y="27724"/>
                      <a:pt x="24479" y="27557"/>
                      <a:pt x="24626" y="27347"/>
                    </a:cubicBezTo>
                    <a:cubicBezTo>
                      <a:pt x="24688" y="27285"/>
                      <a:pt x="24709" y="27243"/>
                      <a:pt x="24772" y="27180"/>
                    </a:cubicBezTo>
                    <a:cubicBezTo>
                      <a:pt x="25128" y="26720"/>
                      <a:pt x="25463" y="26238"/>
                      <a:pt x="25777" y="25778"/>
                    </a:cubicBezTo>
                    <a:cubicBezTo>
                      <a:pt x="25777" y="25778"/>
                      <a:pt x="25777" y="25736"/>
                      <a:pt x="25818" y="25736"/>
                    </a:cubicBezTo>
                    <a:cubicBezTo>
                      <a:pt x="26488" y="24732"/>
                      <a:pt x="27095" y="23644"/>
                      <a:pt x="27555" y="22577"/>
                    </a:cubicBezTo>
                    <a:cubicBezTo>
                      <a:pt x="27597" y="22535"/>
                      <a:pt x="27555" y="22472"/>
                      <a:pt x="27534" y="22451"/>
                    </a:cubicBezTo>
                    <a:cubicBezTo>
                      <a:pt x="29020" y="22075"/>
                      <a:pt x="30526" y="21740"/>
                      <a:pt x="32012" y="21426"/>
                    </a:cubicBezTo>
                    <a:lnTo>
                      <a:pt x="32012" y="21426"/>
                    </a:lnTo>
                    <a:cubicBezTo>
                      <a:pt x="28329" y="25171"/>
                      <a:pt x="25463" y="29649"/>
                      <a:pt x="22052" y="33583"/>
                    </a:cubicBezTo>
                    <a:cubicBezTo>
                      <a:pt x="21947" y="33729"/>
                      <a:pt x="21843" y="33834"/>
                      <a:pt x="21738" y="33959"/>
                    </a:cubicBezTo>
                    <a:cubicBezTo>
                      <a:pt x="21027" y="34775"/>
                      <a:pt x="20315" y="35549"/>
                      <a:pt x="19604" y="36365"/>
                    </a:cubicBezTo>
                    <a:cubicBezTo>
                      <a:pt x="17365" y="38876"/>
                      <a:pt x="15085" y="41366"/>
                      <a:pt x="12804" y="43835"/>
                    </a:cubicBezTo>
                    <a:lnTo>
                      <a:pt x="12783" y="43835"/>
                    </a:lnTo>
                    <a:cubicBezTo>
                      <a:pt x="12323" y="44358"/>
                      <a:pt x="11841" y="44860"/>
                      <a:pt x="11381" y="45383"/>
                    </a:cubicBezTo>
                    <a:cubicBezTo>
                      <a:pt x="11130" y="45655"/>
                      <a:pt x="11297" y="46074"/>
                      <a:pt x="11590" y="46179"/>
                    </a:cubicBezTo>
                    <a:cubicBezTo>
                      <a:pt x="11631" y="46195"/>
                      <a:pt x="11678" y="46205"/>
                      <a:pt x="11727" y="46205"/>
                    </a:cubicBezTo>
                    <a:cubicBezTo>
                      <a:pt x="11805" y="46205"/>
                      <a:pt x="11890" y="46180"/>
                      <a:pt x="11967" y="46116"/>
                    </a:cubicBezTo>
                    <a:cubicBezTo>
                      <a:pt x="20211" y="40173"/>
                      <a:pt x="28873" y="31218"/>
                      <a:pt x="32137" y="21384"/>
                    </a:cubicBezTo>
                    <a:cubicBezTo>
                      <a:pt x="37138" y="20338"/>
                      <a:pt x="42243" y="19626"/>
                      <a:pt x="47391" y="19229"/>
                    </a:cubicBezTo>
                    <a:lnTo>
                      <a:pt x="47391" y="19229"/>
                    </a:lnTo>
                    <a:cubicBezTo>
                      <a:pt x="47370" y="19250"/>
                      <a:pt x="47328" y="19250"/>
                      <a:pt x="47307" y="19292"/>
                    </a:cubicBezTo>
                    <a:cubicBezTo>
                      <a:pt x="46951" y="19543"/>
                      <a:pt x="46596" y="19815"/>
                      <a:pt x="46240" y="20066"/>
                    </a:cubicBezTo>
                    <a:cubicBezTo>
                      <a:pt x="46156" y="20129"/>
                      <a:pt x="46156" y="20254"/>
                      <a:pt x="46261" y="20275"/>
                    </a:cubicBezTo>
                    <a:cubicBezTo>
                      <a:pt x="46344" y="20296"/>
                      <a:pt x="43185" y="26217"/>
                      <a:pt x="41260" y="29691"/>
                    </a:cubicBezTo>
                    <a:cubicBezTo>
                      <a:pt x="40590" y="30946"/>
                      <a:pt x="40067" y="31888"/>
                      <a:pt x="39900" y="32097"/>
                    </a:cubicBezTo>
                    <a:cubicBezTo>
                      <a:pt x="39170" y="33200"/>
                      <a:pt x="38427" y="34291"/>
                      <a:pt x="37682" y="35388"/>
                    </a:cubicBezTo>
                    <a:lnTo>
                      <a:pt x="37682" y="35388"/>
                    </a:lnTo>
                    <a:cubicBezTo>
                      <a:pt x="38801" y="33696"/>
                      <a:pt x="39806" y="31949"/>
                      <a:pt x="40632" y="30172"/>
                    </a:cubicBezTo>
                    <a:cubicBezTo>
                      <a:pt x="40779" y="29900"/>
                      <a:pt x="40883" y="29649"/>
                      <a:pt x="41009" y="29377"/>
                    </a:cubicBezTo>
                    <a:cubicBezTo>
                      <a:pt x="41030" y="29356"/>
                      <a:pt x="41030" y="29293"/>
                      <a:pt x="41051" y="29272"/>
                    </a:cubicBezTo>
                    <a:cubicBezTo>
                      <a:pt x="41155" y="29042"/>
                      <a:pt x="41260" y="28770"/>
                      <a:pt x="41365" y="28540"/>
                    </a:cubicBezTo>
                    <a:cubicBezTo>
                      <a:pt x="41406" y="28498"/>
                      <a:pt x="41427" y="28435"/>
                      <a:pt x="41427" y="28393"/>
                    </a:cubicBezTo>
                    <a:cubicBezTo>
                      <a:pt x="41532" y="28142"/>
                      <a:pt x="41616" y="27912"/>
                      <a:pt x="41720" y="27661"/>
                    </a:cubicBezTo>
                    <a:lnTo>
                      <a:pt x="41720" y="27619"/>
                    </a:lnTo>
                    <a:cubicBezTo>
                      <a:pt x="41867" y="27201"/>
                      <a:pt x="41992" y="26824"/>
                      <a:pt x="42139" y="26406"/>
                    </a:cubicBezTo>
                    <a:cubicBezTo>
                      <a:pt x="42181" y="26238"/>
                      <a:pt x="42243" y="26050"/>
                      <a:pt x="42285" y="25904"/>
                    </a:cubicBezTo>
                    <a:cubicBezTo>
                      <a:pt x="42306" y="25778"/>
                      <a:pt x="42369" y="25632"/>
                      <a:pt x="42390" y="25506"/>
                    </a:cubicBezTo>
                    <a:cubicBezTo>
                      <a:pt x="42453" y="25318"/>
                      <a:pt x="42494" y="25108"/>
                      <a:pt x="42557" y="24941"/>
                    </a:cubicBezTo>
                    <a:cubicBezTo>
                      <a:pt x="42578" y="24795"/>
                      <a:pt x="42599" y="24690"/>
                      <a:pt x="42620" y="24564"/>
                    </a:cubicBezTo>
                    <a:cubicBezTo>
                      <a:pt x="42683" y="24355"/>
                      <a:pt x="42725" y="24146"/>
                      <a:pt x="42766" y="23958"/>
                    </a:cubicBezTo>
                    <a:cubicBezTo>
                      <a:pt x="42787" y="23853"/>
                      <a:pt x="42808" y="23748"/>
                      <a:pt x="42808" y="23644"/>
                    </a:cubicBezTo>
                    <a:cubicBezTo>
                      <a:pt x="42871" y="23435"/>
                      <a:pt x="42892" y="23204"/>
                      <a:pt x="42913" y="22995"/>
                    </a:cubicBezTo>
                    <a:cubicBezTo>
                      <a:pt x="42934" y="22891"/>
                      <a:pt x="42934" y="22807"/>
                      <a:pt x="42976" y="22702"/>
                    </a:cubicBezTo>
                    <a:cubicBezTo>
                      <a:pt x="42997" y="22451"/>
                      <a:pt x="43038" y="22179"/>
                      <a:pt x="43080" y="21949"/>
                    </a:cubicBezTo>
                    <a:cubicBezTo>
                      <a:pt x="43080" y="21907"/>
                      <a:pt x="43101" y="21844"/>
                      <a:pt x="43101" y="21761"/>
                    </a:cubicBezTo>
                    <a:cubicBezTo>
                      <a:pt x="43122" y="21447"/>
                      <a:pt x="43143" y="21112"/>
                      <a:pt x="43185" y="20798"/>
                    </a:cubicBezTo>
                    <a:cubicBezTo>
                      <a:pt x="43185" y="20652"/>
                      <a:pt x="43080" y="20547"/>
                      <a:pt x="42934" y="20484"/>
                    </a:cubicBezTo>
                    <a:cubicBezTo>
                      <a:pt x="42894" y="20471"/>
                      <a:pt x="42852" y="20464"/>
                      <a:pt x="42810" y="20464"/>
                    </a:cubicBezTo>
                    <a:cubicBezTo>
                      <a:pt x="42720" y="20464"/>
                      <a:pt x="42629" y="20497"/>
                      <a:pt x="42557" y="20568"/>
                    </a:cubicBezTo>
                    <a:cubicBezTo>
                      <a:pt x="42474" y="20673"/>
                      <a:pt x="42390" y="20756"/>
                      <a:pt x="42306" y="20861"/>
                    </a:cubicBezTo>
                    <a:cubicBezTo>
                      <a:pt x="42097" y="21091"/>
                      <a:pt x="41930" y="21300"/>
                      <a:pt x="41720" y="21531"/>
                    </a:cubicBezTo>
                    <a:cubicBezTo>
                      <a:pt x="41658" y="21593"/>
                      <a:pt x="41720" y="21656"/>
                      <a:pt x="41783" y="21656"/>
                    </a:cubicBezTo>
                    <a:cubicBezTo>
                      <a:pt x="41344" y="21865"/>
                      <a:pt x="40883" y="22242"/>
                      <a:pt x="40423" y="22744"/>
                    </a:cubicBezTo>
                    <a:cubicBezTo>
                      <a:pt x="38205" y="25192"/>
                      <a:pt x="36134" y="30632"/>
                      <a:pt x="34836" y="32787"/>
                    </a:cubicBezTo>
                    <a:cubicBezTo>
                      <a:pt x="33581" y="34817"/>
                      <a:pt x="32305" y="36826"/>
                      <a:pt x="31007" y="38813"/>
                    </a:cubicBezTo>
                    <a:cubicBezTo>
                      <a:pt x="31070" y="38772"/>
                      <a:pt x="31091" y="38709"/>
                      <a:pt x="31154" y="38667"/>
                    </a:cubicBezTo>
                    <a:lnTo>
                      <a:pt x="31154" y="38667"/>
                    </a:lnTo>
                    <a:cubicBezTo>
                      <a:pt x="30422" y="39818"/>
                      <a:pt x="29647" y="40969"/>
                      <a:pt x="28894" y="42119"/>
                    </a:cubicBezTo>
                    <a:lnTo>
                      <a:pt x="28873" y="42119"/>
                    </a:lnTo>
                    <a:cubicBezTo>
                      <a:pt x="28162" y="43186"/>
                      <a:pt x="27450" y="44254"/>
                      <a:pt x="26718" y="45342"/>
                    </a:cubicBezTo>
                    <a:lnTo>
                      <a:pt x="26697" y="45342"/>
                    </a:lnTo>
                    <a:cubicBezTo>
                      <a:pt x="26509" y="45614"/>
                      <a:pt x="26341" y="45886"/>
                      <a:pt x="26153" y="46137"/>
                    </a:cubicBezTo>
                    <a:cubicBezTo>
                      <a:pt x="26153" y="46179"/>
                      <a:pt x="26132" y="46179"/>
                      <a:pt x="26132" y="46199"/>
                    </a:cubicBezTo>
                    <a:lnTo>
                      <a:pt x="26090" y="46199"/>
                    </a:lnTo>
                    <a:cubicBezTo>
                      <a:pt x="25944" y="46492"/>
                      <a:pt x="26028" y="46764"/>
                      <a:pt x="26195" y="46953"/>
                    </a:cubicBezTo>
                    <a:cubicBezTo>
                      <a:pt x="26237" y="46953"/>
                      <a:pt x="26237" y="46974"/>
                      <a:pt x="26258" y="47015"/>
                    </a:cubicBezTo>
                    <a:cubicBezTo>
                      <a:pt x="26362" y="47120"/>
                      <a:pt x="26488" y="47162"/>
                      <a:pt x="26655" y="47183"/>
                    </a:cubicBezTo>
                    <a:cubicBezTo>
                      <a:pt x="26736" y="47203"/>
                      <a:pt x="26820" y="47215"/>
                      <a:pt x="26902" y="47215"/>
                    </a:cubicBezTo>
                    <a:cubicBezTo>
                      <a:pt x="27075" y="47215"/>
                      <a:pt x="27246" y="47164"/>
                      <a:pt x="27388" y="47036"/>
                    </a:cubicBezTo>
                    <a:cubicBezTo>
                      <a:pt x="30422" y="44358"/>
                      <a:pt x="33665" y="40969"/>
                      <a:pt x="36427" y="37181"/>
                    </a:cubicBezTo>
                    <a:lnTo>
                      <a:pt x="36427" y="37181"/>
                    </a:lnTo>
                    <a:cubicBezTo>
                      <a:pt x="35046" y="39127"/>
                      <a:pt x="33602" y="41073"/>
                      <a:pt x="32137" y="42998"/>
                    </a:cubicBezTo>
                    <a:lnTo>
                      <a:pt x="32137" y="43040"/>
                    </a:lnTo>
                    <a:cubicBezTo>
                      <a:pt x="31635" y="43689"/>
                      <a:pt x="31154" y="44316"/>
                      <a:pt x="30652" y="44965"/>
                    </a:cubicBezTo>
                    <a:cubicBezTo>
                      <a:pt x="30463" y="45195"/>
                      <a:pt x="30484" y="45509"/>
                      <a:pt x="30631" y="45760"/>
                    </a:cubicBezTo>
                    <a:cubicBezTo>
                      <a:pt x="30673" y="45823"/>
                      <a:pt x="30735" y="45886"/>
                      <a:pt x="30798" y="45927"/>
                    </a:cubicBezTo>
                    <a:cubicBezTo>
                      <a:pt x="30895" y="46003"/>
                      <a:pt x="31004" y="46045"/>
                      <a:pt x="31121" y="46045"/>
                    </a:cubicBezTo>
                    <a:cubicBezTo>
                      <a:pt x="31230" y="46045"/>
                      <a:pt x="31346" y="46008"/>
                      <a:pt x="31468" y="45927"/>
                    </a:cubicBezTo>
                    <a:cubicBezTo>
                      <a:pt x="32535" y="45153"/>
                      <a:pt x="33581" y="44337"/>
                      <a:pt x="34606" y="43458"/>
                    </a:cubicBezTo>
                    <a:lnTo>
                      <a:pt x="34606" y="43417"/>
                    </a:lnTo>
                    <a:cubicBezTo>
                      <a:pt x="34920" y="43166"/>
                      <a:pt x="35234" y="42873"/>
                      <a:pt x="35506" y="42622"/>
                    </a:cubicBezTo>
                    <a:cubicBezTo>
                      <a:pt x="35506" y="42622"/>
                      <a:pt x="35506" y="42580"/>
                      <a:pt x="35548" y="42580"/>
                    </a:cubicBezTo>
                    <a:cubicBezTo>
                      <a:pt x="36908" y="41324"/>
                      <a:pt x="38184" y="40006"/>
                      <a:pt x="39377" y="38604"/>
                    </a:cubicBezTo>
                    <a:cubicBezTo>
                      <a:pt x="41762" y="35779"/>
                      <a:pt x="43813" y="32683"/>
                      <a:pt x="45382" y="29356"/>
                    </a:cubicBezTo>
                    <a:cubicBezTo>
                      <a:pt x="45424" y="29251"/>
                      <a:pt x="45487" y="29147"/>
                      <a:pt x="45507" y="29063"/>
                    </a:cubicBezTo>
                    <a:cubicBezTo>
                      <a:pt x="45612" y="28833"/>
                      <a:pt x="45717" y="28624"/>
                      <a:pt x="45821" y="28393"/>
                    </a:cubicBezTo>
                    <a:cubicBezTo>
                      <a:pt x="45863" y="28247"/>
                      <a:pt x="45926" y="28121"/>
                      <a:pt x="46010" y="27975"/>
                    </a:cubicBezTo>
                    <a:cubicBezTo>
                      <a:pt x="46072" y="27766"/>
                      <a:pt x="46177" y="27557"/>
                      <a:pt x="46261" y="27305"/>
                    </a:cubicBezTo>
                    <a:cubicBezTo>
                      <a:pt x="46324" y="27159"/>
                      <a:pt x="46386" y="26992"/>
                      <a:pt x="46449" y="26845"/>
                    </a:cubicBezTo>
                    <a:lnTo>
                      <a:pt x="46679" y="26217"/>
                    </a:lnTo>
                    <a:lnTo>
                      <a:pt x="46993" y="25360"/>
                    </a:lnTo>
                    <a:lnTo>
                      <a:pt x="47223" y="24648"/>
                    </a:lnTo>
                    <a:cubicBezTo>
                      <a:pt x="47286" y="24460"/>
                      <a:pt x="47328" y="24272"/>
                      <a:pt x="47412" y="24104"/>
                    </a:cubicBezTo>
                    <a:cubicBezTo>
                      <a:pt x="47474" y="23895"/>
                      <a:pt x="47516" y="23707"/>
                      <a:pt x="47579" y="23497"/>
                    </a:cubicBezTo>
                    <a:lnTo>
                      <a:pt x="47725" y="22953"/>
                    </a:lnTo>
                    <a:cubicBezTo>
                      <a:pt x="47788" y="22744"/>
                      <a:pt x="47830" y="22556"/>
                      <a:pt x="47893" y="22347"/>
                    </a:cubicBezTo>
                    <a:cubicBezTo>
                      <a:pt x="47935" y="22158"/>
                      <a:pt x="47956" y="21970"/>
                      <a:pt x="48018" y="21823"/>
                    </a:cubicBezTo>
                    <a:cubicBezTo>
                      <a:pt x="48060" y="21614"/>
                      <a:pt x="48123" y="21405"/>
                      <a:pt x="48144" y="21196"/>
                    </a:cubicBezTo>
                    <a:cubicBezTo>
                      <a:pt x="48165" y="21028"/>
                      <a:pt x="48207" y="20861"/>
                      <a:pt x="48248" y="20694"/>
                    </a:cubicBezTo>
                    <a:cubicBezTo>
                      <a:pt x="48269" y="20484"/>
                      <a:pt x="48332" y="20296"/>
                      <a:pt x="48353" y="20087"/>
                    </a:cubicBezTo>
                    <a:cubicBezTo>
                      <a:pt x="48416" y="19752"/>
                      <a:pt x="48207" y="19417"/>
                      <a:pt x="47893" y="19292"/>
                    </a:cubicBezTo>
                    <a:cubicBezTo>
                      <a:pt x="50720" y="19079"/>
                      <a:pt x="53566" y="18973"/>
                      <a:pt x="56425" y="18973"/>
                    </a:cubicBezTo>
                    <a:cubicBezTo>
                      <a:pt x="59744" y="18973"/>
                      <a:pt x="63082" y="19115"/>
                      <a:pt x="66431" y="19396"/>
                    </a:cubicBezTo>
                    <a:cubicBezTo>
                      <a:pt x="66159" y="19647"/>
                      <a:pt x="65908" y="19940"/>
                      <a:pt x="65678" y="20233"/>
                    </a:cubicBezTo>
                    <a:cubicBezTo>
                      <a:pt x="65615" y="20275"/>
                      <a:pt x="65594" y="20338"/>
                      <a:pt x="65531" y="20380"/>
                    </a:cubicBezTo>
                    <a:cubicBezTo>
                      <a:pt x="65406" y="20547"/>
                      <a:pt x="65301" y="20694"/>
                      <a:pt x="65176" y="20861"/>
                    </a:cubicBezTo>
                    <a:cubicBezTo>
                      <a:pt x="65113" y="20924"/>
                      <a:pt x="65071" y="20986"/>
                      <a:pt x="65008" y="21070"/>
                    </a:cubicBezTo>
                    <a:cubicBezTo>
                      <a:pt x="64904" y="21217"/>
                      <a:pt x="64778" y="21384"/>
                      <a:pt x="64674" y="21531"/>
                    </a:cubicBezTo>
                    <a:lnTo>
                      <a:pt x="64527" y="21761"/>
                    </a:lnTo>
                    <a:lnTo>
                      <a:pt x="64213" y="22242"/>
                    </a:lnTo>
                    <a:cubicBezTo>
                      <a:pt x="64150" y="22326"/>
                      <a:pt x="64109" y="22388"/>
                      <a:pt x="64046" y="22493"/>
                    </a:cubicBezTo>
                    <a:cubicBezTo>
                      <a:pt x="63941" y="22660"/>
                      <a:pt x="63837" y="22807"/>
                      <a:pt x="63753" y="22995"/>
                    </a:cubicBezTo>
                    <a:cubicBezTo>
                      <a:pt x="63711" y="23079"/>
                      <a:pt x="63648" y="23183"/>
                      <a:pt x="63606" y="23267"/>
                    </a:cubicBezTo>
                    <a:cubicBezTo>
                      <a:pt x="63502" y="23414"/>
                      <a:pt x="63418" y="23581"/>
                      <a:pt x="63313" y="23748"/>
                    </a:cubicBezTo>
                    <a:cubicBezTo>
                      <a:pt x="63272" y="23853"/>
                      <a:pt x="63209" y="23937"/>
                      <a:pt x="63167" y="24041"/>
                    </a:cubicBezTo>
                    <a:cubicBezTo>
                      <a:pt x="63021" y="24272"/>
                      <a:pt x="62895" y="24523"/>
                      <a:pt x="62790" y="24753"/>
                    </a:cubicBezTo>
                    <a:cubicBezTo>
                      <a:pt x="62686" y="24941"/>
                      <a:pt x="62602" y="25108"/>
                      <a:pt x="62497" y="25297"/>
                    </a:cubicBezTo>
                    <a:cubicBezTo>
                      <a:pt x="62456" y="25380"/>
                      <a:pt x="62435" y="25485"/>
                      <a:pt x="62372" y="25569"/>
                    </a:cubicBezTo>
                    <a:cubicBezTo>
                      <a:pt x="62267" y="25778"/>
                      <a:pt x="62184" y="25945"/>
                      <a:pt x="62079" y="26155"/>
                    </a:cubicBezTo>
                    <a:lnTo>
                      <a:pt x="62016" y="26322"/>
                    </a:lnTo>
                    <a:cubicBezTo>
                      <a:pt x="61430" y="27494"/>
                      <a:pt x="60886" y="28665"/>
                      <a:pt x="60342" y="29795"/>
                    </a:cubicBezTo>
                    <a:cubicBezTo>
                      <a:pt x="60342" y="29816"/>
                      <a:pt x="60300" y="29858"/>
                      <a:pt x="60300" y="29858"/>
                    </a:cubicBezTo>
                    <a:cubicBezTo>
                      <a:pt x="60196" y="30088"/>
                      <a:pt x="60070" y="30298"/>
                      <a:pt x="59966" y="30528"/>
                    </a:cubicBezTo>
                    <a:cubicBezTo>
                      <a:pt x="59715" y="31051"/>
                      <a:pt x="59443" y="31553"/>
                      <a:pt x="59150" y="32013"/>
                    </a:cubicBezTo>
                    <a:cubicBezTo>
                      <a:pt x="57371" y="35110"/>
                      <a:pt x="55446" y="38123"/>
                      <a:pt x="53458" y="41094"/>
                    </a:cubicBezTo>
                    <a:cubicBezTo>
                      <a:pt x="53458" y="41115"/>
                      <a:pt x="53438" y="41115"/>
                      <a:pt x="53396" y="41157"/>
                    </a:cubicBezTo>
                    <a:lnTo>
                      <a:pt x="50257" y="45865"/>
                    </a:lnTo>
                    <a:cubicBezTo>
                      <a:pt x="50071" y="46144"/>
                      <a:pt x="50357" y="46412"/>
                      <a:pt x="50645" y="46412"/>
                    </a:cubicBezTo>
                    <a:cubicBezTo>
                      <a:pt x="50745" y="46412"/>
                      <a:pt x="50846" y="46380"/>
                      <a:pt x="50927" y="46304"/>
                    </a:cubicBezTo>
                    <a:cubicBezTo>
                      <a:pt x="53479" y="43898"/>
                      <a:pt x="55781" y="41261"/>
                      <a:pt x="57852" y="38437"/>
                    </a:cubicBezTo>
                    <a:lnTo>
                      <a:pt x="57852" y="38395"/>
                    </a:lnTo>
                    <a:cubicBezTo>
                      <a:pt x="59087" y="36721"/>
                      <a:pt x="60259" y="34984"/>
                      <a:pt x="61326" y="33143"/>
                    </a:cubicBezTo>
                    <a:cubicBezTo>
                      <a:pt x="62916" y="30444"/>
                      <a:pt x="64966" y="27243"/>
                      <a:pt x="66034" y="23937"/>
                    </a:cubicBezTo>
                    <a:lnTo>
                      <a:pt x="66034" y="23916"/>
                    </a:lnTo>
                    <a:cubicBezTo>
                      <a:pt x="66117" y="23707"/>
                      <a:pt x="66159" y="23497"/>
                      <a:pt x="66222" y="23288"/>
                    </a:cubicBezTo>
                    <a:cubicBezTo>
                      <a:pt x="66222" y="23225"/>
                      <a:pt x="66243" y="23204"/>
                      <a:pt x="66243" y="23163"/>
                    </a:cubicBezTo>
                    <a:cubicBezTo>
                      <a:pt x="66306" y="22995"/>
                      <a:pt x="66326" y="22849"/>
                      <a:pt x="66368" y="22702"/>
                    </a:cubicBezTo>
                    <a:cubicBezTo>
                      <a:pt x="66410" y="22639"/>
                      <a:pt x="66410" y="22577"/>
                      <a:pt x="66431" y="22493"/>
                    </a:cubicBezTo>
                    <a:cubicBezTo>
                      <a:pt x="66452" y="22347"/>
                      <a:pt x="66515" y="22179"/>
                      <a:pt x="66536" y="22054"/>
                    </a:cubicBezTo>
                    <a:cubicBezTo>
                      <a:pt x="66557" y="21928"/>
                      <a:pt x="66578" y="21823"/>
                      <a:pt x="66619" y="21698"/>
                    </a:cubicBezTo>
                    <a:cubicBezTo>
                      <a:pt x="66640" y="21614"/>
                      <a:pt x="66640" y="21531"/>
                      <a:pt x="66661" y="21447"/>
                    </a:cubicBezTo>
                    <a:cubicBezTo>
                      <a:pt x="66682" y="21321"/>
                      <a:pt x="66682" y="21217"/>
                      <a:pt x="66724" y="21091"/>
                    </a:cubicBezTo>
                    <a:lnTo>
                      <a:pt x="66724" y="20986"/>
                    </a:lnTo>
                    <a:cubicBezTo>
                      <a:pt x="66745" y="20714"/>
                      <a:pt x="66766" y="20442"/>
                      <a:pt x="66787" y="20170"/>
                    </a:cubicBezTo>
                    <a:cubicBezTo>
                      <a:pt x="66787" y="19940"/>
                      <a:pt x="66829" y="19668"/>
                      <a:pt x="66787" y="19438"/>
                    </a:cubicBezTo>
                    <a:lnTo>
                      <a:pt x="66787" y="19438"/>
                    </a:lnTo>
                    <a:cubicBezTo>
                      <a:pt x="68565" y="19606"/>
                      <a:pt x="70344" y="19773"/>
                      <a:pt x="72122" y="20024"/>
                    </a:cubicBezTo>
                    <a:cubicBezTo>
                      <a:pt x="72018" y="20129"/>
                      <a:pt x="71955" y="20233"/>
                      <a:pt x="71850" y="20338"/>
                    </a:cubicBezTo>
                    <a:cubicBezTo>
                      <a:pt x="71788" y="20380"/>
                      <a:pt x="71767" y="20442"/>
                      <a:pt x="71704" y="20484"/>
                    </a:cubicBezTo>
                    <a:lnTo>
                      <a:pt x="71390" y="20882"/>
                    </a:lnTo>
                    <a:cubicBezTo>
                      <a:pt x="71348" y="20924"/>
                      <a:pt x="71285" y="21007"/>
                      <a:pt x="71244" y="21070"/>
                    </a:cubicBezTo>
                    <a:cubicBezTo>
                      <a:pt x="71139" y="21196"/>
                      <a:pt x="71034" y="21342"/>
                      <a:pt x="70909" y="21489"/>
                    </a:cubicBezTo>
                    <a:cubicBezTo>
                      <a:pt x="70867" y="21531"/>
                      <a:pt x="70825" y="21593"/>
                      <a:pt x="70804" y="21635"/>
                    </a:cubicBezTo>
                    <a:cubicBezTo>
                      <a:pt x="70658" y="21803"/>
                      <a:pt x="70553" y="21949"/>
                      <a:pt x="70428" y="22116"/>
                    </a:cubicBezTo>
                    <a:cubicBezTo>
                      <a:pt x="70407" y="22137"/>
                      <a:pt x="70407" y="22158"/>
                      <a:pt x="70386" y="22179"/>
                    </a:cubicBezTo>
                    <a:cubicBezTo>
                      <a:pt x="69821" y="22953"/>
                      <a:pt x="69298" y="23748"/>
                      <a:pt x="68775" y="24564"/>
                    </a:cubicBezTo>
                    <a:cubicBezTo>
                      <a:pt x="68356" y="25171"/>
                      <a:pt x="68000" y="25799"/>
                      <a:pt x="67666" y="26448"/>
                    </a:cubicBezTo>
                    <a:cubicBezTo>
                      <a:pt x="66850" y="27829"/>
                      <a:pt x="66034" y="29230"/>
                      <a:pt x="65176" y="30528"/>
                    </a:cubicBezTo>
                    <a:cubicBezTo>
                      <a:pt x="62393" y="34796"/>
                      <a:pt x="59443" y="38918"/>
                      <a:pt x="56492" y="43061"/>
                    </a:cubicBezTo>
                    <a:cubicBezTo>
                      <a:pt x="56492" y="43061"/>
                      <a:pt x="56492" y="43082"/>
                      <a:pt x="56471" y="43082"/>
                    </a:cubicBezTo>
                    <a:lnTo>
                      <a:pt x="56074" y="43626"/>
                    </a:lnTo>
                    <a:cubicBezTo>
                      <a:pt x="55822" y="43988"/>
                      <a:pt x="56079" y="44373"/>
                      <a:pt x="56400" y="44373"/>
                    </a:cubicBezTo>
                    <a:cubicBezTo>
                      <a:pt x="56506" y="44373"/>
                      <a:pt x="56619" y="44331"/>
                      <a:pt x="56723" y="44233"/>
                    </a:cubicBezTo>
                    <a:cubicBezTo>
                      <a:pt x="58668" y="42412"/>
                      <a:pt x="60719" y="40257"/>
                      <a:pt x="62707" y="37956"/>
                    </a:cubicBezTo>
                    <a:cubicBezTo>
                      <a:pt x="62707" y="37935"/>
                      <a:pt x="62749" y="37935"/>
                      <a:pt x="62749" y="37935"/>
                    </a:cubicBezTo>
                    <a:cubicBezTo>
                      <a:pt x="62790" y="37872"/>
                      <a:pt x="62853" y="37830"/>
                      <a:pt x="62895" y="37746"/>
                    </a:cubicBezTo>
                    <a:cubicBezTo>
                      <a:pt x="62895" y="37949"/>
                      <a:pt x="63058" y="38129"/>
                      <a:pt x="63236" y="38129"/>
                    </a:cubicBezTo>
                    <a:cubicBezTo>
                      <a:pt x="63297" y="38129"/>
                      <a:pt x="63360" y="38108"/>
                      <a:pt x="63418" y="38060"/>
                    </a:cubicBezTo>
                    <a:lnTo>
                      <a:pt x="63816" y="37746"/>
                    </a:lnTo>
                    <a:lnTo>
                      <a:pt x="63816" y="37725"/>
                    </a:lnTo>
                    <a:cubicBezTo>
                      <a:pt x="64318" y="37328"/>
                      <a:pt x="64799" y="36909"/>
                      <a:pt x="65301" y="36491"/>
                    </a:cubicBezTo>
                    <a:cubicBezTo>
                      <a:pt x="65406" y="36386"/>
                      <a:pt x="65531" y="36282"/>
                      <a:pt x="65636" y="36198"/>
                    </a:cubicBezTo>
                    <a:lnTo>
                      <a:pt x="65636" y="36198"/>
                    </a:lnTo>
                    <a:cubicBezTo>
                      <a:pt x="65636" y="36240"/>
                      <a:pt x="65615" y="36240"/>
                      <a:pt x="65615" y="36261"/>
                    </a:cubicBezTo>
                    <a:cubicBezTo>
                      <a:pt x="66452" y="35528"/>
                      <a:pt x="67289" y="34733"/>
                      <a:pt x="68084" y="33959"/>
                    </a:cubicBezTo>
                    <a:lnTo>
                      <a:pt x="68126" y="33896"/>
                    </a:lnTo>
                    <a:lnTo>
                      <a:pt x="68879" y="33143"/>
                    </a:lnTo>
                    <a:cubicBezTo>
                      <a:pt x="68942" y="33101"/>
                      <a:pt x="68984" y="33038"/>
                      <a:pt x="69047" y="32955"/>
                    </a:cubicBezTo>
                    <a:cubicBezTo>
                      <a:pt x="69256" y="32725"/>
                      <a:pt x="69465" y="32515"/>
                      <a:pt x="69674" y="32285"/>
                    </a:cubicBezTo>
                    <a:cubicBezTo>
                      <a:pt x="69758" y="32202"/>
                      <a:pt x="69821" y="32097"/>
                      <a:pt x="69925" y="32013"/>
                    </a:cubicBezTo>
                    <a:cubicBezTo>
                      <a:pt x="70114" y="31804"/>
                      <a:pt x="70302" y="31637"/>
                      <a:pt x="70448" y="31427"/>
                    </a:cubicBezTo>
                    <a:cubicBezTo>
                      <a:pt x="70553" y="31281"/>
                      <a:pt x="70658" y="31176"/>
                      <a:pt x="70762" y="31051"/>
                    </a:cubicBezTo>
                    <a:cubicBezTo>
                      <a:pt x="70930" y="30862"/>
                      <a:pt x="71055" y="30716"/>
                      <a:pt x="71223" y="30528"/>
                    </a:cubicBezTo>
                    <a:cubicBezTo>
                      <a:pt x="71348" y="30381"/>
                      <a:pt x="71474" y="30235"/>
                      <a:pt x="71578" y="30088"/>
                    </a:cubicBezTo>
                    <a:cubicBezTo>
                      <a:pt x="71704" y="29921"/>
                      <a:pt x="71850" y="29774"/>
                      <a:pt x="71955" y="29607"/>
                    </a:cubicBezTo>
                    <a:cubicBezTo>
                      <a:pt x="72080" y="29440"/>
                      <a:pt x="72227" y="29272"/>
                      <a:pt x="72373" y="29084"/>
                    </a:cubicBezTo>
                    <a:cubicBezTo>
                      <a:pt x="72478" y="28958"/>
                      <a:pt x="72583" y="28812"/>
                      <a:pt x="72687" y="28665"/>
                    </a:cubicBezTo>
                    <a:cubicBezTo>
                      <a:pt x="72834" y="28498"/>
                      <a:pt x="73001" y="28289"/>
                      <a:pt x="73127" y="28101"/>
                    </a:cubicBezTo>
                    <a:cubicBezTo>
                      <a:pt x="73231" y="27975"/>
                      <a:pt x="73315" y="27829"/>
                      <a:pt x="73420" y="27724"/>
                    </a:cubicBezTo>
                    <a:lnTo>
                      <a:pt x="73880" y="27096"/>
                    </a:lnTo>
                    <a:cubicBezTo>
                      <a:pt x="73964" y="26992"/>
                      <a:pt x="74047" y="26866"/>
                      <a:pt x="74110" y="26761"/>
                    </a:cubicBezTo>
                    <a:cubicBezTo>
                      <a:pt x="74277" y="26531"/>
                      <a:pt x="74424" y="26301"/>
                      <a:pt x="74591" y="26092"/>
                    </a:cubicBezTo>
                    <a:cubicBezTo>
                      <a:pt x="74675" y="25987"/>
                      <a:pt x="74717" y="25883"/>
                      <a:pt x="74801" y="25778"/>
                    </a:cubicBezTo>
                    <a:cubicBezTo>
                      <a:pt x="74947" y="25527"/>
                      <a:pt x="75135" y="25276"/>
                      <a:pt x="75303" y="25046"/>
                    </a:cubicBezTo>
                    <a:cubicBezTo>
                      <a:pt x="75345" y="24962"/>
                      <a:pt x="75407" y="24857"/>
                      <a:pt x="75470" y="24774"/>
                    </a:cubicBezTo>
                    <a:cubicBezTo>
                      <a:pt x="75637" y="24523"/>
                      <a:pt x="75826" y="24251"/>
                      <a:pt x="75972" y="23999"/>
                    </a:cubicBezTo>
                    <a:cubicBezTo>
                      <a:pt x="76035" y="23916"/>
                      <a:pt x="76056" y="23853"/>
                      <a:pt x="76098" y="23790"/>
                    </a:cubicBezTo>
                    <a:cubicBezTo>
                      <a:pt x="76286" y="23497"/>
                      <a:pt x="76454" y="23204"/>
                      <a:pt x="76621" y="22911"/>
                    </a:cubicBezTo>
                    <a:cubicBezTo>
                      <a:pt x="76621" y="22891"/>
                      <a:pt x="76663" y="22891"/>
                      <a:pt x="76663" y="22870"/>
                    </a:cubicBezTo>
                    <a:cubicBezTo>
                      <a:pt x="77018" y="22263"/>
                      <a:pt x="77353" y="21635"/>
                      <a:pt x="77667" y="21028"/>
                    </a:cubicBezTo>
                    <a:cubicBezTo>
                      <a:pt x="78483" y="21196"/>
                      <a:pt x="79299" y="21321"/>
                      <a:pt x="80115" y="21510"/>
                    </a:cubicBezTo>
                    <a:cubicBezTo>
                      <a:pt x="80031" y="21593"/>
                      <a:pt x="79927" y="21656"/>
                      <a:pt x="79843" y="21740"/>
                    </a:cubicBezTo>
                    <a:cubicBezTo>
                      <a:pt x="79801" y="21803"/>
                      <a:pt x="79739" y="21844"/>
                      <a:pt x="79655" y="21907"/>
                    </a:cubicBezTo>
                    <a:cubicBezTo>
                      <a:pt x="79550" y="22012"/>
                      <a:pt x="79446" y="22075"/>
                      <a:pt x="79383" y="22179"/>
                    </a:cubicBezTo>
                    <a:cubicBezTo>
                      <a:pt x="79299" y="22263"/>
                      <a:pt x="79215" y="22347"/>
                      <a:pt x="79174" y="22430"/>
                    </a:cubicBezTo>
                    <a:cubicBezTo>
                      <a:pt x="79090" y="22493"/>
                      <a:pt x="79006" y="22598"/>
                      <a:pt x="78922" y="22681"/>
                    </a:cubicBezTo>
                    <a:cubicBezTo>
                      <a:pt x="78818" y="22786"/>
                      <a:pt x="78755" y="22891"/>
                      <a:pt x="78650" y="22995"/>
                    </a:cubicBezTo>
                    <a:cubicBezTo>
                      <a:pt x="78588" y="23058"/>
                      <a:pt x="78546" y="23121"/>
                      <a:pt x="78483" y="23183"/>
                    </a:cubicBezTo>
                    <a:cubicBezTo>
                      <a:pt x="78337" y="23372"/>
                      <a:pt x="78169" y="23539"/>
                      <a:pt x="78044" y="23727"/>
                    </a:cubicBezTo>
                    <a:lnTo>
                      <a:pt x="77981" y="23790"/>
                    </a:lnTo>
                    <a:cubicBezTo>
                      <a:pt x="77855" y="23958"/>
                      <a:pt x="77709" y="24146"/>
                      <a:pt x="77562" y="24334"/>
                    </a:cubicBezTo>
                    <a:cubicBezTo>
                      <a:pt x="77542" y="24355"/>
                      <a:pt x="77521" y="24418"/>
                      <a:pt x="77500" y="24439"/>
                    </a:cubicBezTo>
                    <a:cubicBezTo>
                      <a:pt x="77353" y="24627"/>
                      <a:pt x="77228" y="24774"/>
                      <a:pt x="77102" y="24962"/>
                    </a:cubicBezTo>
                    <a:cubicBezTo>
                      <a:pt x="77081" y="24983"/>
                      <a:pt x="77081" y="25004"/>
                      <a:pt x="77039" y="25046"/>
                    </a:cubicBezTo>
                    <a:cubicBezTo>
                      <a:pt x="76140" y="26343"/>
                      <a:pt x="75261" y="27766"/>
                      <a:pt x="74403" y="29084"/>
                    </a:cubicBezTo>
                    <a:cubicBezTo>
                      <a:pt x="74005" y="29712"/>
                      <a:pt x="73587" y="30318"/>
                      <a:pt x="73210" y="30904"/>
                    </a:cubicBezTo>
                    <a:cubicBezTo>
                      <a:pt x="70532" y="34629"/>
                      <a:pt x="67687" y="38228"/>
                      <a:pt x="64841" y="41805"/>
                    </a:cubicBezTo>
                    <a:cubicBezTo>
                      <a:pt x="64841" y="41826"/>
                      <a:pt x="64799" y="41826"/>
                      <a:pt x="64778" y="41847"/>
                    </a:cubicBezTo>
                    <a:cubicBezTo>
                      <a:pt x="64653" y="42015"/>
                      <a:pt x="64548" y="42161"/>
                      <a:pt x="64422" y="42329"/>
                    </a:cubicBezTo>
                    <a:cubicBezTo>
                      <a:pt x="64052" y="42766"/>
                      <a:pt x="64426" y="43500"/>
                      <a:pt x="64913" y="43500"/>
                    </a:cubicBezTo>
                    <a:cubicBezTo>
                      <a:pt x="65031" y="43500"/>
                      <a:pt x="65157" y="43457"/>
                      <a:pt x="65280" y="43354"/>
                    </a:cubicBezTo>
                    <a:cubicBezTo>
                      <a:pt x="66368" y="42433"/>
                      <a:pt x="67582" y="41408"/>
                      <a:pt x="68816" y="40257"/>
                    </a:cubicBezTo>
                    <a:cubicBezTo>
                      <a:pt x="68816" y="40257"/>
                      <a:pt x="68816" y="40236"/>
                      <a:pt x="68837" y="40236"/>
                    </a:cubicBezTo>
                    <a:lnTo>
                      <a:pt x="68921" y="40153"/>
                    </a:lnTo>
                    <a:lnTo>
                      <a:pt x="68942" y="40153"/>
                    </a:lnTo>
                    <a:cubicBezTo>
                      <a:pt x="73838" y="35612"/>
                      <a:pt x="79132" y="29440"/>
                      <a:pt x="80575" y="23393"/>
                    </a:cubicBezTo>
                    <a:cubicBezTo>
                      <a:pt x="80596" y="23309"/>
                      <a:pt x="80638" y="23204"/>
                      <a:pt x="80638" y="23121"/>
                    </a:cubicBezTo>
                    <a:cubicBezTo>
                      <a:pt x="80659" y="23058"/>
                      <a:pt x="80659" y="22995"/>
                      <a:pt x="80680" y="22911"/>
                    </a:cubicBezTo>
                    <a:cubicBezTo>
                      <a:pt x="80764" y="22472"/>
                      <a:pt x="80847" y="22054"/>
                      <a:pt x="80889" y="21614"/>
                    </a:cubicBezTo>
                    <a:cubicBezTo>
                      <a:pt x="81894" y="21823"/>
                      <a:pt x="82877" y="22033"/>
                      <a:pt x="83881" y="22263"/>
                    </a:cubicBezTo>
                    <a:cubicBezTo>
                      <a:pt x="83777" y="22451"/>
                      <a:pt x="83693" y="22660"/>
                      <a:pt x="83588" y="22849"/>
                    </a:cubicBezTo>
                    <a:cubicBezTo>
                      <a:pt x="83526" y="22974"/>
                      <a:pt x="83484" y="23079"/>
                      <a:pt x="83400" y="23204"/>
                    </a:cubicBezTo>
                    <a:cubicBezTo>
                      <a:pt x="83275" y="23497"/>
                      <a:pt x="83107" y="23811"/>
                      <a:pt x="82982" y="24125"/>
                    </a:cubicBezTo>
                    <a:cubicBezTo>
                      <a:pt x="82961" y="24167"/>
                      <a:pt x="82940" y="24230"/>
                      <a:pt x="82940" y="24251"/>
                    </a:cubicBezTo>
                    <a:cubicBezTo>
                      <a:pt x="81831" y="26678"/>
                      <a:pt x="80889" y="29168"/>
                      <a:pt x="79529" y="31490"/>
                    </a:cubicBezTo>
                    <a:cubicBezTo>
                      <a:pt x="77521" y="34922"/>
                      <a:pt x="75010" y="37872"/>
                      <a:pt x="72290" y="40759"/>
                    </a:cubicBezTo>
                    <a:lnTo>
                      <a:pt x="72290" y="40780"/>
                    </a:lnTo>
                    <a:lnTo>
                      <a:pt x="72269" y="40801"/>
                    </a:lnTo>
                    <a:cubicBezTo>
                      <a:pt x="72050" y="41105"/>
                      <a:pt x="72320" y="41558"/>
                      <a:pt x="72630" y="41558"/>
                    </a:cubicBezTo>
                    <a:cubicBezTo>
                      <a:pt x="72705" y="41558"/>
                      <a:pt x="72782" y="41532"/>
                      <a:pt x="72855" y="41471"/>
                    </a:cubicBezTo>
                    <a:cubicBezTo>
                      <a:pt x="74257" y="40383"/>
                      <a:pt x="75637" y="39169"/>
                      <a:pt x="76914" y="37746"/>
                    </a:cubicBezTo>
                    <a:cubicBezTo>
                      <a:pt x="76914" y="37746"/>
                      <a:pt x="76914" y="37725"/>
                      <a:pt x="76935" y="37725"/>
                    </a:cubicBezTo>
                    <a:cubicBezTo>
                      <a:pt x="80785" y="33583"/>
                      <a:pt x="83840" y="28205"/>
                      <a:pt x="84216" y="22807"/>
                    </a:cubicBezTo>
                    <a:lnTo>
                      <a:pt x="84216" y="22744"/>
                    </a:lnTo>
                    <a:cubicBezTo>
                      <a:pt x="84216" y="22598"/>
                      <a:pt x="84237" y="22493"/>
                      <a:pt x="84237" y="22367"/>
                    </a:cubicBezTo>
                    <a:cubicBezTo>
                      <a:pt x="85785" y="22744"/>
                      <a:pt x="87355" y="23163"/>
                      <a:pt x="88903" y="23581"/>
                    </a:cubicBezTo>
                    <a:cubicBezTo>
                      <a:pt x="88254" y="24230"/>
                      <a:pt x="87689" y="24941"/>
                      <a:pt x="87166" y="25673"/>
                    </a:cubicBezTo>
                    <a:lnTo>
                      <a:pt x="87145" y="25694"/>
                    </a:lnTo>
                    <a:cubicBezTo>
                      <a:pt x="87062" y="25820"/>
                      <a:pt x="86957" y="25924"/>
                      <a:pt x="86894" y="26050"/>
                    </a:cubicBezTo>
                    <a:cubicBezTo>
                      <a:pt x="86853" y="26113"/>
                      <a:pt x="86832" y="26155"/>
                      <a:pt x="86790" y="26196"/>
                    </a:cubicBezTo>
                    <a:cubicBezTo>
                      <a:pt x="86727" y="26301"/>
                      <a:pt x="86643" y="26364"/>
                      <a:pt x="86601" y="26468"/>
                    </a:cubicBezTo>
                    <a:cubicBezTo>
                      <a:pt x="86539" y="26552"/>
                      <a:pt x="86518" y="26615"/>
                      <a:pt x="86476" y="26678"/>
                    </a:cubicBezTo>
                    <a:cubicBezTo>
                      <a:pt x="86434" y="26740"/>
                      <a:pt x="86413" y="26761"/>
                      <a:pt x="86392" y="26824"/>
                    </a:cubicBezTo>
                    <a:cubicBezTo>
                      <a:pt x="85555" y="28101"/>
                      <a:pt x="84802" y="29398"/>
                      <a:pt x="83944" y="30716"/>
                    </a:cubicBezTo>
                    <a:cubicBezTo>
                      <a:pt x="83254" y="31804"/>
                      <a:pt x="82521" y="32913"/>
                      <a:pt x="81747" y="33980"/>
                    </a:cubicBezTo>
                    <a:cubicBezTo>
                      <a:pt x="81287" y="34671"/>
                      <a:pt x="80806" y="35340"/>
                      <a:pt x="80345" y="35989"/>
                    </a:cubicBezTo>
                    <a:cubicBezTo>
                      <a:pt x="79529" y="37098"/>
                      <a:pt x="78713" y="38186"/>
                      <a:pt x="77876" y="39295"/>
                    </a:cubicBezTo>
                    <a:cubicBezTo>
                      <a:pt x="77834" y="39378"/>
                      <a:pt x="77772" y="39420"/>
                      <a:pt x="77730" y="39504"/>
                    </a:cubicBezTo>
                    <a:cubicBezTo>
                      <a:pt x="77426" y="39909"/>
                      <a:pt x="77735" y="40546"/>
                      <a:pt x="78163" y="40546"/>
                    </a:cubicBezTo>
                    <a:cubicBezTo>
                      <a:pt x="78265" y="40546"/>
                      <a:pt x="78374" y="40509"/>
                      <a:pt x="78483" y="40425"/>
                    </a:cubicBezTo>
                    <a:cubicBezTo>
                      <a:pt x="79885" y="39399"/>
                      <a:pt x="81308" y="38165"/>
                      <a:pt x="82647" y="36826"/>
                    </a:cubicBezTo>
                    <a:cubicBezTo>
                      <a:pt x="86225" y="33206"/>
                      <a:pt x="89175" y="28603"/>
                      <a:pt x="89154" y="23644"/>
                    </a:cubicBezTo>
                    <a:lnTo>
                      <a:pt x="89154" y="23623"/>
                    </a:lnTo>
                    <a:cubicBezTo>
                      <a:pt x="93632" y="24899"/>
                      <a:pt x="98068" y="26448"/>
                      <a:pt x="102420" y="28310"/>
                    </a:cubicBezTo>
                    <a:cubicBezTo>
                      <a:pt x="102545" y="28101"/>
                      <a:pt x="102629" y="27870"/>
                      <a:pt x="102503" y="27808"/>
                    </a:cubicBezTo>
                    <a:cubicBezTo>
                      <a:pt x="97837" y="25778"/>
                      <a:pt x="93025" y="24041"/>
                      <a:pt x="88171" y="22660"/>
                    </a:cubicBezTo>
                    <a:cubicBezTo>
                      <a:pt x="88254" y="22639"/>
                      <a:pt x="88317" y="22598"/>
                      <a:pt x="88380" y="22535"/>
                    </a:cubicBezTo>
                    <a:cubicBezTo>
                      <a:pt x="88401" y="22493"/>
                      <a:pt x="88401" y="22472"/>
                      <a:pt x="88401" y="22451"/>
                    </a:cubicBezTo>
                    <a:cubicBezTo>
                      <a:pt x="88464" y="22137"/>
                      <a:pt x="88485" y="21823"/>
                      <a:pt x="88526" y="21489"/>
                    </a:cubicBezTo>
                    <a:lnTo>
                      <a:pt x="88526" y="21426"/>
                    </a:lnTo>
                    <a:cubicBezTo>
                      <a:pt x="88568" y="21133"/>
                      <a:pt x="88589" y="20819"/>
                      <a:pt x="88589" y="20547"/>
                    </a:cubicBezTo>
                    <a:lnTo>
                      <a:pt x="88589" y="20359"/>
                    </a:lnTo>
                    <a:lnTo>
                      <a:pt x="88589" y="19626"/>
                    </a:lnTo>
                    <a:lnTo>
                      <a:pt x="88589" y="19187"/>
                    </a:lnTo>
                    <a:cubicBezTo>
                      <a:pt x="88589" y="19041"/>
                      <a:pt x="88589" y="18936"/>
                      <a:pt x="88568" y="18810"/>
                    </a:cubicBezTo>
                    <a:cubicBezTo>
                      <a:pt x="88359" y="14730"/>
                      <a:pt x="86790" y="10755"/>
                      <a:pt x="84174" y="7595"/>
                    </a:cubicBezTo>
                    <a:cubicBezTo>
                      <a:pt x="83881" y="7219"/>
                      <a:pt x="83588" y="6884"/>
                      <a:pt x="83254" y="6570"/>
                    </a:cubicBezTo>
                    <a:lnTo>
                      <a:pt x="83065" y="6382"/>
                    </a:lnTo>
                    <a:cubicBezTo>
                      <a:pt x="83024" y="6340"/>
                      <a:pt x="82940" y="6277"/>
                      <a:pt x="82856" y="6256"/>
                    </a:cubicBezTo>
                    <a:cubicBezTo>
                      <a:pt x="82782" y="6226"/>
                      <a:pt x="82702" y="6211"/>
                      <a:pt x="82621" y="6211"/>
                    </a:cubicBezTo>
                    <a:cubicBezTo>
                      <a:pt x="82315" y="6211"/>
                      <a:pt x="81993" y="6414"/>
                      <a:pt x="81894" y="6696"/>
                    </a:cubicBezTo>
                    <a:cubicBezTo>
                      <a:pt x="81873" y="6696"/>
                      <a:pt x="81894" y="6696"/>
                      <a:pt x="81894" y="6738"/>
                    </a:cubicBezTo>
                    <a:cubicBezTo>
                      <a:pt x="81831" y="6842"/>
                      <a:pt x="81831" y="6989"/>
                      <a:pt x="81873" y="7114"/>
                    </a:cubicBezTo>
                    <a:cubicBezTo>
                      <a:pt x="82124" y="7909"/>
                      <a:pt x="82396" y="8725"/>
                      <a:pt x="82668" y="9499"/>
                    </a:cubicBezTo>
                    <a:lnTo>
                      <a:pt x="82668" y="9520"/>
                    </a:lnTo>
                    <a:cubicBezTo>
                      <a:pt x="84195" y="13914"/>
                      <a:pt x="85911" y="18350"/>
                      <a:pt x="87857" y="22535"/>
                    </a:cubicBezTo>
                    <a:cubicBezTo>
                      <a:pt x="87857" y="22550"/>
                      <a:pt x="87867" y="22564"/>
                      <a:pt x="87881" y="22572"/>
                    </a:cubicBezTo>
                    <a:lnTo>
                      <a:pt x="87881" y="22572"/>
                    </a:lnTo>
                    <a:cubicBezTo>
                      <a:pt x="86673" y="22239"/>
                      <a:pt x="85445" y="21926"/>
                      <a:pt x="84216" y="21614"/>
                    </a:cubicBezTo>
                    <a:cubicBezTo>
                      <a:pt x="84205" y="21580"/>
                      <a:pt x="84180" y="21564"/>
                      <a:pt x="84154" y="21564"/>
                    </a:cubicBezTo>
                    <a:cubicBezTo>
                      <a:pt x="84132" y="21564"/>
                      <a:pt x="84109" y="21574"/>
                      <a:pt x="84091" y="21593"/>
                    </a:cubicBezTo>
                    <a:cubicBezTo>
                      <a:pt x="83693" y="21489"/>
                      <a:pt x="83337" y="21405"/>
                      <a:pt x="82940" y="21300"/>
                    </a:cubicBezTo>
                    <a:cubicBezTo>
                      <a:pt x="82961" y="21279"/>
                      <a:pt x="82982" y="21238"/>
                      <a:pt x="82982" y="21196"/>
                    </a:cubicBezTo>
                    <a:cubicBezTo>
                      <a:pt x="83086" y="20568"/>
                      <a:pt x="83149" y="19961"/>
                      <a:pt x="83170" y="19334"/>
                    </a:cubicBezTo>
                    <a:lnTo>
                      <a:pt x="83170" y="19208"/>
                    </a:lnTo>
                    <a:lnTo>
                      <a:pt x="83170" y="18727"/>
                    </a:lnTo>
                    <a:lnTo>
                      <a:pt x="83170" y="18497"/>
                    </a:lnTo>
                    <a:lnTo>
                      <a:pt x="83170" y="18141"/>
                    </a:lnTo>
                    <a:cubicBezTo>
                      <a:pt x="83170" y="17994"/>
                      <a:pt x="83170" y="17890"/>
                      <a:pt x="83149" y="17764"/>
                    </a:cubicBezTo>
                    <a:cubicBezTo>
                      <a:pt x="83149" y="17681"/>
                      <a:pt x="83149" y="17576"/>
                      <a:pt x="83128" y="17513"/>
                    </a:cubicBezTo>
                    <a:cubicBezTo>
                      <a:pt x="83128" y="17346"/>
                      <a:pt x="83086" y="17157"/>
                      <a:pt x="83065" y="17011"/>
                    </a:cubicBezTo>
                    <a:lnTo>
                      <a:pt x="83065" y="16885"/>
                    </a:lnTo>
                    <a:cubicBezTo>
                      <a:pt x="82438" y="11550"/>
                      <a:pt x="79215" y="6758"/>
                      <a:pt x="74549" y="4059"/>
                    </a:cubicBezTo>
                    <a:cubicBezTo>
                      <a:pt x="74131" y="3829"/>
                      <a:pt x="73713" y="3620"/>
                      <a:pt x="73252" y="3411"/>
                    </a:cubicBezTo>
                    <a:cubicBezTo>
                      <a:pt x="73148" y="3348"/>
                      <a:pt x="73085" y="3306"/>
                      <a:pt x="72980" y="3285"/>
                    </a:cubicBezTo>
                    <a:cubicBezTo>
                      <a:pt x="72311" y="2992"/>
                      <a:pt x="71641" y="2720"/>
                      <a:pt x="70930" y="2511"/>
                    </a:cubicBezTo>
                    <a:cubicBezTo>
                      <a:pt x="70873" y="2496"/>
                      <a:pt x="70818" y="2489"/>
                      <a:pt x="70763" y="2489"/>
                    </a:cubicBezTo>
                    <a:cubicBezTo>
                      <a:pt x="70292" y="2489"/>
                      <a:pt x="69915" y="3021"/>
                      <a:pt x="70009" y="3453"/>
                    </a:cubicBezTo>
                    <a:cubicBezTo>
                      <a:pt x="68482" y="2239"/>
                      <a:pt x="66829" y="1130"/>
                      <a:pt x="65134" y="105"/>
                    </a:cubicBezTo>
                    <a:cubicBezTo>
                      <a:pt x="65008" y="32"/>
                      <a:pt x="64882" y="0"/>
                      <a:pt x="647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8" name="Google Shape;188;p14"/>
              <p:cNvSpPr/>
              <p:nvPr/>
            </p:nvSpPr>
            <p:spPr>
              <a:xfrm>
                <a:off x="19388400" y="28623625"/>
                <a:ext cx="714775" cy="158125"/>
              </a:xfrm>
              <a:custGeom>
                <a:avLst/>
                <a:gdLst/>
                <a:ahLst/>
                <a:cxnLst/>
                <a:rect l="l" t="t" r="r" b="b"/>
                <a:pathLst>
                  <a:path w="28591" h="6325" extrusionOk="0">
                    <a:moveTo>
                      <a:pt x="9416" y="0"/>
                    </a:moveTo>
                    <a:cubicBezTo>
                      <a:pt x="6592" y="0"/>
                      <a:pt x="3725" y="272"/>
                      <a:pt x="942" y="711"/>
                    </a:cubicBezTo>
                    <a:cubicBezTo>
                      <a:pt x="1" y="837"/>
                      <a:pt x="1" y="2176"/>
                      <a:pt x="1026" y="2218"/>
                    </a:cubicBezTo>
                    <a:cubicBezTo>
                      <a:pt x="1193" y="2218"/>
                      <a:pt x="1361" y="2260"/>
                      <a:pt x="1549" y="2281"/>
                    </a:cubicBezTo>
                    <a:lnTo>
                      <a:pt x="1675" y="2281"/>
                    </a:lnTo>
                    <a:cubicBezTo>
                      <a:pt x="5336" y="2490"/>
                      <a:pt x="8998" y="3055"/>
                      <a:pt x="12618" y="3683"/>
                    </a:cubicBezTo>
                    <a:lnTo>
                      <a:pt x="12513" y="3683"/>
                    </a:lnTo>
                    <a:cubicBezTo>
                      <a:pt x="16070" y="4310"/>
                      <a:pt x="19606" y="5022"/>
                      <a:pt x="23163" y="5587"/>
                    </a:cubicBezTo>
                    <a:lnTo>
                      <a:pt x="23644" y="5670"/>
                    </a:lnTo>
                    <a:cubicBezTo>
                      <a:pt x="24000" y="5733"/>
                      <a:pt x="24335" y="5775"/>
                      <a:pt x="24711" y="5838"/>
                    </a:cubicBezTo>
                    <a:cubicBezTo>
                      <a:pt x="25130" y="5880"/>
                      <a:pt x="25548" y="5963"/>
                      <a:pt x="25967" y="6026"/>
                    </a:cubicBezTo>
                    <a:cubicBezTo>
                      <a:pt x="26113" y="6047"/>
                      <a:pt x="26302" y="6068"/>
                      <a:pt x="26469" y="6089"/>
                    </a:cubicBezTo>
                    <a:lnTo>
                      <a:pt x="28352" y="6319"/>
                    </a:lnTo>
                    <a:cubicBezTo>
                      <a:pt x="28364" y="6323"/>
                      <a:pt x="28377" y="6325"/>
                      <a:pt x="28389" y="6325"/>
                    </a:cubicBezTo>
                    <a:cubicBezTo>
                      <a:pt x="28500" y="6325"/>
                      <a:pt x="28591" y="6162"/>
                      <a:pt x="28478" y="6068"/>
                    </a:cubicBezTo>
                    <a:cubicBezTo>
                      <a:pt x="23142" y="1716"/>
                      <a:pt x="16760" y="105"/>
                      <a:pt x="10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189" name="Google Shape;189;p14"/>
            <p:cNvSpPr/>
            <p:nvPr/>
          </p:nvSpPr>
          <p:spPr>
            <a:xfrm flipH="1">
              <a:off x="-868462" y="1467275"/>
              <a:ext cx="1736915" cy="289825"/>
            </a:xfrm>
            <a:custGeom>
              <a:avLst/>
              <a:gdLst/>
              <a:ahLst/>
              <a:cxnLst/>
              <a:rect l="l" t="t" r="r" b="b"/>
              <a:pathLst>
                <a:path w="129790" h="21657" extrusionOk="0">
                  <a:moveTo>
                    <a:pt x="129790" y="21092"/>
                  </a:moveTo>
                  <a:cubicBezTo>
                    <a:pt x="127467" y="20548"/>
                    <a:pt x="112277" y="19104"/>
                    <a:pt x="109954" y="18623"/>
                  </a:cubicBezTo>
                  <a:cubicBezTo>
                    <a:pt x="105372" y="17681"/>
                    <a:pt x="101752" y="13894"/>
                    <a:pt x="97944" y="10881"/>
                  </a:cubicBezTo>
                  <a:cubicBezTo>
                    <a:pt x="94115" y="7889"/>
                    <a:pt x="89093" y="5546"/>
                    <a:pt x="84909" y="7889"/>
                  </a:cubicBezTo>
                  <a:cubicBezTo>
                    <a:pt x="82816" y="9061"/>
                    <a:pt x="80933" y="11341"/>
                    <a:pt x="78652" y="10923"/>
                  </a:cubicBezTo>
                  <a:cubicBezTo>
                    <a:pt x="77460" y="10714"/>
                    <a:pt x="76497" y="9730"/>
                    <a:pt x="75556" y="8852"/>
                  </a:cubicBezTo>
                  <a:cubicBezTo>
                    <a:pt x="72062" y="5546"/>
                    <a:pt x="68149" y="2616"/>
                    <a:pt x="63692" y="1570"/>
                  </a:cubicBezTo>
                  <a:cubicBezTo>
                    <a:pt x="57101" y="1"/>
                    <a:pt x="53377" y="3453"/>
                    <a:pt x="48732" y="7512"/>
                  </a:cubicBezTo>
                  <a:cubicBezTo>
                    <a:pt x="48376" y="7826"/>
                    <a:pt x="47978" y="8161"/>
                    <a:pt x="47518" y="8349"/>
                  </a:cubicBezTo>
                  <a:cubicBezTo>
                    <a:pt x="46639" y="8663"/>
                    <a:pt x="45698" y="8349"/>
                    <a:pt x="44840" y="8056"/>
                  </a:cubicBezTo>
                  <a:cubicBezTo>
                    <a:pt x="42727" y="7366"/>
                    <a:pt x="40509" y="6738"/>
                    <a:pt x="38270" y="6801"/>
                  </a:cubicBezTo>
                  <a:cubicBezTo>
                    <a:pt x="36031" y="6885"/>
                    <a:pt x="33729" y="7743"/>
                    <a:pt x="32369" y="9521"/>
                  </a:cubicBezTo>
                  <a:cubicBezTo>
                    <a:pt x="31512" y="10651"/>
                    <a:pt x="31051" y="12074"/>
                    <a:pt x="30193" y="13162"/>
                  </a:cubicBezTo>
                  <a:cubicBezTo>
                    <a:pt x="29336" y="14292"/>
                    <a:pt x="27745" y="15087"/>
                    <a:pt x="26511" y="14396"/>
                  </a:cubicBezTo>
                  <a:cubicBezTo>
                    <a:pt x="26113" y="14166"/>
                    <a:pt x="25799" y="13810"/>
                    <a:pt x="25465" y="13497"/>
                  </a:cubicBezTo>
                  <a:cubicBezTo>
                    <a:pt x="24188" y="12429"/>
                    <a:pt x="22242" y="12325"/>
                    <a:pt x="20736" y="13036"/>
                  </a:cubicBezTo>
                  <a:cubicBezTo>
                    <a:pt x="19208" y="13727"/>
                    <a:pt x="18120" y="15150"/>
                    <a:pt x="17493" y="16698"/>
                  </a:cubicBezTo>
                  <a:cubicBezTo>
                    <a:pt x="17284" y="17179"/>
                    <a:pt x="17116" y="17744"/>
                    <a:pt x="16760" y="18121"/>
                  </a:cubicBezTo>
                  <a:cubicBezTo>
                    <a:pt x="16447" y="18476"/>
                    <a:pt x="16007" y="18644"/>
                    <a:pt x="15547" y="18790"/>
                  </a:cubicBezTo>
                  <a:cubicBezTo>
                    <a:pt x="12346" y="19836"/>
                    <a:pt x="9542" y="18309"/>
                    <a:pt x="6340" y="18100"/>
                  </a:cubicBezTo>
                  <a:cubicBezTo>
                    <a:pt x="4311" y="17974"/>
                    <a:pt x="691" y="17807"/>
                    <a:pt x="147" y="20464"/>
                  </a:cubicBezTo>
                  <a:cubicBezTo>
                    <a:pt x="1" y="21238"/>
                    <a:pt x="7031" y="20945"/>
                    <a:pt x="7763" y="20924"/>
                  </a:cubicBezTo>
                  <a:cubicBezTo>
                    <a:pt x="16865" y="20485"/>
                    <a:pt x="26009" y="21134"/>
                    <a:pt x="35152" y="21301"/>
                  </a:cubicBezTo>
                  <a:cubicBezTo>
                    <a:pt x="44568" y="21448"/>
                    <a:pt x="54004" y="21531"/>
                    <a:pt x="63420" y="21573"/>
                  </a:cubicBezTo>
                  <a:cubicBezTo>
                    <a:pt x="80347" y="21657"/>
                    <a:pt x="97295" y="21552"/>
                    <a:pt x="114202" y="21301"/>
                  </a:cubicBezTo>
                  <a:cubicBezTo>
                    <a:pt x="115457" y="21301"/>
                    <a:pt x="124517" y="21322"/>
                    <a:pt x="129790" y="210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90" name="Google Shape;190;p14"/>
          <p:cNvSpPr txBox="1">
            <a:spLocks noGrp="1"/>
          </p:cNvSpPr>
          <p:nvPr>
            <p:ph type="title"/>
          </p:nvPr>
        </p:nvSpPr>
        <p:spPr>
          <a:xfrm>
            <a:off x="1084867" y="3643373"/>
            <a:ext cx="32008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91" name="Google Shape;191;p14"/>
          <p:cNvSpPr txBox="1">
            <a:spLocks noGrp="1"/>
          </p:cNvSpPr>
          <p:nvPr>
            <p:ph type="subTitle" idx="1"/>
          </p:nvPr>
        </p:nvSpPr>
        <p:spPr>
          <a:xfrm>
            <a:off x="1084867" y="4068921"/>
            <a:ext cx="3200800" cy="7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92" name="Google Shape;192;p14"/>
          <p:cNvSpPr txBox="1">
            <a:spLocks noGrp="1"/>
          </p:cNvSpPr>
          <p:nvPr>
            <p:ph type="title" idx="2"/>
          </p:nvPr>
        </p:nvSpPr>
        <p:spPr>
          <a:xfrm>
            <a:off x="4495600" y="3643373"/>
            <a:ext cx="32008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93" name="Google Shape;193;p14"/>
          <p:cNvSpPr txBox="1">
            <a:spLocks noGrp="1"/>
          </p:cNvSpPr>
          <p:nvPr>
            <p:ph type="subTitle" idx="3"/>
          </p:nvPr>
        </p:nvSpPr>
        <p:spPr>
          <a:xfrm>
            <a:off x="4495600" y="4068921"/>
            <a:ext cx="3200800" cy="7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94" name="Google Shape;194;p14"/>
          <p:cNvSpPr txBox="1">
            <a:spLocks noGrp="1"/>
          </p:cNvSpPr>
          <p:nvPr>
            <p:ph type="title" idx="4"/>
          </p:nvPr>
        </p:nvSpPr>
        <p:spPr>
          <a:xfrm>
            <a:off x="7906333" y="3643373"/>
            <a:ext cx="32008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95" name="Google Shape;195;p14"/>
          <p:cNvSpPr txBox="1">
            <a:spLocks noGrp="1"/>
          </p:cNvSpPr>
          <p:nvPr>
            <p:ph type="subTitle" idx="5"/>
          </p:nvPr>
        </p:nvSpPr>
        <p:spPr>
          <a:xfrm>
            <a:off x="7906333" y="4068921"/>
            <a:ext cx="3200800" cy="7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96" name="Google Shape;196;p14"/>
          <p:cNvSpPr txBox="1">
            <a:spLocks noGrp="1"/>
          </p:cNvSpPr>
          <p:nvPr>
            <p:ph type="title" idx="6"/>
          </p:nvPr>
        </p:nvSpPr>
        <p:spPr>
          <a:xfrm>
            <a:off x="946000" y="946633"/>
            <a:ext cx="10300000" cy="59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197" name="Google Shape;197;p14"/>
          <p:cNvSpPr/>
          <p:nvPr/>
        </p:nvSpPr>
        <p:spPr>
          <a:xfrm>
            <a:off x="-947966" y="5195934"/>
            <a:ext cx="14087900" cy="2086100"/>
          </a:xfrm>
          <a:custGeom>
            <a:avLst/>
            <a:gdLst/>
            <a:ahLst/>
            <a:cxnLst/>
            <a:rect l="l" t="t" r="r" b="b"/>
            <a:pathLst>
              <a:path w="422637" h="62583" extrusionOk="0">
                <a:moveTo>
                  <a:pt x="422636" y="3055"/>
                </a:moveTo>
                <a:lnTo>
                  <a:pt x="422636" y="62583"/>
                </a:lnTo>
                <a:lnTo>
                  <a:pt x="0" y="62583"/>
                </a:lnTo>
                <a:lnTo>
                  <a:pt x="0" y="12471"/>
                </a:lnTo>
                <a:cubicBezTo>
                  <a:pt x="32223" y="0"/>
                  <a:pt x="69781" y="13308"/>
                  <a:pt x="105100" y="11111"/>
                </a:cubicBezTo>
                <a:cubicBezTo>
                  <a:pt x="119579" y="10190"/>
                  <a:pt x="133891" y="6612"/>
                  <a:pt x="148412" y="7051"/>
                </a:cubicBezTo>
                <a:cubicBezTo>
                  <a:pt x="159292" y="7386"/>
                  <a:pt x="169942" y="9960"/>
                  <a:pt x="180739" y="11069"/>
                </a:cubicBezTo>
                <a:cubicBezTo>
                  <a:pt x="198796" y="12952"/>
                  <a:pt x="217167" y="10776"/>
                  <a:pt x="235245" y="12492"/>
                </a:cubicBezTo>
                <a:cubicBezTo>
                  <a:pt x="263303" y="15128"/>
                  <a:pt x="291780" y="27054"/>
                  <a:pt x="318646" y="19229"/>
                </a:cubicBezTo>
                <a:cubicBezTo>
                  <a:pt x="326785" y="16885"/>
                  <a:pt x="334150" y="12784"/>
                  <a:pt x="342227" y="10274"/>
                </a:cubicBezTo>
                <a:cubicBezTo>
                  <a:pt x="352103" y="7198"/>
                  <a:pt x="362669" y="6570"/>
                  <a:pt x="373068" y="5942"/>
                </a:cubicBezTo>
                <a:cubicBezTo>
                  <a:pt x="389598" y="4980"/>
                  <a:pt x="406107" y="4017"/>
                  <a:pt x="422636" y="305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5355269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15"/>
          <p:cNvGrpSpPr/>
          <p:nvPr/>
        </p:nvGrpSpPr>
        <p:grpSpPr>
          <a:xfrm>
            <a:off x="-838199" y="946000"/>
            <a:ext cx="14087900" cy="5931400"/>
            <a:chOff x="-628650" y="709500"/>
            <a:chExt cx="10565925" cy="4448550"/>
          </a:xfrm>
        </p:grpSpPr>
        <p:sp>
          <p:nvSpPr>
            <p:cNvPr id="200" name="Google Shape;200;p15"/>
            <p:cNvSpPr/>
            <p:nvPr/>
          </p:nvSpPr>
          <p:spPr>
            <a:xfrm>
              <a:off x="75" y="720822"/>
              <a:ext cx="9144000" cy="869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15"/>
            <p:cNvSpPr/>
            <p:nvPr/>
          </p:nvSpPr>
          <p:spPr>
            <a:xfrm>
              <a:off x="-175" y="1472850"/>
              <a:ext cx="9144000" cy="3685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" name="Google Shape;202;p15"/>
            <p:cNvSpPr/>
            <p:nvPr/>
          </p:nvSpPr>
          <p:spPr>
            <a:xfrm>
              <a:off x="-628650" y="709500"/>
              <a:ext cx="10565925" cy="2121104"/>
            </a:xfrm>
            <a:custGeom>
              <a:avLst/>
              <a:gdLst/>
              <a:ahLst/>
              <a:cxnLst/>
              <a:rect l="l" t="t" r="r" b="b"/>
              <a:pathLst>
                <a:path w="422637" h="70492" extrusionOk="0">
                  <a:moveTo>
                    <a:pt x="422636" y="0"/>
                  </a:moveTo>
                  <a:lnTo>
                    <a:pt x="422636" y="30130"/>
                  </a:lnTo>
                  <a:cubicBezTo>
                    <a:pt x="412907" y="34629"/>
                    <a:pt x="402424" y="37851"/>
                    <a:pt x="392255" y="41534"/>
                  </a:cubicBezTo>
                  <a:cubicBezTo>
                    <a:pt x="368926" y="50050"/>
                    <a:pt x="346767" y="61453"/>
                    <a:pt x="322475" y="67479"/>
                  </a:cubicBezTo>
                  <a:cubicBezTo>
                    <a:pt x="319713" y="68149"/>
                    <a:pt x="316951" y="68755"/>
                    <a:pt x="314168" y="69299"/>
                  </a:cubicBezTo>
                  <a:lnTo>
                    <a:pt x="185237" y="69299"/>
                  </a:lnTo>
                  <a:cubicBezTo>
                    <a:pt x="151153" y="68358"/>
                    <a:pt x="116901" y="70492"/>
                    <a:pt x="83109" y="66558"/>
                  </a:cubicBezTo>
                  <a:cubicBezTo>
                    <a:pt x="54716" y="63273"/>
                    <a:pt x="27264" y="55699"/>
                    <a:pt x="0" y="47748"/>
                  </a:cubicBezTo>
                  <a:lnTo>
                    <a:pt x="0" y="14793"/>
                  </a:lnTo>
                  <a:cubicBezTo>
                    <a:pt x="19145" y="14731"/>
                    <a:pt x="38332" y="11027"/>
                    <a:pt x="57373" y="12910"/>
                  </a:cubicBezTo>
                  <a:cubicBezTo>
                    <a:pt x="69362" y="14124"/>
                    <a:pt x="81163" y="17555"/>
                    <a:pt x="93257" y="17179"/>
                  </a:cubicBezTo>
                  <a:cubicBezTo>
                    <a:pt x="103426" y="16865"/>
                    <a:pt x="113260" y="13831"/>
                    <a:pt x="123345" y="12638"/>
                  </a:cubicBezTo>
                  <a:cubicBezTo>
                    <a:pt x="150525" y="9395"/>
                    <a:pt x="177391" y="19355"/>
                    <a:pt x="204717" y="21217"/>
                  </a:cubicBezTo>
                  <a:cubicBezTo>
                    <a:pt x="226268" y="22682"/>
                    <a:pt x="248154" y="19083"/>
                    <a:pt x="269476" y="22305"/>
                  </a:cubicBezTo>
                  <a:cubicBezTo>
                    <a:pt x="279603" y="23832"/>
                    <a:pt x="290567" y="26783"/>
                    <a:pt x="299710" y="22577"/>
                  </a:cubicBezTo>
                  <a:cubicBezTo>
                    <a:pt x="304732" y="20275"/>
                    <a:pt x="308373" y="16091"/>
                    <a:pt x="313059" y="13287"/>
                  </a:cubicBezTo>
                  <a:cubicBezTo>
                    <a:pt x="319881" y="9249"/>
                    <a:pt x="328355" y="8391"/>
                    <a:pt x="336452" y="7679"/>
                  </a:cubicBezTo>
                  <a:cubicBezTo>
                    <a:pt x="347793" y="6675"/>
                    <a:pt x="359091" y="5650"/>
                    <a:pt x="370390" y="4625"/>
                  </a:cubicBezTo>
                  <a:lnTo>
                    <a:pt x="416673" y="461"/>
                  </a:lnTo>
                  <a:cubicBezTo>
                    <a:pt x="418661" y="251"/>
                    <a:pt x="420649" y="63"/>
                    <a:pt x="422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03" name="Google Shape;203;p15"/>
          <p:cNvGrpSpPr/>
          <p:nvPr/>
        </p:nvGrpSpPr>
        <p:grpSpPr>
          <a:xfrm rot="-1642488">
            <a:off x="9535557" y="856415"/>
            <a:ext cx="3420899" cy="1730965"/>
            <a:chOff x="19279125" y="28273675"/>
            <a:chExt cx="2565725" cy="1298250"/>
          </a:xfrm>
        </p:grpSpPr>
        <p:sp>
          <p:nvSpPr>
            <p:cNvPr id="204" name="Google Shape;204;p15"/>
            <p:cNvSpPr/>
            <p:nvPr/>
          </p:nvSpPr>
          <p:spPr>
            <a:xfrm>
              <a:off x="19715375" y="28798125"/>
              <a:ext cx="506850" cy="665075"/>
            </a:xfrm>
            <a:custGeom>
              <a:avLst/>
              <a:gdLst/>
              <a:ahLst/>
              <a:cxnLst/>
              <a:rect l="l" t="t" r="r" b="b"/>
              <a:pathLst>
                <a:path w="20274" h="26603" extrusionOk="0">
                  <a:moveTo>
                    <a:pt x="20102" y="0"/>
                  </a:moveTo>
                  <a:cubicBezTo>
                    <a:pt x="20089" y="0"/>
                    <a:pt x="20076" y="3"/>
                    <a:pt x="20065" y="8"/>
                  </a:cubicBezTo>
                  <a:cubicBezTo>
                    <a:pt x="20002" y="8"/>
                    <a:pt x="19981" y="29"/>
                    <a:pt x="19918" y="50"/>
                  </a:cubicBezTo>
                  <a:cubicBezTo>
                    <a:pt x="18014" y="1975"/>
                    <a:pt x="16194" y="4026"/>
                    <a:pt x="14415" y="6181"/>
                  </a:cubicBezTo>
                  <a:cubicBezTo>
                    <a:pt x="14060" y="6537"/>
                    <a:pt x="13746" y="6934"/>
                    <a:pt x="13474" y="7332"/>
                  </a:cubicBezTo>
                  <a:cubicBezTo>
                    <a:pt x="13264" y="7583"/>
                    <a:pt x="13055" y="7876"/>
                    <a:pt x="12846" y="8148"/>
                  </a:cubicBezTo>
                  <a:lnTo>
                    <a:pt x="12804" y="8169"/>
                  </a:lnTo>
                  <a:cubicBezTo>
                    <a:pt x="9561" y="12270"/>
                    <a:pt x="6506" y="16643"/>
                    <a:pt x="3577" y="20911"/>
                  </a:cubicBezTo>
                  <a:cubicBezTo>
                    <a:pt x="3577" y="20911"/>
                    <a:pt x="3577" y="20932"/>
                    <a:pt x="3556" y="20932"/>
                  </a:cubicBezTo>
                  <a:cubicBezTo>
                    <a:pt x="3556" y="20953"/>
                    <a:pt x="3535" y="20953"/>
                    <a:pt x="3535" y="20974"/>
                  </a:cubicBezTo>
                  <a:cubicBezTo>
                    <a:pt x="2447" y="22522"/>
                    <a:pt x="1401" y="24050"/>
                    <a:pt x="355" y="25535"/>
                  </a:cubicBezTo>
                  <a:cubicBezTo>
                    <a:pt x="0" y="26042"/>
                    <a:pt x="531" y="26603"/>
                    <a:pt x="1046" y="26603"/>
                  </a:cubicBezTo>
                  <a:cubicBezTo>
                    <a:pt x="1169" y="26603"/>
                    <a:pt x="1292" y="26571"/>
                    <a:pt x="1401" y="26498"/>
                  </a:cubicBezTo>
                  <a:cubicBezTo>
                    <a:pt x="1987" y="26142"/>
                    <a:pt x="2593" y="25745"/>
                    <a:pt x="3137" y="25347"/>
                  </a:cubicBezTo>
                  <a:cubicBezTo>
                    <a:pt x="3158" y="25347"/>
                    <a:pt x="3158" y="25326"/>
                    <a:pt x="3158" y="25326"/>
                  </a:cubicBezTo>
                  <a:cubicBezTo>
                    <a:pt x="11423" y="19593"/>
                    <a:pt x="18746" y="10177"/>
                    <a:pt x="20274" y="239"/>
                  </a:cubicBezTo>
                  <a:cubicBezTo>
                    <a:pt x="20274" y="155"/>
                    <a:pt x="20232" y="113"/>
                    <a:pt x="20211" y="50"/>
                  </a:cubicBezTo>
                  <a:cubicBezTo>
                    <a:pt x="20180" y="20"/>
                    <a:pt x="20139" y="0"/>
                    <a:pt x="201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" name="Google Shape;205;p15"/>
            <p:cNvSpPr/>
            <p:nvPr/>
          </p:nvSpPr>
          <p:spPr>
            <a:xfrm>
              <a:off x="20308800" y="28749150"/>
              <a:ext cx="511325" cy="822775"/>
            </a:xfrm>
            <a:custGeom>
              <a:avLst/>
              <a:gdLst/>
              <a:ahLst/>
              <a:cxnLst/>
              <a:rect l="l" t="t" r="r" b="b"/>
              <a:pathLst>
                <a:path w="20453" h="32911" extrusionOk="0">
                  <a:moveTo>
                    <a:pt x="20227" y="1"/>
                  </a:moveTo>
                  <a:cubicBezTo>
                    <a:pt x="20190" y="1"/>
                    <a:pt x="20153" y="8"/>
                    <a:pt x="20118" y="22"/>
                  </a:cubicBezTo>
                  <a:cubicBezTo>
                    <a:pt x="20097" y="22"/>
                    <a:pt x="20097" y="63"/>
                    <a:pt x="20076" y="84"/>
                  </a:cubicBezTo>
                  <a:cubicBezTo>
                    <a:pt x="19804" y="335"/>
                    <a:pt x="19574" y="607"/>
                    <a:pt x="19302" y="900"/>
                  </a:cubicBezTo>
                  <a:cubicBezTo>
                    <a:pt x="19302" y="900"/>
                    <a:pt x="19302" y="921"/>
                    <a:pt x="19281" y="921"/>
                  </a:cubicBezTo>
                  <a:cubicBezTo>
                    <a:pt x="19051" y="1172"/>
                    <a:pt x="18841" y="1444"/>
                    <a:pt x="18632" y="1695"/>
                  </a:cubicBezTo>
                  <a:cubicBezTo>
                    <a:pt x="18569" y="1758"/>
                    <a:pt x="18528" y="1842"/>
                    <a:pt x="18465" y="1884"/>
                  </a:cubicBezTo>
                  <a:cubicBezTo>
                    <a:pt x="18318" y="2093"/>
                    <a:pt x="18130" y="2302"/>
                    <a:pt x="17984" y="2512"/>
                  </a:cubicBezTo>
                  <a:cubicBezTo>
                    <a:pt x="17921" y="2595"/>
                    <a:pt x="17837" y="2679"/>
                    <a:pt x="17795" y="2784"/>
                  </a:cubicBezTo>
                  <a:cubicBezTo>
                    <a:pt x="17628" y="2993"/>
                    <a:pt x="17502" y="3160"/>
                    <a:pt x="17356" y="3369"/>
                  </a:cubicBezTo>
                  <a:cubicBezTo>
                    <a:pt x="17293" y="3453"/>
                    <a:pt x="17209" y="3558"/>
                    <a:pt x="17168" y="3641"/>
                  </a:cubicBezTo>
                  <a:cubicBezTo>
                    <a:pt x="17000" y="3851"/>
                    <a:pt x="16875" y="4060"/>
                    <a:pt x="16749" y="4269"/>
                  </a:cubicBezTo>
                  <a:cubicBezTo>
                    <a:pt x="16686" y="4353"/>
                    <a:pt x="16644" y="4436"/>
                    <a:pt x="16561" y="4520"/>
                  </a:cubicBezTo>
                  <a:lnTo>
                    <a:pt x="16100" y="5232"/>
                  </a:lnTo>
                  <a:cubicBezTo>
                    <a:pt x="16059" y="5273"/>
                    <a:pt x="16017" y="5336"/>
                    <a:pt x="15996" y="5420"/>
                  </a:cubicBezTo>
                  <a:cubicBezTo>
                    <a:pt x="15598" y="6006"/>
                    <a:pt x="15222" y="6633"/>
                    <a:pt x="14866" y="7282"/>
                  </a:cubicBezTo>
                  <a:cubicBezTo>
                    <a:pt x="14803" y="7345"/>
                    <a:pt x="14782" y="7429"/>
                    <a:pt x="14740" y="7512"/>
                  </a:cubicBezTo>
                  <a:cubicBezTo>
                    <a:pt x="14594" y="7742"/>
                    <a:pt x="14468" y="7973"/>
                    <a:pt x="14322" y="8203"/>
                  </a:cubicBezTo>
                  <a:cubicBezTo>
                    <a:pt x="14259" y="8286"/>
                    <a:pt x="14217" y="8391"/>
                    <a:pt x="14155" y="8475"/>
                  </a:cubicBezTo>
                  <a:lnTo>
                    <a:pt x="13757" y="9186"/>
                  </a:lnTo>
                  <a:cubicBezTo>
                    <a:pt x="13715" y="9249"/>
                    <a:pt x="13652" y="9333"/>
                    <a:pt x="13631" y="9416"/>
                  </a:cubicBezTo>
                  <a:cubicBezTo>
                    <a:pt x="13485" y="9709"/>
                    <a:pt x="13318" y="9960"/>
                    <a:pt x="13171" y="10253"/>
                  </a:cubicBezTo>
                  <a:cubicBezTo>
                    <a:pt x="12962" y="10609"/>
                    <a:pt x="12753" y="10986"/>
                    <a:pt x="12564" y="11341"/>
                  </a:cubicBezTo>
                  <a:cubicBezTo>
                    <a:pt x="12502" y="11488"/>
                    <a:pt x="12439" y="11592"/>
                    <a:pt x="12376" y="11718"/>
                  </a:cubicBezTo>
                  <a:lnTo>
                    <a:pt x="12062" y="12262"/>
                  </a:lnTo>
                  <a:cubicBezTo>
                    <a:pt x="11539" y="13224"/>
                    <a:pt x="10995" y="14166"/>
                    <a:pt x="10409" y="15108"/>
                  </a:cubicBezTo>
                  <a:cubicBezTo>
                    <a:pt x="8568" y="18183"/>
                    <a:pt x="6622" y="21217"/>
                    <a:pt x="4718" y="24251"/>
                  </a:cubicBezTo>
                  <a:lnTo>
                    <a:pt x="4718" y="24272"/>
                  </a:lnTo>
                  <a:lnTo>
                    <a:pt x="4718" y="24293"/>
                  </a:lnTo>
                  <a:lnTo>
                    <a:pt x="4718" y="24314"/>
                  </a:lnTo>
                  <a:lnTo>
                    <a:pt x="4718" y="24356"/>
                  </a:lnTo>
                  <a:lnTo>
                    <a:pt x="4718" y="24377"/>
                  </a:lnTo>
                  <a:cubicBezTo>
                    <a:pt x="3693" y="26030"/>
                    <a:pt x="2668" y="27641"/>
                    <a:pt x="1684" y="29315"/>
                  </a:cubicBezTo>
                  <a:lnTo>
                    <a:pt x="1684" y="29336"/>
                  </a:lnTo>
                  <a:lnTo>
                    <a:pt x="1684" y="29377"/>
                  </a:lnTo>
                  <a:lnTo>
                    <a:pt x="1684" y="29398"/>
                  </a:lnTo>
                  <a:lnTo>
                    <a:pt x="1684" y="29419"/>
                  </a:lnTo>
                  <a:lnTo>
                    <a:pt x="1684" y="29461"/>
                  </a:lnTo>
                  <a:cubicBezTo>
                    <a:pt x="1621" y="29503"/>
                    <a:pt x="1600" y="29587"/>
                    <a:pt x="1559" y="29670"/>
                  </a:cubicBezTo>
                  <a:lnTo>
                    <a:pt x="1559" y="29691"/>
                  </a:lnTo>
                  <a:cubicBezTo>
                    <a:pt x="1140" y="30361"/>
                    <a:pt x="743" y="31072"/>
                    <a:pt x="345" y="31763"/>
                  </a:cubicBezTo>
                  <a:cubicBezTo>
                    <a:pt x="1" y="32365"/>
                    <a:pt x="520" y="32911"/>
                    <a:pt x="1088" y="32911"/>
                  </a:cubicBezTo>
                  <a:cubicBezTo>
                    <a:pt x="1210" y="32911"/>
                    <a:pt x="1335" y="32886"/>
                    <a:pt x="1454" y="32830"/>
                  </a:cubicBezTo>
                  <a:cubicBezTo>
                    <a:pt x="1517" y="32809"/>
                    <a:pt x="1600" y="32746"/>
                    <a:pt x="1684" y="32662"/>
                  </a:cubicBezTo>
                  <a:cubicBezTo>
                    <a:pt x="6476" y="28038"/>
                    <a:pt x="10388" y="22556"/>
                    <a:pt x="13757" y="16844"/>
                  </a:cubicBezTo>
                  <a:cubicBezTo>
                    <a:pt x="16247" y="12408"/>
                    <a:pt x="19051" y="7721"/>
                    <a:pt x="20097" y="2700"/>
                  </a:cubicBezTo>
                  <a:cubicBezTo>
                    <a:pt x="20097" y="2658"/>
                    <a:pt x="20118" y="2616"/>
                    <a:pt x="20118" y="2595"/>
                  </a:cubicBezTo>
                  <a:cubicBezTo>
                    <a:pt x="20160" y="2365"/>
                    <a:pt x="20222" y="2093"/>
                    <a:pt x="20243" y="1863"/>
                  </a:cubicBezTo>
                  <a:cubicBezTo>
                    <a:pt x="20243" y="1800"/>
                    <a:pt x="20264" y="1779"/>
                    <a:pt x="20264" y="1737"/>
                  </a:cubicBezTo>
                  <a:lnTo>
                    <a:pt x="20348" y="1172"/>
                  </a:lnTo>
                  <a:cubicBezTo>
                    <a:pt x="20390" y="1068"/>
                    <a:pt x="20390" y="1005"/>
                    <a:pt x="20390" y="879"/>
                  </a:cubicBezTo>
                  <a:cubicBezTo>
                    <a:pt x="20411" y="733"/>
                    <a:pt x="20411" y="607"/>
                    <a:pt x="20432" y="440"/>
                  </a:cubicBezTo>
                  <a:cubicBezTo>
                    <a:pt x="20432" y="356"/>
                    <a:pt x="20453" y="294"/>
                    <a:pt x="20453" y="210"/>
                  </a:cubicBezTo>
                  <a:lnTo>
                    <a:pt x="20453" y="126"/>
                  </a:lnTo>
                  <a:cubicBezTo>
                    <a:pt x="20453" y="105"/>
                    <a:pt x="20432" y="105"/>
                    <a:pt x="20432" y="84"/>
                  </a:cubicBezTo>
                  <a:cubicBezTo>
                    <a:pt x="20376" y="29"/>
                    <a:pt x="20301" y="1"/>
                    <a:pt x="202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" name="Google Shape;206;p15"/>
            <p:cNvSpPr/>
            <p:nvPr/>
          </p:nvSpPr>
          <p:spPr>
            <a:xfrm>
              <a:off x="20182700" y="28375125"/>
              <a:ext cx="603425" cy="350075"/>
            </a:xfrm>
            <a:custGeom>
              <a:avLst/>
              <a:gdLst/>
              <a:ahLst/>
              <a:cxnLst/>
              <a:rect l="l" t="t" r="r" b="b"/>
              <a:pathLst>
                <a:path w="24137" h="14003" extrusionOk="0">
                  <a:moveTo>
                    <a:pt x="808" y="1"/>
                  </a:moveTo>
                  <a:cubicBezTo>
                    <a:pt x="364" y="1"/>
                    <a:pt x="1" y="496"/>
                    <a:pt x="137" y="922"/>
                  </a:cubicBezTo>
                  <a:cubicBezTo>
                    <a:pt x="179" y="1027"/>
                    <a:pt x="263" y="1131"/>
                    <a:pt x="367" y="1215"/>
                  </a:cubicBezTo>
                  <a:cubicBezTo>
                    <a:pt x="6623" y="6404"/>
                    <a:pt x="13131" y="11070"/>
                    <a:pt x="20935" y="13288"/>
                  </a:cubicBezTo>
                  <a:cubicBezTo>
                    <a:pt x="20977" y="13309"/>
                    <a:pt x="21040" y="13309"/>
                    <a:pt x="21103" y="13351"/>
                  </a:cubicBezTo>
                  <a:cubicBezTo>
                    <a:pt x="21500" y="13434"/>
                    <a:pt x="21919" y="13560"/>
                    <a:pt x="22316" y="13643"/>
                  </a:cubicBezTo>
                  <a:cubicBezTo>
                    <a:pt x="22421" y="13685"/>
                    <a:pt x="22484" y="13706"/>
                    <a:pt x="22588" y="13727"/>
                  </a:cubicBezTo>
                  <a:cubicBezTo>
                    <a:pt x="22965" y="13811"/>
                    <a:pt x="23362" y="13895"/>
                    <a:pt x="23718" y="13957"/>
                  </a:cubicBezTo>
                  <a:cubicBezTo>
                    <a:pt x="23781" y="13957"/>
                    <a:pt x="23802" y="13999"/>
                    <a:pt x="23823" y="13999"/>
                  </a:cubicBezTo>
                  <a:cubicBezTo>
                    <a:pt x="23838" y="14001"/>
                    <a:pt x="23852" y="14002"/>
                    <a:pt x="23867" y="14002"/>
                  </a:cubicBezTo>
                  <a:cubicBezTo>
                    <a:pt x="23990" y="14002"/>
                    <a:pt x="24078" y="13923"/>
                    <a:pt x="24116" y="13811"/>
                  </a:cubicBezTo>
                  <a:cubicBezTo>
                    <a:pt x="24137" y="13769"/>
                    <a:pt x="24137" y="13727"/>
                    <a:pt x="24116" y="13685"/>
                  </a:cubicBezTo>
                  <a:cubicBezTo>
                    <a:pt x="24116" y="13643"/>
                    <a:pt x="24095" y="13602"/>
                    <a:pt x="24032" y="13581"/>
                  </a:cubicBezTo>
                  <a:cubicBezTo>
                    <a:pt x="23676" y="13309"/>
                    <a:pt x="23341" y="13037"/>
                    <a:pt x="22965" y="12765"/>
                  </a:cubicBezTo>
                  <a:cubicBezTo>
                    <a:pt x="22923" y="12744"/>
                    <a:pt x="22860" y="12681"/>
                    <a:pt x="22818" y="12660"/>
                  </a:cubicBezTo>
                  <a:cubicBezTo>
                    <a:pt x="22525" y="12451"/>
                    <a:pt x="22212" y="12221"/>
                    <a:pt x="21919" y="12011"/>
                  </a:cubicBezTo>
                  <a:lnTo>
                    <a:pt x="21688" y="11844"/>
                  </a:lnTo>
                  <a:cubicBezTo>
                    <a:pt x="21333" y="11614"/>
                    <a:pt x="21019" y="11384"/>
                    <a:pt x="20684" y="11175"/>
                  </a:cubicBezTo>
                  <a:lnTo>
                    <a:pt x="20663" y="11133"/>
                  </a:lnTo>
                  <a:cubicBezTo>
                    <a:pt x="16876" y="8580"/>
                    <a:pt x="12859" y="6404"/>
                    <a:pt x="8841" y="4228"/>
                  </a:cubicBezTo>
                  <a:cubicBezTo>
                    <a:pt x="8841" y="4228"/>
                    <a:pt x="8820" y="4228"/>
                    <a:pt x="8820" y="4207"/>
                  </a:cubicBezTo>
                  <a:lnTo>
                    <a:pt x="8800" y="4207"/>
                  </a:lnTo>
                  <a:cubicBezTo>
                    <a:pt x="6226" y="2847"/>
                    <a:pt x="3673" y="1508"/>
                    <a:pt x="1121" y="85"/>
                  </a:cubicBezTo>
                  <a:cubicBezTo>
                    <a:pt x="1016" y="27"/>
                    <a:pt x="910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7" name="Google Shape;207;p15"/>
            <p:cNvSpPr/>
            <p:nvPr/>
          </p:nvSpPr>
          <p:spPr>
            <a:xfrm>
              <a:off x="19914100" y="28430850"/>
              <a:ext cx="673250" cy="292175"/>
            </a:xfrm>
            <a:custGeom>
              <a:avLst/>
              <a:gdLst/>
              <a:ahLst/>
              <a:cxnLst/>
              <a:rect l="l" t="t" r="r" b="b"/>
              <a:pathLst>
                <a:path w="26930" h="11687" extrusionOk="0">
                  <a:moveTo>
                    <a:pt x="1364" y="1"/>
                  </a:moveTo>
                  <a:cubicBezTo>
                    <a:pt x="1157" y="1"/>
                    <a:pt x="953" y="11"/>
                    <a:pt x="754" y="32"/>
                  </a:cubicBezTo>
                  <a:cubicBezTo>
                    <a:pt x="210" y="53"/>
                    <a:pt x="1" y="492"/>
                    <a:pt x="106" y="911"/>
                  </a:cubicBezTo>
                  <a:cubicBezTo>
                    <a:pt x="210" y="1141"/>
                    <a:pt x="357" y="1392"/>
                    <a:pt x="650" y="1476"/>
                  </a:cubicBezTo>
                  <a:cubicBezTo>
                    <a:pt x="3683" y="2522"/>
                    <a:pt x="6696" y="3610"/>
                    <a:pt x="9647" y="4782"/>
                  </a:cubicBezTo>
                  <a:lnTo>
                    <a:pt x="9626" y="4782"/>
                  </a:lnTo>
                  <a:cubicBezTo>
                    <a:pt x="11802" y="5640"/>
                    <a:pt x="13936" y="6581"/>
                    <a:pt x="16091" y="7606"/>
                  </a:cubicBezTo>
                  <a:cubicBezTo>
                    <a:pt x="16970" y="8025"/>
                    <a:pt x="17807" y="8464"/>
                    <a:pt x="18644" y="8925"/>
                  </a:cubicBezTo>
                  <a:cubicBezTo>
                    <a:pt x="21238" y="10222"/>
                    <a:pt x="23770" y="11394"/>
                    <a:pt x="26783" y="11686"/>
                  </a:cubicBezTo>
                  <a:cubicBezTo>
                    <a:pt x="26825" y="11686"/>
                    <a:pt x="26867" y="11686"/>
                    <a:pt x="26888" y="11666"/>
                  </a:cubicBezTo>
                  <a:cubicBezTo>
                    <a:pt x="26909" y="11645"/>
                    <a:pt x="26930" y="11582"/>
                    <a:pt x="26930" y="11498"/>
                  </a:cubicBezTo>
                  <a:cubicBezTo>
                    <a:pt x="26930" y="11414"/>
                    <a:pt x="26888" y="11373"/>
                    <a:pt x="26804" y="11352"/>
                  </a:cubicBezTo>
                  <a:lnTo>
                    <a:pt x="26783" y="11352"/>
                  </a:lnTo>
                  <a:cubicBezTo>
                    <a:pt x="26553" y="11268"/>
                    <a:pt x="26344" y="11184"/>
                    <a:pt x="26093" y="11080"/>
                  </a:cubicBezTo>
                  <a:cubicBezTo>
                    <a:pt x="26051" y="11059"/>
                    <a:pt x="25988" y="11038"/>
                    <a:pt x="25946" y="11038"/>
                  </a:cubicBezTo>
                  <a:cubicBezTo>
                    <a:pt x="25737" y="10954"/>
                    <a:pt x="25528" y="10850"/>
                    <a:pt x="25318" y="10745"/>
                  </a:cubicBezTo>
                  <a:cubicBezTo>
                    <a:pt x="25256" y="10724"/>
                    <a:pt x="25214" y="10682"/>
                    <a:pt x="25130" y="10661"/>
                  </a:cubicBezTo>
                  <a:cubicBezTo>
                    <a:pt x="24921" y="10557"/>
                    <a:pt x="24733" y="10452"/>
                    <a:pt x="24523" y="10347"/>
                  </a:cubicBezTo>
                  <a:lnTo>
                    <a:pt x="24377" y="10264"/>
                  </a:lnTo>
                  <a:cubicBezTo>
                    <a:pt x="24189" y="10159"/>
                    <a:pt x="24042" y="10054"/>
                    <a:pt x="23854" y="9950"/>
                  </a:cubicBezTo>
                  <a:cubicBezTo>
                    <a:pt x="23791" y="9929"/>
                    <a:pt x="23749" y="9908"/>
                    <a:pt x="23686" y="9845"/>
                  </a:cubicBezTo>
                  <a:cubicBezTo>
                    <a:pt x="23519" y="9762"/>
                    <a:pt x="23331" y="9615"/>
                    <a:pt x="23142" y="9510"/>
                  </a:cubicBezTo>
                  <a:cubicBezTo>
                    <a:pt x="23059" y="9469"/>
                    <a:pt x="23017" y="9427"/>
                    <a:pt x="22933" y="9385"/>
                  </a:cubicBezTo>
                  <a:cubicBezTo>
                    <a:pt x="22745" y="9280"/>
                    <a:pt x="22598" y="9155"/>
                    <a:pt x="22410" y="9029"/>
                  </a:cubicBezTo>
                  <a:cubicBezTo>
                    <a:pt x="22326" y="8966"/>
                    <a:pt x="22264" y="8925"/>
                    <a:pt x="22180" y="8841"/>
                  </a:cubicBezTo>
                  <a:cubicBezTo>
                    <a:pt x="22054" y="8757"/>
                    <a:pt x="21950" y="8673"/>
                    <a:pt x="21845" y="8569"/>
                  </a:cubicBezTo>
                  <a:cubicBezTo>
                    <a:pt x="21678" y="8443"/>
                    <a:pt x="21531" y="8339"/>
                    <a:pt x="21364" y="8213"/>
                  </a:cubicBezTo>
                  <a:cubicBezTo>
                    <a:pt x="21343" y="8192"/>
                    <a:pt x="21280" y="8150"/>
                    <a:pt x="21259" y="8129"/>
                  </a:cubicBezTo>
                  <a:cubicBezTo>
                    <a:pt x="18769" y="6246"/>
                    <a:pt x="16363" y="4112"/>
                    <a:pt x="13559" y="2773"/>
                  </a:cubicBezTo>
                  <a:cubicBezTo>
                    <a:pt x="10023" y="1078"/>
                    <a:pt x="6006" y="137"/>
                    <a:pt x="2051" y="32"/>
                  </a:cubicBezTo>
                  <a:lnTo>
                    <a:pt x="1989" y="32"/>
                  </a:lnTo>
                  <a:cubicBezTo>
                    <a:pt x="1779" y="11"/>
                    <a:pt x="1570" y="1"/>
                    <a:pt x="13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" name="Google Shape;208;p15"/>
            <p:cNvSpPr/>
            <p:nvPr/>
          </p:nvSpPr>
          <p:spPr>
            <a:xfrm>
              <a:off x="19600250" y="28499650"/>
              <a:ext cx="774200" cy="245875"/>
            </a:xfrm>
            <a:custGeom>
              <a:avLst/>
              <a:gdLst/>
              <a:ahLst/>
              <a:cxnLst/>
              <a:rect l="l" t="t" r="r" b="b"/>
              <a:pathLst>
                <a:path w="30968" h="9835" extrusionOk="0">
                  <a:moveTo>
                    <a:pt x="6613" y="0"/>
                  </a:moveTo>
                  <a:cubicBezTo>
                    <a:pt x="4520" y="0"/>
                    <a:pt x="2532" y="63"/>
                    <a:pt x="733" y="251"/>
                  </a:cubicBezTo>
                  <a:cubicBezTo>
                    <a:pt x="252" y="272"/>
                    <a:pt x="1" y="753"/>
                    <a:pt x="105" y="1151"/>
                  </a:cubicBezTo>
                  <a:cubicBezTo>
                    <a:pt x="105" y="1318"/>
                    <a:pt x="252" y="1507"/>
                    <a:pt x="545" y="1590"/>
                  </a:cubicBezTo>
                  <a:cubicBezTo>
                    <a:pt x="5859" y="2678"/>
                    <a:pt x="11007" y="4080"/>
                    <a:pt x="16154" y="5712"/>
                  </a:cubicBezTo>
                  <a:cubicBezTo>
                    <a:pt x="16509" y="5817"/>
                    <a:pt x="16844" y="5963"/>
                    <a:pt x="17179" y="6068"/>
                  </a:cubicBezTo>
                  <a:lnTo>
                    <a:pt x="17158" y="6068"/>
                  </a:lnTo>
                  <a:cubicBezTo>
                    <a:pt x="18518" y="6528"/>
                    <a:pt x="19878" y="7051"/>
                    <a:pt x="21259" y="7574"/>
                  </a:cubicBezTo>
                  <a:cubicBezTo>
                    <a:pt x="21343" y="7595"/>
                    <a:pt x="21385" y="7637"/>
                    <a:pt x="21468" y="7658"/>
                  </a:cubicBezTo>
                  <a:cubicBezTo>
                    <a:pt x="21489" y="7658"/>
                    <a:pt x="21531" y="7679"/>
                    <a:pt x="21573" y="7679"/>
                  </a:cubicBezTo>
                  <a:cubicBezTo>
                    <a:pt x="24000" y="8579"/>
                    <a:pt x="26490" y="9416"/>
                    <a:pt x="29022" y="9730"/>
                  </a:cubicBezTo>
                  <a:lnTo>
                    <a:pt x="29064" y="9730"/>
                  </a:lnTo>
                  <a:cubicBezTo>
                    <a:pt x="29182" y="9747"/>
                    <a:pt x="29355" y="9777"/>
                    <a:pt x="29528" y="9777"/>
                  </a:cubicBezTo>
                  <a:cubicBezTo>
                    <a:pt x="29569" y="9777"/>
                    <a:pt x="29610" y="9775"/>
                    <a:pt x="29649" y="9771"/>
                  </a:cubicBezTo>
                  <a:cubicBezTo>
                    <a:pt x="29838" y="9792"/>
                    <a:pt x="30026" y="9792"/>
                    <a:pt x="30173" y="9834"/>
                  </a:cubicBezTo>
                  <a:lnTo>
                    <a:pt x="30319" y="9834"/>
                  </a:lnTo>
                  <a:cubicBezTo>
                    <a:pt x="30361" y="9834"/>
                    <a:pt x="30424" y="9834"/>
                    <a:pt x="30466" y="9792"/>
                  </a:cubicBezTo>
                  <a:cubicBezTo>
                    <a:pt x="30758" y="9730"/>
                    <a:pt x="30968" y="9374"/>
                    <a:pt x="30905" y="9060"/>
                  </a:cubicBezTo>
                  <a:cubicBezTo>
                    <a:pt x="30884" y="8997"/>
                    <a:pt x="30884" y="8914"/>
                    <a:pt x="30821" y="8851"/>
                  </a:cubicBezTo>
                  <a:cubicBezTo>
                    <a:pt x="30779" y="8788"/>
                    <a:pt x="30717" y="8725"/>
                    <a:pt x="30675" y="8642"/>
                  </a:cubicBezTo>
                  <a:cubicBezTo>
                    <a:pt x="30445" y="8328"/>
                    <a:pt x="30173" y="8056"/>
                    <a:pt x="29942" y="7763"/>
                  </a:cubicBezTo>
                  <a:cubicBezTo>
                    <a:pt x="29733" y="7428"/>
                    <a:pt x="29440" y="7135"/>
                    <a:pt x="29105" y="6905"/>
                  </a:cubicBezTo>
                  <a:cubicBezTo>
                    <a:pt x="23686" y="1716"/>
                    <a:pt x="14501" y="42"/>
                    <a:pt x="66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" name="Google Shape;209;p15"/>
            <p:cNvSpPr/>
            <p:nvPr/>
          </p:nvSpPr>
          <p:spPr>
            <a:xfrm>
              <a:off x="20149825" y="28752300"/>
              <a:ext cx="462625" cy="768775"/>
            </a:xfrm>
            <a:custGeom>
              <a:avLst/>
              <a:gdLst/>
              <a:ahLst/>
              <a:cxnLst/>
              <a:rect l="l" t="t" r="r" b="b"/>
              <a:pathLst>
                <a:path w="18505" h="30751" extrusionOk="0">
                  <a:moveTo>
                    <a:pt x="13598" y="8453"/>
                  </a:moveTo>
                  <a:cubicBezTo>
                    <a:pt x="13593" y="8459"/>
                    <a:pt x="13588" y="8464"/>
                    <a:pt x="13588" y="8474"/>
                  </a:cubicBezTo>
                  <a:lnTo>
                    <a:pt x="13588" y="8474"/>
                  </a:lnTo>
                  <a:cubicBezTo>
                    <a:pt x="13591" y="8467"/>
                    <a:pt x="13595" y="8460"/>
                    <a:pt x="13598" y="8453"/>
                  </a:cubicBezTo>
                  <a:close/>
                  <a:moveTo>
                    <a:pt x="18233" y="0"/>
                  </a:moveTo>
                  <a:cubicBezTo>
                    <a:pt x="18170" y="0"/>
                    <a:pt x="18066" y="42"/>
                    <a:pt x="18003" y="84"/>
                  </a:cubicBezTo>
                  <a:cubicBezTo>
                    <a:pt x="17773" y="293"/>
                    <a:pt x="17563" y="481"/>
                    <a:pt x="17333" y="691"/>
                  </a:cubicBezTo>
                  <a:cubicBezTo>
                    <a:pt x="17255" y="769"/>
                    <a:pt x="17323" y="902"/>
                    <a:pt x="17418" y="902"/>
                  </a:cubicBezTo>
                  <a:cubicBezTo>
                    <a:pt x="17424" y="902"/>
                    <a:pt x="17431" y="901"/>
                    <a:pt x="17438" y="900"/>
                  </a:cubicBezTo>
                  <a:lnTo>
                    <a:pt x="17438" y="900"/>
                  </a:lnTo>
                  <a:cubicBezTo>
                    <a:pt x="17375" y="921"/>
                    <a:pt x="17354" y="942"/>
                    <a:pt x="17291" y="984"/>
                  </a:cubicBezTo>
                  <a:cubicBezTo>
                    <a:pt x="17291" y="984"/>
                    <a:pt x="17270" y="984"/>
                    <a:pt x="17270" y="1005"/>
                  </a:cubicBezTo>
                  <a:cubicBezTo>
                    <a:pt x="17229" y="1025"/>
                    <a:pt x="17187" y="1046"/>
                    <a:pt x="17145" y="1109"/>
                  </a:cubicBezTo>
                  <a:lnTo>
                    <a:pt x="17124" y="1130"/>
                  </a:lnTo>
                  <a:lnTo>
                    <a:pt x="16977" y="1256"/>
                  </a:lnTo>
                  <a:cubicBezTo>
                    <a:pt x="16957" y="1297"/>
                    <a:pt x="16936" y="1318"/>
                    <a:pt x="16915" y="1360"/>
                  </a:cubicBezTo>
                  <a:lnTo>
                    <a:pt x="16852" y="1423"/>
                  </a:lnTo>
                  <a:cubicBezTo>
                    <a:pt x="16203" y="2302"/>
                    <a:pt x="15471" y="4143"/>
                    <a:pt x="14927" y="5524"/>
                  </a:cubicBezTo>
                  <a:cubicBezTo>
                    <a:pt x="14760" y="5922"/>
                    <a:pt x="14613" y="6340"/>
                    <a:pt x="14446" y="6738"/>
                  </a:cubicBezTo>
                  <a:cubicBezTo>
                    <a:pt x="14446" y="6759"/>
                    <a:pt x="14425" y="6779"/>
                    <a:pt x="14425" y="6800"/>
                  </a:cubicBezTo>
                  <a:cubicBezTo>
                    <a:pt x="14425" y="6842"/>
                    <a:pt x="14404" y="6842"/>
                    <a:pt x="14404" y="6863"/>
                  </a:cubicBezTo>
                  <a:cubicBezTo>
                    <a:pt x="14341" y="6968"/>
                    <a:pt x="14320" y="7051"/>
                    <a:pt x="14299" y="7093"/>
                  </a:cubicBezTo>
                  <a:cubicBezTo>
                    <a:pt x="14236" y="7219"/>
                    <a:pt x="14153" y="7365"/>
                    <a:pt x="14111" y="7470"/>
                  </a:cubicBezTo>
                  <a:cubicBezTo>
                    <a:pt x="13930" y="7793"/>
                    <a:pt x="13787" y="8115"/>
                    <a:pt x="13608" y="8438"/>
                  </a:cubicBezTo>
                  <a:lnTo>
                    <a:pt x="13608" y="8438"/>
                  </a:lnTo>
                  <a:cubicBezTo>
                    <a:pt x="13609" y="8436"/>
                    <a:pt x="13609" y="8434"/>
                    <a:pt x="13609" y="8432"/>
                  </a:cubicBezTo>
                  <a:lnTo>
                    <a:pt x="13609" y="8432"/>
                  </a:lnTo>
                  <a:cubicBezTo>
                    <a:pt x="13605" y="8439"/>
                    <a:pt x="13602" y="8446"/>
                    <a:pt x="13598" y="8453"/>
                  </a:cubicBezTo>
                  <a:lnTo>
                    <a:pt x="13598" y="8453"/>
                  </a:lnTo>
                  <a:cubicBezTo>
                    <a:pt x="13599" y="8452"/>
                    <a:pt x="13600" y="8451"/>
                    <a:pt x="13601" y="8450"/>
                  </a:cubicBezTo>
                  <a:lnTo>
                    <a:pt x="13601" y="8450"/>
                  </a:lnTo>
                  <a:cubicBezTo>
                    <a:pt x="13597" y="8458"/>
                    <a:pt x="13592" y="8466"/>
                    <a:pt x="13588" y="8474"/>
                  </a:cubicBezTo>
                  <a:cubicBezTo>
                    <a:pt x="13588" y="8474"/>
                    <a:pt x="13588" y="8474"/>
                    <a:pt x="13588" y="8474"/>
                  </a:cubicBezTo>
                  <a:lnTo>
                    <a:pt x="13588" y="8474"/>
                  </a:lnTo>
                  <a:cubicBezTo>
                    <a:pt x="12527" y="10595"/>
                    <a:pt x="11404" y="12735"/>
                    <a:pt x="10261" y="14814"/>
                  </a:cubicBezTo>
                  <a:cubicBezTo>
                    <a:pt x="8294" y="18308"/>
                    <a:pt x="6181" y="21635"/>
                    <a:pt x="3900" y="24878"/>
                  </a:cubicBezTo>
                  <a:cubicBezTo>
                    <a:pt x="2729" y="26552"/>
                    <a:pt x="1536" y="28226"/>
                    <a:pt x="301" y="29879"/>
                  </a:cubicBezTo>
                  <a:cubicBezTo>
                    <a:pt x="1" y="30291"/>
                    <a:pt x="299" y="30750"/>
                    <a:pt x="688" y="30750"/>
                  </a:cubicBezTo>
                  <a:cubicBezTo>
                    <a:pt x="813" y="30750"/>
                    <a:pt x="948" y="30703"/>
                    <a:pt x="1076" y="30591"/>
                  </a:cubicBezTo>
                  <a:cubicBezTo>
                    <a:pt x="2540" y="29251"/>
                    <a:pt x="4047" y="27787"/>
                    <a:pt x="5532" y="26155"/>
                  </a:cubicBezTo>
                  <a:lnTo>
                    <a:pt x="5532" y="26134"/>
                  </a:lnTo>
                  <a:lnTo>
                    <a:pt x="5616" y="26050"/>
                  </a:lnTo>
                  <a:cubicBezTo>
                    <a:pt x="11726" y="19355"/>
                    <a:pt x="17375" y="10546"/>
                    <a:pt x="18379" y="1988"/>
                  </a:cubicBezTo>
                  <a:lnTo>
                    <a:pt x="18379" y="1883"/>
                  </a:lnTo>
                  <a:cubicBezTo>
                    <a:pt x="18421" y="1360"/>
                    <a:pt x="18484" y="816"/>
                    <a:pt x="18505" y="293"/>
                  </a:cubicBezTo>
                  <a:lnTo>
                    <a:pt x="18505" y="189"/>
                  </a:lnTo>
                  <a:cubicBezTo>
                    <a:pt x="18484" y="84"/>
                    <a:pt x="18379" y="0"/>
                    <a:pt x="18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" name="Google Shape;210;p15"/>
            <p:cNvSpPr/>
            <p:nvPr/>
          </p:nvSpPr>
          <p:spPr>
            <a:xfrm>
              <a:off x="19279125" y="28273675"/>
              <a:ext cx="2565725" cy="1180375"/>
            </a:xfrm>
            <a:custGeom>
              <a:avLst/>
              <a:gdLst/>
              <a:ahLst/>
              <a:cxnLst/>
              <a:rect l="l" t="t" r="r" b="b"/>
              <a:pathLst>
                <a:path w="102629" h="47215" extrusionOk="0">
                  <a:moveTo>
                    <a:pt x="72729" y="5754"/>
                  </a:moveTo>
                  <a:lnTo>
                    <a:pt x="72729" y="5754"/>
                  </a:lnTo>
                  <a:cubicBezTo>
                    <a:pt x="73231" y="6277"/>
                    <a:pt x="73733" y="6800"/>
                    <a:pt x="74194" y="7365"/>
                  </a:cubicBezTo>
                  <a:cubicBezTo>
                    <a:pt x="74232" y="7403"/>
                    <a:pt x="74269" y="7419"/>
                    <a:pt x="74305" y="7419"/>
                  </a:cubicBezTo>
                  <a:cubicBezTo>
                    <a:pt x="74369" y="7419"/>
                    <a:pt x="74426" y="7369"/>
                    <a:pt x="74466" y="7302"/>
                  </a:cubicBezTo>
                  <a:cubicBezTo>
                    <a:pt x="76328" y="9144"/>
                    <a:pt x="77918" y="11173"/>
                    <a:pt x="79257" y="13391"/>
                  </a:cubicBezTo>
                  <a:lnTo>
                    <a:pt x="79257" y="13433"/>
                  </a:lnTo>
                  <a:cubicBezTo>
                    <a:pt x="80659" y="15777"/>
                    <a:pt x="81789" y="18371"/>
                    <a:pt x="82626" y="21196"/>
                  </a:cubicBezTo>
                  <a:cubicBezTo>
                    <a:pt x="82103" y="21070"/>
                    <a:pt x="81559" y="20966"/>
                    <a:pt x="81036" y="20819"/>
                  </a:cubicBezTo>
                  <a:lnTo>
                    <a:pt x="81036" y="20777"/>
                  </a:lnTo>
                  <a:cubicBezTo>
                    <a:pt x="80994" y="20756"/>
                    <a:pt x="80931" y="20694"/>
                    <a:pt x="80868" y="20694"/>
                  </a:cubicBezTo>
                  <a:cubicBezTo>
                    <a:pt x="80847" y="20694"/>
                    <a:pt x="80847" y="20694"/>
                    <a:pt x="80827" y="20714"/>
                  </a:cubicBezTo>
                  <a:cubicBezTo>
                    <a:pt x="80785" y="20756"/>
                    <a:pt x="80743" y="20777"/>
                    <a:pt x="80722" y="20798"/>
                  </a:cubicBezTo>
                  <a:cubicBezTo>
                    <a:pt x="79885" y="20610"/>
                    <a:pt x="79006" y="20463"/>
                    <a:pt x="78169" y="20275"/>
                  </a:cubicBezTo>
                  <a:lnTo>
                    <a:pt x="78169" y="20254"/>
                  </a:lnTo>
                  <a:cubicBezTo>
                    <a:pt x="78169" y="20254"/>
                    <a:pt x="78169" y="20233"/>
                    <a:pt x="78211" y="20233"/>
                  </a:cubicBezTo>
                  <a:cubicBezTo>
                    <a:pt x="78839" y="14416"/>
                    <a:pt x="76579" y="9834"/>
                    <a:pt x="73043" y="6152"/>
                  </a:cubicBezTo>
                  <a:lnTo>
                    <a:pt x="72729" y="5754"/>
                  </a:lnTo>
                  <a:close/>
                  <a:moveTo>
                    <a:pt x="72311" y="19857"/>
                  </a:moveTo>
                  <a:cubicBezTo>
                    <a:pt x="73985" y="20066"/>
                    <a:pt x="75637" y="20338"/>
                    <a:pt x="77311" y="20610"/>
                  </a:cubicBezTo>
                  <a:cubicBezTo>
                    <a:pt x="76935" y="21091"/>
                    <a:pt x="76579" y="21531"/>
                    <a:pt x="76223" y="22012"/>
                  </a:cubicBezTo>
                  <a:cubicBezTo>
                    <a:pt x="74884" y="23644"/>
                    <a:pt x="73524" y="25297"/>
                    <a:pt x="72164" y="26929"/>
                  </a:cubicBezTo>
                  <a:lnTo>
                    <a:pt x="72164" y="26950"/>
                  </a:lnTo>
                  <a:cubicBezTo>
                    <a:pt x="71516" y="27703"/>
                    <a:pt x="70867" y="28456"/>
                    <a:pt x="70218" y="29230"/>
                  </a:cubicBezTo>
                  <a:cubicBezTo>
                    <a:pt x="69465" y="30109"/>
                    <a:pt x="68712" y="30967"/>
                    <a:pt x="67917" y="31867"/>
                  </a:cubicBezTo>
                  <a:lnTo>
                    <a:pt x="67896" y="31888"/>
                  </a:lnTo>
                  <a:cubicBezTo>
                    <a:pt x="66640" y="33331"/>
                    <a:pt x="65364" y="34733"/>
                    <a:pt x="64067" y="36156"/>
                  </a:cubicBezTo>
                  <a:cubicBezTo>
                    <a:pt x="65615" y="34210"/>
                    <a:pt x="67080" y="32181"/>
                    <a:pt x="68335" y="30067"/>
                  </a:cubicBezTo>
                  <a:cubicBezTo>
                    <a:pt x="68440" y="29879"/>
                    <a:pt x="68586" y="29670"/>
                    <a:pt x="68691" y="29481"/>
                  </a:cubicBezTo>
                  <a:cubicBezTo>
                    <a:pt x="68754" y="29356"/>
                    <a:pt x="68816" y="29251"/>
                    <a:pt x="68900" y="29126"/>
                  </a:cubicBezTo>
                  <a:cubicBezTo>
                    <a:pt x="69047" y="28854"/>
                    <a:pt x="69172" y="28603"/>
                    <a:pt x="69319" y="28331"/>
                  </a:cubicBezTo>
                  <a:lnTo>
                    <a:pt x="69465" y="28017"/>
                  </a:lnTo>
                  <a:lnTo>
                    <a:pt x="69779" y="27389"/>
                  </a:lnTo>
                  <a:cubicBezTo>
                    <a:pt x="69821" y="27285"/>
                    <a:pt x="69883" y="27201"/>
                    <a:pt x="69904" y="27096"/>
                  </a:cubicBezTo>
                  <a:cubicBezTo>
                    <a:pt x="70051" y="26824"/>
                    <a:pt x="70176" y="26552"/>
                    <a:pt x="70302" y="26259"/>
                  </a:cubicBezTo>
                  <a:cubicBezTo>
                    <a:pt x="70344" y="26155"/>
                    <a:pt x="70386" y="26092"/>
                    <a:pt x="70428" y="25987"/>
                  </a:cubicBezTo>
                  <a:cubicBezTo>
                    <a:pt x="70574" y="25715"/>
                    <a:pt x="70679" y="25422"/>
                    <a:pt x="70783" y="25171"/>
                  </a:cubicBezTo>
                  <a:cubicBezTo>
                    <a:pt x="70804" y="25108"/>
                    <a:pt x="70804" y="25088"/>
                    <a:pt x="70825" y="25046"/>
                  </a:cubicBezTo>
                  <a:cubicBezTo>
                    <a:pt x="70930" y="24753"/>
                    <a:pt x="71055" y="24460"/>
                    <a:pt x="71160" y="24167"/>
                  </a:cubicBezTo>
                  <a:cubicBezTo>
                    <a:pt x="71202" y="24104"/>
                    <a:pt x="71223" y="24041"/>
                    <a:pt x="71244" y="23958"/>
                  </a:cubicBezTo>
                  <a:cubicBezTo>
                    <a:pt x="71348" y="23644"/>
                    <a:pt x="71453" y="23330"/>
                    <a:pt x="71557" y="23058"/>
                  </a:cubicBezTo>
                  <a:cubicBezTo>
                    <a:pt x="71557" y="22995"/>
                    <a:pt x="71578" y="22974"/>
                    <a:pt x="71578" y="22911"/>
                  </a:cubicBezTo>
                  <a:cubicBezTo>
                    <a:pt x="71683" y="22598"/>
                    <a:pt x="71767" y="22326"/>
                    <a:pt x="71850" y="22012"/>
                  </a:cubicBezTo>
                  <a:cubicBezTo>
                    <a:pt x="71850" y="21970"/>
                    <a:pt x="71871" y="21949"/>
                    <a:pt x="71871" y="21928"/>
                  </a:cubicBezTo>
                  <a:cubicBezTo>
                    <a:pt x="71955" y="21593"/>
                    <a:pt x="72039" y="21279"/>
                    <a:pt x="72101" y="20924"/>
                  </a:cubicBezTo>
                  <a:cubicBezTo>
                    <a:pt x="72101" y="20903"/>
                    <a:pt x="72143" y="20882"/>
                    <a:pt x="72143" y="20819"/>
                  </a:cubicBezTo>
                  <a:cubicBezTo>
                    <a:pt x="72206" y="20505"/>
                    <a:pt x="72269" y="20170"/>
                    <a:pt x="72311" y="19857"/>
                  </a:cubicBezTo>
                  <a:close/>
                  <a:moveTo>
                    <a:pt x="64761" y="0"/>
                  </a:moveTo>
                  <a:cubicBezTo>
                    <a:pt x="64113" y="0"/>
                    <a:pt x="63614" y="912"/>
                    <a:pt x="64213" y="1423"/>
                  </a:cubicBezTo>
                  <a:cubicBezTo>
                    <a:pt x="65238" y="2281"/>
                    <a:pt x="66180" y="3243"/>
                    <a:pt x="67059" y="4269"/>
                  </a:cubicBezTo>
                  <a:lnTo>
                    <a:pt x="67080" y="4269"/>
                  </a:lnTo>
                  <a:lnTo>
                    <a:pt x="67122" y="4289"/>
                  </a:lnTo>
                  <a:cubicBezTo>
                    <a:pt x="67122" y="4331"/>
                    <a:pt x="67143" y="4331"/>
                    <a:pt x="67143" y="4331"/>
                  </a:cubicBezTo>
                  <a:lnTo>
                    <a:pt x="67143" y="4352"/>
                  </a:lnTo>
                  <a:lnTo>
                    <a:pt x="67163" y="4373"/>
                  </a:lnTo>
                  <a:cubicBezTo>
                    <a:pt x="69904" y="7574"/>
                    <a:pt x="72143" y="11299"/>
                    <a:pt x="74382" y="14940"/>
                  </a:cubicBezTo>
                  <a:cubicBezTo>
                    <a:pt x="75031" y="16007"/>
                    <a:pt x="75700" y="17053"/>
                    <a:pt x="76349" y="18078"/>
                  </a:cubicBezTo>
                  <a:cubicBezTo>
                    <a:pt x="76433" y="18183"/>
                    <a:pt x="76474" y="18287"/>
                    <a:pt x="76558" y="18392"/>
                  </a:cubicBezTo>
                  <a:cubicBezTo>
                    <a:pt x="76746" y="18664"/>
                    <a:pt x="76893" y="18915"/>
                    <a:pt x="77081" y="19187"/>
                  </a:cubicBezTo>
                  <a:cubicBezTo>
                    <a:pt x="77102" y="19229"/>
                    <a:pt x="77165" y="19292"/>
                    <a:pt x="77186" y="19334"/>
                  </a:cubicBezTo>
                  <a:cubicBezTo>
                    <a:pt x="77374" y="19606"/>
                    <a:pt x="77542" y="19878"/>
                    <a:pt x="77730" y="20150"/>
                  </a:cubicBezTo>
                  <a:cubicBezTo>
                    <a:pt x="77709" y="20150"/>
                    <a:pt x="77688" y="20170"/>
                    <a:pt x="77625" y="20191"/>
                  </a:cubicBezTo>
                  <a:cubicBezTo>
                    <a:pt x="75575" y="19815"/>
                    <a:pt x="73524" y="19501"/>
                    <a:pt x="71453" y="19229"/>
                  </a:cubicBezTo>
                  <a:cubicBezTo>
                    <a:pt x="72039" y="13956"/>
                    <a:pt x="68963" y="9248"/>
                    <a:pt x="64862" y="5796"/>
                  </a:cubicBezTo>
                  <a:lnTo>
                    <a:pt x="64841" y="5754"/>
                  </a:lnTo>
                  <a:lnTo>
                    <a:pt x="64820" y="5754"/>
                  </a:lnTo>
                  <a:cubicBezTo>
                    <a:pt x="62016" y="3411"/>
                    <a:pt x="58710" y="1611"/>
                    <a:pt x="55739" y="565"/>
                  </a:cubicBezTo>
                  <a:cubicBezTo>
                    <a:pt x="55650" y="534"/>
                    <a:pt x="55563" y="520"/>
                    <a:pt x="55478" y="520"/>
                  </a:cubicBezTo>
                  <a:cubicBezTo>
                    <a:pt x="54985" y="520"/>
                    <a:pt x="54588" y="997"/>
                    <a:pt x="54588" y="1444"/>
                  </a:cubicBezTo>
                  <a:cubicBezTo>
                    <a:pt x="54588" y="1674"/>
                    <a:pt x="54693" y="1946"/>
                    <a:pt x="54986" y="2072"/>
                  </a:cubicBezTo>
                  <a:cubicBezTo>
                    <a:pt x="55509" y="2364"/>
                    <a:pt x="55990" y="2678"/>
                    <a:pt x="56492" y="2992"/>
                  </a:cubicBezTo>
                  <a:cubicBezTo>
                    <a:pt x="56513" y="2992"/>
                    <a:pt x="56513" y="3013"/>
                    <a:pt x="56555" y="3034"/>
                  </a:cubicBezTo>
                  <a:cubicBezTo>
                    <a:pt x="57811" y="4038"/>
                    <a:pt x="59087" y="4980"/>
                    <a:pt x="60342" y="5942"/>
                  </a:cubicBezTo>
                  <a:lnTo>
                    <a:pt x="60363" y="5942"/>
                  </a:lnTo>
                  <a:cubicBezTo>
                    <a:pt x="61849" y="7261"/>
                    <a:pt x="63272" y="8683"/>
                    <a:pt x="64611" y="10211"/>
                  </a:cubicBezTo>
                  <a:cubicBezTo>
                    <a:pt x="66619" y="12450"/>
                    <a:pt x="68021" y="15128"/>
                    <a:pt x="69758" y="17576"/>
                  </a:cubicBezTo>
                  <a:cubicBezTo>
                    <a:pt x="69779" y="17618"/>
                    <a:pt x="69800" y="17639"/>
                    <a:pt x="69800" y="17681"/>
                  </a:cubicBezTo>
                  <a:cubicBezTo>
                    <a:pt x="69883" y="17827"/>
                    <a:pt x="69988" y="17932"/>
                    <a:pt x="70072" y="18057"/>
                  </a:cubicBezTo>
                  <a:cubicBezTo>
                    <a:pt x="70114" y="18141"/>
                    <a:pt x="70176" y="18183"/>
                    <a:pt x="70218" y="18266"/>
                  </a:cubicBezTo>
                  <a:cubicBezTo>
                    <a:pt x="70302" y="18371"/>
                    <a:pt x="70344" y="18455"/>
                    <a:pt x="70428" y="18559"/>
                  </a:cubicBezTo>
                  <a:cubicBezTo>
                    <a:pt x="70511" y="18664"/>
                    <a:pt x="70595" y="18769"/>
                    <a:pt x="70700" y="18873"/>
                  </a:cubicBezTo>
                  <a:cubicBezTo>
                    <a:pt x="70741" y="18915"/>
                    <a:pt x="70804" y="18999"/>
                    <a:pt x="70846" y="19041"/>
                  </a:cubicBezTo>
                  <a:cubicBezTo>
                    <a:pt x="70909" y="19103"/>
                    <a:pt x="70930" y="19145"/>
                    <a:pt x="70992" y="19208"/>
                  </a:cubicBezTo>
                  <a:cubicBezTo>
                    <a:pt x="69570" y="19020"/>
                    <a:pt x="68147" y="18894"/>
                    <a:pt x="66745" y="18769"/>
                  </a:cubicBezTo>
                  <a:lnTo>
                    <a:pt x="66766" y="18769"/>
                  </a:lnTo>
                  <a:cubicBezTo>
                    <a:pt x="66763" y="18768"/>
                    <a:pt x="66761" y="18768"/>
                    <a:pt x="66758" y="18768"/>
                  </a:cubicBezTo>
                  <a:lnTo>
                    <a:pt x="66758" y="18768"/>
                  </a:lnTo>
                  <a:cubicBezTo>
                    <a:pt x="66814" y="18763"/>
                    <a:pt x="66854" y="18725"/>
                    <a:pt x="66912" y="18706"/>
                  </a:cubicBezTo>
                  <a:lnTo>
                    <a:pt x="66933" y="18685"/>
                  </a:lnTo>
                  <a:cubicBezTo>
                    <a:pt x="66975" y="18601"/>
                    <a:pt x="67017" y="18497"/>
                    <a:pt x="66954" y="18413"/>
                  </a:cubicBezTo>
                  <a:cubicBezTo>
                    <a:pt x="63837" y="14228"/>
                    <a:pt x="59673" y="10608"/>
                    <a:pt x="55216" y="7512"/>
                  </a:cubicBezTo>
                  <a:cubicBezTo>
                    <a:pt x="55174" y="7491"/>
                    <a:pt x="55153" y="7491"/>
                    <a:pt x="55132" y="7470"/>
                  </a:cubicBezTo>
                  <a:cubicBezTo>
                    <a:pt x="54233" y="6842"/>
                    <a:pt x="53333" y="6256"/>
                    <a:pt x="52412" y="5691"/>
                  </a:cubicBezTo>
                  <a:cubicBezTo>
                    <a:pt x="52391" y="5691"/>
                    <a:pt x="52391" y="5649"/>
                    <a:pt x="52350" y="5629"/>
                  </a:cubicBezTo>
                  <a:cubicBezTo>
                    <a:pt x="51701" y="5210"/>
                    <a:pt x="51052" y="4813"/>
                    <a:pt x="50404" y="4436"/>
                  </a:cubicBezTo>
                  <a:cubicBezTo>
                    <a:pt x="49211" y="3745"/>
                    <a:pt x="48039" y="3076"/>
                    <a:pt x="46888" y="2469"/>
                  </a:cubicBezTo>
                  <a:cubicBezTo>
                    <a:pt x="46771" y="2407"/>
                    <a:pt x="46661" y="2379"/>
                    <a:pt x="46560" y="2379"/>
                  </a:cubicBezTo>
                  <a:cubicBezTo>
                    <a:pt x="46119" y="2379"/>
                    <a:pt x="45860" y="2901"/>
                    <a:pt x="46031" y="3327"/>
                  </a:cubicBezTo>
                  <a:lnTo>
                    <a:pt x="46051" y="3348"/>
                  </a:lnTo>
                  <a:cubicBezTo>
                    <a:pt x="46072" y="3432"/>
                    <a:pt x="46114" y="3515"/>
                    <a:pt x="46177" y="3599"/>
                  </a:cubicBezTo>
                  <a:cubicBezTo>
                    <a:pt x="50445" y="8118"/>
                    <a:pt x="55551" y="12722"/>
                    <a:pt x="61137" y="16007"/>
                  </a:cubicBezTo>
                  <a:cubicBezTo>
                    <a:pt x="61179" y="16049"/>
                    <a:pt x="61200" y="16049"/>
                    <a:pt x="61221" y="16069"/>
                  </a:cubicBezTo>
                  <a:cubicBezTo>
                    <a:pt x="61514" y="16258"/>
                    <a:pt x="61807" y="16404"/>
                    <a:pt x="62121" y="16572"/>
                  </a:cubicBezTo>
                  <a:cubicBezTo>
                    <a:pt x="62184" y="16613"/>
                    <a:pt x="62267" y="16634"/>
                    <a:pt x="62351" y="16697"/>
                  </a:cubicBezTo>
                  <a:cubicBezTo>
                    <a:pt x="62644" y="16844"/>
                    <a:pt x="62916" y="17011"/>
                    <a:pt x="63230" y="17157"/>
                  </a:cubicBezTo>
                  <a:cubicBezTo>
                    <a:pt x="63376" y="17220"/>
                    <a:pt x="63481" y="17304"/>
                    <a:pt x="63606" y="17346"/>
                  </a:cubicBezTo>
                  <a:cubicBezTo>
                    <a:pt x="63816" y="17450"/>
                    <a:pt x="64004" y="17555"/>
                    <a:pt x="64213" y="17639"/>
                  </a:cubicBezTo>
                  <a:cubicBezTo>
                    <a:pt x="64360" y="17722"/>
                    <a:pt x="64548" y="17785"/>
                    <a:pt x="64715" y="17869"/>
                  </a:cubicBezTo>
                  <a:cubicBezTo>
                    <a:pt x="64946" y="17973"/>
                    <a:pt x="65155" y="18078"/>
                    <a:pt x="65385" y="18183"/>
                  </a:cubicBezTo>
                  <a:cubicBezTo>
                    <a:pt x="65531" y="18266"/>
                    <a:pt x="65699" y="18308"/>
                    <a:pt x="65866" y="18392"/>
                  </a:cubicBezTo>
                  <a:lnTo>
                    <a:pt x="66410" y="18622"/>
                  </a:lnTo>
                  <a:cubicBezTo>
                    <a:pt x="66512" y="18683"/>
                    <a:pt x="66615" y="18705"/>
                    <a:pt x="66717" y="18764"/>
                  </a:cubicBezTo>
                  <a:lnTo>
                    <a:pt x="66717" y="18764"/>
                  </a:lnTo>
                  <a:cubicBezTo>
                    <a:pt x="63282" y="18461"/>
                    <a:pt x="59832" y="18310"/>
                    <a:pt x="56381" y="18310"/>
                  </a:cubicBezTo>
                  <a:cubicBezTo>
                    <a:pt x="45847" y="18310"/>
                    <a:pt x="35302" y="19722"/>
                    <a:pt x="25149" y="22556"/>
                  </a:cubicBezTo>
                  <a:cubicBezTo>
                    <a:pt x="25756" y="22221"/>
                    <a:pt x="26341" y="21865"/>
                    <a:pt x="26906" y="21510"/>
                  </a:cubicBezTo>
                  <a:cubicBezTo>
                    <a:pt x="26927" y="21489"/>
                    <a:pt x="26969" y="21447"/>
                    <a:pt x="26969" y="21426"/>
                  </a:cubicBezTo>
                  <a:lnTo>
                    <a:pt x="26969" y="21321"/>
                  </a:lnTo>
                  <a:cubicBezTo>
                    <a:pt x="26969" y="21300"/>
                    <a:pt x="26969" y="21300"/>
                    <a:pt x="26927" y="21279"/>
                  </a:cubicBezTo>
                  <a:cubicBezTo>
                    <a:pt x="27409" y="21196"/>
                    <a:pt x="27848" y="21112"/>
                    <a:pt x="28287" y="21007"/>
                  </a:cubicBezTo>
                  <a:cubicBezTo>
                    <a:pt x="28664" y="20924"/>
                    <a:pt x="28999" y="20861"/>
                    <a:pt x="29375" y="20756"/>
                  </a:cubicBezTo>
                  <a:cubicBezTo>
                    <a:pt x="29396" y="20756"/>
                    <a:pt x="29396" y="20714"/>
                    <a:pt x="29417" y="20714"/>
                  </a:cubicBezTo>
                  <a:cubicBezTo>
                    <a:pt x="29543" y="20673"/>
                    <a:pt x="29543" y="20547"/>
                    <a:pt x="29501" y="20442"/>
                  </a:cubicBezTo>
                  <a:cubicBezTo>
                    <a:pt x="29480" y="20380"/>
                    <a:pt x="29417" y="20338"/>
                    <a:pt x="29375" y="20296"/>
                  </a:cubicBezTo>
                  <a:cubicBezTo>
                    <a:pt x="27701" y="19710"/>
                    <a:pt x="25881" y="19354"/>
                    <a:pt x="23998" y="19208"/>
                  </a:cubicBezTo>
                  <a:lnTo>
                    <a:pt x="23935" y="19208"/>
                  </a:lnTo>
                  <a:cubicBezTo>
                    <a:pt x="23580" y="19187"/>
                    <a:pt x="23224" y="19145"/>
                    <a:pt x="22889" y="19124"/>
                  </a:cubicBezTo>
                  <a:lnTo>
                    <a:pt x="22722" y="19124"/>
                  </a:lnTo>
                  <a:cubicBezTo>
                    <a:pt x="22408" y="19124"/>
                    <a:pt x="22073" y="19103"/>
                    <a:pt x="21759" y="19103"/>
                  </a:cubicBezTo>
                  <a:lnTo>
                    <a:pt x="20295" y="19103"/>
                  </a:lnTo>
                  <a:cubicBezTo>
                    <a:pt x="20002" y="19103"/>
                    <a:pt x="19751" y="19124"/>
                    <a:pt x="19458" y="19124"/>
                  </a:cubicBezTo>
                  <a:cubicBezTo>
                    <a:pt x="19332" y="19124"/>
                    <a:pt x="19186" y="19145"/>
                    <a:pt x="19060" y="19145"/>
                  </a:cubicBezTo>
                  <a:cubicBezTo>
                    <a:pt x="18830" y="19187"/>
                    <a:pt x="18558" y="19187"/>
                    <a:pt x="18328" y="19208"/>
                  </a:cubicBezTo>
                  <a:cubicBezTo>
                    <a:pt x="18181" y="19229"/>
                    <a:pt x="18014" y="19229"/>
                    <a:pt x="17867" y="19250"/>
                  </a:cubicBezTo>
                  <a:cubicBezTo>
                    <a:pt x="17658" y="19292"/>
                    <a:pt x="17407" y="19313"/>
                    <a:pt x="17198" y="19334"/>
                  </a:cubicBezTo>
                  <a:cubicBezTo>
                    <a:pt x="17030" y="19354"/>
                    <a:pt x="16842" y="19396"/>
                    <a:pt x="16654" y="19396"/>
                  </a:cubicBezTo>
                  <a:cubicBezTo>
                    <a:pt x="16466" y="19417"/>
                    <a:pt x="16256" y="19438"/>
                    <a:pt x="16089" y="19459"/>
                  </a:cubicBezTo>
                  <a:cubicBezTo>
                    <a:pt x="15880" y="19501"/>
                    <a:pt x="15670" y="19522"/>
                    <a:pt x="15482" y="19543"/>
                  </a:cubicBezTo>
                  <a:cubicBezTo>
                    <a:pt x="15294" y="19564"/>
                    <a:pt x="15147" y="19606"/>
                    <a:pt x="14959" y="19626"/>
                  </a:cubicBezTo>
                  <a:cubicBezTo>
                    <a:pt x="14750" y="19647"/>
                    <a:pt x="14520" y="19710"/>
                    <a:pt x="14310" y="19731"/>
                  </a:cubicBezTo>
                  <a:cubicBezTo>
                    <a:pt x="14143" y="19752"/>
                    <a:pt x="13955" y="19773"/>
                    <a:pt x="13808" y="19836"/>
                  </a:cubicBezTo>
                  <a:cubicBezTo>
                    <a:pt x="13599" y="19878"/>
                    <a:pt x="13390" y="19919"/>
                    <a:pt x="13181" y="19961"/>
                  </a:cubicBezTo>
                  <a:cubicBezTo>
                    <a:pt x="12971" y="20024"/>
                    <a:pt x="12741" y="20045"/>
                    <a:pt x="12532" y="20087"/>
                  </a:cubicBezTo>
                  <a:cubicBezTo>
                    <a:pt x="12364" y="20129"/>
                    <a:pt x="12218" y="20170"/>
                    <a:pt x="12051" y="20191"/>
                  </a:cubicBezTo>
                  <a:cubicBezTo>
                    <a:pt x="12030" y="20191"/>
                    <a:pt x="12009" y="20191"/>
                    <a:pt x="11967" y="20233"/>
                  </a:cubicBezTo>
                  <a:cubicBezTo>
                    <a:pt x="11611" y="20296"/>
                    <a:pt x="11276" y="20380"/>
                    <a:pt x="10900" y="20484"/>
                  </a:cubicBezTo>
                  <a:cubicBezTo>
                    <a:pt x="10889" y="20474"/>
                    <a:pt x="10863" y="20469"/>
                    <a:pt x="10829" y="20469"/>
                  </a:cubicBezTo>
                  <a:cubicBezTo>
                    <a:pt x="10795" y="20469"/>
                    <a:pt x="10753" y="20474"/>
                    <a:pt x="10712" y="20484"/>
                  </a:cubicBezTo>
                  <a:cubicBezTo>
                    <a:pt x="10544" y="20568"/>
                    <a:pt x="10293" y="20610"/>
                    <a:pt x="10126" y="20694"/>
                  </a:cubicBezTo>
                  <a:cubicBezTo>
                    <a:pt x="7092" y="21489"/>
                    <a:pt x="4204" y="22493"/>
                    <a:pt x="1756" y="23581"/>
                  </a:cubicBezTo>
                  <a:cubicBezTo>
                    <a:pt x="1401" y="23719"/>
                    <a:pt x="1381" y="24341"/>
                    <a:pt x="1801" y="24341"/>
                  </a:cubicBezTo>
                  <a:cubicBezTo>
                    <a:pt x="1826" y="24341"/>
                    <a:pt x="1853" y="24339"/>
                    <a:pt x="1882" y="24334"/>
                  </a:cubicBezTo>
                  <a:cubicBezTo>
                    <a:pt x="2279" y="24272"/>
                    <a:pt x="2656" y="24209"/>
                    <a:pt x="3053" y="24146"/>
                  </a:cubicBezTo>
                  <a:lnTo>
                    <a:pt x="3074" y="24146"/>
                  </a:lnTo>
                  <a:cubicBezTo>
                    <a:pt x="7510" y="23476"/>
                    <a:pt x="11925" y="22786"/>
                    <a:pt x="16340" y="22221"/>
                  </a:cubicBezTo>
                  <a:cubicBezTo>
                    <a:pt x="16926" y="22137"/>
                    <a:pt x="17470" y="22075"/>
                    <a:pt x="18077" y="22033"/>
                  </a:cubicBezTo>
                  <a:lnTo>
                    <a:pt x="18244" y="22033"/>
                  </a:lnTo>
                  <a:cubicBezTo>
                    <a:pt x="19960" y="21907"/>
                    <a:pt x="21696" y="21823"/>
                    <a:pt x="23412" y="21698"/>
                  </a:cubicBezTo>
                  <a:lnTo>
                    <a:pt x="23433" y="21698"/>
                  </a:lnTo>
                  <a:cubicBezTo>
                    <a:pt x="22994" y="21761"/>
                    <a:pt x="22575" y="21844"/>
                    <a:pt x="22115" y="21928"/>
                  </a:cubicBezTo>
                  <a:cubicBezTo>
                    <a:pt x="21906" y="21949"/>
                    <a:pt x="21696" y="22012"/>
                    <a:pt x="21487" y="22054"/>
                  </a:cubicBezTo>
                  <a:cubicBezTo>
                    <a:pt x="21278" y="22116"/>
                    <a:pt x="21069" y="22137"/>
                    <a:pt x="20859" y="22179"/>
                  </a:cubicBezTo>
                  <a:cubicBezTo>
                    <a:pt x="20587" y="22242"/>
                    <a:pt x="20295" y="22284"/>
                    <a:pt x="20002" y="22367"/>
                  </a:cubicBezTo>
                  <a:cubicBezTo>
                    <a:pt x="19897" y="22388"/>
                    <a:pt x="19792" y="22430"/>
                    <a:pt x="19667" y="22451"/>
                  </a:cubicBezTo>
                  <a:cubicBezTo>
                    <a:pt x="13160" y="23811"/>
                    <a:pt x="6631" y="25883"/>
                    <a:pt x="501" y="27829"/>
                  </a:cubicBezTo>
                  <a:cubicBezTo>
                    <a:pt x="292" y="27912"/>
                    <a:pt x="145" y="28080"/>
                    <a:pt x="103" y="28226"/>
                  </a:cubicBezTo>
                  <a:cubicBezTo>
                    <a:pt x="1" y="28615"/>
                    <a:pt x="199" y="29064"/>
                    <a:pt x="677" y="29064"/>
                  </a:cubicBezTo>
                  <a:cubicBezTo>
                    <a:pt x="688" y="29064"/>
                    <a:pt x="699" y="29063"/>
                    <a:pt x="710" y="29063"/>
                  </a:cubicBezTo>
                  <a:cubicBezTo>
                    <a:pt x="1714" y="29021"/>
                    <a:pt x="2761" y="28937"/>
                    <a:pt x="3807" y="28833"/>
                  </a:cubicBezTo>
                  <a:cubicBezTo>
                    <a:pt x="6631" y="28561"/>
                    <a:pt x="9498" y="28101"/>
                    <a:pt x="12281" y="27452"/>
                  </a:cubicBezTo>
                  <a:lnTo>
                    <a:pt x="12323" y="27452"/>
                  </a:lnTo>
                  <a:cubicBezTo>
                    <a:pt x="12657" y="27368"/>
                    <a:pt x="13013" y="27285"/>
                    <a:pt x="13369" y="27180"/>
                  </a:cubicBezTo>
                  <a:cubicBezTo>
                    <a:pt x="13411" y="27159"/>
                    <a:pt x="13473" y="27159"/>
                    <a:pt x="13536" y="27138"/>
                  </a:cubicBezTo>
                  <a:cubicBezTo>
                    <a:pt x="14206" y="26971"/>
                    <a:pt x="14854" y="26782"/>
                    <a:pt x="15482" y="26615"/>
                  </a:cubicBezTo>
                  <a:cubicBezTo>
                    <a:pt x="15524" y="26573"/>
                    <a:pt x="15587" y="26573"/>
                    <a:pt x="15629" y="26552"/>
                  </a:cubicBezTo>
                  <a:cubicBezTo>
                    <a:pt x="15880" y="26468"/>
                    <a:pt x="16089" y="26427"/>
                    <a:pt x="16319" y="26343"/>
                  </a:cubicBezTo>
                  <a:cubicBezTo>
                    <a:pt x="16549" y="26259"/>
                    <a:pt x="16758" y="26217"/>
                    <a:pt x="16989" y="26134"/>
                  </a:cubicBezTo>
                  <a:cubicBezTo>
                    <a:pt x="17177" y="26092"/>
                    <a:pt x="17365" y="26008"/>
                    <a:pt x="17554" y="25945"/>
                  </a:cubicBezTo>
                  <a:cubicBezTo>
                    <a:pt x="17888" y="25841"/>
                    <a:pt x="18223" y="25715"/>
                    <a:pt x="18558" y="25590"/>
                  </a:cubicBezTo>
                  <a:lnTo>
                    <a:pt x="18809" y="25506"/>
                  </a:lnTo>
                  <a:cubicBezTo>
                    <a:pt x="19248" y="25360"/>
                    <a:pt x="19688" y="25171"/>
                    <a:pt x="20127" y="24983"/>
                  </a:cubicBezTo>
                  <a:lnTo>
                    <a:pt x="20295" y="24899"/>
                  </a:lnTo>
                  <a:cubicBezTo>
                    <a:pt x="20713" y="24753"/>
                    <a:pt x="21111" y="24564"/>
                    <a:pt x="21529" y="24376"/>
                  </a:cubicBezTo>
                  <a:cubicBezTo>
                    <a:pt x="21550" y="24355"/>
                    <a:pt x="21592" y="24355"/>
                    <a:pt x="21634" y="24334"/>
                  </a:cubicBezTo>
                  <a:cubicBezTo>
                    <a:pt x="22094" y="24125"/>
                    <a:pt x="22596" y="23895"/>
                    <a:pt x="23036" y="23686"/>
                  </a:cubicBezTo>
                  <a:cubicBezTo>
                    <a:pt x="24458" y="23267"/>
                    <a:pt x="25860" y="22891"/>
                    <a:pt x="27283" y="22535"/>
                  </a:cubicBezTo>
                  <a:lnTo>
                    <a:pt x="27283" y="22535"/>
                  </a:lnTo>
                  <a:cubicBezTo>
                    <a:pt x="25839" y="23414"/>
                    <a:pt x="24458" y="24460"/>
                    <a:pt x="23119" y="25527"/>
                  </a:cubicBezTo>
                  <a:cubicBezTo>
                    <a:pt x="22115" y="26343"/>
                    <a:pt x="21131" y="27180"/>
                    <a:pt x="20127" y="28017"/>
                  </a:cubicBezTo>
                  <a:cubicBezTo>
                    <a:pt x="18558" y="29356"/>
                    <a:pt x="16968" y="30653"/>
                    <a:pt x="15294" y="31804"/>
                  </a:cubicBezTo>
                  <a:cubicBezTo>
                    <a:pt x="15001" y="31992"/>
                    <a:pt x="14750" y="32181"/>
                    <a:pt x="14457" y="32369"/>
                  </a:cubicBezTo>
                  <a:cubicBezTo>
                    <a:pt x="14373" y="32411"/>
                    <a:pt x="14310" y="32474"/>
                    <a:pt x="14206" y="32536"/>
                  </a:cubicBezTo>
                  <a:cubicBezTo>
                    <a:pt x="13934" y="32704"/>
                    <a:pt x="13683" y="32892"/>
                    <a:pt x="13411" y="33038"/>
                  </a:cubicBezTo>
                  <a:cubicBezTo>
                    <a:pt x="13285" y="33122"/>
                    <a:pt x="13118" y="33227"/>
                    <a:pt x="12992" y="33311"/>
                  </a:cubicBezTo>
                  <a:cubicBezTo>
                    <a:pt x="12364" y="33687"/>
                    <a:pt x="11737" y="34085"/>
                    <a:pt x="11109" y="34461"/>
                  </a:cubicBezTo>
                  <a:lnTo>
                    <a:pt x="11130" y="34461"/>
                  </a:lnTo>
                  <a:cubicBezTo>
                    <a:pt x="8787" y="35884"/>
                    <a:pt x="6380" y="37244"/>
                    <a:pt x="4058" y="38667"/>
                  </a:cubicBezTo>
                  <a:cubicBezTo>
                    <a:pt x="4016" y="38667"/>
                    <a:pt x="3995" y="38667"/>
                    <a:pt x="3995" y="38688"/>
                  </a:cubicBezTo>
                  <a:cubicBezTo>
                    <a:pt x="3346" y="39064"/>
                    <a:pt x="2719" y="39441"/>
                    <a:pt x="2091" y="39860"/>
                  </a:cubicBezTo>
                  <a:cubicBezTo>
                    <a:pt x="1453" y="40285"/>
                    <a:pt x="1834" y="41175"/>
                    <a:pt x="2490" y="41175"/>
                  </a:cubicBezTo>
                  <a:cubicBezTo>
                    <a:pt x="2543" y="41175"/>
                    <a:pt x="2599" y="41170"/>
                    <a:pt x="2656" y="41157"/>
                  </a:cubicBezTo>
                  <a:cubicBezTo>
                    <a:pt x="2949" y="41094"/>
                    <a:pt x="3263" y="41010"/>
                    <a:pt x="3556" y="40906"/>
                  </a:cubicBezTo>
                  <a:cubicBezTo>
                    <a:pt x="10168" y="39190"/>
                    <a:pt x="17826" y="34838"/>
                    <a:pt x="22994" y="29272"/>
                  </a:cubicBezTo>
                  <a:lnTo>
                    <a:pt x="23015" y="29251"/>
                  </a:lnTo>
                  <a:cubicBezTo>
                    <a:pt x="23224" y="29021"/>
                    <a:pt x="23454" y="28770"/>
                    <a:pt x="23663" y="28540"/>
                  </a:cubicBezTo>
                  <a:cubicBezTo>
                    <a:pt x="23768" y="28435"/>
                    <a:pt x="23852" y="28331"/>
                    <a:pt x="23956" y="28205"/>
                  </a:cubicBezTo>
                  <a:cubicBezTo>
                    <a:pt x="24040" y="28121"/>
                    <a:pt x="24103" y="28017"/>
                    <a:pt x="24165" y="27933"/>
                  </a:cubicBezTo>
                  <a:cubicBezTo>
                    <a:pt x="24312" y="27724"/>
                    <a:pt x="24479" y="27557"/>
                    <a:pt x="24626" y="27347"/>
                  </a:cubicBezTo>
                  <a:cubicBezTo>
                    <a:pt x="24688" y="27285"/>
                    <a:pt x="24709" y="27243"/>
                    <a:pt x="24772" y="27180"/>
                  </a:cubicBezTo>
                  <a:cubicBezTo>
                    <a:pt x="25128" y="26720"/>
                    <a:pt x="25463" y="26238"/>
                    <a:pt x="25777" y="25778"/>
                  </a:cubicBezTo>
                  <a:cubicBezTo>
                    <a:pt x="25777" y="25778"/>
                    <a:pt x="25777" y="25736"/>
                    <a:pt x="25818" y="25736"/>
                  </a:cubicBezTo>
                  <a:cubicBezTo>
                    <a:pt x="26488" y="24732"/>
                    <a:pt x="27095" y="23644"/>
                    <a:pt x="27555" y="22577"/>
                  </a:cubicBezTo>
                  <a:cubicBezTo>
                    <a:pt x="27597" y="22535"/>
                    <a:pt x="27555" y="22472"/>
                    <a:pt x="27534" y="22451"/>
                  </a:cubicBezTo>
                  <a:cubicBezTo>
                    <a:pt x="29020" y="22075"/>
                    <a:pt x="30526" y="21740"/>
                    <a:pt x="32012" y="21426"/>
                  </a:cubicBezTo>
                  <a:lnTo>
                    <a:pt x="32012" y="21426"/>
                  </a:lnTo>
                  <a:cubicBezTo>
                    <a:pt x="28329" y="25171"/>
                    <a:pt x="25463" y="29649"/>
                    <a:pt x="22052" y="33583"/>
                  </a:cubicBezTo>
                  <a:cubicBezTo>
                    <a:pt x="21947" y="33729"/>
                    <a:pt x="21843" y="33834"/>
                    <a:pt x="21738" y="33959"/>
                  </a:cubicBezTo>
                  <a:cubicBezTo>
                    <a:pt x="21027" y="34775"/>
                    <a:pt x="20315" y="35549"/>
                    <a:pt x="19604" y="36365"/>
                  </a:cubicBezTo>
                  <a:cubicBezTo>
                    <a:pt x="17365" y="38876"/>
                    <a:pt x="15085" y="41366"/>
                    <a:pt x="12804" y="43835"/>
                  </a:cubicBezTo>
                  <a:lnTo>
                    <a:pt x="12783" y="43835"/>
                  </a:lnTo>
                  <a:cubicBezTo>
                    <a:pt x="12323" y="44358"/>
                    <a:pt x="11841" y="44860"/>
                    <a:pt x="11381" y="45383"/>
                  </a:cubicBezTo>
                  <a:cubicBezTo>
                    <a:pt x="11130" y="45655"/>
                    <a:pt x="11297" y="46074"/>
                    <a:pt x="11590" y="46179"/>
                  </a:cubicBezTo>
                  <a:cubicBezTo>
                    <a:pt x="11631" y="46195"/>
                    <a:pt x="11678" y="46205"/>
                    <a:pt x="11727" y="46205"/>
                  </a:cubicBezTo>
                  <a:cubicBezTo>
                    <a:pt x="11805" y="46205"/>
                    <a:pt x="11890" y="46180"/>
                    <a:pt x="11967" y="46116"/>
                  </a:cubicBezTo>
                  <a:cubicBezTo>
                    <a:pt x="20211" y="40173"/>
                    <a:pt x="28873" y="31218"/>
                    <a:pt x="32137" y="21384"/>
                  </a:cubicBezTo>
                  <a:cubicBezTo>
                    <a:pt x="37138" y="20338"/>
                    <a:pt x="42243" y="19626"/>
                    <a:pt x="47391" y="19229"/>
                  </a:cubicBezTo>
                  <a:lnTo>
                    <a:pt x="47391" y="19229"/>
                  </a:lnTo>
                  <a:cubicBezTo>
                    <a:pt x="47370" y="19250"/>
                    <a:pt x="47328" y="19250"/>
                    <a:pt x="47307" y="19292"/>
                  </a:cubicBezTo>
                  <a:cubicBezTo>
                    <a:pt x="46951" y="19543"/>
                    <a:pt x="46596" y="19815"/>
                    <a:pt x="46240" y="20066"/>
                  </a:cubicBezTo>
                  <a:cubicBezTo>
                    <a:pt x="46156" y="20129"/>
                    <a:pt x="46156" y="20254"/>
                    <a:pt x="46261" y="20275"/>
                  </a:cubicBezTo>
                  <a:cubicBezTo>
                    <a:pt x="46344" y="20296"/>
                    <a:pt x="43185" y="26217"/>
                    <a:pt x="41260" y="29691"/>
                  </a:cubicBezTo>
                  <a:cubicBezTo>
                    <a:pt x="40590" y="30946"/>
                    <a:pt x="40067" y="31888"/>
                    <a:pt x="39900" y="32097"/>
                  </a:cubicBezTo>
                  <a:cubicBezTo>
                    <a:pt x="39170" y="33200"/>
                    <a:pt x="38427" y="34291"/>
                    <a:pt x="37682" y="35388"/>
                  </a:cubicBezTo>
                  <a:lnTo>
                    <a:pt x="37682" y="35388"/>
                  </a:lnTo>
                  <a:cubicBezTo>
                    <a:pt x="38801" y="33696"/>
                    <a:pt x="39806" y="31949"/>
                    <a:pt x="40632" y="30172"/>
                  </a:cubicBezTo>
                  <a:cubicBezTo>
                    <a:pt x="40779" y="29900"/>
                    <a:pt x="40883" y="29649"/>
                    <a:pt x="41009" y="29377"/>
                  </a:cubicBezTo>
                  <a:cubicBezTo>
                    <a:pt x="41030" y="29356"/>
                    <a:pt x="41030" y="29293"/>
                    <a:pt x="41051" y="29272"/>
                  </a:cubicBezTo>
                  <a:cubicBezTo>
                    <a:pt x="41155" y="29042"/>
                    <a:pt x="41260" y="28770"/>
                    <a:pt x="41365" y="28540"/>
                  </a:cubicBezTo>
                  <a:cubicBezTo>
                    <a:pt x="41406" y="28498"/>
                    <a:pt x="41427" y="28435"/>
                    <a:pt x="41427" y="28393"/>
                  </a:cubicBezTo>
                  <a:cubicBezTo>
                    <a:pt x="41532" y="28142"/>
                    <a:pt x="41616" y="27912"/>
                    <a:pt x="41720" y="27661"/>
                  </a:cubicBezTo>
                  <a:lnTo>
                    <a:pt x="41720" y="27619"/>
                  </a:lnTo>
                  <a:cubicBezTo>
                    <a:pt x="41867" y="27201"/>
                    <a:pt x="41992" y="26824"/>
                    <a:pt x="42139" y="26406"/>
                  </a:cubicBezTo>
                  <a:cubicBezTo>
                    <a:pt x="42181" y="26238"/>
                    <a:pt x="42243" y="26050"/>
                    <a:pt x="42285" y="25904"/>
                  </a:cubicBezTo>
                  <a:cubicBezTo>
                    <a:pt x="42306" y="25778"/>
                    <a:pt x="42369" y="25632"/>
                    <a:pt x="42390" y="25506"/>
                  </a:cubicBezTo>
                  <a:cubicBezTo>
                    <a:pt x="42453" y="25318"/>
                    <a:pt x="42494" y="25108"/>
                    <a:pt x="42557" y="24941"/>
                  </a:cubicBezTo>
                  <a:cubicBezTo>
                    <a:pt x="42578" y="24795"/>
                    <a:pt x="42599" y="24690"/>
                    <a:pt x="42620" y="24564"/>
                  </a:cubicBezTo>
                  <a:cubicBezTo>
                    <a:pt x="42683" y="24355"/>
                    <a:pt x="42725" y="24146"/>
                    <a:pt x="42766" y="23958"/>
                  </a:cubicBezTo>
                  <a:cubicBezTo>
                    <a:pt x="42787" y="23853"/>
                    <a:pt x="42808" y="23748"/>
                    <a:pt x="42808" y="23644"/>
                  </a:cubicBezTo>
                  <a:cubicBezTo>
                    <a:pt x="42871" y="23435"/>
                    <a:pt x="42892" y="23204"/>
                    <a:pt x="42913" y="22995"/>
                  </a:cubicBezTo>
                  <a:cubicBezTo>
                    <a:pt x="42934" y="22891"/>
                    <a:pt x="42934" y="22807"/>
                    <a:pt x="42976" y="22702"/>
                  </a:cubicBezTo>
                  <a:cubicBezTo>
                    <a:pt x="42997" y="22451"/>
                    <a:pt x="43038" y="22179"/>
                    <a:pt x="43080" y="21949"/>
                  </a:cubicBezTo>
                  <a:cubicBezTo>
                    <a:pt x="43080" y="21907"/>
                    <a:pt x="43101" y="21844"/>
                    <a:pt x="43101" y="21761"/>
                  </a:cubicBezTo>
                  <a:cubicBezTo>
                    <a:pt x="43122" y="21447"/>
                    <a:pt x="43143" y="21112"/>
                    <a:pt x="43185" y="20798"/>
                  </a:cubicBezTo>
                  <a:cubicBezTo>
                    <a:pt x="43185" y="20652"/>
                    <a:pt x="43080" y="20547"/>
                    <a:pt x="42934" y="20484"/>
                  </a:cubicBezTo>
                  <a:cubicBezTo>
                    <a:pt x="42894" y="20471"/>
                    <a:pt x="42852" y="20464"/>
                    <a:pt x="42810" y="20464"/>
                  </a:cubicBezTo>
                  <a:cubicBezTo>
                    <a:pt x="42720" y="20464"/>
                    <a:pt x="42629" y="20497"/>
                    <a:pt x="42557" y="20568"/>
                  </a:cubicBezTo>
                  <a:cubicBezTo>
                    <a:pt x="42474" y="20673"/>
                    <a:pt x="42390" y="20756"/>
                    <a:pt x="42306" y="20861"/>
                  </a:cubicBezTo>
                  <a:cubicBezTo>
                    <a:pt x="42097" y="21091"/>
                    <a:pt x="41930" y="21300"/>
                    <a:pt x="41720" y="21531"/>
                  </a:cubicBezTo>
                  <a:cubicBezTo>
                    <a:pt x="41658" y="21593"/>
                    <a:pt x="41720" y="21656"/>
                    <a:pt x="41783" y="21656"/>
                  </a:cubicBezTo>
                  <a:cubicBezTo>
                    <a:pt x="41344" y="21865"/>
                    <a:pt x="40883" y="22242"/>
                    <a:pt x="40423" y="22744"/>
                  </a:cubicBezTo>
                  <a:cubicBezTo>
                    <a:pt x="38205" y="25192"/>
                    <a:pt x="36134" y="30632"/>
                    <a:pt x="34836" y="32787"/>
                  </a:cubicBezTo>
                  <a:cubicBezTo>
                    <a:pt x="33581" y="34817"/>
                    <a:pt x="32305" y="36826"/>
                    <a:pt x="31007" y="38813"/>
                  </a:cubicBezTo>
                  <a:cubicBezTo>
                    <a:pt x="31070" y="38772"/>
                    <a:pt x="31091" y="38709"/>
                    <a:pt x="31154" y="38667"/>
                  </a:cubicBezTo>
                  <a:lnTo>
                    <a:pt x="31154" y="38667"/>
                  </a:lnTo>
                  <a:cubicBezTo>
                    <a:pt x="30422" y="39818"/>
                    <a:pt x="29647" y="40969"/>
                    <a:pt x="28894" y="42119"/>
                  </a:cubicBezTo>
                  <a:lnTo>
                    <a:pt x="28873" y="42119"/>
                  </a:lnTo>
                  <a:cubicBezTo>
                    <a:pt x="28162" y="43186"/>
                    <a:pt x="27450" y="44254"/>
                    <a:pt x="26718" y="45342"/>
                  </a:cubicBezTo>
                  <a:lnTo>
                    <a:pt x="26697" y="45342"/>
                  </a:lnTo>
                  <a:cubicBezTo>
                    <a:pt x="26509" y="45614"/>
                    <a:pt x="26341" y="45886"/>
                    <a:pt x="26153" y="46137"/>
                  </a:cubicBezTo>
                  <a:cubicBezTo>
                    <a:pt x="26153" y="46179"/>
                    <a:pt x="26132" y="46179"/>
                    <a:pt x="26132" y="46199"/>
                  </a:cubicBezTo>
                  <a:lnTo>
                    <a:pt x="26090" y="46199"/>
                  </a:lnTo>
                  <a:cubicBezTo>
                    <a:pt x="25944" y="46492"/>
                    <a:pt x="26028" y="46764"/>
                    <a:pt x="26195" y="46953"/>
                  </a:cubicBezTo>
                  <a:cubicBezTo>
                    <a:pt x="26237" y="46953"/>
                    <a:pt x="26237" y="46974"/>
                    <a:pt x="26258" y="47015"/>
                  </a:cubicBezTo>
                  <a:cubicBezTo>
                    <a:pt x="26362" y="47120"/>
                    <a:pt x="26488" y="47162"/>
                    <a:pt x="26655" y="47183"/>
                  </a:cubicBezTo>
                  <a:cubicBezTo>
                    <a:pt x="26736" y="47203"/>
                    <a:pt x="26820" y="47215"/>
                    <a:pt x="26902" y="47215"/>
                  </a:cubicBezTo>
                  <a:cubicBezTo>
                    <a:pt x="27075" y="47215"/>
                    <a:pt x="27246" y="47164"/>
                    <a:pt x="27388" y="47036"/>
                  </a:cubicBezTo>
                  <a:cubicBezTo>
                    <a:pt x="30422" y="44358"/>
                    <a:pt x="33665" y="40969"/>
                    <a:pt x="36427" y="37181"/>
                  </a:cubicBezTo>
                  <a:lnTo>
                    <a:pt x="36427" y="37181"/>
                  </a:lnTo>
                  <a:cubicBezTo>
                    <a:pt x="35046" y="39127"/>
                    <a:pt x="33602" y="41073"/>
                    <a:pt x="32137" y="42998"/>
                  </a:cubicBezTo>
                  <a:lnTo>
                    <a:pt x="32137" y="43040"/>
                  </a:lnTo>
                  <a:cubicBezTo>
                    <a:pt x="31635" y="43689"/>
                    <a:pt x="31154" y="44316"/>
                    <a:pt x="30652" y="44965"/>
                  </a:cubicBezTo>
                  <a:cubicBezTo>
                    <a:pt x="30463" y="45195"/>
                    <a:pt x="30484" y="45509"/>
                    <a:pt x="30631" y="45760"/>
                  </a:cubicBezTo>
                  <a:cubicBezTo>
                    <a:pt x="30673" y="45823"/>
                    <a:pt x="30735" y="45886"/>
                    <a:pt x="30798" y="45927"/>
                  </a:cubicBezTo>
                  <a:cubicBezTo>
                    <a:pt x="30895" y="46003"/>
                    <a:pt x="31004" y="46045"/>
                    <a:pt x="31121" y="46045"/>
                  </a:cubicBezTo>
                  <a:cubicBezTo>
                    <a:pt x="31230" y="46045"/>
                    <a:pt x="31346" y="46008"/>
                    <a:pt x="31468" y="45927"/>
                  </a:cubicBezTo>
                  <a:cubicBezTo>
                    <a:pt x="32535" y="45153"/>
                    <a:pt x="33581" y="44337"/>
                    <a:pt x="34606" y="43458"/>
                  </a:cubicBezTo>
                  <a:lnTo>
                    <a:pt x="34606" y="43417"/>
                  </a:lnTo>
                  <a:cubicBezTo>
                    <a:pt x="34920" y="43166"/>
                    <a:pt x="35234" y="42873"/>
                    <a:pt x="35506" y="42622"/>
                  </a:cubicBezTo>
                  <a:cubicBezTo>
                    <a:pt x="35506" y="42622"/>
                    <a:pt x="35506" y="42580"/>
                    <a:pt x="35548" y="42580"/>
                  </a:cubicBezTo>
                  <a:cubicBezTo>
                    <a:pt x="36908" y="41324"/>
                    <a:pt x="38184" y="40006"/>
                    <a:pt x="39377" y="38604"/>
                  </a:cubicBezTo>
                  <a:cubicBezTo>
                    <a:pt x="41762" y="35779"/>
                    <a:pt x="43813" y="32683"/>
                    <a:pt x="45382" y="29356"/>
                  </a:cubicBezTo>
                  <a:cubicBezTo>
                    <a:pt x="45424" y="29251"/>
                    <a:pt x="45487" y="29147"/>
                    <a:pt x="45507" y="29063"/>
                  </a:cubicBezTo>
                  <a:cubicBezTo>
                    <a:pt x="45612" y="28833"/>
                    <a:pt x="45717" y="28624"/>
                    <a:pt x="45821" y="28393"/>
                  </a:cubicBezTo>
                  <a:cubicBezTo>
                    <a:pt x="45863" y="28247"/>
                    <a:pt x="45926" y="28121"/>
                    <a:pt x="46010" y="27975"/>
                  </a:cubicBezTo>
                  <a:cubicBezTo>
                    <a:pt x="46072" y="27766"/>
                    <a:pt x="46177" y="27557"/>
                    <a:pt x="46261" y="27305"/>
                  </a:cubicBezTo>
                  <a:cubicBezTo>
                    <a:pt x="46324" y="27159"/>
                    <a:pt x="46386" y="26992"/>
                    <a:pt x="46449" y="26845"/>
                  </a:cubicBezTo>
                  <a:lnTo>
                    <a:pt x="46679" y="26217"/>
                  </a:lnTo>
                  <a:lnTo>
                    <a:pt x="46993" y="25360"/>
                  </a:lnTo>
                  <a:lnTo>
                    <a:pt x="47223" y="24648"/>
                  </a:lnTo>
                  <a:cubicBezTo>
                    <a:pt x="47286" y="24460"/>
                    <a:pt x="47328" y="24272"/>
                    <a:pt x="47412" y="24104"/>
                  </a:cubicBezTo>
                  <a:cubicBezTo>
                    <a:pt x="47474" y="23895"/>
                    <a:pt x="47516" y="23707"/>
                    <a:pt x="47579" y="23497"/>
                  </a:cubicBezTo>
                  <a:lnTo>
                    <a:pt x="47725" y="22953"/>
                  </a:lnTo>
                  <a:cubicBezTo>
                    <a:pt x="47788" y="22744"/>
                    <a:pt x="47830" y="22556"/>
                    <a:pt x="47893" y="22347"/>
                  </a:cubicBezTo>
                  <a:cubicBezTo>
                    <a:pt x="47935" y="22158"/>
                    <a:pt x="47956" y="21970"/>
                    <a:pt x="48018" y="21823"/>
                  </a:cubicBezTo>
                  <a:cubicBezTo>
                    <a:pt x="48060" y="21614"/>
                    <a:pt x="48123" y="21405"/>
                    <a:pt x="48144" y="21196"/>
                  </a:cubicBezTo>
                  <a:cubicBezTo>
                    <a:pt x="48165" y="21028"/>
                    <a:pt x="48207" y="20861"/>
                    <a:pt x="48248" y="20694"/>
                  </a:cubicBezTo>
                  <a:cubicBezTo>
                    <a:pt x="48269" y="20484"/>
                    <a:pt x="48332" y="20296"/>
                    <a:pt x="48353" y="20087"/>
                  </a:cubicBezTo>
                  <a:cubicBezTo>
                    <a:pt x="48416" y="19752"/>
                    <a:pt x="48207" y="19417"/>
                    <a:pt x="47893" y="19292"/>
                  </a:cubicBezTo>
                  <a:cubicBezTo>
                    <a:pt x="50720" y="19079"/>
                    <a:pt x="53566" y="18973"/>
                    <a:pt x="56425" y="18973"/>
                  </a:cubicBezTo>
                  <a:cubicBezTo>
                    <a:pt x="59744" y="18973"/>
                    <a:pt x="63082" y="19115"/>
                    <a:pt x="66431" y="19396"/>
                  </a:cubicBezTo>
                  <a:cubicBezTo>
                    <a:pt x="66159" y="19647"/>
                    <a:pt x="65908" y="19940"/>
                    <a:pt x="65678" y="20233"/>
                  </a:cubicBezTo>
                  <a:cubicBezTo>
                    <a:pt x="65615" y="20275"/>
                    <a:pt x="65594" y="20338"/>
                    <a:pt x="65531" y="20380"/>
                  </a:cubicBezTo>
                  <a:cubicBezTo>
                    <a:pt x="65406" y="20547"/>
                    <a:pt x="65301" y="20694"/>
                    <a:pt x="65176" y="20861"/>
                  </a:cubicBezTo>
                  <a:cubicBezTo>
                    <a:pt x="65113" y="20924"/>
                    <a:pt x="65071" y="20986"/>
                    <a:pt x="65008" y="21070"/>
                  </a:cubicBezTo>
                  <a:cubicBezTo>
                    <a:pt x="64904" y="21217"/>
                    <a:pt x="64778" y="21384"/>
                    <a:pt x="64674" y="21531"/>
                  </a:cubicBezTo>
                  <a:lnTo>
                    <a:pt x="64527" y="21761"/>
                  </a:lnTo>
                  <a:lnTo>
                    <a:pt x="64213" y="22242"/>
                  </a:lnTo>
                  <a:cubicBezTo>
                    <a:pt x="64150" y="22326"/>
                    <a:pt x="64109" y="22388"/>
                    <a:pt x="64046" y="22493"/>
                  </a:cubicBezTo>
                  <a:cubicBezTo>
                    <a:pt x="63941" y="22660"/>
                    <a:pt x="63837" y="22807"/>
                    <a:pt x="63753" y="22995"/>
                  </a:cubicBezTo>
                  <a:cubicBezTo>
                    <a:pt x="63711" y="23079"/>
                    <a:pt x="63648" y="23183"/>
                    <a:pt x="63606" y="23267"/>
                  </a:cubicBezTo>
                  <a:cubicBezTo>
                    <a:pt x="63502" y="23414"/>
                    <a:pt x="63418" y="23581"/>
                    <a:pt x="63313" y="23748"/>
                  </a:cubicBezTo>
                  <a:cubicBezTo>
                    <a:pt x="63272" y="23853"/>
                    <a:pt x="63209" y="23937"/>
                    <a:pt x="63167" y="24041"/>
                  </a:cubicBezTo>
                  <a:cubicBezTo>
                    <a:pt x="63021" y="24272"/>
                    <a:pt x="62895" y="24523"/>
                    <a:pt x="62790" y="24753"/>
                  </a:cubicBezTo>
                  <a:cubicBezTo>
                    <a:pt x="62686" y="24941"/>
                    <a:pt x="62602" y="25108"/>
                    <a:pt x="62497" y="25297"/>
                  </a:cubicBezTo>
                  <a:cubicBezTo>
                    <a:pt x="62456" y="25380"/>
                    <a:pt x="62435" y="25485"/>
                    <a:pt x="62372" y="25569"/>
                  </a:cubicBezTo>
                  <a:cubicBezTo>
                    <a:pt x="62267" y="25778"/>
                    <a:pt x="62184" y="25945"/>
                    <a:pt x="62079" y="26155"/>
                  </a:cubicBezTo>
                  <a:lnTo>
                    <a:pt x="62016" y="26322"/>
                  </a:lnTo>
                  <a:cubicBezTo>
                    <a:pt x="61430" y="27494"/>
                    <a:pt x="60886" y="28665"/>
                    <a:pt x="60342" y="29795"/>
                  </a:cubicBezTo>
                  <a:cubicBezTo>
                    <a:pt x="60342" y="29816"/>
                    <a:pt x="60300" y="29858"/>
                    <a:pt x="60300" y="29858"/>
                  </a:cubicBezTo>
                  <a:cubicBezTo>
                    <a:pt x="60196" y="30088"/>
                    <a:pt x="60070" y="30298"/>
                    <a:pt x="59966" y="30528"/>
                  </a:cubicBezTo>
                  <a:cubicBezTo>
                    <a:pt x="59715" y="31051"/>
                    <a:pt x="59443" y="31553"/>
                    <a:pt x="59150" y="32013"/>
                  </a:cubicBezTo>
                  <a:cubicBezTo>
                    <a:pt x="57371" y="35110"/>
                    <a:pt x="55446" y="38123"/>
                    <a:pt x="53458" y="41094"/>
                  </a:cubicBezTo>
                  <a:cubicBezTo>
                    <a:pt x="53458" y="41115"/>
                    <a:pt x="53438" y="41115"/>
                    <a:pt x="53396" y="41157"/>
                  </a:cubicBezTo>
                  <a:lnTo>
                    <a:pt x="50257" y="45865"/>
                  </a:lnTo>
                  <a:cubicBezTo>
                    <a:pt x="50071" y="46144"/>
                    <a:pt x="50357" y="46412"/>
                    <a:pt x="50645" y="46412"/>
                  </a:cubicBezTo>
                  <a:cubicBezTo>
                    <a:pt x="50745" y="46412"/>
                    <a:pt x="50846" y="46380"/>
                    <a:pt x="50927" y="46304"/>
                  </a:cubicBezTo>
                  <a:cubicBezTo>
                    <a:pt x="53479" y="43898"/>
                    <a:pt x="55781" y="41261"/>
                    <a:pt x="57852" y="38437"/>
                  </a:cubicBezTo>
                  <a:lnTo>
                    <a:pt x="57852" y="38395"/>
                  </a:lnTo>
                  <a:cubicBezTo>
                    <a:pt x="59087" y="36721"/>
                    <a:pt x="60259" y="34984"/>
                    <a:pt x="61326" y="33143"/>
                  </a:cubicBezTo>
                  <a:cubicBezTo>
                    <a:pt x="62916" y="30444"/>
                    <a:pt x="64966" y="27243"/>
                    <a:pt x="66034" y="23937"/>
                  </a:cubicBezTo>
                  <a:lnTo>
                    <a:pt x="66034" y="23916"/>
                  </a:lnTo>
                  <a:cubicBezTo>
                    <a:pt x="66117" y="23707"/>
                    <a:pt x="66159" y="23497"/>
                    <a:pt x="66222" y="23288"/>
                  </a:cubicBezTo>
                  <a:cubicBezTo>
                    <a:pt x="66222" y="23225"/>
                    <a:pt x="66243" y="23204"/>
                    <a:pt x="66243" y="23163"/>
                  </a:cubicBezTo>
                  <a:cubicBezTo>
                    <a:pt x="66306" y="22995"/>
                    <a:pt x="66326" y="22849"/>
                    <a:pt x="66368" y="22702"/>
                  </a:cubicBezTo>
                  <a:cubicBezTo>
                    <a:pt x="66410" y="22639"/>
                    <a:pt x="66410" y="22577"/>
                    <a:pt x="66431" y="22493"/>
                  </a:cubicBezTo>
                  <a:cubicBezTo>
                    <a:pt x="66452" y="22347"/>
                    <a:pt x="66515" y="22179"/>
                    <a:pt x="66536" y="22054"/>
                  </a:cubicBezTo>
                  <a:cubicBezTo>
                    <a:pt x="66557" y="21928"/>
                    <a:pt x="66578" y="21823"/>
                    <a:pt x="66619" y="21698"/>
                  </a:cubicBezTo>
                  <a:cubicBezTo>
                    <a:pt x="66640" y="21614"/>
                    <a:pt x="66640" y="21531"/>
                    <a:pt x="66661" y="21447"/>
                  </a:cubicBezTo>
                  <a:cubicBezTo>
                    <a:pt x="66682" y="21321"/>
                    <a:pt x="66682" y="21217"/>
                    <a:pt x="66724" y="21091"/>
                  </a:cubicBezTo>
                  <a:lnTo>
                    <a:pt x="66724" y="20986"/>
                  </a:lnTo>
                  <a:cubicBezTo>
                    <a:pt x="66745" y="20714"/>
                    <a:pt x="66766" y="20442"/>
                    <a:pt x="66787" y="20170"/>
                  </a:cubicBezTo>
                  <a:cubicBezTo>
                    <a:pt x="66787" y="19940"/>
                    <a:pt x="66829" y="19668"/>
                    <a:pt x="66787" y="19438"/>
                  </a:cubicBezTo>
                  <a:lnTo>
                    <a:pt x="66787" y="19438"/>
                  </a:lnTo>
                  <a:cubicBezTo>
                    <a:pt x="68565" y="19606"/>
                    <a:pt x="70344" y="19773"/>
                    <a:pt x="72122" y="20024"/>
                  </a:cubicBezTo>
                  <a:cubicBezTo>
                    <a:pt x="72018" y="20129"/>
                    <a:pt x="71955" y="20233"/>
                    <a:pt x="71850" y="20338"/>
                  </a:cubicBezTo>
                  <a:cubicBezTo>
                    <a:pt x="71788" y="20380"/>
                    <a:pt x="71767" y="20442"/>
                    <a:pt x="71704" y="20484"/>
                  </a:cubicBezTo>
                  <a:lnTo>
                    <a:pt x="71390" y="20882"/>
                  </a:lnTo>
                  <a:cubicBezTo>
                    <a:pt x="71348" y="20924"/>
                    <a:pt x="71285" y="21007"/>
                    <a:pt x="71244" y="21070"/>
                  </a:cubicBezTo>
                  <a:cubicBezTo>
                    <a:pt x="71139" y="21196"/>
                    <a:pt x="71034" y="21342"/>
                    <a:pt x="70909" y="21489"/>
                  </a:cubicBezTo>
                  <a:cubicBezTo>
                    <a:pt x="70867" y="21531"/>
                    <a:pt x="70825" y="21593"/>
                    <a:pt x="70804" y="21635"/>
                  </a:cubicBezTo>
                  <a:cubicBezTo>
                    <a:pt x="70658" y="21803"/>
                    <a:pt x="70553" y="21949"/>
                    <a:pt x="70428" y="22116"/>
                  </a:cubicBezTo>
                  <a:cubicBezTo>
                    <a:pt x="70407" y="22137"/>
                    <a:pt x="70407" y="22158"/>
                    <a:pt x="70386" y="22179"/>
                  </a:cubicBezTo>
                  <a:cubicBezTo>
                    <a:pt x="69821" y="22953"/>
                    <a:pt x="69298" y="23748"/>
                    <a:pt x="68775" y="24564"/>
                  </a:cubicBezTo>
                  <a:cubicBezTo>
                    <a:pt x="68356" y="25171"/>
                    <a:pt x="68000" y="25799"/>
                    <a:pt x="67666" y="26448"/>
                  </a:cubicBezTo>
                  <a:cubicBezTo>
                    <a:pt x="66850" y="27829"/>
                    <a:pt x="66034" y="29230"/>
                    <a:pt x="65176" y="30528"/>
                  </a:cubicBezTo>
                  <a:cubicBezTo>
                    <a:pt x="62393" y="34796"/>
                    <a:pt x="59443" y="38918"/>
                    <a:pt x="56492" y="43061"/>
                  </a:cubicBezTo>
                  <a:cubicBezTo>
                    <a:pt x="56492" y="43061"/>
                    <a:pt x="56492" y="43082"/>
                    <a:pt x="56471" y="43082"/>
                  </a:cubicBezTo>
                  <a:lnTo>
                    <a:pt x="56074" y="43626"/>
                  </a:lnTo>
                  <a:cubicBezTo>
                    <a:pt x="55822" y="43988"/>
                    <a:pt x="56079" y="44373"/>
                    <a:pt x="56400" y="44373"/>
                  </a:cubicBezTo>
                  <a:cubicBezTo>
                    <a:pt x="56506" y="44373"/>
                    <a:pt x="56619" y="44331"/>
                    <a:pt x="56723" y="44233"/>
                  </a:cubicBezTo>
                  <a:cubicBezTo>
                    <a:pt x="58668" y="42412"/>
                    <a:pt x="60719" y="40257"/>
                    <a:pt x="62707" y="37956"/>
                  </a:cubicBezTo>
                  <a:cubicBezTo>
                    <a:pt x="62707" y="37935"/>
                    <a:pt x="62749" y="37935"/>
                    <a:pt x="62749" y="37935"/>
                  </a:cubicBezTo>
                  <a:cubicBezTo>
                    <a:pt x="62790" y="37872"/>
                    <a:pt x="62853" y="37830"/>
                    <a:pt x="62895" y="37746"/>
                  </a:cubicBezTo>
                  <a:cubicBezTo>
                    <a:pt x="62895" y="37949"/>
                    <a:pt x="63058" y="38129"/>
                    <a:pt x="63236" y="38129"/>
                  </a:cubicBezTo>
                  <a:cubicBezTo>
                    <a:pt x="63297" y="38129"/>
                    <a:pt x="63360" y="38108"/>
                    <a:pt x="63418" y="38060"/>
                  </a:cubicBezTo>
                  <a:lnTo>
                    <a:pt x="63816" y="37746"/>
                  </a:lnTo>
                  <a:lnTo>
                    <a:pt x="63816" y="37725"/>
                  </a:lnTo>
                  <a:cubicBezTo>
                    <a:pt x="64318" y="37328"/>
                    <a:pt x="64799" y="36909"/>
                    <a:pt x="65301" y="36491"/>
                  </a:cubicBezTo>
                  <a:cubicBezTo>
                    <a:pt x="65406" y="36386"/>
                    <a:pt x="65531" y="36282"/>
                    <a:pt x="65636" y="36198"/>
                  </a:cubicBezTo>
                  <a:lnTo>
                    <a:pt x="65636" y="36198"/>
                  </a:lnTo>
                  <a:cubicBezTo>
                    <a:pt x="65636" y="36240"/>
                    <a:pt x="65615" y="36240"/>
                    <a:pt x="65615" y="36261"/>
                  </a:cubicBezTo>
                  <a:cubicBezTo>
                    <a:pt x="66452" y="35528"/>
                    <a:pt x="67289" y="34733"/>
                    <a:pt x="68084" y="33959"/>
                  </a:cubicBezTo>
                  <a:lnTo>
                    <a:pt x="68126" y="33896"/>
                  </a:lnTo>
                  <a:lnTo>
                    <a:pt x="68879" y="33143"/>
                  </a:lnTo>
                  <a:cubicBezTo>
                    <a:pt x="68942" y="33101"/>
                    <a:pt x="68984" y="33038"/>
                    <a:pt x="69047" y="32955"/>
                  </a:cubicBezTo>
                  <a:cubicBezTo>
                    <a:pt x="69256" y="32725"/>
                    <a:pt x="69465" y="32515"/>
                    <a:pt x="69674" y="32285"/>
                  </a:cubicBezTo>
                  <a:cubicBezTo>
                    <a:pt x="69758" y="32202"/>
                    <a:pt x="69821" y="32097"/>
                    <a:pt x="69925" y="32013"/>
                  </a:cubicBezTo>
                  <a:cubicBezTo>
                    <a:pt x="70114" y="31804"/>
                    <a:pt x="70302" y="31637"/>
                    <a:pt x="70448" y="31427"/>
                  </a:cubicBezTo>
                  <a:cubicBezTo>
                    <a:pt x="70553" y="31281"/>
                    <a:pt x="70658" y="31176"/>
                    <a:pt x="70762" y="31051"/>
                  </a:cubicBezTo>
                  <a:cubicBezTo>
                    <a:pt x="70930" y="30862"/>
                    <a:pt x="71055" y="30716"/>
                    <a:pt x="71223" y="30528"/>
                  </a:cubicBezTo>
                  <a:cubicBezTo>
                    <a:pt x="71348" y="30381"/>
                    <a:pt x="71474" y="30235"/>
                    <a:pt x="71578" y="30088"/>
                  </a:cubicBezTo>
                  <a:cubicBezTo>
                    <a:pt x="71704" y="29921"/>
                    <a:pt x="71850" y="29774"/>
                    <a:pt x="71955" y="29607"/>
                  </a:cubicBezTo>
                  <a:cubicBezTo>
                    <a:pt x="72080" y="29440"/>
                    <a:pt x="72227" y="29272"/>
                    <a:pt x="72373" y="29084"/>
                  </a:cubicBezTo>
                  <a:cubicBezTo>
                    <a:pt x="72478" y="28958"/>
                    <a:pt x="72583" y="28812"/>
                    <a:pt x="72687" y="28665"/>
                  </a:cubicBezTo>
                  <a:cubicBezTo>
                    <a:pt x="72834" y="28498"/>
                    <a:pt x="73001" y="28289"/>
                    <a:pt x="73127" y="28101"/>
                  </a:cubicBezTo>
                  <a:cubicBezTo>
                    <a:pt x="73231" y="27975"/>
                    <a:pt x="73315" y="27829"/>
                    <a:pt x="73420" y="27724"/>
                  </a:cubicBezTo>
                  <a:lnTo>
                    <a:pt x="73880" y="27096"/>
                  </a:lnTo>
                  <a:cubicBezTo>
                    <a:pt x="73964" y="26992"/>
                    <a:pt x="74047" y="26866"/>
                    <a:pt x="74110" y="26761"/>
                  </a:cubicBezTo>
                  <a:cubicBezTo>
                    <a:pt x="74277" y="26531"/>
                    <a:pt x="74424" y="26301"/>
                    <a:pt x="74591" y="26092"/>
                  </a:cubicBezTo>
                  <a:cubicBezTo>
                    <a:pt x="74675" y="25987"/>
                    <a:pt x="74717" y="25883"/>
                    <a:pt x="74801" y="25778"/>
                  </a:cubicBezTo>
                  <a:cubicBezTo>
                    <a:pt x="74947" y="25527"/>
                    <a:pt x="75135" y="25276"/>
                    <a:pt x="75303" y="25046"/>
                  </a:cubicBezTo>
                  <a:cubicBezTo>
                    <a:pt x="75345" y="24962"/>
                    <a:pt x="75407" y="24857"/>
                    <a:pt x="75470" y="24774"/>
                  </a:cubicBezTo>
                  <a:cubicBezTo>
                    <a:pt x="75637" y="24523"/>
                    <a:pt x="75826" y="24251"/>
                    <a:pt x="75972" y="23999"/>
                  </a:cubicBezTo>
                  <a:cubicBezTo>
                    <a:pt x="76035" y="23916"/>
                    <a:pt x="76056" y="23853"/>
                    <a:pt x="76098" y="23790"/>
                  </a:cubicBezTo>
                  <a:cubicBezTo>
                    <a:pt x="76286" y="23497"/>
                    <a:pt x="76454" y="23204"/>
                    <a:pt x="76621" y="22911"/>
                  </a:cubicBezTo>
                  <a:cubicBezTo>
                    <a:pt x="76621" y="22891"/>
                    <a:pt x="76663" y="22891"/>
                    <a:pt x="76663" y="22870"/>
                  </a:cubicBezTo>
                  <a:cubicBezTo>
                    <a:pt x="77018" y="22263"/>
                    <a:pt x="77353" y="21635"/>
                    <a:pt x="77667" y="21028"/>
                  </a:cubicBezTo>
                  <a:cubicBezTo>
                    <a:pt x="78483" y="21196"/>
                    <a:pt x="79299" y="21321"/>
                    <a:pt x="80115" y="21510"/>
                  </a:cubicBezTo>
                  <a:cubicBezTo>
                    <a:pt x="80031" y="21593"/>
                    <a:pt x="79927" y="21656"/>
                    <a:pt x="79843" y="21740"/>
                  </a:cubicBezTo>
                  <a:cubicBezTo>
                    <a:pt x="79801" y="21803"/>
                    <a:pt x="79739" y="21844"/>
                    <a:pt x="79655" y="21907"/>
                  </a:cubicBezTo>
                  <a:cubicBezTo>
                    <a:pt x="79550" y="22012"/>
                    <a:pt x="79446" y="22075"/>
                    <a:pt x="79383" y="22179"/>
                  </a:cubicBezTo>
                  <a:cubicBezTo>
                    <a:pt x="79299" y="22263"/>
                    <a:pt x="79215" y="22347"/>
                    <a:pt x="79174" y="22430"/>
                  </a:cubicBezTo>
                  <a:cubicBezTo>
                    <a:pt x="79090" y="22493"/>
                    <a:pt x="79006" y="22598"/>
                    <a:pt x="78922" y="22681"/>
                  </a:cubicBezTo>
                  <a:cubicBezTo>
                    <a:pt x="78818" y="22786"/>
                    <a:pt x="78755" y="22891"/>
                    <a:pt x="78650" y="22995"/>
                  </a:cubicBezTo>
                  <a:cubicBezTo>
                    <a:pt x="78588" y="23058"/>
                    <a:pt x="78546" y="23121"/>
                    <a:pt x="78483" y="23183"/>
                  </a:cubicBezTo>
                  <a:cubicBezTo>
                    <a:pt x="78337" y="23372"/>
                    <a:pt x="78169" y="23539"/>
                    <a:pt x="78044" y="23727"/>
                  </a:cubicBezTo>
                  <a:lnTo>
                    <a:pt x="77981" y="23790"/>
                  </a:lnTo>
                  <a:cubicBezTo>
                    <a:pt x="77855" y="23958"/>
                    <a:pt x="77709" y="24146"/>
                    <a:pt x="77562" y="24334"/>
                  </a:cubicBezTo>
                  <a:cubicBezTo>
                    <a:pt x="77542" y="24355"/>
                    <a:pt x="77521" y="24418"/>
                    <a:pt x="77500" y="24439"/>
                  </a:cubicBezTo>
                  <a:cubicBezTo>
                    <a:pt x="77353" y="24627"/>
                    <a:pt x="77228" y="24774"/>
                    <a:pt x="77102" y="24962"/>
                  </a:cubicBezTo>
                  <a:cubicBezTo>
                    <a:pt x="77081" y="24983"/>
                    <a:pt x="77081" y="25004"/>
                    <a:pt x="77039" y="25046"/>
                  </a:cubicBezTo>
                  <a:cubicBezTo>
                    <a:pt x="76140" y="26343"/>
                    <a:pt x="75261" y="27766"/>
                    <a:pt x="74403" y="29084"/>
                  </a:cubicBezTo>
                  <a:cubicBezTo>
                    <a:pt x="74005" y="29712"/>
                    <a:pt x="73587" y="30318"/>
                    <a:pt x="73210" y="30904"/>
                  </a:cubicBezTo>
                  <a:cubicBezTo>
                    <a:pt x="70532" y="34629"/>
                    <a:pt x="67687" y="38228"/>
                    <a:pt x="64841" y="41805"/>
                  </a:cubicBezTo>
                  <a:cubicBezTo>
                    <a:pt x="64841" y="41826"/>
                    <a:pt x="64799" y="41826"/>
                    <a:pt x="64778" y="41847"/>
                  </a:cubicBezTo>
                  <a:cubicBezTo>
                    <a:pt x="64653" y="42015"/>
                    <a:pt x="64548" y="42161"/>
                    <a:pt x="64422" y="42329"/>
                  </a:cubicBezTo>
                  <a:cubicBezTo>
                    <a:pt x="64052" y="42766"/>
                    <a:pt x="64426" y="43500"/>
                    <a:pt x="64913" y="43500"/>
                  </a:cubicBezTo>
                  <a:cubicBezTo>
                    <a:pt x="65031" y="43500"/>
                    <a:pt x="65157" y="43457"/>
                    <a:pt x="65280" y="43354"/>
                  </a:cubicBezTo>
                  <a:cubicBezTo>
                    <a:pt x="66368" y="42433"/>
                    <a:pt x="67582" y="41408"/>
                    <a:pt x="68816" y="40257"/>
                  </a:cubicBezTo>
                  <a:cubicBezTo>
                    <a:pt x="68816" y="40257"/>
                    <a:pt x="68816" y="40236"/>
                    <a:pt x="68837" y="40236"/>
                  </a:cubicBezTo>
                  <a:lnTo>
                    <a:pt x="68921" y="40153"/>
                  </a:lnTo>
                  <a:lnTo>
                    <a:pt x="68942" y="40153"/>
                  </a:lnTo>
                  <a:cubicBezTo>
                    <a:pt x="73838" y="35612"/>
                    <a:pt x="79132" y="29440"/>
                    <a:pt x="80575" y="23393"/>
                  </a:cubicBezTo>
                  <a:cubicBezTo>
                    <a:pt x="80596" y="23309"/>
                    <a:pt x="80638" y="23204"/>
                    <a:pt x="80638" y="23121"/>
                  </a:cubicBezTo>
                  <a:cubicBezTo>
                    <a:pt x="80659" y="23058"/>
                    <a:pt x="80659" y="22995"/>
                    <a:pt x="80680" y="22911"/>
                  </a:cubicBezTo>
                  <a:cubicBezTo>
                    <a:pt x="80764" y="22472"/>
                    <a:pt x="80847" y="22054"/>
                    <a:pt x="80889" y="21614"/>
                  </a:cubicBezTo>
                  <a:cubicBezTo>
                    <a:pt x="81894" y="21823"/>
                    <a:pt x="82877" y="22033"/>
                    <a:pt x="83881" y="22263"/>
                  </a:cubicBezTo>
                  <a:cubicBezTo>
                    <a:pt x="83777" y="22451"/>
                    <a:pt x="83693" y="22660"/>
                    <a:pt x="83588" y="22849"/>
                  </a:cubicBezTo>
                  <a:cubicBezTo>
                    <a:pt x="83526" y="22974"/>
                    <a:pt x="83484" y="23079"/>
                    <a:pt x="83400" y="23204"/>
                  </a:cubicBezTo>
                  <a:cubicBezTo>
                    <a:pt x="83275" y="23497"/>
                    <a:pt x="83107" y="23811"/>
                    <a:pt x="82982" y="24125"/>
                  </a:cubicBezTo>
                  <a:cubicBezTo>
                    <a:pt x="82961" y="24167"/>
                    <a:pt x="82940" y="24230"/>
                    <a:pt x="82940" y="24251"/>
                  </a:cubicBezTo>
                  <a:cubicBezTo>
                    <a:pt x="81831" y="26678"/>
                    <a:pt x="80889" y="29168"/>
                    <a:pt x="79529" y="31490"/>
                  </a:cubicBezTo>
                  <a:cubicBezTo>
                    <a:pt x="77521" y="34922"/>
                    <a:pt x="75010" y="37872"/>
                    <a:pt x="72290" y="40759"/>
                  </a:cubicBezTo>
                  <a:lnTo>
                    <a:pt x="72290" y="40780"/>
                  </a:lnTo>
                  <a:lnTo>
                    <a:pt x="72269" y="40801"/>
                  </a:lnTo>
                  <a:cubicBezTo>
                    <a:pt x="72050" y="41105"/>
                    <a:pt x="72320" y="41558"/>
                    <a:pt x="72630" y="41558"/>
                  </a:cubicBezTo>
                  <a:cubicBezTo>
                    <a:pt x="72705" y="41558"/>
                    <a:pt x="72782" y="41532"/>
                    <a:pt x="72855" y="41471"/>
                  </a:cubicBezTo>
                  <a:cubicBezTo>
                    <a:pt x="74257" y="40383"/>
                    <a:pt x="75637" y="39169"/>
                    <a:pt x="76914" y="37746"/>
                  </a:cubicBezTo>
                  <a:cubicBezTo>
                    <a:pt x="76914" y="37746"/>
                    <a:pt x="76914" y="37725"/>
                    <a:pt x="76935" y="37725"/>
                  </a:cubicBezTo>
                  <a:cubicBezTo>
                    <a:pt x="80785" y="33583"/>
                    <a:pt x="83840" y="28205"/>
                    <a:pt x="84216" y="22807"/>
                  </a:cubicBezTo>
                  <a:lnTo>
                    <a:pt x="84216" y="22744"/>
                  </a:lnTo>
                  <a:cubicBezTo>
                    <a:pt x="84216" y="22598"/>
                    <a:pt x="84237" y="22493"/>
                    <a:pt x="84237" y="22367"/>
                  </a:cubicBezTo>
                  <a:cubicBezTo>
                    <a:pt x="85785" y="22744"/>
                    <a:pt x="87355" y="23163"/>
                    <a:pt x="88903" y="23581"/>
                  </a:cubicBezTo>
                  <a:cubicBezTo>
                    <a:pt x="88254" y="24230"/>
                    <a:pt x="87689" y="24941"/>
                    <a:pt x="87166" y="25673"/>
                  </a:cubicBezTo>
                  <a:lnTo>
                    <a:pt x="87145" y="25694"/>
                  </a:lnTo>
                  <a:cubicBezTo>
                    <a:pt x="87062" y="25820"/>
                    <a:pt x="86957" y="25924"/>
                    <a:pt x="86894" y="26050"/>
                  </a:cubicBezTo>
                  <a:cubicBezTo>
                    <a:pt x="86853" y="26113"/>
                    <a:pt x="86832" y="26155"/>
                    <a:pt x="86790" y="26196"/>
                  </a:cubicBezTo>
                  <a:cubicBezTo>
                    <a:pt x="86727" y="26301"/>
                    <a:pt x="86643" y="26364"/>
                    <a:pt x="86601" y="26468"/>
                  </a:cubicBezTo>
                  <a:cubicBezTo>
                    <a:pt x="86539" y="26552"/>
                    <a:pt x="86518" y="26615"/>
                    <a:pt x="86476" y="26678"/>
                  </a:cubicBezTo>
                  <a:cubicBezTo>
                    <a:pt x="86434" y="26740"/>
                    <a:pt x="86413" y="26761"/>
                    <a:pt x="86392" y="26824"/>
                  </a:cubicBezTo>
                  <a:cubicBezTo>
                    <a:pt x="85555" y="28101"/>
                    <a:pt x="84802" y="29398"/>
                    <a:pt x="83944" y="30716"/>
                  </a:cubicBezTo>
                  <a:cubicBezTo>
                    <a:pt x="83254" y="31804"/>
                    <a:pt x="82521" y="32913"/>
                    <a:pt x="81747" y="33980"/>
                  </a:cubicBezTo>
                  <a:cubicBezTo>
                    <a:pt x="81287" y="34671"/>
                    <a:pt x="80806" y="35340"/>
                    <a:pt x="80345" y="35989"/>
                  </a:cubicBezTo>
                  <a:cubicBezTo>
                    <a:pt x="79529" y="37098"/>
                    <a:pt x="78713" y="38186"/>
                    <a:pt x="77876" y="39295"/>
                  </a:cubicBezTo>
                  <a:cubicBezTo>
                    <a:pt x="77834" y="39378"/>
                    <a:pt x="77772" y="39420"/>
                    <a:pt x="77730" y="39504"/>
                  </a:cubicBezTo>
                  <a:cubicBezTo>
                    <a:pt x="77426" y="39909"/>
                    <a:pt x="77735" y="40546"/>
                    <a:pt x="78163" y="40546"/>
                  </a:cubicBezTo>
                  <a:cubicBezTo>
                    <a:pt x="78265" y="40546"/>
                    <a:pt x="78374" y="40509"/>
                    <a:pt x="78483" y="40425"/>
                  </a:cubicBezTo>
                  <a:cubicBezTo>
                    <a:pt x="79885" y="39399"/>
                    <a:pt x="81308" y="38165"/>
                    <a:pt x="82647" y="36826"/>
                  </a:cubicBezTo>
                  <a:cubicBezTo>
                    <a:pt x="86225" y="33206"/>
                    <a:pt x="89175" y="28603"/>
                    <a:pt x="89154" y="23644"/>
                  </a:cubicBezTo>
                  <a:lnTo>
                    <a:pt x="89154" y="23623"/>
                  </a:lnTo>
                  <a:cubicBezTo>
                    <a:pt x="93632" y="24899"/>
                    <a:pt x="98068" y="26448"/>
                    <a:pt x="102420" y="28310"/>
                  </a:cubicBezTo>
                  <a:cubicBezTo>
                    <a:pt x="102545" y="28101"/>
                    <a:pt x="102629" y="27870"/>
                    <a:pt x="102503" y="27808"/>
                  </a:cubicBezTo>
                  <a:cubicBezTo>
                    <a:pt x="97837" y="25778"/>
                    <a:pt x="93025" y="24041"/>
                    <a:pt x="88171" y="22660"/>
                  </a:cubicBezTo>
                  <a:cubicBezTo>
                    <a:pt x="88254" y="22639"/>
                    <a:pt x="88317" y="22598"/>
                    <a:pt x="88380" y="22535"/>
                  </a:cubicBezTo>
                  <a:cubicBezTo>
                    <a:pt x="88401" y="22493"/>
                    <a:pt x="88401" y="22472"/>
                    <a:pt x="88401" y="22451"/>
                  </a:cubicBezTo>
                  <a:cubicBezTo>
                    <a:pt x="88464" y="22137"/>
                    <a:pt x="88485" y="21823"/>
                    <a:pt x="88526" y="21489"/>
                  </a:cubicBezTo>
                  <a:lnTo>
                    <a:pt x="88526" y="21426"/>
                  </a:lnTo>
                  <a:cubicBezTo>
                    <a:pt x="88568" y="21133"/>
                    <a:pt x="88589" y="20819"/>
                    <a:pt x="88589" y="20547"/>
                  </a:cubicBezTo>
                  <a:lnTo>
                    <a:pt x="88589" y="20359"/>
                  </a:lnTo>
                  <a:lnTo>
                    <a:pt x="88589" y="19626"/>
                  </a:lnTo>
                  <a:lnTo>
                    <a:pt x="88589" y="19187"/>
                  </a:lnTo>
                  <a:cubicBezTo>
                    <a:pt x="88589" y="19041"/>
                    <a:pt x="88589" y="18936"/>
                    <a:pt x="88568" y="18810"/>
                  </a:cubicBezTo>
                  <a:cubicBezTo>
                    <a:pt x="88359" y="14730"/>
                    <a:pt x="86790" y="10755"/>
                    <a:pt x="84174" y="7595"/>
                  </a:cubicBezTo>
                  <a:cubicBezTo>
                    <a:pt x="83881" y="7219"/>
                    <a:pt x="83588" y="6884"/>
                    <a:pt x="83254" y="6570"/>
                  </a:cubicBezTo>
                  <a:lnTo>
                    <a:pt x="83065" y="6382"/>
                  </a:lnTo>
                  <a:cubicBezTo>
                    <a:pt x="83024" y="6340"/>
                    <a:pt x="82940" y="6277"/>
                    <a:pt x="82856" y="6256"/>
                  </a:cubicBezTo>
                  <a:cubicBezTo>
                    <a:pt x="82782" y="6226"/>
                    <a:pt x="82702" y="6211"/>
                    <a:pt x="82621" y="6211"/>
                  </a:cubicBezTo>
                  <a:cubicBezTo>
                    <a:pt x="82315" y="6211"/>
                    <a:pt x="81993" y="6414"/>
                    <a:pt x="81894" y="6696"/>
                  </a:cubicBezTo>
                  <a:cubicBezTo>
                    <a:pt x="81873" y="6696"/>
                    <a:pt x="81894" y="6696"/>
                    <a:pt x="81894" y="6738"/>
                  </a:cubicBezTo>
                  <a:cubicBezTo>
                    <a:pt x="81831" y="6842"/>
                    <a:pt x="81831" y="6989"/>
                    <a:pt x="81873" y="7114"/>
                  </a:cubicBezTo>
                  <a:cubicBezTo>
                    <a:pt x="82124" y="7909"/>
                    <a:pt x="82396" y="8725"/>
                    <a:pt x="82668" y="9499"/>
                  </a:cubicBezTo>
                  <a:lnTo>
                    <a:pt x="82668" y="9520"/>
                  </a:lnTo>
                  <a:cubicBezTo>
                    <a:pt x="84195" y="13914"/>
                    <a:pt x="85911" y="18350"/>
                    <a:pt x="87857" y="22535"/>
                  </a:cubicBezTo>
                  <a:cubicBezTo>
                    <a:pt x="87857" y="22550"/>
                    <a:pt x="87867" y="22564"/>
                    <a:pt x="87881" y="22572"/>
                  </a:cubicBezTo>
                  <a:lnTo>
                    <a:pt x="87881" y="22572"/>
                  </a:lnTo>
                  <a:cubicBezTo>
                    <a:pt x="86673" y="22239"/>
                    <a:pt x="85445" y="21926"/>
                    <a:pt x="84216" y="21614"/>
                  </a:cubicBezTo>
                  <a:cubicBezTo>
                    <a:pt x="84205" y="21580"/>
                    <a:pt x="84180" y="21564"/>
                    <a:pt x="84154" y="21564"/>
                  </a:cubicBezTo>
                  <a:cubicBezTo>
                    <a:pt x="84132" y="21564"/>
                    <a:pt x="84109" y="21574"/>
                    <a:pt x="84091" y="21593"/>
                  </a:cubicBezTo>
                  <a:cubicBezTo>
                    <a:pt x="83693" y="21489"/>
                    <a:pt x="83337" y="21405"/>
                    <a:pt x="82940" y="21300"/>
                  </a:cubicBezTo>
                  <a:cubicBezTo>
                    <a:pt x="82961" y="21279"/>
                    <a:pt x="82982" y="21238"/>
                    <a:pt x="82982" y="21196"/>
                  </a:cubicBezTo>
                  <a:cubicBezTo>
                    <a:pt x="83086" y="20568"/>
                    <a:pt x="83149" y="19961"/>
                    <a:pt x="83170" y="19334"/>
                  </a:cubicBezTo>
                  <a:lnTo>
                    <a:pt x="83170" y="19208"/>
                  </a:lnTo>
                  <a:lnTo>
                    <a:pt x="83170" y="18727"/>
                  </a:lnTo>
                  <a:lnTo>
                    <a:pt x="83170" y="18497"/>
                  </a:lnTo>
                  <a:lnTo>
                    <a:pt x="83170" y="18141"/>
                  </a:lnTo>
                  <a:cubicBezTo>
                    <a:pt x="83170" y="17994"/>
                    <a:pt x="83170" y="17890"/>
                    <a:pt x="83149" y="17764"/>
                  </a:cubicBezTo>
                  <a:cubicBezTo>
                    <a:pt x="83149" y="17681"/>
                    <a:pt x="83149" y="17576"/>
                    <a:pt x="83128" y="17513"/>
                  </a:cubicBezTo>
                  <a:cubicBezTo>
                    <a:pt x="83128" y="17346"/>
                    <a:pt x="83086" y="17157"/>
                    <a:pt x="83065" y="17011"/>
                  </a:cubicBezTo>
                  <a:lnTo>
                    <a:pt x="83065" y="16885"/>
                  </a:lnTo>
                  <a:cubicBezTo>
                    <a:pt x="82438" y="11550"/>
                    <a:pt x="79215" y="6758"/>
                    <a:pt x="74549" y="4059"/>
                  </a:cubicBezTo>
                  <a:cubicBezTo>
                    <a:pt x="74131" y="3829"/>
                    <a:pt x="73713" y="3620"/>
                    <a:pt x="73252" y="3411"/>
                  </a:cubicBezTo>
                  <a:cubicBezTo>
                    <a:pt x="73148" y="3348"/>
                    <a:pt x="73085" y="3306"/>
                    <a:pt x="72980" y="3285"/>
                  </a:cubicBezTo>
                  <a:cubicBezTo>
                    <a:pt x="72311" y="2992"/>
                    <a:pt x="71641" y="2720"/>
                    <a:pt x="70930" y="2511"/>
                  </a:cubicBezTo>
                  <a:cubicBezTo>
                    <a:pt x="70873" y="2496"/>
                    <a:pt x="70818" y="2489"/>
                    <a:pt x="70763" y="2489"/>
                  </a:cubicBezTo>
                  <a:cubicBezTo>
                    <a:pt x="70292" y="2489"/>
                    <a:pt x="69915" y="3021"/>
                    <a:pt x="70009" y="3453"/>
                  </a:cubicBezTo>
                  <a:cubicBezTo>
                    <a:pt x="68482" y="2239"/>
                    <a:pt x="66829" y="1130"/>
                    <a:pt x="65134" y="105"/>
                  </a:cubicBezTo>
                  <a:cubicBezTo>
                    <a:pt x="65008" y="32"/>
                    <a:pt x="64882" y="0"/>
                    <a:pt x="647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" name="Google Shape;211;p15"/>
            <p:cNvSpPr/>
            <p:nvPr/>
          </p:nvSpPr>
          <p:spPr>
            <a:xfrm>
              <a:off x="19388400" y="28623625"/>
              <a:ext cx="714775" cy="158125"/>
            </a:xfrm>
            <a:custGeom>
              <a:avLst/>
              <a:gdLst/>
              <a:ahLst/>
              <a:cxnLst/>
              <a:rect l="l" t="t" r="r" b="b"/>
              <a:pathLst>
                <a:path w="28591" h="6325" extrusionOk="0">
                  <a:moveTo>
                    <a:pt x="9416" y="0"/>
                  </a:moveTo>
                  <a:cubicBezTo>
                    <a:pt x="6592" y="0"/>
                    <a:pt x="3725" y="272"/>
                    <a:pt x="942" y="711"/>
                  </a:cubicBezTo>
                  <a:cubicBezTo>
                    <a:pt x="1" y="837"/>
                    <a:pt x="1" y="2176"/>
                    <a:pt x="1026" y="2218"/>
                  </a:cubicBezTo>
                  <a:cubicBezTo>
                    <a:pt x="1193" y="2218"/>
                    <a:pt x="1361" y="2260"/>
                    <a:pt x="1549" y="2281"/>
                  </a:cubicBezTo>
                  <a:lnTo>
                    <a:pt x="1675" y="2281"/>
                  </a:lnTo>
                  <a:cubicBezTo>
                    <a:pt x="5336" y="2490"/>
                    <a:pt x="8998" y="3055"/>
                    <a:pt x="12618" y="3683"/>
                  </a:cubicBezTo>
                  <a:lnTo>
                    <a:pt x="12513" y="3683"/>
                  </a:lnTo>
                  <a:cubicBezTo>
                    <a:pt x="16070" y="4310"/>
                    <a:pt x="19606" y="5022"/>
                    <a:pt x="23163" y="5587"/>
                  </a:cubicBezTo>
                  <a:lnTo>
                    <a:pt x="23644" y="5670"/>
                  </a:lnTo>
                  <a:cubicBezTo>
                    <a:pt x="24000" y="5733"/>
                    <a:pt x="24335" y="5775"/>
                    <a:pt x="24711" y="5838"/>
                  </a:cubicBezTo>
                  <a:cubicBezTo>
                    <a:pt x="25130" y="5880"/>
                    <a:pt x="25548" y="5963"/>
                    <a:pt x="25967" y="6026"/>
                  </a:cubicBezTo>
                  <a:cubicBezTo>
                    <a:pt x="26113" y="6047"/>
                    <a:pt x="26302" y="6068"/>
                    <a:pt x="26469" y="6089"/>
                  </a:cubicBezTo>
                  <a:lnTo>
                    <a:pt x="28352" y="6319"/>
                  </a:lnTo>
                  <a:cubicBezTo>
                    <a:pt x="28364" y="6323"/>
                    <a:pt x="28377" y="6325"/>
                    <a:pt x="28389" y="6325"/>
                  </a:cubicBezTo>
                  <a:cubicBezTo>
                    <a:pt x="28500" y="6325"/>
                    <a:pt x="28591" y="6162"/>
                    <a:pt x="28478" y="6068"/>
                  </a:cubicBezTo>
                  <a:cubicBezTo>
                    <a:pt x="23142" y="1716"/>
                    <a:pt x="16760" y="105"/>
                    <a:pt x="102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12" name="Google Shape;212;p15"/>
          <p:cNvGrpSpPr/>
          <p:nvPr/>
        </p:nvGrpSpPr>
        <p:grpSpPr>
          <a:xfrm rot="900096" flipH="1">
            <a:off x="-1125254" y="2457923"/>
            <a:ext cx="2698753" cy="1365563"/>
            <a:chOff x="19279125" y="28273675"/>
            <a:chExt cx="2565725" cy="1298250"/>
          </a:xfrm>
        </p:grpSpPr>
        <p:sp>
          <p:nvSpPr>
            <p:cNvPr id="213" name="Google Shape;213;p15"/>
            <p:cNvSpPr/>
            <p:nvPr/>
          </p:nvSpPr>
          <p:spPr>
            <a:xfrm>
              <a:off x="19715375" y="28798125"/>
              <a:ext cx="506850" cy="665075"/>
            </a:xfrm>
            <a:custGeom>
              <a:avLst/>
              <a:gdLst/>
              <a:ahLst/>
              <a:cxnLst/>
              <a:rect l="l" t="t" r="r" b="b"/>
              <a:pathLst>
                <a:path w="20274" h="26603" extrusionOk="0">
                  <a:moveTo>
                    <a:pt x="20102" y="0"/>
                  </a:moveTo>
                  <a:cubicBezTo>
                    <a:pt x="20089" y="0"/>
                    <a:pt x="20076" y="3"/>
                    <a:pt x="20065" y="8"/>
                  </a:cubicBezTo>
                  <a:cubicBezTo>
                    <a:pt x="20002" y="8"/>
                    <a:pt x="19981" y="29"/>
                    <a:pt x="19918" y="50"/>
                  </a:cubicBezTo>
                  <a:cubicBezTo>
                    <a:pt x="18014" y="1975"/>
                    <a:pt x="16194" y="4026"/>
                    <a:pt x="14415" y="6181"/>
                  </a:cubicBezTo>
                  <a:cubicBezTo>
                    <a:pt x="14060" y="6537"/>
                    <a:pt x="13746" y="6934"/>
                    <a:pt x="13474" y="7332"/>
                  </a:cubicBezTo>
                  <a:cubicBezTo>
                    <a:pt x="13264" y="7583"/>
                    <a:pt x="13055" y="7876"/>
                    <a:pt x="12846" y="8148"/>
                  </a:cubicBezTo>
                  <a:lnTo>
                    <a:pt x="12804" y="8169"/>
                  </a:lnTo>
                  <a:cubicBezTo>
                    <a:pt x="9561" y="12270"/>
                    <a:pt x="6506" y="16643"/>
                    <a:pt x="3577" y="20911"/>
                  </a:cubicBezTo>
                  <a:cubicBezTo>
                    <a:pt x="3577" y="20911"/>
                    <a:pt x="3577" y="20932"/>
                    <a:pt x="3556" y="20932"/>
                  </a:cubicBezTo>
                  <a:cubicBezTo>
                    <a:pt x="3556" y="20953"/>
                    <a:pt x="3535" y="20953"/>
                    <a:pt x="3535" y="20974"/>
                  </a:cubicBezTo>
                  <a:cubicBezTo>
                    <a:pt x="2447" y="22522"/>
                    <a:pt x="1401" y="24050"/>
                    <a:pt x="355" y="25535"/>
                  </a:cubicBezTo>
                  <a:cubicBezTo>
                    <a:pt x="0" y="26042"/>
                    <a:pt x="531" y="26603"/>
                    <a:pt x="1046" y="26603"/>
                  </a:cubicBezTo>
                  <a:cubicBezTo>
                    <a:pt x="1169" y="26603"/>
                    <a:pt x="1292" y="26571"/>
                    <a:pt x="1401" y="26498"/>
                  </a:cubicBezTo>
                  <a:cubicBezTo>
                    <a:pt x="1987" y="26142"/>
                    <a:pt x="2593" y="25745"/>
                    <a:pt x="3137" y="25347"/>
                  </a:cubicBezTo>
                  <a:cubicBezTo>
                    <a:pt x="3158" y="25347"/>
                    <a:pt x="3158" y="25326"/>
                    <a:pt x="3158" y="25326"/>
                  </a:cubicBezTo>
                  <a:cubicBezTo>
                    <a:pt x="11423" y="19593"/>
                    <a:pt x="18746" y="10177"/>
                    <a:pt x="20274" y="239"/>
                  </a:cubicBezTo>
                  <a:cubicBezTo>
                    <a:pt x="20274" y="155"/>
                    <a:pt x="20232" y="113"/>
                    <a:pt x="20211" y="50"/>
                  </a:cubicBezTo>
                  <a:cubicBezTo>
                    <a:pt x="20180" y="20"/>
                    <a:pt x="20139" y="0"/>
                    <a:pt x="201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" name="Google Shape;214;p15"/>
            <p:cNvSpPr/>
            <p:nvPr/>
          </p:nvSpPr>
          <p:spPr>
            <a:xfrm>
              <a:off x="20308800" y="28749150"/>
              <a:ext cx="511325" cy="822775"/>
            </a:xfrm>
            <a:custGeom>
              <a:avLst/>
              <a:gdLst/>
              <a:ahLst/>
              <a:cxnLst/>
              <a:rect l="l" t="t" r="r" b="b"/>
              <a:pathLst>
                <a:path w="20453" h="32911" extrusionOk="0">
                  <a:moveTo>
                    <a:pt x="20227" y="1"/>
                  </a:moveTo>
                  <a:cubicBezTo>
                    <a:pt x="20190" y="1"/>
                    <a:pt x="20153" y="8"/>
                    <a:pt x="20118" y="22"/>
                  </a:cubicBezTo>
                  <a:cubicBezTo>
                    <a:pt x="20097" y="22"/>
                    <a:pt x="20097" y="63"/>
                    <a:pt x="20076" y="84"/>
                  </a:cubicBezTo>
                  <a:cubicBezTo>
                    <a:pt x="19804" y="335"/>
                    <a:pt x="19574" y="607"/>
                    <a:pt x="19302" y="900"/>
                  </a:cubicBezTo>
                  <a:cubicBezTo>
                    <a:pt x="19302" y="900"/>
                    <a:pt x="19302" y="921"/>
                    <a:pt x="19281" y="921"/>
                  </a:cubicBezTo>
                  <a:cubicBezTo>
                    <a:pt x="19051" y="1172"/>
                    <a:pt x="18841" y="1444"/>
                    <a:pt x="18632" y="1695"/>
                  </a:cubicBezTo>
                  <a:cubicBezTo>
                    <a:pt x="18569" y="1758"/>
                    <a:pt x="18528" y="1842"/>
                    <a:pt x="18465" y="1884"/>
                  </a:cubicBezTo>
                  <a:cubicBezTo>
                    <a:pt x="18318" y="2093"/>
                    <a:pt x="18130" y="2302"/>
                    <a:pt x="17984" y="2512"/>
                  </a:cubicBezTo>
                  <a:cubicBezTo>
                    <a:pt x="17921" y="2595"/>
                    <a:pt x="17837" y="2679"/>
                    <a:pt x="17795" y="2784"/>
                  </a:cubicBezTo>
                  <a:cubicBezTo>
                    <a:pt x="17628" y="2993"/>
                    <a:pt x="17502" y="3160"/>
                    <a:pt x="17356" y="3369"/>
                  </a:cubicBezTo>
                  <a:cubicBezTo>
                    <a:pt x="17293" y="3453"/>
                    <a:pt x="17209" y="3558"/>
                    <a:pt x="17168" y="3641"/>
                  </a:cubicBezTo>
                  <a:cubicBezTo>
                    <a:pt x="17000" y="3851"/>
                    <a:pt x="16875" y="4060"/>
                    <a:pt x="16749" y="4269"/>
                  </a:cubicBezTo>
                  <a:cubicBezTo>
                    <a:pt x="16686" y="4353"/>
                    <a:pt x="16644" y="4436"/>
                    <a:pt x="16561" y="4520"/>
                  </a:cubicBezTo>
                  <a:lnTo>
                    <a:pt x="16100" y="5232"/>
                  </a:lnTo>
                  <a:cubicBezTo>
                    <a:pt x="16059" y="5273"/>
                    <a:pt x="16017" y="5336"/>
                    <a:pt x="15996" y="5420"/>
                  </a:cubicBezTo>
                  <a:cubicBezTo>
                    <a:pt x="15598" y="6006"/>
                    <a:pt x="15222" y="6633"/>
                    <a:pt x="14866" y="7282"/>
                  </a:cubicBezTo>
                  <a:cubicBezTo>
                    <a:pt x="14803" y="7345"/>
                    <a:pt x="14782" y="7429"/>
                    <a:pt x="14740" y="7512"/>
                  </a:cubicBezTo>
                  <a:cubicBezTo>
                    <a:pt x="14594" y="7742"/>
                    <a:pt x="14468" y="7973"/>
                    <a:pt x="14322" y="8203"/>
                  </a:cubicBezTo>
                  <a:cubicBezTo>
                    <a:pt x="14259" y="8286"/>
                    <a:pt x="14217" y="8391"/>
                    <a:pt x="14155" y="8475"/>
                  </a:cubicBezTo>
                  <a:lnTo>
                    <a:pt x="13757" y="9186"/>
                  </a:lnTo>
                  <a:cubicBezTo>
                    <a:pt x="13715" y="9249"/>
                    <a:pt x="13652" y="9333"/>
                    <a:pt x="13631" y="9416"/>
                  </a:cubicBezTo>
                  <a:cubicBezTo>
                    <a:pt x="13485" y="9709"/>
                    <a:pt x="13318" y="9960"/>
                    <a:pt x="13171" y="10253"/>
                  </a:cubicBezTo>
                  <a:cubicBezTo>
                    <a:pt x="12962" y="10609"/>
                    <a:pt x="12753" y="10986"/>
                    <a:pt x="12564" y="11341"/>
                  </a:cubicBezTo>
                  <a:cubicBezTo>
                    <a:pt x="12502" y="11488"/>
                    <a:pt x="12439" y="11592"/>
                    <a:pt x="12376" y="11718"/>
                  </a:cubicBezTo>
                  <a:lnTo>
                    <a:pt x="12062" y="12262"/>
                  </a:lnTo>
                  <a:cubicBezTo>
                    <a:pt x="11539" y="13224"/>
                    <a:pt x="10995" y="14166"/>
                    <a:pt x="10409" y="15108"/>
                  </a:cubicBezTo>
                  <a:cubicBezTo>
                    <a:pt x="8568" y="18183"/>
                    <a:pt x="6622" y="21217"/>
                    <a:pt x="4718" y="24251"/>
                  </a:cubicBezTo>
                  <a:lnTo>
                    <a:pt x="4718" y="24272"/>
                  </a:lnTo>
                  <a:lnTo>
                    <a:pt x="4718" y="24293"/>
                  </a:lnTo>
                  <a:lnTo>
                    <a:pt x="4718" y="24314"/>
                  </a:lnTo>
                  <a:lnTo>
                    <a:pt x="4718" y="24356"/>
                  </a:lnTo>
                  <a:lnTo>
                    <a:pt x="4718" y="24377"/>
                  </a:lnTo>
                  <a:cubicBezTo>
                    <a:pt x="3693" y="26030"/>
                    <a:pt x="2668" y="27641"/>
                    <a:pt x="1684" y="29315"/>
                  </a:cubicBezTo>
                  <a:lnTo>
                    <a:pt x="1684" y="29336"/>
                  </a:lnTo>
                  <a:lnTo>
                    <a:pt x="1684" y="29377"/>
                  </a:lnTo>
                  <a:lnTo>
                    <a:pt x="1684" y="29398"/>
                  </a:lnTo>
                  <a:lnTo>
                    <a:pt x="1684" y="29419"/>
                  </a:lnTo>
                  <a:lnTo>
                    <a:pt x="1684" y="29461"/>
                  </a:lnTo>
                  <a:cubicBezTo>
                    <a:pt x="1621" y="29503"/>
                    <a:pt x="1600" y="29587"/>
                    <a:pt x="1559" y="29670"/>
                  </a:cubicBezTo>
                  <a:lnTo>
                    <a:pt x="1559" y="29691"/>
                  </a:lnTo>
                  <a:cubicBezTo>
                    <a:pt x="1140" y="30361"/>
                    <a:pt x="743" y="31072"/>
                    <a:pt x="345" y="31763"/>
                  </a:cubicBezTo>
                  <a:cubicBezTo>
                    <a:pt x="1" y="32365"/>
                    <a:pt x="520" y="32911"/>
                    <a:pt x="1088" y="32911"/>
                  </a:cubicBezTo>
                  <a:cubicBezTo>
                    <a:pt x="1210" y="32911"/>
                    <a:pt x="1335" y="32886"/>
                    <a:pt x="1454" y="32830"/>
                  </a:cubicBezTo>
                  <a:cubicBezTo>
                    <a:pt x="1517" y="32809"/>
                    <a:pt x="1600" y="32746"/>
                    <a:pt x="1684" y="32662"/>
                  </a:cubicBezTo>
                  <a:cubicBezTo>
                    <a:pt x="6476" y="28038"/>
                    <a:pt x="10388" y="22556"/>
                    <a:pt x="13757" y="16844"/>
                  </a:cubicBezTo>
                  <a:cubicBezTo>
                    <a:pt x="16247" y="12408"/>
                    <a:pt x="19051" y="7721"/>
                    <a:pt x="20097" y="2700"/>
                  </a:cubicBezTo>
                  <a:cubicBezTo>
                    <a:pt x="20097" y="2658"/>
                    <a:pt x="20118" y="2616"/>
                    <a:pt x="20118" y="2595"/>
                  </a:cubicBezTo>
                  <a:cubicBezTo>
                    <a:pt x="20160" y="2365"/>
                    <a:pt x="20222" y="2093"/>
                    <a:pt x="20243" y="1863"/>
                  </a:cubicBezTo>
                  <a:cubicBezTo>
                    <a:pt x="20243" y="1800"/>
                    <a:pt x="20264" y="1779"/>
                    <a:pt x="20264" y="1737"/>
                  </a:cubicBezTo>
                  <a:lnTo>
                    <a:pt x="20348" y="1172"/>
                  </a:lnTo>
                  <a:cubicBezTo>
                    <a:pt x="20390" y="1068"/>
                    <a:pt x="20390" y="1005"/>
                    <a:pt x="20390" y="879"/>
                  </a:cubicBezTo>
                  <a:cubicBezTo>
                    <a:pt x="20411" y="733"/>
                    <a:pt x="20411" y="607"/>
                    <a:pt x="20432" y="440"/>
                  </a:cubicBezTo>
                  <a:cubicBezTo>
                    <a:pt x="20432" y="356"/>
                    <a:pt x="20453" y="294"/>
                    <a:pt x="20453" y="210"/>
                  </a:cubicBezTo>
                  <a:lnTo>
                    <a:pt x="20453" y="126"/>
                  </a:lnTo>
                  <a:cubicBezTo>
                    <a:pt x="20453" y="105"/>
                    <a:pt x="20432" y="105"/>
                    <a:pt x="20432" y="84"/>
                  </a:cubicBezTo>
                  <a:cubicBezTo>
                    <a:pt x="20376" y="29"/>
                    <a:pt x="20301" y="1"/>
                    <a:pt x="202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" name="Google Shape;215;p15"/>
            <p:cNvSpPr/>
            <p:nvPr/>
          </p:nvSpPr>
          <p:spPr>
            <a:xfrm>
              <a:off x="20182700" y="28375125"/>
              <a:ext cx="603425" cy="350075"/>
            </a:xfrm>
            <a:custGeom>
              <a:avLst/>
              <a:gdLst/>
              <a:ahLst/>
              <a:cxnLst/>
              <a:rect l="l" t="t" r="r" b="b"/>
              <a:pathLst>
                <a:path w="24137" h="14003" extrusionOk="0">
                  <a:moveTo>
                    <a:pt x="808" y="1"/>
                  </a:moveTo>
                  <a:cubicBezTo>
                    <a:pt x="364" y="1"/>
                    <a:pt x="1" y="496"/>
                    <a:pt x="137" y="922"/>
                  </a:cubicBezTo>
                  <a:cubicBezTo>
                    <a:pt x="179" y="1027"/>
                    <a:pt x="263" y="1131"/>
                    <a:pt x="367" y="1215"/>
                  </a:cubicBezTo>
                  <a:cubicBezTo>
                    <a:pt x="6623" y="6404"/>
                    <a:pt x="13131" y="11070"/>
                    <a:pt x="20935" y="13288"/>
                  </a:cubicBezTo>
                  <a:cubicBezTo>
                    <a:pt x="20977" y="13309"/>
                    <a:pt x="21040" y="13309"/>
                    <a:pt x="21103" y="13351"/>
                  </a:cubicBezTo>
                  <a:cubicBezTo>
                    <a:pt x="21500" y="13434"/>
                    <a:pt x="21919" y="13560"/>
                    <a:pt x="22316" y="13643"/>
                  </a:cubicBezTo>
                  <a:cubicBezTo>
                    <a:pt x="22421" y="13685"/>
                    <a:pt x="22484" y="13706"/>
                    <a:pt x="22588" y="13727"/>
                  </a:cubicBezTo>
                  <a:cubicBezTo>
                    <a:pt x="22965" y="13811"/>
                    <a:pt x="23362" y="13895"/>
                    <a:pt x="23718" y="13957"/>
                  </a:cubicBezTo>
                  <a:cubicBezTo>
                    <a:pt x="23781" y="13957"/>
                    <a:pt x="23802" y="13999"/>
                    <a:pt x="23823" y="13999"/>
                  </a:cubicBezTo>
                  <a:cubicBezTo>
                    <a:pt x="23838" y="14001"/>
                    <a:pt x="23852" y="14002"/>
                    <a:pt x="23867" y="14002"/>
                  </a:cubicBezTo>
                  <a:cubicBezTo>
                    <a:pt x="23990" y="14002"/>
                    <a:pt x="24078" y="13923"/>
                    <a:pt x="24116" y="13811"/>
                  </a:cubicBezTo>
                  <a:cubicBezTo>
                    <a:pt x="24137" y="13769"/>
                    <a:pt x="24137" y="13727"/>
                    <a:pt x="24116" y="13685"/>
                  </a:cubicBezTo>
                  <a:cubicBezTo>
                    <a:pt x="24116" y="13643"/>
                    <a:pt x="24095" y="13602"/>
                    <a:pt x="24032" y="13581"/>
                  </a:cubicBezTo>
                  <a:cubicBezTo>
                    <a:pt x="23676" y="13309"/>
                    <a:pt x="23341" y="13037"/>
                    <a:pt x="22965" y="12765"/>
                  </a:cubicBezTo>
                  <a:cubicBezTo>
                    <a:pt x="22923" y="12744"/>
                    <a:pt x="22860" y="12681"/>
                    <a:pt x="22818" y="12660"/>
                  </a:cubicBezTo>
                  <a:cubicBezTo>
                    <a:pt x="22525" y="12451"/>
                    <a:pt x="22212" y="12221"/>
                    <a:pt x="21919" y="12011"/>
                  </a:cubicBezTo>
                  <a:lnTo>
                    <a:pt x="21688" y="11844"/>
                  </a:lnTo>
                  <a:cubicBezTo>
                    <a:pt x="21333" y="11614"/>
                    <a:pt x="21019" y="11384"/>
                    <a:pt x="20684" y="11175"/>
                  </a:cubicBezTo>
                  <a:lnTo>
                    <a:pt x="20663" y="11133"/>
                  </a:lnTo>
                  <a:cubicBezTo>
                    <a:pt x="16876" y="8580"/>
                    <a:pt x="12859" y="6404"/>
                    <a:pt x="8841" y="4228"/>
                  </a:cubicBezTo>
                  <a:cubicBezTo>
                    <a:pt x="8841" y="4228"/>
                    <a:pt x="8820" y="4228"/>
                    <a:pt x="8820" y="4207"/>
                  </a:cubicBezTo>
                  <a:lnTo>
                    <a:pt x="8800" y="4207"/>
                  </a:lnTo>
                  <a:cubicBezTo>
                    <a:pt x="6226" y="2847"/>
                    <a:pt x="3673" y="1508"/>
                    <a:pt x="1121" y="85"/>
                  </a:cubicBezTo>
                  <a:cubicBezTo>
                    <a:pt x="1016" y="27"/>
                    <a:pt x="910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" name="Google Shape;216;p15"/>
            <p:cNvSpPr/>
            <p:nvPr/>
          </p:nvSpPr>
          <p:spPr>
            <a:xfrm>
              <a:off x="19914100" y="28430850"/>
              <a:ext cx="673250" cy="292175"/>
            </a:xfrm>
            <a:custGeom>
              <a:avLst/>
              <a:gdLst/>
              <a:ahLst/>
              <a:cxnLst/>
              <a:rect l="l" t="t" r="r" b="b"/>
              <a:pathLst>
                <a:path w="26930" h="11687" extrusionOk="0">
                  <a:moveTo>
                    <a:pt x="1364" y="1"/>
                  </a:moveTo>
                  <a:cubicBezTo>
                    <a:pt x="1157" y="1"/>
                    <a:pt x="953" y="11"/>
                    <a:pt x="754" y="32"/>
                  </a:cubicBezTo>
                  <a:cubicBezTo>
                    <a:pt x="210" y="53"/>
                    <a:pt x="1" y="492"/>
                    <a:pt x="106" y="911"/>
                  </a:cubicBezTo>
                  <a:cubicBezTo>
                    <a:pt x="210" y="1141"/>
                    <a:pt x="357" y="1392"/>
                    <a:pt x="650" y="1476"/>
                  </a:cubicBezTo>
                  <a:cubicBezTo>
                    <a:pt x="3683" y="2522"/>
                    <a:pt x="6696" y="3610"/>
                    <a:pt x="9647" y="4782"/>
                  </a:cubicBezTo>
                  <a:lnTo>
                    <a:pt x="9626" y="4782"/>
                  </a:lnTo>
                  <a:cubicBezTo>
                    <a:pt x="11802" y="5640"/>
                    <a:pt x="13936" y="6581"/>
                    <a:pt x="16091" y="7606"/>
                  </a:cubicBezTo>
                  <a:cubicBezTo>
                    <a:pt x="16970" y="8025"/>
                    <a:pt x="17807" y="8464"/>
                    <a:pt x="18644" y="8925"/>
                  </a:cubicBezTo>
                  <a:cubicBezTo>
                    <a:pt x="21238" y="10222"/>
                    <a:pt x="23770" y="11394"/>
                    <a:pt x="26783" y="11686"/>
                  </a:cubicBezTo>
                  <a:cubicBezTo>
                    <a:pt x="26825" y="11686"/>
                    <a:pt x="26867" y="11686"/>
                    <a:pt x="26888" y="11666"/>
                  </a:cubicBezTo>
                  <a:cubicBezTo>
                    <a:pt x="26909" y="11645"/>
                    <a:pt x="26930" y="11582"/>
                    <a:pt x="26930" y="11498"/>
                  </a:cubicBezTo>
                  <a:cubicBezTo>
                    <a:pt x="26930" y="11414"/>
                    <a:pt x="26888" y="11373"/>
                    <a:pt x="26804" y="11352"/>
                  </a:cubicBezTo>
                  <a:lnTo>
                    <a:pt x="26783" y="11352"/>
                  </a:lnTo>
                  <a:cubicBezTo>
                    <a:pt x="26553" y="11268"/>
                    <a:pt x="26344" y="11184"/>
                    <a:pt x="26093" y="11080"/>
                  </a:cubicBezTo>
                  <a:cubicBezTo>
                    <a:pt x="26051" y="11059"/>
                    <a:pt x="25988" y="11038"/>
                    <a:pt x="25946" y="11038"/>
                  </a:cubicBezTo>
                  <a:cubicBezTo>
                    <a:pt x="25737" y="10954"/>
                    <a:pt x="25528" y="10850"/>
                    <a:pt x="25318" y="10745"/>
                  </a:cubicBezTo>
                  <a:cubicBezTo>
                    <a:pt x="25256" y="10724"/>
                    <a:pt x="25214" y="10682"/>
                    <a:pt x="25130" y="10661"/>
                  </a:cubicBezTo>
                  <a:cubicBezTo>
                    <a:pt x="24921" y="10557"/>
                    <a:pt x="24733" y="10452"/>
                    <a:pt x="24523" y="10347"/>
                  </a:cubicBezTo>
                  <a:lnTo>
                    <a:pt x="24377" y="10264"/>
                  </a:lnTo>
                  <a:cubicBezTo>
                    <a:pt x="24189" y="10159"/>
                    <a:pt x="24042" y="10054"/>
                    <a:pt x="23854" y="9950"/>
                  </a:cubicBezTo>
                  <a:cubicBezTo>
                    <a:pt x="23791" y="9929"/>
                    <a:pt x="23749" y="9908"/>
                    <a:pt x="23686" y="9845"/>
                  </a:cubicBezTo>
                  <a:cubicBezTo>
                    <a:pt x="23519" y="9762"/>
                    <a:pt x="23331" y="9615"/>
                    <a:pt x="23142" y="9510"/>
                  </a:cubicBezTo>
                  <a:cubicBezTo>
                    <a:pt x="23059" y="9469"/>
                    <a:pt x="23017" y="9427"/>
                    <a:pt x="22933" y="9385"/>
                  </a:cubicBezTo>
                  <a:cubicBezTo>
                    <a:pt x="22745" y="9280"/>
                    <a:pt x="22598" y="9155"/>
                    <a:pt x="22410" y="9029"/>
                  </a:cubicBezTo>
                  <a:cubicBezTo>
                    <a:pt x="22326" y="8966"/>
                    <a:pt x="22264" y="8925"/>
                    <a:pt x="22180" y="8841"/>
                  </a:cubicBezTo>
                  <a:cubicBezTo>
                    <a:pt x="22054" y="8757"/>
                    <a:pt x="21950" y="8673"/>
                    <a:pt x="21845" y="8569"/>
                  </a:cubicBezTo>
                  <a:cubicBezTo>
                    <a:pt x="21678" y="8443"/>
                    <a:pt x="21531" y="8339"/>
                    <a:pt x="21364" y="8213"/>
                  </a:cubicBezTo>
                  <a:cubicBezTo>
                    <a:pt x="21343" y="8192"/>
                    <a:pt x="21280" y="8150"/>
                    <a:pt x="21259" y="8129"/>
                  </a:cubicBezTo>
                  <a:cubicBezTo>
                    <a:pt x="18769" y="6246"/>
                    <a:pt x="16363" y="4112"/>
                    <a:pt x="13559" y="2773"/>
                  </a:cubicBezTo>
                  <a:cubicBezTo>
                    <a:pt x="10023" y="1078"/>
                    <a:pt x="6006" y="137"/>
                    <a:pt x="2051" y="32"/>
                  </a:cubicBezTo>
                  <a:lnTo>
                    <a:pt x="1989" y="32"/>
                  </a:lnTo>
                  <a:cubicBezTo>
                    <a:pt x="1779" y="11"/>
                    <a:pt x="1570" y="1"/>
                    <a:pt x="13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" name="Google Shape;217;p15"/>
            <p:cNvSpPr/>
            <p:nvPr/>
          </p:nvSpPr>
          <p:spPr>
            <a:xfrm>
              <a:off x="19600250" y="28499650"/>
              <a:ext cx="774200" cy="245875"/>
            </a:xfrm>
            <a:custGeom>
              <a:avLst/>
              <a:gdLst/>
              <a:ahLst/>
              <a:cxnLst/>
              <a:rect l="l" t="t" r="r" b="b"/>
              <a:pathLst>
                <a:path w="30968" h="9835" extrusionOk="0">
                  <a:moveTo>
                    <a:pt x="6613" y="0"/>
                  </a:moveTo>
                  <a:cubicBezTo>
                    <a:pt x="4520" y="0"/>
                    <a:pt x="2532" y="63"/>
                    <a:pt x="733" y="251"/>
                  </a:cubicBezTo>
                  <a:cubicBezTo>
                    <a:pt x="252" y="272"/>
                    <a:pt x="1" y="753"/>
                    <a:pt x="105" y="1151"/>
                  </a:cubicBezTo>
                  <a:cubicBezTo>
                    <a:pt x="105" y="1318"/>
                    <a:pt x="252" y="1507"/>
                    <a:pt x="545" y="1590"/>
                  </a:cubicBezTo>
                  <a:cubicBezTo>
                    <a:pt x="5859" y="2678"/>
                    <a:pt x="11007" y="4080"/>
                    <a:pt x="16154" y="5712"/>
                  </a:cubicBezTo>
                  <a:cubicBezTo>
                    <a:pt x="16509" y="5817"/>
                    <a:pt x="16844" y="5963"/>
                    <a:pt x="17179" y="6068"/>
                  </a:cubicBezTo>
                  <a:lnTo>
                    <a:pt x="17158" y="6068"/>
                  </a:lnTo>
                  <a:cubicBezTo>
                    <a:pt x="18518" y="6528"/>
                    <a:pt x="19878" y="7051"/>
                    <a:pt x="21259" y="7574"/>
                  </a:cubicBezTo>
                  <a:cubicBezTo>
                    <a:pt x="21343" y="7595"/>
                    <a:pt x="21385" y="7637"/>
                    <a:pt x="21468" y="7658"/>
                  </a:cubicBezTo>
                  <a:cubicBezTo>
                    <a:pt x="21489" y="7658"/>
                    <a:pt x="21531" y="7679"/>
                    <a:pt x="21573" y="7679"/>
                  </a:cubicBezTo>
                  <a:cubicBezTo>
                    <a:pt x="24000" y="8579"/>
                    <a:pt x="26490" y="9416"/>
                    <a:pt x="29022" y="9730"/>
                  </a:cubicBezTo>
                  <a:lnTo>
                    <a:pt x="29064" y="9730"/>
                  </a:lnTo>
                  <a:cubicBezTo>
                    <a:pt x="29182" y="9747"/>
                    <a:pt x="29355" y="9777"/>
                    <a:pt x="29528" y="9777"/>
                  </a:cubicBezTo>
                  <a:cubicBezTo>
                    <a:pt x="29569" y="9777"/>
                    <a:pt x="29610" y="9775"/>
                    <a:pt x="29649" y="9771"/>
                  </a:cubicBezTo>
                  <a:cubicBezTo>
                    <a:pt x="29838" y="9792"/>
                    <a:pt x="30026" y="9792"/>
                    <a:pt x="30173" y="9834"/>
                  </a:cubicBezTo>
                  <a:lnTo>
                    <a:pt x="30319" y="9834"/>
                  </a:lnTo>
                  <a:cubicBezTo>
                    <a:pt x="30361" y="9834"/>
                    <a:pt x="30424" y="9834"/>
                    <a:pt x="30466" y="9792"/>
                  </a:cubicBezTo>
                  <a:cubicBezTo>
                    <a:pt x="30758" y="9730"/>
                    <a:pt x="30968" y="9374"/>
                    <a:pt x="30905" y="9060"/>
                  </a:cubicBezTo>
                  <a:cubicBezTo>
                    <a:pt x="30884" y="8997"/>
                    <a:pt x="30884" y="8914"/>
                    <a:pt x="30821" y="8851"/>
                  </a:cubicBezTo>
                  <a:cubicBezTo>
                    <a:pt x="30779" y="8788"/>
                    <a:pt x="30717" y="8725"/>
                    <a:pt x="30675" y="8642"/>
                  </a:cubicBezTo>
                  <a:cubicBezTo>
                    <a:pt x="30445" y="8328"/>
                    <a:pt x="30173" y="8056"/>
                    <a:pt x="29942" y="7763"/>
                  </a:cubicBezTo>
                  <a:cubicBezTo>
                    <a:pt x="29733" y="7428"/>
                    <a:pt x="29440" y="7135"/>
                    <a:pt x="29105" y="6905"/>
                  </a:cubicBezTo>
                  <a:cubicBezTo>
                    <a:pt x="23686" y="1716"/>
                    <a:pt x="14501" y="42"/>
                    <a:pt x="66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" name="Google Shape;218;p15"/>
            <p:cNvSpPr/>
            <p:nvPr/>
          </p:nvSpPr>
          <p:spPr>
            <a:xfrm>
              <a:off x="20149825" y="28752300"/>
              <a:ext cx="462625" cy="768775"/>
            </a:xfrm>
            <a:custGeom>
              <a:avLst/>
              <a:gdLst/>
              <a:ahLst/>
              <a:cxnLst/>
              <a:rect l="l" t="t" r="r" b="b"/>
              <a:pathLst>
                <a:path w="18505" h="30751" extrusionOk="0">
                  <a:moveTo>
                    <a:pt x="13598" y="8453"/>
                  </a:moveTo>
                  <a:cubicBezTo>
                    <a:pt x="13593" y="8459"/>
                    <a:pt x="13588" y="8464"/>
                    <a:pt x="13588" y="8474"/>
                  </a:cubicBezTo>
                  <a:lnTo>
                    <a:pt x="13588" y="8474"/>
                  </a:lnTo>
                  <a:cubicBezTo>
                    <a:pt x="13591" y="8467"/>
                    <a:pt x="13595" y="8460"/>
                    <a:pt x="13598" y="8453"/>
                  </a:cubicBezTo>
                  <a:close/>
                  <a:moveTo>
                    <a:pt x="18233" y="0"/>
                  </a:moveTo>
                  <a:cubicBezTo>
                    <a:pt x="18170" y="0"/>
                    <a:pt x="18066" y="42"/>
                    <a:pt x="18003" y="84"/>
                  </a:cubicBezTo>
                  <a:cubicBezTo>
                    <a:pt x="17773" y="293"/>
                    <a:pt x="17563" y="481"/>
                    <a:pt x="17333" y="691"/>
                  </a:cubicBezTo>
                  <a:cubicBezTo>
                    <a:pt x="17255" y="769"/>
                    <a:pt x="17323" y="902"/>
                    <a:pt x="17418" y="902"/>
                  </a:cubicBezTo>
                  <a:cubicBezTo>
                    <a:pt x="17424" y="902"/>
                    <a:pt x="17431" y="901"/>
                    <a:pt x="17438" y="900"/>
                  </a:cubicBezTo>
                  <a:lnTo>
                    <a:pt x="17438" y="900"/>
                  </a:lnTo>
                  <a:cubicBezTo>
                    <a:pt x="17375" y="921"/>
                    <a:pt x="17354" y="942"/>
                    <a:pt x="17291" y="984"/>
                  </a:cubicBezTo>
                  <a:cubicBezTo>
                    <a:pt x="17291" y="984"/>
                    <a:pt x="17270" y="984"/>
                    <a:pt x="17270" y="1005"/>
                  </a:cubicBezTo>
                  <a:cubicBezTo>
                    <a:pt x="17229" y="1025"/>
                    <a:pt x="17187" y="1046"/>
                    <a:pt x="17145" y="1109"/>
                  </a:cubicBezTo>
                  <a:lnTo>
                    <a:pt x="17124" y="1130"/>
                  </a:lnTo>
                  <a:lnTo>
                    <a:pt x="16977" y="1256"/>
                  </a:lnTo>
                  <a:cubicBezTo>
                    <a:pt x="16957" y="1297"/>
                    <a:pt x="16936" y="1318"/>
                    <a:pt x="16915" y="1360"/>
                  </a:cubicBezTo>
                  <a:lnTo>
                    <a:pt x="16852" y="1423"/>
                  </a:lnTo>
                  <a:cubicBezTo>
                    <a:pt x="16203" y="2302"/>
                    <a:pt x="15471" y="4143"/>
                    <a:pt x="14927" y="5524"/>
                  </a:cubicBezTo>
                  <a:cubicBezTo>
                    <a:pt x="14760" y="5922"/>
                    <a:pt x="14613" y="6340"/>
                    <a:pt x="14446" y="6738"/>
                  </a:cubicBezTo>
                  <a:cubicBezTo>
                    <a:pt x="14446" y="6759"/>
                    <a:pt x="14425" y="6779"/>
                    <a:pt x="14425" y="6800"/>
                  </a:cubicBezTo>
                  <a:cubicBezTo>
                    <a:pt x="14425" y="6842"/>
                    <a:pt x="14404" y="6842"/>
                    <a:pt x="14404" y="6863"/>
                  </a:cubicBezTo>
                  <a:cubicBezTo>
                    <a:pt x="14341" y="6968"/>
                    <a:pt x="14320" y="7051"/>
                    <a:pt x="14299" y="7093"/>
                  </a:cubicBezTo>
                  <a:cubicBezTo>
                    <a:pt x="14236" y="7219"/>
                    <a:pt x="14153" y="7365"/>
                    <a:pt x="14111" y="7470"/>
                  </a:cubicBezTo>
                  <a:cubicBezTo>
                    <a:pt x="13930" y="7793"/>
                    <a:pt x="13787" y="8115"/>
                    <a:pt x="13608" y="8438"/>
                  </a:cubicBezTo>
                  <a:lnTo>
                    <a:pt x="13608" y="8438"/>
                  </a:lnTo>
                  <a:cubicBezTo>
                    <a:pt x="13609" y="8436"/>
                    <a:pt x="13609" y="8434"/>
                    <a:pt x="13609" y="8432"/>
                  </a:cubicBezTo>
                  <a:lnTo>
                    <a:pt x="13609" y="8432"/>
                  </a:lnTo>
                  <a:cubicBezTo>
                    <a:pt x="13605" y="8439"/>
                    <a:pt x="13602" y="8446"/>
                    <a:pt x="13598" y="8453"/>
                  </a:cubicBezTo>
                  <a:lnTo>
                    <a:pt x="13598" y="8453"/>
                  </a:lnTo>
                  <a:cubicBezTo>
                    <a:pt x="13599" y="8452"/>
                    <a:pt x="13600" y="8451"/>
                    <a:pt x="13601" y="8450"/>
                  </a:cubicBezTo>
                  <a:lnTo>
                    <a:pt x="13601" y="8450"/>
                  </a:lnTo>
                  <a:cubicBezTo>
                    <a:pt x="13597" y="8458"/>
                    <a:pt x="13592" y="8466"/>
                    <a:pt x="13588" y="8474"/>
                  </a:cubicBezTo>
                  <a:cubicBezTo>
                    <a:pt x="13588" y="8474"/>
                    <a:pt x="13588" y="8474"/>
                    <a:pt x="13588" y="8474"/>
                  </a:cubicBezTo>
                  <a:lnTo>
                    <a:pt x="13588" y="8474"/>
                  </a:lnTo>
                  <a:cubicBezTo>
                    <a:pt x="12527" y="10595"/>
                    <a:pt x="11404" y="12735"/>
                    <a:pt x="10261" y="14814"/>
                  </a:cubicBezTo>
                  <a:cubicBezTo>
                    <a:pt x="8294" y="18308"/>
                    <a:pt x="6181" y="21635"/>
                    <a:pt x="3900" y="24878"/>
                  </a:cubicBezTo>
                  <a:cubicBezTo>
                    <a:pt x="2729" y="26552"/>
                    <a:pt x="1536" y="28226"/>
                    <a:pt x="301" y="29879"/>
                  </a:cubicBezTo>
                  <a:cubicBezTo>
                    <a:pt x="1" y="30291"/>
                    <a:pt x="299" y="30750"/>
                    <a:pt x="688" y="30750"/>
                  </a:cubicBezTo>
                  <a:cubicBezTo>
                    <a:pt x="813" y="30750"/>
                    <a:pt x="948" y="30703"/>
                    <a:pt x="1076" y="30591"/>
                  </a:cubicBezTo>
                  <a:cubicBezTo>
                    <a:pt x="2540" y="29251"/>
                    <a:pt x="4047" y="27787"/>
                    <a:pt x="5532" y="26155"/>
                  </a:cubicBezTo>
                  <a:lnTo>
                    <a:pt x="5532" y="26134"/>
                  </a:lnTo>
                  <a:lnTo>
                    <a:pt x="5616" y="26050"/>
                  </a:lnTo>
                  <a:cubicBezTo>
                    <a:pt x="11726" y="19355"/>
                    <a:pt x="17375" y="10546"/>
                    <a:pt x="18379" y="1988"/>
                  </a:cubicBezTo>
                  <a:lnTo>
                    <a:pt x="18379" y="1883"/>
                  </a:lnTo>
                  <a:cubicBezTo>
                    <a:pt x="18421" y="1360"/>
                    <a:pt x="18484" y="816"/>
                    <a:pt x="18505" y="293"/>
                  </a:cubicBezTo>
                  <a:lnTo>
                    <a:pt x="18505" y="189"/>
                  </a:lnTo>
                  <a:cubicBezTo>
                    <a:pt x="18484" y="84"/>
                    <a:pt x="18379" y="0"/>
                    <a:pt x="18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" name="Google Shape;219;p15"/>
            <p:cNvSpPr/>
            <p:nvPr/>
          </p:nvSpPr>
          <p:spPr>
            <a:xfrm>
              <a:off x="19279125" y="28273675"/>
              <a:ext cx="2565725" cy="1180375"/>
            </a:xfrm>
            <a:custGeom>
              <a:avLst/>
              <a:gdLst/>
              <a:ahLst/>
              <a:cxnLst/>
              <a:rect l="l" t="t" r="r" b="b"/>
              <a:pathLst>
                <a:path w="102629" h="47215" extrusionOk="0">
                  <a:moveTo>
                    <a:pt x="72729" y="5754"/>
                  </a:moveTo>
                  <a:lnTo>
                    <a:pt x="72729" y="5754"/>
                  </a:lnTo>
                  <a:cubicBezTo>
                    <a:pt x="73231" y="6277"/>
                    <a:pt x="73733" y="6800"/>
                    <a:pt x="74194" y="7365"/>
                  </a:cubicBezTo>
                  <a:cubicBezTo>
                    <a:pt x="74232" y="7403"/>
                    <a:pt x="74269" y="7419"/>
                    <a:pt x="74305" y="7419"/>
                  </a:cubicBezTo>
                  <a:cubicBezTo>
                    <a:pt x="74369" y="7419"/>
                    <a:pt x="74426" y="7369"/>
                    <a:pt x="74466" y="7302"/>
                  </a:cubicBezTo>
                  <a:cubicBezTo>
                    <a:pt x="76328" y="9144"/>
                    <a:pt x="77918" y="11173"/>
                    <a:pt x="79257" y="13391"/>
                  </a:cubicBezTo>
                  <a:lnTo>
                    <a:pt x="79257" y="13433"/>
                  </a:lnTo>
                  <a:cubicBezTo>
                    <a:pt x="80659" y="15777"/>
                    <a:pt x="81789" y="18371"/>
                    <a:pt x="82626" y="21196"/>
                  </a:cubicBezTo>
                  <a:cubicBezTo>
                    <a:pt x="82103" y="21070"/>
                    <a:pt x="81559" y="20966"/>
                    <a:pt x="81036" y="20819"/>
                  </a:cubicBezTo>
                  <a:lnTo>
                    <a:pt x="81036" y="20777"/>
                  </a:lnTo>
                  <a:cubicBezTo>
                    <a:pt x="80994" y="20756"/>
                    <a:pt x="80931" y="20694"/>
                    <a:pt x="80868" y="20694"/>
                  </a:cubicBezTo>
                  <a:cubicBezTo>
                    <a:pt x="80847" y="20694"/>
                    <a:pt x="80847" y="20694"/>
                    <a:pt x="80827" y="20714"/>
                  </a:cubicBezTo>
                  <a:cubicBezTo>
                    <a:pt x="80785" y="20756"/>
                    <a:pt x="80743" y="20777"/>
                    <a:pt x="80722" y="20798"/>
                  </a:cubicBezTo>
                  <a:cubicBezTo>
                    <a:pt x="79885" y="20610"/>
                    <a:pt x="79006" y="20463"/>
                    <a:pt x="78169" y="20275"/>
                  </a:cubicBezTo>
                  <a:lnTo>
                    <a:pt x="78169" y="20254"/>
                  </a:lnTo>
                  <a:cubicBezTo>
                    <a:pt x="78169" y="20254"/>
                    <a:pt x="78169" y="20233"/>
                    <a:pt x="78211" y="20233"/>
                  </a:cubicBezTo>
                  <a:cubicBezTo>
                    <a:pt x="78839" y="14416"/>
                    <a:pt x="76579" y="9834"/>
                    <a:pt x="73043" y="6152"/>
                  </a:cubicBezTo>
                  <a:lnTo>
                    <a:pt x="72729" y="5754"/>
                  </a:lnTo>
                  <a:close/>
                  <a:moveTo>
                    <a:pt x="72311" y="19857"/>
                  </a:moveTo>
                  <a:cubicBezTo>
                    <a:pt x="73985" y="20066"/>
                    <a:pt x="75637" y="20338"/>
                    <a:pt x="77311" y="20610"/>
                  </a:cubicBezTo>
                  <a:cubicBezTo>
                    <a:pt x="76935" y="21091"/>
                    <a:pt x="76579" y="21531"/>
                    <a:pt x="76223" y="22012"/>
                  </a:cubicBezTo>
                  <a:cubicBezTo>
                    <a:pt x="74884" y="23644"/>
                    <a:pt x="73524" y="25297"/>
                    <a:pt x="72164" y="26929"/>
                  </a:cubicBezTo>
                  <a:lnTo>
                    <a:pt x="72164" y="26950"/>
                  </a:lnTo>
                  <a:cubicBezTo>
                    <a:pt x="71516" y="27703"/>
                    <a:pt x="70867" y="28456"/>
                    <a:pt x="70218" y="29230"/>
                  </a:cubicBezTo>
                  <a:cubicBezTo>
                    <a:pt x="69465" y="30109"/>
                    <a:pt x="68712" y="30967"/>
                    <a:pt x="67917" y="31867"/>
                  </a:cubicBezTo>
                  <a:lnTo>
                    <a:pt x="67896" y="31888"/>
                  </a:lnTo>
                  <a:cubicBezTo>
                    <a:pt x="66640" y="33331"/>
                    <a:pt x="65364" y="34733"/>
                    <a:pt x="64067" y="36156"/>
                  </a:cubicBezTo>
                  <a:cubicBezTo>
                    <a:pt x="65615" y="34210"/>
                    <a:pt x="67080" y="32181"/>
                    <a:pt x="68335" y="30067"/>
                  </a:cubicBezTo>
                  <a:cubicBezTo>
                    <a:pt x="68440" y="29879"/>
                    <a:pt x="68586" y="29670"/>
                    <a:pt x="68691" y="29481"/>
                  </a:cubicBezTo>
                  <a:cubicBezTo>
                    <a:pt x="68754" y="29356"/>
                    <a:pt x="68816" y="29251"/>
                    <a:pt x="68900" y="29126"/>
                  </a:cubicBezTo>
                  <a:cubicBezTo>
                    <a:pt x="69047" y="28854"/>
                    <a:pt x="69172" y="28603"/>
                    <a:pt x="69319" y="28331"/>
                  </a:cubicBezTo>
                  <a:lnTo>
                    <a:pt x="69465" y="28017"/>
                  </a:lnTo>
                  <a:lnTo>
                    <a:pt x="69779" y="27389"/>
                  </a:lnTo>
                  <a:cubicBezTo>
                    <a:pt x="69821" y="27285"/>
                    <a:pt x="69883" y="27201"/>
                    <a:pt x="69904" y="27096"/>
                  </a:cubicBezTo>
                  <a:cubicBezTo>
                    <a:pt x="70051" y="26824"/>
                    <a:pt x="70176" y="26552"/>
                    <a:pt x="70302" y="26259"/>
                  </a:cubicBezTo>
                  <a:cubicBezTo>
                    <a:pt x="70344" y="26155"/>
                    <a:pt x="70386" y="26092"/>
                    <a:pt x="70428" y="25987"/>
                  </a:cubicBezTo>
                  <a:cubicBezTo>
                    <a:pt x="70574" y="25715"/>
                    <a:pt x="70679" y="25422"/>
                    <a:pt x="70783" y="25171"/>
                  </a:cubicBezTo>
                  <a:cubicBezTo>
                    <a:pt x="70804" y="25108"/>
                    <a:pt x="70804" y="25088"/>
                    <a:pt x="70825" y="25046"/>
                  </a:cubicBezTo>
                  <a:cubicBezTo>
                    <a:pt x="70930" y="24753"/>
                    <a:pt x="71055" y="24460"/>
                    <a:pt x="71160" y="24167"/>
                  </a:cubicBezTo>
                  <a:cubicBezTo>
                    <a:pt x="71202" y="24104"/>
                    <a:pt x="71223" y="24041"/>
                    <a:pt x="71244" y="23958"/>
                  </a:cubicBezTo>
                  <a:cubicBezTo>
                    <a:pt x="71348" y="23644"/>
                    <a:pt x="71453" y="23330"/>
                    <a:pt x="71557" y="23058"/>
                  </a:cubicBezTo>
                  <a:cubicBezTo>
                    <a:pt x="71557" y="22995"/>
                    <a:pt x="71578" y="22974"/>
                    <a:pt x="71578" y="22911"/>
                  </a:cubicBezTo>
                  <a:cubicBezTo>
                    <a:pt x="71683" y="22598"/>
                    <a:pt x="71767" y="22326"/>
                    <a:pt x="71850" y="22012"/>
                  </a:cubicBezTo>
                  <a:cubicBezTo>
                    <a:pt x="71850" y="21970"/>
                    <a:pt x="71871" y="21949"/>
                    <a:pt x="71871" y="21928"/>
                  </a:cubicBezTo>
                  <a:cubicBezTo>
                    <a:pt x="71955" y="21593"/>
                    <a:pt x="72039" y="21279"/>
                    <a:pt x="72101" y="20924"/>
                  </a:cubicBezTo>
                  <a:cubicBezTo>
                    <a:pt x="72101" y="20903"/>
                    <a:pt x="72143" y="20882"/>
                    <a:pt x="72143" y="20819"/>
                  </a:cubicBezTo>
                  <a:cubicBezTo>
                    <a:pt x="72206" y="20505"/>
                    <a:pt x="72269" y="20170"/>
                    <a:pt x="72311" y="19857"/>
                  </a:cubicBezTo>
                  <a:close/>
                  <a:moveTo>
                    <a:pt x="64761" y="0"/>
                  </a:moveTo>
                  <a:cubicBezTo>
                    <a:pt x="64113" y="0"/>
                    <a:pt x="63614" y="912"/>
                    <a:pt x="64213" y="1423"/>
                  </a:cubicBezTo>
                  <a:cubicBezTo>
                    <a:pt x="65238" y="2281"/>
                    <a:pt x="66180" y="3243"/>
                    <a:pt x="67059" y="4269"/>
                  </a:cubicBezTo>
                  <a:lnTo>
                    <a:pt x="67080" y="4269"/>
                  </a:lnTo>
                  <a:lnTo>
                    <a:pt x="67122" y="4289"/>
                  </a:lnTo>
                  <a:cubicBezTo>
                    <a:pt x="67122" y="4331"/>
                    <a:pt x="67143" y="4331"/>
                    <a:pt x="67143" y="4331"/>
                  </a:cubicBezTo>
                  <a:lnTo>
                    <a:pt x="67143" y="4352"/>
                  </a:lnTo>
                  <a:lnTo>
                    <a:pt x="67163" y="4373"/>
                  </a:lnTo>
                  <a:cubicBezTo>
                    <a:pt x="69904" y="7574"/>
                    <a:pt x="72143" y="11299"/>
                    <a:pt x="74382" y="14940"/>
                  </a:cubicBezTo>
                  <a:cubicBezTo>
                    <a:pt x="75031" y="16007"/>
                    <a:pt x="75700" y="17053"/>
                    <a:pt x="76349" y="18078"/>
                  </a:cubicBezTo>
                  <a:cubicBezTo>
                    <a:pt x="76433" y="18183"/>
                    <a:pt x="76474" y="18287"/>
                    <a:pt x="76558" y="18392"/>
                  </a:cubicBezTo>
                  <a:cubicBezTo>
                    <a:pt x="76746" y="18664"/>
                    <a:pt x="76893" y="18915"/>
                    <a:pt x="77081" y="19187"/>
                  </a:cubicBezTo>
                  <a:cubicBezTo>
                    <a:pt x="77102" y="19229"/>
                    <a:pt x="77165" y="19292"/>
                    <a:pt x="77186" y="19334"/>
                  </a:cubicBezTo>
                  <a:cubicBezTo>
                    <a:pt x="77374" y="19606"/>
                    <a:pt x="77542" y="19878"/>
                    <a:pt x="77730" y="20150"/>
                  </a:cubicBezTo>
                  <a:cubicBezTo>
                    <a:pt x="77709" y="20150"/>
                    <a:pt x="77688" y="20170"/>
                    <a:pt x="77625" y="20191"/>
                  </a:cubicBezTo>
                  <a:cubicBezTo>
                    <a:pt x="75575" y="19815"/>
                    <a:pt x="73524" y="19501"/>
                    <a:pt x="71453" y="19229"/>
                  </a:cubicBezTo>
                  <a:cubicBezTo>
                    <a:pt x="72039" y="13956"/>
                    <a:pt x="68963" y="9248"/>
                    <a:pt x="64862" y="5796"/>
                  </a:cubicBezTo>
                  <a:lnTo>
                    <a:pt x="64841" y="5754"/>
                  </a:lnTo>
                  <a:lnTo>
                    <a:pt x="64820" y="5754"/>
                  </a:lnTo>
                  <a:cubicBezTo>
                    <a:pt x="62016" y="3411"/>
                    <a:pt x="58710" y="1611"/>
                    <a:pt x="55739" y="565"/>
                  </a:cubicBezTo>
                  <a:cubicBezTo>
                    <a:pt x="55650" y="534"/>
                    <a:pt x="55563" y="520"/>
                    <a:pt x="55478" y="520"/>
                  </a:cubicBezTo>
                  <a:cubicBezTo>
                    <a:pt x="54985" y="520"/>
                    <a:pt x="54588" y="997"/>
                    <a:pt x="54588" y="1444"/>
                  </a:cubicBezTo>
                  <a:cubicBezTo>
                    <a:pt x="54588" y="1674"/>
                    <a:pt x="54693" y="1946"/>
                    <a:pt x="54986" y="2072"/>
                  </a:cubicBezTo>
                  <a:cubicBezTo>
                    <a:pt x="55509" y="2364"/>
                    <a:pt x="55990" y="2678"/>
                    <a:pt x="56492" y="2992"/>
                  </a:cubicBezTo>
                  <a:cubicBezTo>
                    <a:pt x="56513" y="2992"/>
                    <a:pt x="56513" y="3013"/>
                    <a:pt x="56555" y="3034"/>
                  </a:cubicBezTo>
                  <a:cubicBezTo>
                    <a:pt x="57811" y="4038"/>
                    <a:pt x="59087" y="4980"/>
                    <a:pt x="60342" y="5942"/>
                  </a:cubicBezTo>
                  <a:lnTo>
                    <a:pt x="60363" y="5942"/>
                  </a:lnTo>
                  <a:cubicBezTo>
                    <a:pt x="61849" y="7261"/>
                    <a:pt x="63272" y="8683"/>
                    <a:pt x="64611" y="10211"/>
                  </a:cubicBezTo>
                  <a:cubicBezTo>
                    <a:pt x="66619" y="12450"/>
                    <a:pt x="68021" y="15128"/>
                    <a:pt x="69758" y="17576"/>
                  </a:cubicBezTo>
                  <a:cubicBezTo>
                    <a:pt x="69779" y="17618"/>
                    <a:pt x="69800" y="17639"/>
                    <a:pt x="69800" y="17681"/>
                  </a:cubicBezTo>
                  <a:cubicBezTo>
                    <a:pt x="69883" y="17827"/>
                    <a:pt x="69988" y="17932"/>
                    <a:pt x="70072" y="18057"/>
                  </a:cubicBezTo>
                  <a:cubicBezTo>
                    <a:pt x="70114" y="18141"/>
                    <a:pt x="70176" y="18183"/>
                    <a:pt x="70218" y="18266"/>
                  </a:cubicBezTo>
                  <a:cubicBezTo>
                    <a:pt x="70302" y="18371"/>
                    <a:pt x="70344" y="18455"/>
                    <a:pt x="70428" y="18559"/>
                  </a:cubicBezTo>
                  <a:cubicBezTo>
                    <a:pt x="70511" y="18664"/>
                    <a:pt x="70595" y="18769"/>
                    <a:pt x="70700" y="18873"/>
                  </a:cubicBezTo>
                  <a:cubicBezTo>
                    <a:pt x="70741" y="18915"/>
                    <a:pt x="70804" y="18999"/>
                    <a:pt x="70846" y="19041"/>
                  </a:cubicBezTo>
                  <a:cubicBezTo>
                    <a:pt x="70909" y="19103"/>
                    <a:pt x="70930" y="19145"/>
                    <a:pt x="70992" y="19208"/>
                  </a:cubicBezTo>
                  <a:cubicBezTo>
                    <a:pt x="69570" y="19020"/>
                    <a:pt x="68147" y="18894"/>
                    <a:pt x="66745" y="18769"/>
                  </a:cubicBezTo>
                  <a:lnTo>
                    <a:pt x="66766" y="18769"/>
                  </a:lnTo>
                  <a:cubicBezTo>
                    <a:pt x="66763" y="18768"/>
                    <a:pt x="66761" y="18768"/>
                    <a:pt x="66758" y="18768"/>
                  </a:cubicBezTo>
                  <a:lnTo>
                    <a:pt x="66758" y="18768"/>
                  </a:lnTo>
                  <a:cubicBezTo>
                    <a:pt x="66814" y="18763"/>
                    <a:pt x="66854" y="18725"/>
                    <a:pt x="66912" y="18706"/>
                  </a:cubicBezTo>
                  <a:lnTo>
                    <a:pt x="66933" y="18685"/>
                  </a:lnTo>
                  <a:cubicBezTo>
                    <a:pt x="66975" y="18601"/>
                    <a:pt x="67017" y="18497"/>
                    <a:pt x="66954" y="18413"/>
                  </a:cubicBezTo>
                  <a:cubicBezTo>
                    <a:pt x="63837" y="14228"/>
                    <a:pt x="59673" y="10608"/>
                    <a:pt x="55216" y="7512"/>
                  </a:cubicBezTo>
                  <a:cubicBezTo>
                    <a:pt x="55174" y="7491"/>
                    <a:pt x="55153" y="7491"/>
                    <a:pt x="55132" y="7470"/>
                  </a:cubicBezTo>
                  <a:cubicBezTo>
                    <a:pt x="54233" y="6842"/>
                    <a:pt x="53333" y="6256"/>
                    <a:pt x="52412" y="5691"/>
                  </a:cubicBezTo>
                  <a:cubicBezTo>
                    <a:pt x="52391" y="5691"/>
                    <a:pt x="52391" y="5649"/>
                    <a:pt x="52350" y="5629"/>
                  </a:cubicBezTo>
                  <a:cubicBezTo>
                    <a:pt x="51701" y="5210"/>
                    <a:pt x="51052" y="4813"/>
                    <a:pt x="50404" y="4436"/>
                  </a:cubicBezTo>
                  <a:cubicBezTo>
                    <a:pt x="49211" y="3745"/>
                    <a:pt x="48039" y="3076"/>
                    <a:pt x="46888" y="2469"/>
                  </a:cubicBezTo>
                  <a:cubicBezTo>
                    <a:pt x="46771" y="2407"/>
                    <a:pt x="46661" y="2379"/>
                    <a:pt x="46560" y="2379"/>
                  </a:cubicBezTo>
                  <a:cubicBezTo>
                    <a:pt x="46119" y="2379"/>
                    <a:pt x="45860" y="2901"/>
                    <a:pt x="46031" y="3327"/>
                  </a:cubicBezTo>
                  <a:lnTo>
                    <a:pt x="46051" y="3348"/>
                  </a:lnTo>
                  <a:cubicBezTo>
                    <a:pt x="46072" y="3432"/>
                    <a:pt x="46114" y="3515"/>
                    <a:pt x="46177" y="3599"/>
                  </a:cubicBezTo>
                  <a:cubicBezTo>
                    <a:pt x="50445" y="8118"/>
                    <a:pt x="55551" y="12722"/>
                    <a:pt x="61137" y="16007"/>
                  </a:cubicBezTo>
                  <a:cubicBezTo>
                    <a:pt x="61179" y="16049"/>
                    <a:pt x="61200" y="16049"/>
                    <a:pt x="61221" y="16069"/>
                  </a:cubicBezTo>
                  <a:cubicBezTo>
                    <a:pt x="61514" y="16258"/>
                    <a:pt x="61807" y="16404"/>
                    <a:pt x="62121" y="16572"/>
                  </a:cubicBezTo>
                  <a:cubicBezTo>
                    <a:pt x="62184" y="16613"/>
                    <a:pt x="62267" y="16634"/>
                    <a:pt x="62351" y="16697"/>
                  </a:cubicBezTo>
                  <a:cubicBezTo>
                    <a:pt x="62644" y="16844"/>
                    <a:pt x="62916" y="17011"/>
                    <a:pt x="63230" y="17157"/>
                  </a:cubicBezTo>
                  <a:cubicBezTo>
                    <a:pt x="63376" y="17220"/>
                    <a:pt x="63481" y="17304"/>
                    <a:pt x="63606" y="17346"/>
                  </a:cubicBezTo>
                  <a:cubicBezTo>
                    <a:pt x="63816" y="17450"/>
                    <a:pt x="64004" y="17555"/>
                    <a:pt x="64213" y="17639"/>
                  </a:cubicBezTo>
                  <a:cubicBezTo>
                    <a:pt x="64360" y="17722"/>
                    <a:pt x="64548" y="17785"/>
                    <a:pt x="64715" y="17869"/>
                  </a:cubicBezTo>
                  <a:cubicBezTo>
                    <a:pt x="64946" y="17973"/>
                    <a:pt x="65155" y="18078"/>
                    <a:pt x="65385" y="18183"/>
                  </a:cubicBezTo>
                  <a:cubicBezTo>
                    <a:pt x="65531" y="18266"/>
                    <a:pt x="65699" y="18308"/>
                    <a:pt x="65866" y="18392"/>
                  </a:cubicBezTo>
                  <a:lnTo>
                    <a:pt x="66410" y="18622"/>
                  </a:lnTo>
                  <a:cubicBezTo>
                    <a:pt x="66512" y="18683"/>
                    <a:pt x="66615" y="18705"/>
                    <a:pt x="66717" y="18764"/>
                  </a:cubicBezTo>
                  <a:lnTo>
                    <a:pt x="66717" y="18764"/>
                  </a:lnTo>
                  <a:cubicBezTo>
                    <a:pt x="63282" y="18461"/>
                    <a:pt x="59832" y="18310"/>
                    <a:pt x="56381" y="18310"/>
                  </a:cubicBezTo>
                  <a:cubicBezTo>
                    <a:pt x="45847" y="18310"/>
                    <a:pt x="35302" y="19722"/>
                    <a:pt x="25149" y="22556"/>
                  </a:cubicBezTo>
                  <a:cubicBezTo>
                    <a:pt x="25756" y="22221"/>
                    <a:pt x="26341" y="21865"/>
                    <a:pt x="26906" y="21510"/>
                  </a:cubicBezTo>
                  <a:cubicBezTo>
                    <a:pt x="26927" y="21489"/>
                    <a:pt x="26969" y="21447"/>
                    <a:pt x="26969" y="21426"/>
                  </a:cubicBezTo>
                  <a:lnTo>
                    <a:pt x="26969" y="21321"/>
                  </a:lnTo>
                  <a:cubicBezTo>
                    <a:pt x="26969" y="21300"/>
                    <a:pt x="26969" y="21300"/>
                    <a:pt x="26927" y="21279"/>
                  </a:cubicBezTo>
                  <a:cubicBezTo>
                    <a:pt x="27409" y="21196"/>
                    <a:pt x="27848" y="21112"/>
                    <a:pt x="28287" y="21007"/>
                  </a:cubicBezTo>
                  <a:cubicBezTo>
                    <a:pt x="28664" y="20924"/>
                    <a:pt x="28999" y="20861"/>
                    <a:pt x="29375" y="20756"/>
                  </a:cubicBezTo>
                  <a:cubicBezTo>
                    <a:pt x="29396" y="20756"/>
                    <a:pt x="29396" y="20714"/>
                    <a:pt x="29417" y="20714"/>
                  </a:cubicBezTo>
                  <a:cubicBezTo>
                    <a:pt x="29543" y="20673"/>
                    <a:pt x="29543" y="20547"/>
                    <a:pt x="29501" y="20442"/>
                  </a:cubicBezTo>
                  <a:cubicBezTo>
                    <a:pt x="29480" y="20380"/>
                    <a:pt x="29417" y="20338"/>
                    <a:pt x="29375" y="20296"/>
                  </a:cubicBezTo>
                  <a:cubicBezTo>
                    <a:pt x="27701" y="19710"/>
                    <a:pt x="25881" y="19354"/>
                    <a:pt x="23998" y="19208"/>
                  </a:cubicBezTo>
                  <a:lnTo>
                    <a:pt x="23935" y="19208"/>
                  </a:lnTo>
                  <a:cubicBezTo>
                    <a:pt x="23580" y="19187"/>
                    <a:pt x="23224" y="19145"/>
                    <a:pt x="22889" y="19124"/>
                  </a:cubicBezTo>
                  <a:lnTo>
                    <a:pt x="22722" y="19124"/>
                  </a:lnTo>
                  <a:cubicBezTo>
                    <a:pt x="22408" y="19124"/>
                    <a:pt x="22073" y="19103"/>
                    <a:pt x="21759" y="19103"/>
                  </a:cubicBezTo>
                  <a:lnTo>
                    <a:pt x="20295" y="19103"/>
                  </a:lnTo>
                  <a:cubicBezTo>
                    <a:pt x="20002" y="19103"/>
                    <a:pt x="19751" y="19124"/>
                    <a:pt x="19458" y="19124"/>
                  </a:cubicBezTo>
                  <a:cubicBezTo>
                    <a:pt x="19332" y="19124"/>
                    <a:pt x="19186" y="19145"/>
                    <a:pt x="19060" y="19145"/>
                  </a:cubicBezTo>
                  <a:cubicBezTo>
                    <a:pt x="18830" y="19187"/>
                    <a:pt x="18558" y="19187"/>
                    <a:pt x="18328" y="19208"/>
                  </a:cubicBezTo>
                  <a:cubicBezTo>
                    <a:pt x="18181" y="19229"/>
                    <a:pt x="18014" y="19229"/>
                    <a:pt x="17867" y="19250"/>
                  </a:cubicBezTo>
                  <a:cubicBezTo>
                    <a:pt x="17658" y="19292"/>
                    <a:pt x="17407" y="19313"/>
                    <a:pt x="17198" y="19334"/>
                  </a:cubicBezTo>
                  <a:cubicBezTo>
                    <a:pt x="17030" y="19354"/>
                    <a:pt x="16842" y="19396"/>
                    <a:pt x="16654" y="19396"/>
                  </a:cubicBezTo>
                  <a:cubicBezTo>
                    <a:pt x="16466" y="19417"/>
                    <a:pt x="16256" y="19438"/>
                    <a:pt x="16089" y="19459"/>
                  </a:cubicBezTo>
                  <a:cubicBezTo>
                    <a:pt x="15880" y="19501"/>
                    <a:pt x="15670" y="19522"/>
                    <a:pt x="15482" y="19543"/>
                  </a:cubicBezTo>
                  <a:cubicBezTo>
                    <a:pt x="15294" y="19564"/>
                    <a:pt x="15147" y="19606"/>
                    <a:pt x="14959" y="19626"/>
                  </a:cubicBezTo>
                  <a:cubicBezTo>
                    <a:pt x="14750" y="19647"/>
                    <a:pt x="14520" y="19710"/>
                    <a:pt x="14310" y="19731"/>
                  </a:cubicBezTo>
                  <a:cubicBezTo>
                    <a:pt x="14143" y="19752"/>
                    <a:pt x="13955" y="19773"/>
                    <a:pt x="13808" y="19836"/>
                  </a:cubicBezTo>
                  <a:cubicBezTo>
                    <a:pt x="13599" y="19878"/>
                    <a:pt x="13390" y="19919"/>
                    <a:pt x="13181" y="19961"/>
                  </a:cubicBezTo>
                  <a:cubicBezTo>
                    <a:pt x="12971" y="20024"/>
                    <a:pt x="12741" y="20045"/>
                    <a:pt x="12532" y="20087"/>
                  </a:cubicBezTo>
                  <a:cubicBezTo>
                    <a:pt x="12364" y="20129"/>
                    <a:pt x="12218" y="20170"/>
                    <a:pt x="12051" y="20191"/>
                  </a:cubicBezTo>
                  <a:cubicBezTo>
                    <a:pt x="12030" y="20191"/>
                    <a:pt x="12009" y="20191"/>
                    <a:pt x="11967" y="20233"/>
                  </a:cubicBezTo>
                  <a:cubicBezTo>
                    <a:pt x="11611" y="20296"/>
                    <a:pt x="11276" y="20380"/>
                    <a:pt x="10900" y="20484"/>
                  </a:cubicBezTo>
                  <a:cubicBezTo>
                    <a:pt x="10889" y="20474"/>
                    <a:pt x="10863" y="20469"/>
                    <a:pt x="10829" y="20469"/>
                  </a:cubicBezTo>
                  <a:cubicBezTo>
                    <a:pt x="10795" y="20469"/>
                    <a:pt x="10753" y="20474"/>
                    <a:pt x="10712" y="20484"/>
                  </a:cubicBezTo>
                  <a:cubicBezTo>
                    <a:pt x="10544" y="20568"/>
                    <a:pt x="10293" y="20610"/>
                    <a:pt x="10126" y="20694"/>
                  </a:cubicBezTo>
                  <a:cubicBezTo>
                    <a:pt x="7092" y="21489"/>
                    <a:pt x="4204" y="22493"/>
                    <a:pt x="1756" y="23581"/>
                  </a:cubicBezTo>
                  <a:cubicBezTo>
                    <a:pt x="1401" y="23719"/>
                    <a:pt x="1381" y="24341"/>
                    <a:pt x="1801" y="24341"/>
                  </a:cubicBezTo>
                  <a:cubicBezTo>
                    <a:pt x="1826" y="24341"/>
                    <a:pt x="1853" y="24339"/>
                    <a:pt x="1882" y="24334"/>
                  </a:cubicBezTo>
                  <a:cubicBezTo>
                    <a:pt x="2279" y="24272"/>
                    <a:pt x="2656" y="24209"/>
                    <a:pt x="3053" y="24146"/>
                  </a:cubicBezTo>
                  <a:lnTo>
                    <a:pt x="3074" y="24146"/>
                  </a:lnTo>
                  <a:cubicBezTo>
                    <a:pt x="7510" y="23476"/>
                    <a:pt x="11925" y="22786"/>
                    <a:pt x="16340" y="22221"/>
                  </a:cubicBezTo>
                  <a:cubicBezTo>
                    <a:pt x="16926" y="22137"/>
                    <a:pt x="17470" y="22075"/>
                    <a:pt x="18077" y="22033"/>
                  </a:cubicBezTo>
                  <a:lnTo>
                    <a:pt x="18244" y="22033"/>
                  </a:lnTo>
                  <a:cubicBezTo>
                    <a:pt x="19960" y="21907"/>
                    <a:pt x="21696" y="21823"/>
                    <a:pt x="23412" y="21698"/>
                  </a:cubicBezTo>
                  <a:lnTo>
                    <a:pt x="23433" y="21698"/>
                  </a:lnTo>
                  <a:cubicBezTo>
                    <a:pt x="22994" y="21761"/>
                    <a:pt x="22575" y="21844"/>
                    <a:pt x="22115" y="21928"/>
                  </a:cubicBezTo>
                  <a:cubicBezTo>
                    <a:pt x="21906" y="21949"/>
                    <a:pt x="21696" y="22012"/>
                    <a:pt x="21487" y="22054"/>
                  </a:cubicBezTo>
                  <a:cubicBezTo>
                    <a:pt x="21278" y="22116"/>
                    <a:pt x="21069" y="22137"/>
                    <a:pt x="20859" y="22179"/>
                  </a:cubicBezTo>
                  <a:cubicBezTo>
                    <a:pt x="20587" y="22242"/>
                    <a:pt x="20295" y="22284"/>
                    <a:pt x="20002" y="22367"/>
                  </a:cubicBezTo>
                  <a:cubicBezTo>
                    <a:pt x="19897" y="22388"/>
                    <a:pt x="19792" y="22430"/>
                    <a:pt x="19667" y="22451"/>
                  </a:cubicBezTo>
                  <a:cubicBezTo>
                    <a:pt x="13160" y="23811"/>
                    <a:pt x="6631" y="25883"/>
                    <a:pt x="501" y="27829"/>
                  </a:cubicBezTo>
                  <a:cubicBezTo>
                    <a:pt x="292" y="27912"/>
                    <a:pt x="145" y="28080"/>
                    <a:pt x="103" y="28226"/>
                  </a:cubicBezTo>
                  <a:cubicBezTo>
                    <a:pt x="1" y="28615"/>
                    <a:pt x="199" y="29064"/>
                    <a:pt x="677" y="29064"/>
                  </a:cubicBezTo>
                  <a:cubicBezTo>
                    <a:pt x="688" y="29064"/>
                    <a:pt x="699" y="29063"/>
                    <a:pt x="710" y="29063"/>
                  </a:cubicBezTo>
                  <a:cubicBezTo>
                    <a:pt x="1714" y="29021"/>
                    <a:pt x="2761" y="28937"/>
                    <a:pt x="3807" y="28833"/>
                  </a:cubicBezTo>
                  <a:cubicBezTo>
                    <a:pt x="6631" y="28561"/>
                    <a:pt x="9498" y="28101"/>
                    <a:pt x="12281" y="27452"/>
                  </a:cubicBezTo>
                  <a:lnTo>
                    <a:pt x="12323" y="27452"/>
                  </a:lnTo>
                  <a:cubicBezTo>
                    <a:pt x="12657" y="27368"/>
                    <a:pt x="13013" y="27285"/>
                    <a:pt x="13369" y="27180"/>
                  </a:cubicBezTo>
                  <a:cubicBezTo>
                    <a:pt x="13411" y="27159"/>
                    <a:pt x="13473" y="27159"/>
                    <a:pt x="13536" y="27138"/>
                  </a:cubicBezTo>
                  <a:cubicBezTo>
                    <a:pt x="14206" y="26971"/>
                    <a:pt x="14854" y="26782"/>
                    <a:pt x="15482" y="26615"/>
                  </a:cubicBezTo>
                  <a:cubicBezTo>
                    <a:pt x="15524" y="26573"/>
                    <a:pt x="15587" y="26573"/>
                    <a:pt x="15629" y="26552"/>
                  </a:cubicBezTo>
                  <a:cubicBezTo>
                    <a:pt x="15880" y="26468"/>
                    <a:pt x="16089" y="26427"/>
                    <a:pt x="16319" y="26343"/>
                  </a:cubicBezTo>
                  <a:cubicBezTo>
                    <a:pt x="16549" y="26259"/>
                    <a:pt x="16758" y="26217"/>
                    <a:pt x="16989" y="26134"/>
                  </a:cubicBezTo>
                  <a:cubicBezTo>
                    <a:pt x="17177" y="26092"/>
                    <a:pt x="17365" y="26008"/>
                    <a:pt x="17554" y="25945"/>
                  </a:cubicBezTo>
                  <a:cubicBezTo>
                    <a:pt x="17888" y="25841"/>
                    <a:pt x="18223" y="25715"/>
                    <a:pt x="18558" y="25590"/>
                  </a:cubicBezTo>
                  <a:lnTo>
                    <a:pt x="18809" y="25506"/>
                  </a:lnTo>
                  <a:cubicBezTo>
                    <a:pt x="19248" y="25360"/>
                    <a:pt x="19688" y="25171"/>
                    <a:pt x="20127" y="24983"/>
                  </a:cubicBezTo>
                  <a:lnTo>
                    <a:pt x="20295" y="24899"/>
                  </a:lnTo>
                  <a:cubicBezTo>
                    <a:pt x="20713" y="24753"/>
                    <a:pt x="21111" y="24564"/>
                    <a:pt x="21529" y="24376"/>
                  </a:cubicBezTo>
                  <a:cubicBezTo>
                    <a:pt x="21550" y="24355"/>
                    <a:pt x="21592" y="24355"/>
                    <a:pt x="21634" y="24334"/>
                  </a:cubicBezTo>
                  <a:cubicBezTo>
                    <a:pt x="22094" y="24125"/>
                    <a:pt x="22596" y="23895"/>
                    <a:pt x="23036" y="23686"/>
                  </a:cubicBezTo>
                  <a:cubicBezTo>
                    <a:pt x="24458" y="23267"/>
                    <a:pt x="25860" y="22891"/>
                    <a:pt x="27283" y="22535"/>
                  </a:cubicBezTo>
                  <a:lnTo>
                    <a:pt x="27283" y="22535"/>
                  </a:lnTo>
                  <a:cubicBezTo>
                    <a:pt x="25839" y="23414"/>
                    <a:pt x="24458" y="24460"/>
                    <a:pt x="23119" y="25527"/>
                  </a:cubicBezTo>
                  <a:cubicBezTo>
                    <a:pt x="22115" y="26343"/>
                    <a:pt x="21131" y="27180"/>
                    <a:pt x="20127" y="28017"/>
                  </a:cubicBezTo>
                  <a:cubicBezTo>
                    <a:pt x="18558" y="29356"/>
                    <a:pt x="16968" y="30653"/>
                    <a:pt x="15294" y="31804"/>
                  </a:cubicBezTo>
                  <a:cubicBezTo>
                    <a:pt x="15001" y="31992"/>
                    <a:pt x="14750" y="32181"/>
                    <a:pt x="14457" y="32369"/>
                  </a:cubicBezTo>
                  <a:cubicBezTo>
                    <a:pt x="14373" y="32411"/>
                    <a:pt x="14310" y="32474"/>
                    <a:pt x="14206" y="32536"/>
                  </a:cubicBezTo>
                  <a:cubicBezTo>
                    <a:pt x="13934" y="32704"/>
                    <a:pt x="13683" y="32892"/>
                    <a:pt x="13411" y="33038"/>
                  </a:cubicBezTo>
                  <a:cubicBezTo>
                    <a:pt x="13285" y="33122"/>
                    <a:pt x="13118" y="33227"/>
                    <a:pt x="12992" y="33311"/>
                  </a:cubicBezTo>
                  <a:cubicBezTo>
                    <a:pt x="12364" y="33687"/>
                    <a:pt x="11737" y="34085"/>
                    <a:pt x="11109" y="34461"/>
                  </a:cubicBezTo>
                  <a:lnTo>
                    <a:pt x="11130" y="34461"/>
                  </a:lnTo>
                  <a:cubicBezTo>
                    <a:pt x="8787" y="35884"/>
                    <a:pt x="6380" y="37244"/>
                    <a:pt x="4058" y="38667"/>
                  </a:cubicBezTo>
                  <a:cubicBezTo>
                    <a:pt x="4016" y="38667"/>
                    <a:pt x="3995" y="38667"/>
                    <a:pt x="3995" y="38688"/>
                  </a:cubicBezTo>
                  <a:cubicBezTo>
                    <a:pt x="3346" y="39064"/>
                    <a:pt x="2719" y="39441"/>
                    <a:pt x="2091" y="39860"/>
                  </a:cubicBezTo>
                  <a:cubicBezTo>
                    <a:pt x="1453" y="40285"/>
                    <a:pt x="1834" y="41175"/>
                    <a:pt x="2490" y="41175"/>
                  </a:cubicBezTo>
                  <a:cubicBezTo>
                    <a:pt x="2543" y="41175"/>
                    <a:pt x="2599" y="41170"/>
                    <a:pt x="2656" y="41157"/>
                  </a:cubicBezTo>
                  <a:cubicBezTo>
                    <a:pt x="2949" y="41094"/>
                    <a:pt x="3263" y="41010"/>
                    <a:pt x="3556" y="40906"/>
                  </a:cubicBezTo>
                  <a:cubicBezTo>
                    <a:pt x="10168" y="39190"/>
                    <a:pt x="17826" y="34838"/>
                    <a:pt x="22994" y="29272"/>
                  </a:cubicBezTo>
                  <a:lnTo>
                    <a:pt x="23015" y="29251"/>
                  </a:lnTo>
                  <a:cubicBezTo>
                    <a:pt x="23224" y="29021"/>
                    <a:pt x="23454" y="28770"/>
                    <a:pt x="23663" y="28540"/>
                  </a:cubicBezTo>
                  <a:cubicBezTo>
                    <a:pt x="23768" y="28435"/>
                    <a:pt x="23852" y="28331"/>
                    <a:pt x="23956" y="28205"/>
                  </a:cubicBezTo>
                  <a:cubicBezTo>
                    <a:pt x="24040" y="28121"/>
                    <a:pt x="24103" y="28017"/>
                    <a:pt x="24165" y="27933"/>
                  </a:cubicBezTo>
                  <a:cubicBezTo>
                    <a:pt x="24312" y="27724"/>
                    <a:pt x="24479" y="27557"/>
                    <a:pt x="24626" y="27347"/>
                  </a:cubicBezTo>
                  <a:cubicBezTo>
                    <a:pt x="24688" y="27285"/>
                    <a:pt x="24709" y="27243"/>
                    <a:pt x="24772" y="27180"/>
                  </a:cubicBezTo>
                  <a:cubicBezTo>
                    <a:pt x="25128" y="26720"/>
                    <a:pt x="25463" y="26238"/>
                    <a:pt x="25777" y="25778"/>
                  </a:cubicBezTo>
                  <a:cubicBezTo>
                    <a:pt x="25777" y="25778"/>
                    <a:pt x="25777" y="25736"/>
                    <a:pt x="25818" y="25736"/>
                  </a:cubicBezTo>
                  <a:cubicBezTo>
                    <a:pt x="26488" y="24732"/>
                    <a:pt x="27095" y="23644"/>
                    <a:pt x="27555" y="22577"/>
                  </a:cubicBezTo>
                  <a:cubicBezTo>
                    <a:pt x="27597" y="22535"/>
                    <a:pt x="27555" y="22472"/>
                    <a:pt x="27534" y="22451"/>
                  </a:cubicBezTo>
                  <a:cubicBezTo>
                    <a:pt x="29020" y="22075"/>
                    <a:pt x="30526" y="21740"/>
                    <a:pt x="32012" y="21426"/>
                  </a:cubicBezTo>
                  <a:lnTo>
                    <a:pt x="32012" y="21426"/>
                  </a:lnTo>
                  <a:cubicBezTo>
                    <a:pt x="28329" y="25171"/>
                    <a:pt x="25463" y="29649"/>
                    <a:pt x="22052" y="33583"/>
                  </a:cubicBezTo>
                  <a:cubicBezTo>
                    <a:pt x="21947" y="33729"/>
                    <a:pt x="21843" y="33834"/>
                    <a:pt x="21738" y="33959"/>
                  </a:cubicBezTo>
                  <a:cubicBezTo>
                    <a:pt x="21027" y="34775"/>
                    <a:pt x="20315" y="35549"/>
                    <a:pt x="19604" y="36365"/>
                  </a:cubicBezTo>
                  <a:cubicBezTo>
                    <a:pt x="17365" y="38876"/>
                    <a:pt x="15085" y="41366"/>
                    <a:pt x="12804" y="43835"/>
                  </a:cubicBezTo>
                  <a:lnTo>
                    <a:pt x="12783" y="43835"/>
                  </a:lnTo>
                  <a:cubicBezTo>
                    <a:pt x="12323" y="44358"/>
                    <a:pt x="11841" y="44860"/>
                    <a:pt x="11381" y="45383"/>
                  </a:cubicBezTo>
                  <a:cubicBezTo>
                    <a:pt x="11130" y="45655"/>
                    <a:pt x="11297" y="46074"/>
                    <a:pt x="11590" y="46179"/>
                  </a:cubicBezTo>
                  <a:cubicBezTo>
                    <a:pt x="11631" y="46195"/>
                    <a:pt x="11678" y="46205"/>
                    <a:pt x="11727" y="46205"/>
                  </a:cubicBezTo>
                  <a:cubicBezTo>
                    <a:pt x="11805" y="46205"/>
                    <a:pt x="11890" y="46180"/>
                    <a:pt x="11967" y="46116"/>
                  </a:cubicBezTo>
                  <a:cubicBezTo>
                    <a:pt x="20211" y="40173"/>
                    <a:pt x="28873" y="31218"/>
                    <a:pt x="32137" y="21384"/>
                  </a:cubicBezTo>
                  <a:cubicBezTo>
                    <a:pt x="37138" y="20338"/>
                    <a:pt x="42243" y="19626"/>
                    <a:pt x="47391" y="19229"/>
                  </a:cubicBezTo>
                  <a:lnTo>
                    <a:pt x="47391" y="19229"/>
                  </a:lnTo>
                  <a:cubicBezTo>
                    <a:pt x="47370" y="19250"/>
                    <a:pt x="47328" y="19250"/>
                    <a:pt x="47307" y="19292"/>
                  </a:cubicBezTo>
                  <a:cubicBezTo>
                    <a:pt x="46951" y="19543"/>
                    <a:pt x="46596" y="19815"/>
                    <a:pt x="46240" y="20066"/>
                  </a:cubicBezTo>
                  <a:cubicBezTo>
                    <a:pt x="46156" y="20129"/>
                    <a:pt x="46156" y="20254"/>
                    <a:pt x="46261" y="20275"/>
                  </a:cubicBezTo>
                  <a:cubicBezTo>
                    <a:pt x="46344" y="20296"/>
                    <a:pt x="43185" y="26217"/>
                    <a:pt x="41260" y="29691"/>
                  </a:cubicBezTo>
                  <a:cubicBezTo>
                    <a:pt x="40590" y="30946"/>
                    <a:pt x="40067" y="31888"/>
                    <a:pt x="39900" y="32097"/>
                  </a:cubicBezTo>
                  <a:cubicBezTo>
                    <a:pt x="39170" y="33200"/>
                    <a:pt x="38427" y="34291"/>
                    <a:pt x="37682" y="35388"/>
                  </a:cubicBezTo>
                  <a:lnTo>
                    <a:pt x="37682" y="35388"/>
                  </a:lnTo>
                  <a:cubicBezTo>
                    <a:pt x="38801" y="33696"/>
                    <a:pt x="39806" y="31949"/>
                    <a:pt x="40632" y="30172"/>
                  </a:cubicBezTo>
                  <a:cubicBezTo>
                    <a:pt x="40779" y="29900"/>
                    <a:pt x="40883" y="29649"/>
                    <a:pt x="41009" y="29377"/>
                  </a:cubicBezTo>
                  <a:cubicBezTo>
                    <a:pt x="41030" y="29356"/>
                    <a:pt x="41030" y="29293"/>
                    <a:pt x="41051" y="29272"/>
                  </a:cubicBezTo>
                  <a:cubicBezTo>
                    <a:pt x="41155" y="29042"/>
                    <a:pt x="41260" y="28770"/>
                    <a:pt x="41365" y="28540"/>
                  </a:cubicBezTo>
                  <a:cubicBezTo>
                    <a:pt x="41406" y="28498"/>
                    <a:pt x="41427" y="28435"/>
                    <a:pt x="41427" y="28393"/>
                  </a:cubicBezTo>
                  <a:cubicBezTo>
                    <a:pt x="41532" y="28142"/>
                    <a:pt x="41616" y="27912"/>
                    <a:pt x="41720" y="27661"/>
                  </a:cubicBezTo>
                  <a:lnTo>
                    <a:pt x="41720" y="27619"/>
                  </a:lnTo>
                  <a:cubicBezTo>
                    <a:pt x="41867" y="27201"/>
                    <a:pt x="41992" y="26824"/>
                    <a:pt x="42139" y="26406"/>
                  </a:cubicBezTo>
                  <a:cubicBezTo>
                    <a:pt x="42181" y="26238"/>
                    <a:pt x="42243" y="26050"/>
                    <a:pt x="42285" y="25904"/>
                  </a:cubicBezTo>
                  <a:cubicBezTo>
                    <a:pt x="42306" y="25778"/>
                    <a:pt x="42369" y="25632"/>
                    <a:pt x="42390" y="25506"/>
                  </a:cubicBezTo>
                  <a:cubicBezTo>
                    <a:pt x="42453" y="25318"/>
                    <a:pt x="42494" y="25108"/>
                    <a:pt x="42557" y="24941"/>
                  </a:cubicBezTo>
                  <a:cubicBezTo>
                    <a:pt x="42578" y="24795"/>
                    <a:pt x="42599" y="24690"/>
                    <a:pt x="42620" y="24564"/>
                  </a:cubicBezTo>
                  <a:cubicBezTo>
                    <a:pt x="42683" y="24355"/>
                    <a:pt x="42725" y="24146"/>
                    <a:pt x="42766" y="23958"/>
                  </a:cubicBezTo>
                  <a:cubicBezTo>
                    <a:pt x="42787" y="23853"/>
                    <a:pt x="42808" y="23748"/>
                    <a:pt x="42808" y="23644"/>
                  </a:cubicBezTo>
                  <a:cubicBezTo>
                    <a:pt x="42871" y="23435"/>
                    <a:pt x="42892" y="23204"/>
                    <a:pt x="42913" y="22995"/>
                  </a:cubicBezTo>
                  <a:cubicBezTo>
                    <a:pt x="42934" y="22891"/>
                    <a:pt x="42934" y="22807"/>
                    <a:pt x="42976" y="22702"/>
                  </a:cubicBezTo>
                  <a:cubicBezTo>
                    <a:pt x="42997" y="22451"/>
                    <a:pt x="43038" y="22179"/>
                    <a:pt x="43080" y="21949"/>
                  </a:cubicBezTo>
                  <a:cubicBezTo>
                    <a:pt x="43080" y="21907"/>
                    <a:pt x="43101" y="21844"/>
                    <a:pt x="43101" y="21761"/>
                  </a:cubicBezTo>
                  <a:cubicBezTo>
                    <a:pt x="43122" y="21447"/>
                    <a:pt x="43143" y="21112"/>
                    <a:pt x="43185" y="20798"/>
                  </a:cubicBezTo>
                  <a:cubicBezTo>
                    <a:pt x="43185" y="20652"/>
                    <a:pt x="43080" y="20547"/>
                    <a:pt x="42934" y="20484"/>
                  </a:cubicBezTo>
                  <a:cubicBezTo>
                    <a:pt x="42894" y="20471"/>
                    <a:pt x="42852" y="20464"/>
                    <a:pt x="42810" y="20464"/>
                  </a:cubicBezTo>
                  <a:cubicBezTo>
                    <a:pt x="42720" y="20464"/>
                    <a:pt x="42629" y="20497"/>
                    <a:pt x="42557" y="20568"/>
                  </a:cubicBezTo>
                  <a:cubicBezTo>
                    <a:pt x="42474" y="20673"/>
                    <a:pt x="42390" y="20756"/>
                    <a:pt x="42306" y="20861"/>
                  </a:cubicBezTo>
                  <a:cubicBezTo>
                    <a:pt x="42097" y="21091"/>
                    <a:pt x="41930" y="21300"/>
                    <a:pt x="41720" y="21531"/>
                  </a:cubicBezTo>
                  <a:cubicBezTo>
                    <a:pt x="41658" y="21593"/>
                    <a:pt x="41720" y="21656"/>
                    <a:pt x="41783" y="21656"/>
                  </a:cubicBezTo>
                  <a:cubicBezTo>
                    <a:pt x="41344" y="21865"/>
                    <a:pt x="40883" y="22242"/>
                    <a:pt x="40423" y="22744"/>
                  </a:cubicBezTo>
                  <a:cubicBezTo>
                    <a:pt x="38205" y="25192"/>
                    <a:pt x="36134" y="30632"/>
                    <a:pt x="34836" y="32787"/>
                  </a:cubicBezTo>
                  <a:cubicBezTo>
                    <a:pt x="33581" y="34817"/>
                    <a:pt x="32305" y="36826"/>
                    <a:pt x="31007" y="38813"/>
                  </a:cubicBezTo>
                  <a:cubicBezTo>
                    <a:pt x="31070" y="38772"/>
                    <a:pt x="31091" y="38709"/>
                    <a:pt x="31154" y="38667"/>
                  </a:cubicBezTo>
                  <a:lnTo>
                    <a:pt x="31154" y="38667"/>
                  </a:lnTo>
                  <a:cubicBezTo>
                    <a:pt x="30422" y="39818"/>
                    <a:pt x="29647" y="40969"/>
                    <a:pt x="28894" y="42119"/>
                  </a:cubicBezTo>
                  <a:lnTo>
                    <a:pt x="28873" y="42119"/>
                  </a:lnTo>
                  <a:cubicBezTo>
                    <a:pt x="28162" y="43186"/>
                    <a:pt x="27450" y="44254"/>
                    <a:pt x="26718" y="45342"/>
                  </a:cubicBezTo>
                  <a:lnTo>
                    <a:pt x="26697" y="45342"/>
                  </a:lnTo>
                  <a:cubicBezTo>
                    <a:pt x="26509" y="45614"/>
                    <a:pt x="26341" y="45886"/>
                    <a:pt x="26153" y="46137"/>
                  </a:cubicBezTo>
                  <a:cubicBezTo>
                    <a:pt x="26153" y="46179"/>
                    <a:pt x="26132" y="46179"/>
                    <a:pt x="26132" y="46199"/>
                  </a:cubicBezTo>
                  <a:lnTo>
                    <a:pt x="26090" y="46199"/>
                  </a:lnTo>
                  <a:cubicBezTo>
                    <a:pt x="25944" y="46492"/>
                    <a:pt x="26028" y="46764"/>
                    <a:pt x="26195" y="46953"/>
                  </a:cubicBezTo>
                  <a:cubicBezTo>
                    <a:pt x="26237" y="46953"/>
                    <a:pt x="26237" y="46974"/>
                    <a:pt x="26258" y="47015"/>
                  </a:cubicBezTo>
                  <a:cubicBezTo>
                    <a:pt x="26362" y="47120"/>
                    <a:pt x="26488" y="47162"/>
                    <a:pt x="26655" y="47183"/>
                  </a:cubicBezTo>
                  <a:cubicBezTo>
                    <a:pt x="26736" y="47203"/>
                    <a:pt x="26820" y="47215"/>
                    <a:pt x="26902" y="47215"/>
                  </a:cubicBezTo>
                  <a:cubicBezTo>
                    <a:pt x="27075" y="47215"/>
                    <a:pt x="27246" y="47164"/>
                    <a:pt x="27388" y="47036"/>
                  </a:cubicBezTo>
                  <a:cubicBezTo>
                    <a:pt x="30422" y="44358"/>
                    <a:pt x="33665" y="40969"/>
                    <a:pt x="36427" y="37181"/>
                  </a:cubicBezTo>
                  <a:lnTo>
                    <a:pt x="36427" y="37181"/>
                  </a:lnTo>
                  <a:cubicBezTo>
                    <a:pt x="35046" y="39127"/>
                    <a:pt x="33602" y="41073"/>
                    <a:pt x="32137" y="42998"/>
                  </a:cubicBezTo>
                  <a:lnTo>
                    <a:pt x="32137" y="43040"/>
                  </a:lnTo>
                  <a:cubicBezTo>
                    <a:pt x="31635" y="43689"/>
                    <a:pt x="31154" y="44316"/>
                    <a:pt x="30652" y="44965"/>
                  </a:cubicBezTo>
                  <a:cubicBezTo>
                    <a:pt x="30463" y="45195"/>
                    <a:pt x="30484" y="45509"/>
                    <a:pt x="30631" y="45760"/>
                  </a:cubicBezTo>
                  <a:cubicBezTo>
                    <a:pt x="30673" y="45823"/>
                    <a:pt x="30735" y="45886"/>
                    <a:pt x="30798" y="45927"/>
                  </a:cubicBezTo>
                  <a:cubicBezTo>
                    <a:pt x="30895" y="46003"/>
                    <a:pt x="31004" y="46045"/>
                    <a:pt x="31121" y="46045"/>
                  </a:cubicBezTo>
                  <a:cubicBezTo>
                    <a:pt x="31230" y="46045"/>
                    <a:pt x="31346" y="46008"/>
                    <a:pt x="31468" y="45927"/>
                  </a:cubicBezTo>
                  <a:cubicBezTo>
                    <a:pt x="32535" y="45153"/>
                    <a:pt x="33581" y="44337"/>
                    <a:pt x="34606" y="43458"/>
                  </a:cubicBezTo>
                  <a:lnTo>
                    <a:pt x="34606" y="43417"/>
                  </a:lnTo>
                  <a:cubicBezTo>
                    <a:pt x="34920" y="43166"/>
                    <a:pt x="35234" y="42873"/>
                    <a:pt x="35506" y="42622"/>
                  </a:cubicBezTo>
                  <a:cubicBezTo>
                    <a:pt x="35506" y="42622"/>
                    <a:pt x="35506" y="42580"/>
                    <a:pt x="35548" y="42580"/>
                  </a:cubicBezTo>
                  <a:cubicBezTo>
                    <a:pt x="36908" y="41324"/>
                    <a:pt x="38184" y="40006"/>
                    <a:pt x="39377" y="38604"/>
                  </a:cubicBezTo>
                  <a:cubicBezTo>
                    <a:pt x="41762" y="35779"/>
                    <a:pt x="43813" y="32683"/>
                    <a:pt x="45382" y="29356"/>
                  </a:cubicBezTo>
                  <a:cubicBezTo>
                    <a:pt x="45424" y="29251"/>
                    <a:pt x="45487" y="29147"/>
                    <a:pt x="45507" y="29063"/>
                  </a:cubicBezTo>
                  <a:cubicBezTo>
                    <a:pt x="45612" y="28833"/>
                    <a:pt x="45717" y="28624"/>
                    <a:pt x="45821" y="28393"/>
                  </a:cubicBezTo>
                  <a:cubicBezTo>
                    <a:pt x="45863" y="28247"/>
                    <a:pt x="45926" y="28121"/>
                    <a:pt x="46010" y="27975"/>
                  </a:cubicBezTo>
                  <a:cubicBezTo>
                    <a:pt x="46072" y="27766"/>
                    <a:pt x="46177" y="27557"/>
                    <a:pt x="46261" y="27305"/>
                  </a:cubicBezTo>
                  <a:cubicBezTo>
                    <a:pt x="46324" y="27159"/>
                    <a:pt x="46386" y="26992"/>
                    <a:pt x="46449" y="26845"/>
                  </a:cubicBezTo>
                  <a:lnTo>
                    <a:pt x="46679" y="26217"/>
                  </a:lnTo>
                  <a:lnTo>
                    <a:pt x="46993" y="25360"/>
                  </a:lnTo>
                  <a:lnTo>
                    <a:pt x="47223" y="24648"/>
                  </a:lnTo>
                  <a:cubicBezTo>
                    <a:pt x="47286" y="24460"/>
                    <a:pt x="47328" y="24272"/>
                    <a:pt x="47412" y="24104"/>
                  </a:cubicBezTo>
                  <a:cubicBezTo>
                    <a:pt x="47474" y="23895"/>
                    <a:pt x="47516" y="23707"/>
                    <a:pt x="47579" y="23497"/>
                  </a:cubicBezTo>
                  <a:lnTo>
                    <a:pt x="47725" y="22953"/>
                  </a:lnTo>
                  <a:cubicBezTo>
                    <a:pt x="47788" y="22744"/>
                    <a:pt x="47830" y="22556"/>
                    <a:pt x="47893" y="22347"/>
                  </a:cubicBezTo>
                  <a:cubicBezTo>
                    <a:pt x="47935" y="22158"/>
                    <a:pt x="47956" y="21970"/>
                    <a:pt x="48018" y="21823"/>
                  </a:cubicBezTo>
                  <a:cubicBezTo>
                    <a:pt x="48060" y="21614"/>
                    <a:pt x="48123" y="21405"/>
                    <a:pt x="48144" y="21196"/>
                  </a:cubicBezTo>
                  <a:cubicBezTo>
                    <a:pt x="48165" y="21028"/>
                    <a:pt x="48207" y="20861"/>
                    <a:pt x="48248" y="20694"/>
                  </a:cubicBezTo>
                  <a:cubicBezTo>
                    <a:pt x="48269" y="20484"/>
                    <a:pt x="48332" y="20296"/>
                    <a:pt x="48353" y="20087"/>
                  </a:cubicBezTo>
                  <a:cubicBezTo>
                    <a:pt x="48416" y="19752"/>
                    <a:pt x="48207" y="19417"/>
                    <a:pt x="47893" y="19292"/>
                  </a:cubicBezTo>
                  <a:cubicBezTo>
                    <a:pt x="50720" y="19079"/>
                    <a:pt x="53566" y="18973"/>
                    <a:pt x="56425" y="18973"/>
                  </a:cubicBezTo>
                  <a:cubicBezTo>
                    <a:pt x="59744" y="18973"/>
                    <a:pt x="63082" y="19115"/>
                    <a:pt x="66431" y="19396"/>
                  </a:cubicBezTo>
                  <a:cubicBezTo>
                    <a:pt x="66159" y="19647"/>
                    <a:pt x="65908" y="19940"/>
                    <a:pt x="65678" y="20233"/>
                  </a:cubicBezTo>
                  <a:cubicBezTo>
                    <a:pt x="65615" y="20275"/>
                    <a:pt x="65594" y="20338"/>
                    <a:pt x="65531" y="20380"/>
                  </a:cubicBezTo>
                  <a:cubicBezTo>
                    <a:pt x="65406" y="20547"/>
                    <a:pt x="65301" y="20694"/>
                    <a:pt x="65176" y="20861"/>
                  </a:cubicBezTo>
                  <a:cubicBezTo>
                    <a:pt x="65113" y="20924"/>
                    <a:pt x="65071" y="20986"/>
                    <a:pt x="65008" y="21070"/>
                  </a:cubicBezTo>
                  <a:cubicBezTo>
                    <a:pt x="64904" y="21217"/>
                    <a:pt x="64778" y="21384"/>
                    <a:pt x="64674" y="21531"/>
                  </a:cubicBezTo>
                  <a:lnTo>
                    <a:pt x="64527" y="21761"/>
                  </a:lnTo>
                  <a:lnTo>
                    <a:pt x="64213" y="22242"/>
                  </a:lnTo>
                  <a:cubicBezTo>
                    <a:pt x="64150" y="22326"/>
                    <a:pt x="64109" y="22388"/>
                    <a:pt x="64046" y="22493"/>
                  </a:cubicBezTo>
                  <a:cubicBezTo>
                    <a:pt x="63941" y="22660"/>
                    <a:pt x="63837" y="22807"/>
                    <a:pt x="63753" y="22995"/>
                  </a:cubicBezTo>
                  <a:cubicBezTo>
                    <a:pt x="63711" y="23079"/>
                    <a:pt x="63648" y="23183"/>
                    <a:pt x="63606" y="23267"/>
                  </a:cubicBezTo>
                  <a:cubicBezTo>
                    <a:pt x="63502" y="23414"/>
                    <a:pt x="63418" y="23581"/>
                    <a:pt x="63313" y="23748"/>
                  </a:cubicBezTo>
                  <a:cubicBezTo>
                    <a:pt x="63272" y="23853"/>
                    <a:pt x="63209" y="23937"/>
                    <a:pt x="63167" y="24041"/>
                  </a:cubicBezTo>
                  <a:cubicBezTo>
                    <a:pt x="63021" y="24272"/>
                    <a:pt x="62895" y="24523"/>
                    <a:pt x="62790" y="24753"/>
                  </a:cubicBezTo>
                  <a:cubicBezTo>
                    <a:pt x="62686" y="24941"/>
                    <a:pt x="62602" y="25108"/>
                    <a:pt x="62497" y="25297"/>
                  </a:cubicBezTo>
                  <a:cubicBezTo>
                    <a:pt x="62456" y="25380"/>
                    <a:pt x="62435" y="25485"/>
                    <a:pt x="62372" y="25569"/>
                  </a:cubicBezTo>
                  <a:cubicBezTo>
                    <a:pt x="62267" y="25778"/>
                    <a:pt x="62184" y="25945"/>
                    <a:pt x="62079" y="26155"/>
                  </a:cubicBezTo>
                  <a:lnTo>
                    <a:pt x="62016" y="26322"/>
                  </a:lnTo>
                  <a:cubicBezTo>
                    <a:pt x="61430" y="27494"/>
                    <a:pt x="60886" y="28665"/>
                    <a:pt x="60342" y="29795"/>
                  </a:cubicBezTo>
                  <a:cubicBezTo>
                    <a:pt x="60342" y="29816"/>
                    <a:pt x="60300" y="29858"/>
                    <a:pt x="60300" y="29858"/>
                  </a:cubicBezTo>
                  <a:cubicBezTo>
                    <a:pt x="60196" y="30088"/>
                    <a:pt x="60070" y="30298"/>
                    <a:pt x="59966" y="30528"/>
                  </a:cubicBezTo>
                  <a:cubicBezTo>
                    <a:pt x="59715" y="31051"/>
                    <a:pt x="59443" y="31553"/>
                    <a:pt x="59150" y="32013"/>
                  </a:cubicBezTo>
                  <a:cubicBezTo>
                    <a:pt x="57371" y="35110"/>
                    <a:pt x="55446" y="38123"/>
                    <a:pt x="53458" y="41094"/>
                  </a:cubicBezTo>
                  <a:cubicBezTo>
                    <a:pt x="53458" y="41115"/>
                    <a:pt x="53438" y="41115"/>
                    <a:pt x="53396" y="41157"/>
                  </a:cubicBezTo>
                  <a:lnTo>
                    <a:pt x="50257" y="45865"/>
                  </a:lnTo>
                  <a:cubicBezTo>
                    <a:pt x="50071" y="46144"/>
                    <a:pt x="50357" y="46412"/>
                    <a:pt x="50645" y="46412"/>
                  </a:cubicBezTo>
                  <a:cubicBezTo>
                    <a:pt x="50745" y="46412"/>
                    <a:pt x="50846" y="46380"/>
                    <a:pt x="50927" y="46304"/>
                  </a:cubicBezTo>
                  <a:cubicBezTo>
                    <a:pt x="53479" y="43898"/>
                    <a:pt x="55781" y="41261"/>
                    <a:pt x="57852" y="38437"/>
                  </a:cubicBezTo>
                  <a:lnTo>
                    <a:pt x="57852" y="38395"/>
                  </a:lnTo>
                  <a:cubicBezTo>
                    <a:pt x="59087" y="36721"/>
                    <a:pt x="60259" y="34984"/>
                    <a:pt x="61326" y="33143"/>
                  </a:cubicBezTo>
                  <a:cubicBezTo>
                    <a:pt x="62916" y="30444"/>
                    <a:pt x="64966" y="27243"/>
                    <a:pt x="66034" y="23937"/>
                  </a:cubicBezTo>
                  <a:lnTo>
                    <a:pt x="66034" y="23916"/>
                  </a:lnTo>
                  <a:cubicBezTo>
                    <a:pt x="66117" y="23707"/>
                    <a:pt x="66159" y="23497"/>
                    <a:pt x="66222" y="23288"/>
                  </a:cubicBezTo>
                  <a:cubicBezTo>
                    <a:pt x="66222" y="23225"/>
                    <a:pt x="66243" y="23204"/>
                    <a:pt x="66243" y="23163"/>
                  </a:cubicBezTo>
                  <a:cubicBezTo>
                    <a:pt x="66306" y="22995"/>
                    <a:pt x="66326" y="22849"/>
                    <a:pt x="66368" y="22702"/>
                  </a:cubicBezTo>
                  <a:cubicBezTo>
                    <a:pt x="66410" y="22639"/>
                    <a:pt x="66410" y="22577"/>
                    <a:pt x="66431" y="22493"/>
                  </a:cubicBezTo>
                  <a:cubicBezTo>
                    <a:pt x="66452" y="22347"/>
                    <a:pt x="66515" y="22179"/>
                    <a:pt x="66536" y="22054"/>
                  </a:cubicBezTo>
                  <a:cubicBezTo>
                    <a:pt x="66557" y="21928"/>
                    <a:pt x="66578" y="21823"/>
                    <a:pt x="66619" y="21698"/>
                  </a:cubicBezTo>
                  <a:cubicBezTo>
                    <a:pt x="66640" y="21614"/>
                    <a:pt x="66640" y="21531"/>
                    <a:pt x="66661" y="21447"/>
                  </a:cubicBezTo>
                  <a:cubicBezTo>
                    <a:pt x="66682" y="21321"/>
                    <a:pt x="66682" y="21217"/>
                    <a:pt x="66724" y="21091"/>
                  </a:cubicBezTo>
                  <a:lnTo>
                    <a:pt x="66724" y="20986"/>
                  </a:lnTo>
                  <a:cubicBezTo>
                    <a:pt x="66745" y="20714"/>
                    <a:pt x="66766" y="20442"/>
                    <a:pt x="66787" y="20170"/>
                  </a:cubicBezTo>
                  <a:cubicBezTo>
                    <a:pt x="66787" y="19940"/>
                    <a:pt x="66829" y="19668"/>
                    <a:pt x="66787" y="19438"/>
                  </a:cubicBezTo>
                  <a:lnTo>
                    <a:pt x="66787" y="19438"/>
                  </a:lnTo>
                  <a:cubicBezTo>
                    <a:pt x="68565" y="19606"/>
                    <a:pt x="70344" y="19773"/>
                    <a:pt x="72122" y="20024"/>
                  </a:cubicBezTo>
                  <a:cubicBezTo>
                    <a:pt x="72018" y="20129"/>
                    <a:pt x="71955" y="20233"/>
                    <a:pt x="71850" y="20338"/>
                  </a:cubicBezTo>
                  <a:cubicBezTo>
                    <a:pt x="71788" y="20380"/>
                    <a:pt x="71767" y="20442"/>
                    <a:pt x="71704" y="20484"/>
                  </a:cubicBezTo>
                  <a:lnTo>
                    <a:pt x="71390" y="20882"/>
                  </a:lnTo>
                  <a:cubicBezTo>
                    <a:pt x="71348" y="20924"/>
                    <a:pt x="71285" y="21007"/>
                    <a:pt x="71244" y="21070"/>
                  </a:cubicBezTo>
                  <a:cubicBezTo>
                    <a:pt x="71139" y="21196"/>
                    <a:pt x="71034" y="21342"/>
                    <a:pt x="70909" y="21489"/>
                  </a:cubicBezTo>
                  <a:cubicBezTo>
                    <a:pt x="70867" y="21531"/>
                    <a:pt x="70825" y="21593"/>
                    <a:pt x="70804" y="21635"/>
                  </a:cubicBezTo>
                  <a:cubicBezTo>
                    <a:pt x="70658" y="21803"/>
                    <a:pt x="70553" y="21949"/>
                    <a:pt x="70428" y="22116"/>
                  </a:cubicBezTo>
                  <a:cubicBezTo>
                    <a:pt x="70407" y="22137"/>
                    <a:pt x="70407" y="22158"/>
                    <a:pt x="70386" y="22179"/>
                  </a:cubicBezTo>
                  <a:cubicBezTo>
                    <a:pt x="69821" y="22953"/>
                    <a:pt x="69298" y="23748"/>
                    <a:pt x="68775" y="24564"/>
                  </a:cubicBezTo>
                  <a:cubicBezTo>
                    <a:pt x="68356" y="25171"/>
                    <a:pt x="68000" y="25799"/>
                    <a:pt x="67666" y="26448"/>
                  </a:cubicBezTo>
                  <a:cubicBezTo>
                    <a:pt x="66850" y="27829"/>
                    <a:pt x="66034" y="29230"/>
                    <a:pt x="65176" y="30528"/>
                  </a:cubicBezTo>
                  <a:cubicBezTo>
                    <a:pt x="62393" y="34796"/>
                    <a:pt x="59443" y="38918"/>
                    <a:pt x="56492" y="43061"/>
                  </a:cubicBezTo>
                  <a:cubicBezTo>
                    <a:pt x="56492" y="43061"/>
                    <a:pt x="56492" y="43082"/>
                    <a:pt x="56471" y="43082"/>
                  </a:cubicBezTo>
                  <a:lnTo>
                    <a:pt x="56074" y="43626"/>
                  </a:lnTo>
                  <a:cubicBezTo>
                    <a:pt x="55822" y="43988"/>
                    <a:pt x="56079" y="44373"/>
                    <a:pt x="56400" y="44373"/>
                  </a:cubicBezTo>
                  <a:cubicBezTo>
                    <a:pt x="56506" y="44373"/>
                    <a:pt x="56619" y="44331"/>
                    <a:pt x="56723" y="44233"/>
                  </a:cubicBezTo>
                  <a:cubicBezTo>
                    <a:pt x="58668" y="42412"/>
                    <a:pt x="60719" y="40257"/>
                    <a:pt x="62707" y="37956"/>
                  </a:cubicBezTo>
                  <a:cubicBezTo>
                    <a:pt x="62707" y="37935"/>
                    <a:pt x="62749" y="37935"/>
                    <a:pt x="62749" y="37935"/>
                  </a:cubicBezTo>
                  <a:cubicBezTo>
                    <a:pt x="62790" y="37872"/>
                    <a:pt x="62853" y="37830"/>
                    <a:pt x="62895" y="37746"/>
                  </a:cubicBezTo>
                  <a:cubicBezTo>
                    <a:pt x="62895" y="37949"/>
                    <a:pt x="63058" y="38129"/>
                    <a:pt x="63236" y="38129"/>
                  </a:cubicBezTo>
                  <a:cubicBezTo>
                    <a:pt x="63297" y="38129"/>
                    <a:pt x="63360" y="38108"/>
                    <a:pt x="63418" y="38060"/>
                  </a:cubicBezTo>
                  <a:lnTo>
                    <a:pt x="63816" y="37746"/>
                  </a:lnTo>
                  <a:lnTo>
                    <a:pt x="63816" y="37725"/>
                  </a:lnTo>
                  <a:cubicBezTo>
                    <a:pt x="64318" y="37328"/>
                    <a:pt x="64799" y="36909"/>
                    <a:pt x="65301" y="36491"/>
                  </a:cubicBezTo>
                  <a:cubicBezTo>
                    <a:pt x="65406" y="36386"/>
                    <a:pt x="65531" y="36282"/>
                    <a:pt x="65636" y="36198"/>
                  </a:cubicBezTo>
                  <a:lnTo>
                    <a:pt x="65636" y="36198"/>
                  </a:lnTo>
                  <a:cubicBezTo>
                    <a:pt x="65636" y="36240"/>
                    <a:pt x="65615" y="36240"/>
                    <a:pt x="65615" y="36261"/>
                  </a:cubicBezTo>
                  <a:cubicBezTo>
                    <a:pt x="66452" y="35528"/>
                    <a:pt x="67289" y="34733"/>
                    <a:pt x="68084" y="33959"/>
                  </a:cubicBezTo>
                  <a:lnTo>
                    <a:pt x="68126" y="33896"/>
                  </a:lnTo>
                  <a:lnTo>
                    <a:pt x="68879" y="33143"/>
                  </a:lnTo>
                  <a:cubicBezTo>
                    <a:pt x="68942" y="33101"/>
                    <a:pt x="68984" y="33038"/>
                    <a:pt x="69047" y="32955"/>
                  </a:cubicBezTo>
                  <a:cubicBezTo>
                    <a:pt x="69256" y="32725"/>
                    <a:pt x="69465" y="32515"/>
                    <a:pt x="69674" y="32285"/>
                  </a:cubicBezTo>
                  <a:cubicBezTo>
                    <a:pt x="69758" y="32202"/>
                    <a:pt x="69821" y="32097"/>
                    <a:pt x="69925" y="32013"/>
                  </a:cubicBezTo>
                  <a:cubicBezTo>
                    <a:pt x="70114" y="31804"/>
                    <a:pt x="70302" y="31637"/>
                    <a:pt x="70448" y="31427"/>
                  </a:cubicBezTo>
                  <a:cubicBezTo>
                    <a:pt x="70553" y="31281"/>
                    <a:pt x="70658" y="31176"/>
                    <a:pt x="70762" y="31051"/>
                  </a:cubicBezTo>
                  <a:cubicBezTo>
                    <a:pt x="70930" y="30862"/>
                    <a:pt x="71055" y="30716"/>
                    <a:pt x="71223" y="30528"/>
                  </a:cubicBezTo>
                  <a:cubicBezTo>
                    <a:pt x="71348" y="30381"/>
                    <a:pt x="71474" y="30235"/>
                    <a:pt x="71578" y="30088"/>
                  </a:cubicBezTo>
                  <a:cubicBezTo>
                    <a:pt x="71704" y="29921"/>
                    <a:pt x="71850" y="29774"/>
                    <a:pt x="71955" y="29607"/>
                  </a:cubicBezTo>
                  <a:cubicBezTo>
                    <a:pt x="72080" y="29440"/>
                    <a:pt x="72227" y="29272"/>
                    <a:pt x="72373" y="29084"/>
                  </a:cubicBezTo>
                  <a:cubicBezTo>
                    <a:pt x="72478" y="28958"/>
                    <a:pt x="72583" y="28812"/>
                    <a:pt x="72687" y="28665"/>
                  </a:cubicBezTo>
                  <a:cubicBezTo>
                    <a:pt x="72834" y="28498"/>
                    <a:pt x="73001" y="28289"/>
                    <a:pt x="73127" y="28101"/>
                  </a:cubicBezTo>
                  <a:cubicBezTo>
                    <a:pt x="73231" y="27975"/>
                    <a:pt x="73315" y="27829"/>
                    <a:pt x="73420" y="27724"/>
                  </a:cubicBezTo>
                  <a:lnTo>
                    <a:pt x="73880" y="27096"/>
                  </a:lnTo>
                  <a:cubicBezTo>
                    <a:pt x="73964" y="26992"/>
                    <a:pt x="74047" y="26866"/>
                    <a:pt x="74110" y="26761"/>
                  </a:cubicBezTo>
                  <a:cubicBezTo>
                    <a:pt x="74277" y="26531"/>
                    <a:pt x="74424" y="26301"/>
                    <a:pt x="74591" y="26092"/>
                  </a:cubicBezTo>
                  <a:cubicBezTo>
                    <a:pt x="74675" y="25987"/>
                    <a:pt x="74717" y="25883"/>
                    <a:pt x="74801" y="25778"/>
                  </a:cubicBezTo>
                  <a:cubicBezTo>
                    <a:pt x="74947" y="25527"/>
                    <a:pt x="75135" y="25276"/>
                    <a:pt x="75303" y="25046"/>
                  </a:cubicBezTo>
                  <a:cubicBezTo>
                    <a:pt x="75345" y="24962"/>
                    <a:pt x="75407" y="24857"/>
                    <a:pt x="75470" y="24774"/>
                  </a:cubicBezTo>
                  <a:cubicBezTo>
                    <a:pt x="75637" y="24523"/>
                    <a:pt x="75826" y="24251"/>
                    <a:pt x="75972" y="23999"/>
                  </a:cubicBezTo>
                  <a:cubicBezTo>
                    <a:pt x="76035" y="23916"/>
                    <a:pt x="76056" y="23853"/>
                    <a:pt x="76098" y="23790"/>
                  </a:cubicBezTo>
                  <a:cubicBezTo>
                    <a:pt x="76286" y="23497"/>
                    <a:pt x="76454" y="23204"/>
                    <a:pt x="76621" y="22911"/>
                  </a:cubicBezTo>
                  <a:cubicBezTo>
                    <a:pt x="76621" y="22891"/>
                    <a:pt x="76663" y="22891"/>
                    <a:pt x="76663" y="22870"/>
                  </a:cubicBezTo>
                  <a:cubicBezTo>
                    <a:pt x="77018" y="22263"/>
                    <a:pt x="77353" y="21635"/>
                    <a:pt x="77667" y="21028"/>
                  </a:cubicBezTo>
                  <a:cubicBezTo>
                    <a:pt x="78483" y="21196"/>
                    <a:pt x="79299" y="21321"/>
                    <a:pt x="80115" y="21510"/>
                  </a:cubicBezTo>
                  <a:cubicBezTo>
                    <a:pt x="80031" y="21593"/>
                    <a:pt x="79927" y="21656"/>
                    <a:pt x="79843" y="21740"/>
                  </a:cubicBezTo>
                  <a:cubicBezTo>
                    <a:pt x="79801" y="21803"/>
                    <a:pt x="79739" y="21844"/>
                    <a:pt x="79655" y="21907"/>
                  </a:cubicBezTo>
                  <a:cubicBezTo>
                    <a:pt x="79550" y="22012"/>
                    <a:pt x="79446" y="22075"/>
                    <a:pt x="79383" y="22179"/>
                  </a:cubicBezTo>
                  <a:cubicBezTo>
                    <a:pt x="79299" y="22263"/>
                    <a:pt x="79215" y="22347"/>
                    <a:pt x="79174" y="22430"/>
                  </a:cubicBezTo>
                  <a:cubicBezTo>
                    <a:pt x="79090" y="22493"/>
                    <a:pt x="79006" y="22598"/>
                    <a:pt x="78922" y="22681"/>
                  </a:cubicBezTo>
                  <a:cubicBezTo>
                    <a:pt x="78818" y="22786"/>
                    <a:pt x="78755" y="22891"/>
                    <a:pt x="78650" y="22995"/>
                  </a:cubicBezTo>
                  <a:cubicBezTo>
                    <a:pt x="78588" y="23058"/>
                    <a:pt x="78546" y="23121"/>
                    <a:pt x="78483" y="23183"/>
                  </a:cubicBezTo>
                  <a:cubicBezTo>
                    <a:pt x="78337" y="23372"/>
                    <a:pt x="78169" y="23539"/>
                    <a:pt x="78044" y="23727"/>
                  </a:cubicBezTo>
                  <a:lnTo>
                    <a:pt x="77981" y="23790"/>
                  </a:lnTo>
                  <a:cubicBezTo>
                    <a:pt x="77855" y="23958"/>
                    <a:pt x="77709" y="24146"/>
                    <a:pt x="77562" y="24334"/>
                  </a:cubicBezTo>
                  <a:cubicBezTo>
                    <a:pt x="77542" y="24355"/>
                    <a:pt x="77521" y="24418"/>
                    <a:pt x="77500" y="24439"/>
                  </a:cubicBezTo>
                  <a:cubicBezTo>
                    <a:pt x="77353" y="24627"/>
                    <a:pt x="77228" y="24774"/>
                    <a:pt x="77102" y="24962"/>
                  </a:cubicBezTo>
                  <a:cubicBezTo>
                    <a:pt x="77081" y="24983"/>
                    <a:pt x="77081" y="25004"/>
                    <a:pt x="77039" y="25046"/>
                  </a:cubicBezTo>
                  <a:cubicBezTo>
                    <a:pt x="76140" y="26343"/>
                    <a:pt x="75261" y="27766"/>
                    <a:pt x="74403" y="29084"/>
                  </a:cubicBezTo>
                  <a:cubicBezTo>
                    <a:pt x="74005" y="29712"/>
                    <a:pt x="73587" y="30318"/>
                    <a:pt x="73210" y="30904"/>
                  </a:cubicBezTo>
                  <a:cubicBezTo>
                    <a:pt x="70532" y="34629"/>
                    <a:pt x="67687" y="38228"/>
                    <a:pt x="64841" y="41805"/>
                  </a:cubicBezTo>
                  <a:cubicBezTo>
                    <a:pt x="64841" y="41826"/>
                    <a:pt x="64799" y="41826"/>
                    <a:pt x="64778" y="41847"/>
                  </a:cubicBezTo>
                  <a:cubicBezTo>
                    <a:pt x="64653" y="42015"/>
                    <a:pt x="64548" y="42161"/>
                    <a:pt x="64422" y="42329"/>
                  </a:cubicBezTo>
                  <a:cubicBezTo>
                    <a:pt x="64052" y="42766"/>
                    <a:pt x="64426" y="43500"/>
                    <a:pt x="64913" y="43500"/>
                  </a:cubicBezTo>
                  <a:cubicBezTo>
                    <a:pt x="65031" y="43500"/>
                    <a:pt x="65157" y="43457"/>
                    <a:pt x="65280" y="43354"/>
                  </a:cubicBezTo>
                  <a:cubicBezTo>
                    <a:pt x="66368" y="42433"/>
                    <a:pt x="67582" y="41408"/>
                    <a:pt x="68816" y="40257"/>
                  </a:cubicBezTo>
                  <a:cubicBezTo>
                    <a:pt x="68816" y="40257"/>
                    <a:pt x="68816" y="40236"/>
                    <a:pt x="68837" y="40236"/>
                  </a:cubicBezTo>
                  <a:lnTo>
                    <a:pt x="68921" y="40153"/>
                  </a:lnTo>
                  <a:lnTo>
                    <a:pt x="68942" y="40153"/>
                  </a:lnTo>
                  <a:cubicBezTo>
                    <a:pt x="73838" y="35612"/>
                    <a:pt x="79132" y="29440"/>
                    <a:pt x="80575" y="23393"/>
                  </a:cubicBezTo>
                  <a:cubicBezTo>
                    <a:pt x="80596" y="23309"/>
                    <a:pt x="80638" y="23204"/>
                    <a:pt x="80638" y="23121"/>
                  </a:cubicBezTo>
                  <a:cubicBezTo>
                    <a:pt x="80659" y="23058"/>
                    <a:pt x="80659" y="22995"/>
                    <a:pt x="80680" y="22911"/>
                  </a:cubicBezTo>
                  <a:cubicBezTo>
                    <a:pt x="80764" y="22472"/>
                    <a:pt x="80847" y="22054"/>
                    <a:pt x="80889" y="21614"/>
                  </a:cubicBezTo>
                  <a:cubicBezTo>
                    <a:pt x="81894" y="21823"/>
                    <a:pt x="82877" y="22033"/>
                    <a:pt x="83881" y="22263"/>
                  </a:cubicBezTo>
                  <a:cubicBezTo>
                    <a:pt x="83777" y="22451"/>
                    <a:pt x="83693" y="22660"/>
                    <a:pt x="83588" y="22849"/>
                  </a:cubicBezTo>
                  <a:cubicBezTo>
                    <a:pt x="83526" y="22974"/>
                    <a:pt x="83484" y="23079"/>
                    <a:pt x="83400" y="23204"/>
                  </a:cubicBezTo>
                  <a:cubicBezTo>
                    <a:pt x="83275" y="23497"/>
                    <a:pt x="83107" y="23811"/>
                    <a:pt x="82982" y="24125"/>
                  </a:cubicBezTo>
                  <a:cubicBezTo>
                    <a:pt x="82961" y="24167"/>
                    <a:pt x="82940" y="24230"/>
                    <a:pt x="82940" y="24251"/>
                  </a:cubicBezTo>
                  <a:cubicBezTo>
                    <a:pt x="81831" y="26678"/>
                    <a:pt x="80889" y="29168"/>
                    <a:pt x="79529" y="31490"/>
                  </a:cubicBezTo>
                  <a:cubicBezTo>
                    <a:pt x="77521" y="34922"/>
                    <a:pt x="75010" y="37872"/>
                    <a:pt x="72290" y="40759"/>
                  </a:cubicBezTo>
                  <a:lnTo>
                    <a:pt x="72290" y="40780"/>
                  </a:lnTo>
                  <a:lnTo>
                    <a:pt x="72269" y="40801"/>
                  </a:lnTo>
                  <a:cubicBezTo>
                    <a:pt x="72050" y="41105"/>
                    <a:pt x="72320" y="41558"/>
                    <a:pt x="72630" y="41558"/>
                  </a:cubicBezTo>
                  <a:cubicBezTo>
                    <a:pt x="72705" y="41558"/>
                    <a:pt x="72782" y="41532"/>
                    <a:pt x="72855" y="41471"/>
                  </a:cubicBezTo>
                  <a:cubicBezTo>
                    <a:pt x="74257" y="40383"/>
                    <a:pt x="75637" y="39169"/>
                    <a:pt x="76914" y="37746"/>
                  </a:cubicBezTo>
                  <a:cubicBezTo>
                    <a:pt x="76914" y="37746"/>
                    <a:pt x="76914" y="37725"/>
                    <a:pt x="76935" y="37725"/>
                  </a:cubicBezTo>
                  <a:cubicBezTo>
                    <a:pt x="80785" y="33583"/>
                    <a:pt x="83840" y="28205"/>
                    <a:pt x="84216" y="22807"/>
                  </a:cubicBezTo>
                  <a:lnTo>
                    <a:pt x="84216" y="22744"/>
                  </a:lnTo>
                  <a:cubicBezTo>
                    <a:pt x="84216" y="22598"/>
                    <a:pt x="84237" y="22493"/>
                    <a:pt x="84237" y="22367"/>
                  </a:cubicBezTo>
                  <a:cubicBezTo>
                    <a:pt x="85785" y="22744"/>
                    <a:pt x="87355" y="23163"/>
                    <a:pt x="88903" y="23581"/>
                  </a:cubicBezTo>
                  <a:cubicBezTo>
                    <a:pt x="88254" y="24230"/>
                    <a:pt x="87689" y="24941"/>
                    <a:pt x="87166" y="25673"/>
                  </a:cubicBezTo>
                  <a:lnTo>
                    <a:pt x="87145" y="25694"/>
                  </a:lnTo>
                  <a:cubicBezTo>
                    <a:pt x="87062" y="25820"/>
                    <a:pt x="86957" y="25924"/>
                    <a:pt x="86894" y="26050"/>
                  </a:cubicBezTo>
                  <a:cubicBezTo>
                    <a:pt x="86853" y="26113"/>
                    <a:pt x="86832" y="26155"/>
                    <a:pt x="86790" y="26196"/>
                  </a:cubicBezTo>
                  <a:cubicBezTo>
                    <a:pt x="86727" y="26301"/>
                    <a:pt x="86643" y="26364"/>
                    <a:pt x="86601" y="26468"/>
                  </a:cubicBezTo>
                  <a:cubicBezTo>
                    <a:pt x="86539" y="26552"/>
                    <a:pt x="86518" y="26615"/>
                    <a:pt x="86476" y="26678"/>
                  </a:cubicBezTo>
                  <a:cubicBezTo>
                    <a:pt x="86434" y="26740"/>
                    <a:pt x="86413" y="26761"/>
                    <a:pt x="86392" y="26824"/>
                  </a:cubicBezTo>
                  <a:cubicBezTo>
                    <a:pt x="85555" y="28101"/>
                    <a:pt x="84802" y="29398"/>
                    <a:pt x="83944" y="30716"/>
                  </a:cubicBezTo>
                  <a:cubicBezTo>
                    <a:pt x="83254" y="31804"/>
                    <a:pt x="82521" y="32913"/>
                    <a:pt x="81747" y="33980"/>
                  </a:cubicBezTo>
                  <a:cubicBezTo>
                    <a:pt x="81287" y="34671"/>
                    <a:pt x="80806" y="35340"/>
                    <a:pt x="80345" y="35989"/>
                  </a:cubicBezTo>
                  <a:cubicBezTo>
                    <a:pt x="79529" y="37098"/>
                    <a:pt x="78713" y="38186"/>
                    <a:pt x="77876" y="39295"/>
                  </a:cubicBezTo>
                  <a:cubicBezTo>
                    <a:pt x="77834" y="39378"/>
                    <a:pt x="77772" y="39420"/>
                    <a:pt x="77730" y="39504"/>
                  </a:cubicBezTo>
                  <a:cubicBezTo>
                    <a:pt x="77426" y="39909"/>
                    <a:pt x="77735" y="40546"/>
                    <a:pt x="78163" y="40546"/>
                  </a:cubicBezTo>
                  <a:cubicBezTo>
                    <a:pt x="78265" y="40546"/>
                    <a:pt x="78374" y="40509"/>
                    <a:pt x="78483" y="40425"/>
                  </a:cubicBezTo>
                  <a:cubicBezTo>
                    <a:pt x="79885" y="39399"/>
                    <a:pt x="81308" y="38165"/>
                    <a:pt x="82647" y="36826"/>
                  </a:cubicBezTo>
                  <a:cubicBezTo>
                    <a:pt x="86225" y="33206"/>
                    <a:pt x="89175" y="28603"/>
                    <a:pt x="89154" y="23644"/>
                  </a:cubicBezTo>
                  <a:lnTo>
                    <a:pt x="89154" y="23623"/>
                  </a:lnTo>
                  <a:cubicBezTo>
                    <a:pt x="93632" y="24899"/>
                    <a:pt x="98068" y="26448"/>
                    <a:pt x="102420" y="28310"/>
                  </a:cubicBezTo>
                  <a:cubicBezTo>
                    <a:pt x="102545" y="28101"/>
                    <a:pt x="102629" y="27870"/>
                    <a:pt x="102503" y="27808"/>
                  </a:cubicBezTo>
                  <a:cubicBezTo>
                    <a:pt x="97837" y="25778"/>
                    <a:pt x="93025" y="24041"/>
                    <a:pt x="88171" y="22660"/>
                  </a:cubicBezTo>
                  <a:cubicBezTo>
                    <a:pt x="88254" y="22639"/>
                    <a:pt x="88317" y="22598"/>
                    <a:pt x="88380" y="22535"/>
                  </a:cubicBezTo>
                  <a:cubicBezTo>
                    <a:pt x="88401" y="22493"/>
                    <a:pt x="88401" y="22472"/>
                    <a:pt x="88401" y="22451"/>
                  </a:cubicBezTo>
                  <a:cubicBezTo>
                    <a:pt x="88464" y="22137"/>
                    <a:pt x="88485" y="21823"/>
                    <a:pt x="88526" y="21489"/>
                  </a:cubicBezTo>
                  <a:lnTo>
                    <a:pt x="88526" y="21426"/>
                  </a:lnTo>
                  <a:cubicBezTo>
                    <a:pt x="88568" y="21133"/>
                    <a:pt x="88589" y="20819"/>
                    <a:pt x="88589" y="20547"/>
                  </a:cubicBezTo>
                  <a:lnTo>
                    <a:pt x="88589" y="20359"/>
                  </a:lnTo>
                  <a:lnTo>
                    <a:pt x="88589" y="19626"/>
                  </a:lnTo>
                  <a:lnTo>
                    <a:pt x="88589" y="19187"/>
                  </a:lnTo>
                  <a:cubicBezTo>
                    <a:pt x="88589" y="19041"/>
                    <a:pt x="88589" y="18936"/>
                    <a:pt x="88568" y="18810"/>
                  </a:cubicBezTo>
                  <a:cubicBezTo>
                    <a:pt x="88359" y="14730"/>
                    <a:pt x="86790" y="10755"/>
                    <a:pt x="84174" y="7595"/>
                  </a:cubicBezTo>
                  <a:cubicBezTo>
                    <a:pt x="83881" y="7219"/>
                    <a:pt x="83588" y="6884"/>
                    <a:pt x="83254" y="6570"/>
                  </a:cubicBezTo>
                  <a:lnTo>
                    <a:pt x="83065" y="6382"/>
                  </a:lnTo>
                  <a:cubicBezTo>
                    <a:pt x="83024" y="6340"/>
                    <a:pt x="82940" y="6277"/>
                    <a:pt x="82856" y="6256"/>
                  </a:cubicBezTo>
                  <a:cubicBezTo>
                    <a:pt x="82782" y="6226"/>
                    <a:pt x="82702" y="6211"/>
                    <a:pt x="82621" y="6211"/>
                  </a:cubicBezTo>
                  <a:cubicBezTo>
                    <a:pt x="82315" y="6211"/>
                    <a:pt x="81993" y="6414"/>
                    <a:pt x="81894" y="6696"/>
                  </a:cubicBezTo>
                  <a:cubicBezTo>
                    <a:pt x="81873" y="6696"/>
                    <a:pt x="81894" y="6696"/>
                    <a:pt x="81894" y="6738"/>
                  </a:cubicBezTo>
                  <a:cubicBezTo>
                    <a:pt x="81831" y="6842"/>
                    <a:pt x="81831" y="6989"/>
                    <a:pt x="81873" y="7114"/>
                  </a:cubicBezTo>
                  <a:cubicBezTo>
                    <a:pt x="82124" y="7909"/>
                    <a:pt x="82396" y="8725"/>
                    <a:pt x="82668" y="9499"/>
                  </a:cubicBezTo>
                  <a:lnTo>
                    <a:pt x="82668" y="9520"/>
                  </a:lnTo>
                  <a:cubicBezTo>
                    <a:pt x="84195" y="13914"/>
                    <a:pt x="85911" y="18350"/>
                    <a:pt x="87857" y="22535"/>
                  </a:cubicBezTo>
                  <a:cubicBezTo>
                    <a:pt x="87857" y="22550"/>
                    <a:pt x="87867" y="22564"/>
                    <a:pt x="87881" y="22572"/>
                  </a:cubicBezTo>
                  <a:lnTo>
                    <a:pt x="87881" y="22572"/>
                  </a:lnTo>
                  <a:cubicBezTo>
                    <a:pt x="86673" y="22239"/>
                    <a:pt x="85445" y="21926"/>
                    <a:pt x="84216" y="21614"/>
                  </a:cubicBezTo>
                  <a:cubicBezTo>
                    <a:pt x="84205" y="21580"/>
                    <a:pt x="84180" y="21564"/>
                    <a:pt x="84154" y="21564"/>
                  </a:cubicBezTo>
                  <a:cubicBezTo>
                    <a:pt x="84132" y="21564"/>
                    <a:pt x="84109" y="21574"/>
                    <a:pt x="84091" y="21593"/>
                  </a:cubicBezTo>
                  <a:cubicBezTo>
                    <a:pt x="83693" y="21489"/>
                    <a:pt x="83337" y="21405"/>
                    <a:pt x="82940" y="21300"/>
                  </a:cubicBezTo>
                  <a:cubicBezTo>
                    <a:pt x="82961" y="21279"/>
                    <a:pt x="82982" y="21238"/>
                    <a:pt x="82982" y="21196"/>
                  </a:cubicBezTo>
                  <a:cubicBezTo>
                    <a:pt x="83086" y="20568"/>
                    <a:pt x="83149" y="19961"/>
                    <a:pt x="83170" y="19334"/>
                  </a:cubicBezTo>
                  <a:lnTo>
                    <a:pt x="83170" y="19208"/>
                  </a:lnTo>
                  <a:lnTo>
                    <a:pt x="83170" y="18727"/>
                  </a:lnTo>
                  <a:lnTo>
                    <a:pt x="83170" y="18497"/>
                  </a:lnTo>
                  <a:lnTo>
                    <a:pt x="83170" y="18141"/>
                  </a:lnTo>
                  <a:cubicBezTo>
                    <a:pt x="83170" y="17994"/>
                    <a:pt x="83170" y="17890"/>
                    <a:pt x="83149" y="17764"/>
                  </a:cubicBezTo>
                  <a:cubicBezTo>
                    <a:pt x="83149" y="17681"/>
                    <a:pt x="83149" y="17576"/>
                    <a:pt x="83128" y="17513"/>
                  </a:cubicBezTo>
                  <a:cubicBezTo>
                    <a:pt x="83128" y="17346"/>
                    <a:pt x="83086" y="17157"/>
                    <a:pt x="83065" y="17011"/>
                  </a:cubicBezTo>
                  <a:lnTo>
                    <a:pt x="83065" y="16885"/>
                  </a:lnTo>
                  <a:cubicBezTo>
                    <a:pt x="82438" y="11550"/>
                    <a:pt x="79215" y="6758"/>
                    <a:pt x="74549" y="4059"/>
                  </a:cubicBezTo>
                  <a:cubicBezTo>
                    <a:pt x="74131" y="3829"/>
                    <a:pt x="73713" y="3620"/>
                    <a:pt x="73252" y="3411"/>
                  </a:cubicBezTo>
                  <a:cubicBezTo>
                    <a:pt x="73148" y="3348"/>
                    <a:pt x="73085" y="3306"/>
                    <a:pt x="72980" y="3285"/>
                  </a:cubicBezTo>
                  <a:cubicBezTo>
                    <a:pt x="72311" y="2992"/>
                    <a:pt x="71641" y="2720"/>
                    <a:pt x="70930" y="2511"/>
                  </a:cubicBezTo>
                  <a:cubicBezTo>
                    <a:pt x="70873" y="2496"/>
                    <a:pt x="70818" y="2489"/>
                    <a:pt x="70763" y="2489"/>
                  </a:cubicBezTo>
                  <a:cubicBezTo>
                    <a:pt x="70292" y="2489"/>
                    <a:pt x="69915" y="3021"/>
                    <a:pt x="70009" y="3453"/>
                  </a:cubicBezTo>
                  <a:cubicBezTo>
                    <a:pt x="68482" y="2239"/>
                    <a:pt x="66829" y="1130"/>
                    <a:pt x="65134" y="105"/>
                  </a:cubicBezTo>
                  <a:cubicBezTo>
                    <a:pt x="65008" y="32"/>
                    <a:pt x="64882" y="0"/>
                    <a:pt x="647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15"/>
            <p:cNvSpPr/>
            <p:nvPr/>
          </p:nvSpPr>
          <p:spPr>
            <a:xfrm>
              <a:off x="19388400" y="28623625"/>
              <a:ext cx="714775" cy="158125"/>
            </a:xfrm>
            <a:custGeom>
              <a:avLst/>
              <a:gdLst/>
              <a:ahLst/>
              <a:cxnLst/>
              <a:rect l="l" t="t" r="r" b="b"/>
              <a:pathLst>
                <a:path w="28591" h="6325" extrusionOk="0">
                  <a:moveTo>
                    <a:pt x="9416" y="0"/>
                  </a:moveTo>
                  <a:cubicBezTo>
                    <a:pt x="6592" y="0"/>
                    <a:pt x="3725" y="272"/>
                    <a:pt x="942" y="711"/>
                  </a:cubicBezTo>
                  <a:cubicBezTo>
                    <a:pt x="1" y="837"/>
                    <a:pt x="1" y="2176"/>
                    <a:pt x="1026" y="2218"/>
                  </a:cubicBezTo>
                  <a:cubicBezTo>
                    <a:pt x="1193" y="2218"/>
                    <a:pt x="1361" y="2260"/>
                    <a:pt x="1549" y="2281"/>
                  </a:cubicBezTo>
                  <a:lnTo>
                    <a:pt x="1675" y="2281"/>
                  </a:lnTo>
                  <a:cubicBezTo>
                    <a:pt x="5336" y="2490"/>
                    <a:pt x="8998" y="3055"/>
                    <a:pt x="12618" y="3683"/>
                  </a:cubicBezTo>
                  <a:lnTo>
                    <a:pt x="12513" y="3683"/>
                  </a:lnTo>
                  <a:cubicBezTo>
                    <a:pt x="16070" y="4310"/>
                    <a:pt x="19606" y="5022"/>
                    <a:pt x="23163" y="5587"/>
                  </a:cubicBezTo>
                  <a:lnTo>
                    <a:pt x="23644" y="5670"/>
                  </a:lnTo>
                  <a:cubicBezTo>
                    <a:pt x="24000" y="5733"/>
                    <a:pt x="24335" y="5775"/>
                    <a:pt x="24711" y="5838"/>
                  </a:cubicBezTo>
                  <a:cubicBezTo>
                    <a:pt x="25130" y="5880"/>
                    <a:pt x="25548" y="5963"/>
                    <a:pt x="25967" y="6026"/>
                  </a:cubicBezTo>
                  <a:cubicBezTo>
                    <a:pt x="26113" y="6047"/>
                    <a:pt x="26302" y="6068"/>
                    <a:pt x="26469" y="6089"/>
                  </a:cubicBezTo>
                  <a:lnTo>
                    <a:pt x="28352" y="6319"/>
                  </a:lnTo>
                  <a:cubicBezTo>
                    <a:pt x="28364" y="6323"/>
                    <a:pt x="28377" y="6325"/>
                    <a:pt x="28389" y="6325"/>
                  </a:cubicBezTo>
                  <a:cubicBezTo>
                    <a:pt x="28500" y="6325"/>
                    <a:pt x="28591" y="6162"/>
                    <a:pt x="28478" y="6068"/>
                  </a:cubicBezTo>
                  <a:cubicBezTo>
                    <a:pt x="23142" y="1716"/>
                    <a:pt x="16760" y="105"/>
                    <a:pt x="102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21" name="Google Shape;221;p15"/>
          <p:cNvSpPr txBox="1">
            <a:spLocks noGrp="1"/>
          </p:cNvSpPr>
          <p:nvPr>
            <p:ph type="title"/>
          </p:nvPr>
        </p:nvSpPr>
        <p:spPr>
          <a:xfrm>
            <a:off x="4369051" y="5315212"/>
            <a:ext cx="34532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222" name="Google Shape;222;p15"/>
          <p:cNvSpPr txBox="1">
            <a:spLocks noGrp="1"/>
          </p:cNvSpPr>
          <p:nvPr>
            <p:ph type="subTitle" idx="1"/>
          </p:nvPr>
        </p:nvSpPr>
        <p:spPr>
          <a:xfrm>
            <a:off x="2068951" y="3215988"/>
            <a:ext cx="8053600" cy="19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33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278572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6"/>
          <p:cNvSpPr/>
          <p:nvPr/>
        </p:nvSpPr>
        <p:spPr>
          <a:xfrm>
            <a:off x="-35367" y="5233733"/>
            <a:ext cx="12227200" cy="2080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5" name="Google Shape;225;p16"/>
          <p:cNvSpPr/>
          <p:nvPr/>
        </p:nvSpPr>
        <p:spPr>
          <a:xfrm>
            <a:off x="-947966" y="5912001"/>
            <a:ext cx="14087900" cy="2086100"/>
          </a:xfrm>
          <a:custGeom>
            <a:avLst/>
            <a:gdLst/>
            <a:ahLst/>
            <a:cxnLst/>
            <a:rect l="l" t="t" r="r" b="b"/>
            <a:pathLst>
              <a:path w="422637" h="62583" extrusionOk="0">
                <a:moveTo>
                  <a:pt x="422636" y="3055"/>
                </a:moveTo>
                <a:lnTo>
                  <a:pt x="422636" y="62583"/>
                </a:lnTo>
                <a:lnTo>
                  <a:pt x="0" y="62583"/>
                </a:lnTo>
                <a:lnTo>
                  <a:pt x="0" y="12471"/>
                </a:lnTo>
                <a:cubicBezTo>
                  <a:pt x="32223" y="0"/>
                  <a:pt x="69781" y="13308"/>
                  <a:pt x="105100" y="11111"/>
                </a:cubicBezTo>
                <a:cubicBezTo>
                  <a:pt x="119579" y="10190"/>
                  <a:pt x="133891" y="6612"/>
                  <a:pt x="148412" y="7051"/>
                </a:cubicBezTo>
                <a:cubicBezTo>
                  <a:pt x="159292" y="7386"/>
                  <a:pt x="169942" y="9960"/>
                  <a:pt x="180739" y="11069"/>
                </a:cubicBezTo>
                <a:cubicBezTo>
                  <a:pt x="198796" y="12952"/>
                  <a:pt x="217167" y="10776"/>
                  <a:pt x="235245" y="12492"/>
                </a:cubicBezTo>
                <a:cubicBezTo>
                  <a:pt x="263303" y="15128"/>
                  <a:pt x="291780" y="27054"/>
                  <a:pt x="318646" y="19229"/>
                </a:cubicBezTo>
                <a:cubicBezTo>
                  <a:pt x="326785" y="16885"/>
                  <a:pt x="334150" y="12784"/>
                  <a:pt x="342227" y="10274"/>
                </a:cubicBezTo>
                <a:cubicBezTo>
                  <a:pt x="352103" y="7198"/>
                  <a:pt x="362669" y="6570"/>
                  <a:pt x="373068" y="5942"/>
                </a:cubicBezTo>
                <a:cubicBezTo>
                  <a:pt x="389598" y="4980"/>
                  <a:pt x="406107" y="4017"/>
                  <a:pt x="422636" y="305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133"/>
              </a:spcAft>
              <a:buNone/>
            </a:pPr>
            <a:endParaRPr sz="2400">
              <a:solidFill>
                <a:schemeClr val="dk1"/>
              </a:solidFill>
              <a:latin typeface="Andika"/>
              <a:ea typeface="Andika"/>
              <a:cs typeface="Andika"/>
              <a:sym typeface="Andika"/>
            </a:endParaRPr>
          </a:p>
        </p:txBody>
      </p:sp>
      <p:sp>
        <p:nvSpPr>
          <p:cNvPr id="226" name="Google Shape;226;p16"/>
          <p:cNvSpPr txBox="1">
            <a:spLocks noGrp="1"/>
          </p:cNvSpPr>
          <p:nvPr>
            <p:ph type="title" hasCustomPrompt="1"/>
          </p:nvPr>
        </p:nvSpPr>
        <p:spPr>
          <a:xfrm>
            <a:off x="811267" y="2729867"/>
            <a:ext cx="2960400" cy="139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10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227" name="Google Shape;227;p16"/>
          <p:cNvSpPr txBox="1">
            <a:spLocks noGrp="1"/>
          </p:cNvSpPr>
          <p:nvPr>
            <p:ph type="subTitle" idx="1"/>
          </p:nvPr>
        </p:nvSpPr>
        <p:spPr>
          <a:xfrm>
            <a:off x="946000" y="4056427"/>
            <a:ext cx="2715200" cy="5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228" name="Google Shape;228;p16"/>
          <p:cNvSpPr txBox="1">
            <a:spLocks noGrp="1"/>
          </p:cNvSpPr>
          <p:nvPr>
            <p:ph type="title" idx="2" hasCustomPrompt="1"/>
          </p:nvPr>
        </p:nvSpPr>
        <p:spPr>
          <a:xfrm>
            <a:off x="4738433" y="1959867"/>
            <a:ext cx="2715200" cy="139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10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229" name="Google Shape;229;p16"/>
          <p:cNvSpPr txBox="1">
            <a:spLocks noGrp="1"/>
          </p:cNvSpPr>
          <p:nvPr>
            <p:ph type="subTitle" idx="3"/>
          </p:nvPr>
        </p:nvSpPr>
        <p:spPr>
          <a:xfrm>
            <a:off x="4738400" y="3292147"/>
            <a:ext cx="2715200" cy="5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230" name="Google Shape;230;p16"/>
          <p:cNvSpPr txBox="1">
            <a:spLocks noGrp="1"/>
          </p:cNvSpPr>
          <p:nvPr>
            <p:ph type="title" idx="4" hasCustomPrompt="1"/>
          </p:nvPr>
        </p:nvSpPr>
        <p:spPr>
          <a:xfrm>
            <a:off x="8420400" y="1187133"/>
            <a:ext cx="2960400" cy="139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10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231" name="Google Shape;231;p16"/>
          <p:cNvSpPr txBox="1">
            <a:spLocks noGrp="1"/>
          </p:cNvSpPr>
          <p:nvPr>
            <p:ph type="subTitle" idx="5"/>
          </p:nvPr>
        </p:nvSpPr>
        <p:spPr>
          <a:xfrm>
            <a:off x="8542984" y="2522144"/>
            <a:ext cx="2715200" cy="5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232" name="Google Shape;232;p16"/>
          <p:cNvSpPr txBox="1">
            <a:spLocks noGrp="1"/>
          </p:cNvSpPr>
          <p:nvPr>
            <p:ph type="title" idx="6"/>
          </p:nvPr>
        </p:nvSpPr>
        <p:spPr>
          <a:xfrm>
            <a:off x="946000" y="946633"/>
            <a:ext cx="10300000" cy="59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233" name="Google Shape;233;p16"/>
          <p:cNvSpPr/>
          <p:nvPr/>
        </p:nvSpPr>
        <p:spPr>
          <a:xfrm>
            <a:off x="10295934" y="3867401"/>
            <a:ext cx="2315887" cy="386433"/>
          </a:xfrm>
          <a:custGeom>
            <a:avLst/>
            <a:gdLst/>
            <a:ahLst/>
            <a:cxnLst/>
            <a:rect l="l" t="t" r="r" b="b"/>
            <a:pathLst>
              <a:path w="129790" h="21657" extrusionOk="0">
                <a:moveTo>
                  <a:pt x="129790" y="21092"/>
                </a:moveTo>
                <a:cubicBezTo>
                  <a:pt x="127467" y="20548"/>
                  <a:pt x="112277" y="19104"/>
                  <a:pt x="109954" y="18623"/>
                </a:cubicBezTo>
                <a:cubicBezTo>
                  <a:pt x="105372" y="17681"/>
                  <a:pt x="101752" y="13894"/>
                  <a:pt x="97944" y="10881"/>
                </a:cubicBezTo>
                <a:cubicBezTo>
                  <a:pt x="94115" y="7889"/>
                  <a:pt x="89093" y="5546"/>
                  <a:pt x="84909" y="7889"/>
                </a:cubicBezTo>
                <a:cubicBezTo>
                  <a:pt x="82816" y="9061"/>
                  <a:pt x="80933" y="11341"/>
                  <a:pt x="78652" y="10923"/>
                </a:cubicBezTo>
                <a:cubicBezTo>
                  <a:pt x="77460" y="10714"/>
                  <a:pt x="76497" y="9730"/>
                  <a:pt x="75556" y="8852"/>
                </a:cubicBezTo>
                <a:cubicBezTo>
                  <a:pt x="72062" y="5546"/>
                  <a:pt x="68149" y="2616"/>
                  <a:pt x="63692" y="1570"/>
                </a:cubicBezTo>
                <a:cubicBezTo>
                  <a:pt x="57101" y="1"/>
                  <a:pt x="53377" y="3453"/>
                  <a:pt x="48732" y="7512"/>
                </a:cubicBezTo>
                <a:cubicBezTo>
                  <a:pt x="48376" y="7826"/>
                  <a:pt x="47978" y="8161"/>
                  <a:pt x="47518" y="8349"/>
                </a:cubicBezTo>
                <a:cubicBezTo>
                  <a:pt x="46639" y="8663"/>
                  <a:pt x="45698" y="8349"/>
                  <a:pt x="44840" y="8056"/>
                </a:cubicBezTo>
                <a:cubicBezTo>
                  <a:pt x="42727" y="7366"/>
                  <a:pt x="40509" y="6738"/>
                  <a:pt x="38270" y="6801"/>
                </a:cubicBezTo>
                <a:cubicBezTo>
                  <a:pt x="36031" y="6885"/>
                  <a:pt x="33729" y="7743"/>
                  <a:pt x="32369" y="9521"/>
                </a:cubicBezTo>
                <a:cubicBezTo>
                  <a:pt x="31512" y="10651"/>
                  <a:pt x="31051" y="12074"/>
                  <a:pt x="30193" y="13162"/>
                </a:cubicBezTo>
                <a:cubicBezTo>
                  <a:pt x="29336" y="14292"/>
                  <a:pt x="27745" y="15087"/>
                  <a:pt x="26511" y="14396"/>
                </a:cubicBezTo>
                <a:cubicBezTo>
                  <a:pt x="26113" y="14166"/>
                  <a:pt x="25799" y="13810"/>
                  <a:pt x="25465" y="13497"/>
                </a:cubicBezTo>
                <a:cubicBezTo>
                  <a:pt x="24188" y="12429"/>
                  <a:pt x="22242" y="12325"/>
                  <a:pt x="20736" y="13036"/>
                </a:cubicBezTo>
                <a:cubicBezTo>
                  <a:pt x="19208" y="13727"/>
                  <a:pt x="18120" y="15150"/>
                  <a:pt x="17493" y="16698"/>
                </a:cubicBezTo>
                <a:cubicBezTo>
                  <a:pt x="17284" y="17179"/>
                  <a:pt x="17116" y="17744"/>
                  <a:pt x="16760" y="18121"/>
                </a:cubicBezTo>
                <a:cubicBezTo>
                  <a:pt x="16447" y="18476"/>
                  <a:pt x="16007" y="18644"/>
                  <a:pt x="15547" y="18790"/>
                </a:cubicBezTo>
                <a:cubicBezTo>
                  <a:pt x="12346" y="19836"/>
                  <a:pt x="9542" y="18309"/>
                  <a:pt x="6340" y="18100"/>
                </a:cubicBezTo>
                <a:cubicBezTo>
                  <a:pt x="4311" y="17974"/>
                  <a:pt x="691" y="17807"/>
                  <a:pt x="147" y="20464"/>
                </a:cubicBezTo>
                <a:cubicBezTo>
                  <a:pt x="1" y="21238"/>
                  <a:pt x="7031" y="20945"/>
                  <a:pt x="7763" y="20924"/>
                </a:cubicBezTo>
                <a:cubicBezTo>
                  <a:pt x="16865" y="20485"/>
                  <a:pt x="26009" y="21134"/>
                  <a:pt x="35152" y="21301"/>
                </a:cubicBezTo>
                <a:cubicBezTo>
                  <a:pt x="44568" y="21448"/>
                  <a:pt x="54004" y="21531"/>
                  <a:pt x="63420" y="21573"/>
                </a:cubicBezTo>
                <a:cubicBezTo>
                  <a:pt x="80347" y="21657"/>
                  <a:pt x="97295" y="21552"/>
                  <a:pt x="114202" y="21301"/>
                </a:cubicBezTo>
                <a:cubicBezTo>
                  <a:pt x="115457" y="21301"/>
                  <a:pt x="124517" y="21322"/>
                  <a:pt x="129790" y="2109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8175509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17"/>
          <p:cNvGrpSpPr/>
          <p:nvPr/>
        </p:nvGrpSpPr>
        <p:grpSpPr>
          <a:xfrm>
            <a:off x="-166" y="-46379"/>
            <a:ext cx="14677020" cy="8649508"/>
            <a:chOff x="-125" y="-34785"/>
            <a:chExt cx="11007765" cy="6487131"/>
          </a:xfrm>
        </p:grpSpPr>
        <p:sp>
          <p:nvSpPr>
            <p:cNvPr id="236" name="Google Shape;236;p17"/>
            <p:cNvSpPr/>
            <p:nvPr/>
          </p:nvSpPr>
          <p:spPr>
            <a:xfrm>
              <a:off x="-125" y="2156950"/>
              <a:ext cx="9144000" cy="3000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237" name="Google Shape;237;p17"/>
            <p:cNvGrpSpPr/>
            <p:nvPr/>
          </p:nvGrpSpPr>
          <p:grpSpPr>
            <a:xfrm rot="-1642488">
              <a:off x="7106243" y="482386"/>
              <a:ext cx="2565674" cy="1298224"/>
              <a:chOff x="19279125" y="28273675"/>
              <a:chExt cx="2565725" cy="1298250"/>
            </a:xfrm>
          </p:grpSpPr>
          <p:sp>
            <p:nvSpPr>
              <p:cNvPr id="238" name="Google Shape;238;p17"/>
              <p:cNvSpPr/>
              <p:nvPr/>
            </p:nvSpPr>
            <p:spPr>
              <a:xfrm>
                <a:off x="19715375" y="28798125"/>
                <a:ext cx="506850" cy="665075"/>
              </a:xfrm>
              <a:custGeom>
                <a:avLst/>
                <a:gdLst/>
                <a:ahLst/>
                <a:cxnLst/>
                <a:rect l="l" t="t" r="r" b="b"/>
                <a:pathLst>
                  <a:path w="20274" h="26603" extrusionOk="0">
                    <a:moveTo>
                      <a:pt x="20102" y="0"/>
                    </a:moveTo>
                    <a:cubicBezTo>
                      <a:pt x="20089" y="0"/>
                      <a:pt x="20076" y="3"/>
                      <a:pt x="20065" y="8"/>
                    </a:cubicBezTo>
                    <a:cubicBezTo>
                      <a:pt x="20002" y="8"/>
                      <a:pt x="19981" y="29"/>
                      <a:pt x="19918" y="50"/>
                    </a:cubicBezTo>
                    <a:cubicBezTo>
                      <a:pt x="18014" y="1975"/>
                      <a:pt x="16194" y="4026"/>
                      <a:pt x="14415" y="6181"/>
                    </a:cubicBezTo>
                    <a:cubicBezTo>
                      <a:pt x="14060" y="6537"/>
                      <a:pt x="13746" y="6934"/>
                      <a:pt x="13474" y="7332"/>
                    </a:cubicBezTo>
                    <a:cubicBezTo>
                      <a:pt x="13264" y="7583"/>
                      <a:pt x="13055" y="7876"/>
                      <a:pt x="12846" y="8148"/>
                    </a:cubicBezTo>
                    <a:lnTo>
                      <a:pt x="12804" y="8169"/>
                    </a:lnTo>
                    <a:cubicBezTo>
                      <a:pt x="9561" y="12270"/>
                      <a:pt x="6506" y="16643"/>
                      <a:pt x="3577" y="20911"/>
                    </a:cubicBezTo>
                    <a:cubicBezTo>
                      <a:pt x="3577" y="20911"/>
                      <a:pt x="3577" y="20932"/>
                      <a:pt x="3556" y="20932"/>
                    </a:cubicBezTo>
                    <a:cubicBezTo>
                      <a:pt x="3556" y="20953"/>
                      <a:pt x="3535" y="20953"/>
                      <a:pt x="3535" y="20974"/>
                    </a:cubicBezTo>
                    <a:cubicBezTo>
                      <a:pt x="2447" y="22522"/>
                      <a:pt x="1401" y="24050"/>
                      <a:pt x="355" y="25535"/>
                    </a:cubicBezTo>
                    <a:cubicBezTo>
                      <a:pt x="0" y="26042"/>
                      <a:pt x="531" y="26603"/>
                      <a:pt x="1046" y="26603"/>
                    </a:cubicBezTo>
                    <a:cubicBezTo>
                      <a:pt x="1169" y="26603"/>
                      <a:pt x="1292" y="26571"/>
                      <a:pt x="1401" y="26498"/>
                    </a:cubicBezTo>
                    <a:cubicBezTo>
                      <a:pt x="1987" y="26142"/>
                      <a:pt x="2593" y="25745"/>
                      <a:pt x="3137" y="25347"/>
                    </a:cubicBezTo>
                    <a:cubicBezTo>
                      <a:pt x="3158" y="25347"/>
                      <a:pt x="3158" y="25326"/>
                      <a:pt x="3158" y="25326"/>
                    </a:cubicBezTo>
                    <a:cubicBezTo>
                      <a:pt x="11423" y="19593"/>
                      <a:pt x="18746" y="10177"/>
                      <a:pt x="20274" y="239"/>
                    </a:cubicBezTo>
                    <a:cubicBezTo>
                      <a:pt x="20274" y="155"/>
                      <a:pt x="20232" y="113"/>
                      <a:pt x="20211" y="50"/>
                    </a:cubicBezTo>
                    <a:cubicBezTo>
                      <a:pt x="20180" y="20"/>
                      <a:pt x="20139" y="0"/>
                      <a:pt x="201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" name="Google Shape;239;p17"/>
              <p:cNvSpPr/>
              <p:nvPr/>
            </p:nvSpPr>
            <p:spPr>
              <a:xfrm>
                <a:off x="20308800" y="28749150"/>
                <a:ext cx="511325" cy="822775"/>
              </a:xfrm>
              <a:custGeom>
                <a:avLst/>
                <a:gdLst/>
                <a:ahLst/>
                <a:cxnLst/>
                <a:rect l="l" t="t" r="r" b="b"/>
                <a:pathLst>
                  <a:path w="20453" h="32911" extrusionOk="0">
                    <a:moveTo>
                      <a:pt x="20227" y="1"/>
                    </a:moveTo>
                    <a:cubicBezTo>
                      <a:pt x="20190" y="1"/>
                      <a:pt x="20153" y="8"/>
                      <a:pt x="20118" y="22"/>
                    </a:cubicBezTo>
                    <a:cubicBezTo>
                      <a:pt x="20097" y="22"/>
                      <a:pt x="20097" y="63"/>
                      <a:pt x="20076" y="84"/>
                    </a:cubicBezTo>
                    <a:cubicBezTo>
                      <a:pt x="19804" y="335"/>
                      <a:pt x="19574" y="607"/>
                      <a:pt x="19302" y="900"/>
                    </a:cubicBezTo>
                    <a:cubicBezTo>
                      <a:pt x="19302" y="900"/>
                      <a:pt x="19302" y="921"/>
                      <a:pt x="19281" y="921"/>
                    </a:cubicBezTo>
                    <a:cubicBezTo>
                      <a:pt x="19051" y="1172"/>
                      <a:pt x="18841" y="1444"/>
                      <a:pt x="18632" y="1695"/>
                    </a:cubicBezTo>
                    <a:cubicBezTo>
                      <a:pt x="18569" y="1758"/>
                      <a:pt x="18528" y="1842"/>
                      <a:pt x="18465" y="1884"/>
                    </a:cubicBezTo>
                    <a:cubicBezTo>
                      <a:pt x="18318" y="2093"/>
                      <a:pt x="18130" y="2302"/>
                      <a:pt x="17984" y="2512"/>
                    </a:cubicBezTo>
                    <a:cubicBezTo>
                      <a:pt x="17921" y="2595"/>
                      <a:pt x="17837" y="2679"/>
                      <a:pt x="17795" y="2784"/>
                    </a:cubicBezTo>
                    <a:cubicBezTo>
                      <a:pt x="17628" y="2993"/>
                      <a:pt x="17502" y="3160"/>
                      <a:pt x="17356" y="3369"/>
                    </a:cubicBezTo>
                    <a:cubicBezTo>
                      <a:pt x="17293" y="3453"/>
                      <a:pt x="17209" y="3558"/>
                      <a:pt x="17168" y="3641"/>
                    </a:cubicBezTo>
                    <a:cubicBezTo>
                      <a:pt x="17000" y="3851"/>
                      <a:pt x="16875" y="4060"/>
                      <a:pt x="16749" y="4269"/>
                    </a:cubicBezTo>
                    <a:cubicBezTo>
                      <a:pt x="16686" y="4353"/>
                      <a:pt x="16644" y="4436"/>
                      <a:pt x="16561" y="4520"/>
                    </a:cubicBezTo>
                    <a:lnTo>
                      <a:pt x="16100" y="5232"/>
                    </a:lnTo>
                    <a:cubicBezTo>
                      <a:pt x="16059" y="5273"/>
                      <a:pt x="16017" y="5336"/>
                      <a:pt x="15996" y="5420"/>
                    </a:cubicBezTo>
                    <a:cubicBezTo>
                      <a:pt x="15598" y="6006"/>
                      <a:pt x="15222" y="6633"/>
                      <a:pt x="14866" y="7282"/>
                    </a:cubicBezTo>
                    <a:cubicBezTo>
                      <a:pt x="14803" y="7345"/>
                      <a:pt x="14782" y="7429"/>
                      <a:pt x="14740" y="7512"/>
                    </a:cubicBezTo>
                    <a:cubicBezTo>
                      <a:pt x="14594" y="7742"/>
                      <a:pt x="14468" y="7973"/>
                      <a:pt x="14322" y="8203"/>
                    </a:cubicBezTo>
                    <a:cubicBezTo>
                      <a:pt x="14259" y="8286"/>
                      <a:pt x="14217" y="8391"/>
                      <a:pt x="14155" y="8475"/>
                    </a:cubicBezTo>
                    <a:lnTo>
                      <a:pt x="13757" y="9186"/>
                    </a:lnTo>
                    <a:cubicBezTo>
                      <a:pt x="13715" y="9249"/>
                      <a:pt x="13652" y="9333"/>
                      <a:pt x="13631" y="9416"/>
                    </a:cubicBezTo>
                    <a:cubicBezTo>
                      <a:pt x="13485" y="9709"/>
                      <a:pt x="13318" y="9960"/>
                      <a:pt x="13171" y="10253"/>
                    </a:cubicBezTo>
                    <a:cubicBezTo>
                      <a:pt x="12962" y="10609"/>
                      <a:pt x="12753" y="10986"/>
                      <a:pt x="12564" y="11341"/>
                    </a:cubicBezTo>
                    <a:cubicBezTo>
                      <a:pt x="12502" y="11488"/>
                      <a:pt x="12439" y="11592"/>
                      <a:pt x="12376" y="11718"/>
                    </a:cubicBezTo>
                    <a:lnTo>
                      <a:pt x="12062" y="12262"/>
                    </a:lnTo>
                    <a:cubicBezTo>
                      <a:pt x="11539" y="13224"/>
                      <a:pt x="10995" y="14166"/>
                      <a:pt x="10409" y="15108"/>
                    </a:cubicBezTo>
                    <a:cubicBezTo>
                      <a:pt x="8568" y="18183"/>
                      <a:pt x="6622" y="21217"/>
                      <a:pt x="4718" y="24251"/>
                    </a:cubicBezTo>
                    <a:lnTo>
                      <a:pt x="4718" y="24272"/>
                    </a:lnTo>
                    <a:lnTo>
                      <a:pt x="4718" y="24293"/>
                    </a:lnTo>
                    <a:lnTo>
                      <a:pt x="4718" y="24314"/>
                    </a:lnTo>
                    <a:lnTo>
                      <a:pt x="4718" y="24356"/>
                    </a:lnTo>
                    <a:lnTo>
                      <a:pt x="4718" y="24377"/>
                    </a:lnTo>
                    <a:cubicBezTo>
                      <a:pt x="3693" y="26030"/>
                      <a:pt x="2668" y="27641"/>
                      <a:pt x="1684" y="29315"/>
                    </a:cubicBezTo>
                    <a:lnTo>
                      <a:pt x="1684" y="29336"/>
                    </a:lnTo>
                    <a:lnTo>
                      <a:pt x="1684" y="29377"/>
                    </a:lnTo>
                    <a:lnTo>
                      <a:pt x="1684" y="29398"/>
                    </a:lnTo>
                    <a:lnTo>
                      <a:pt x="1684" y="29419"/>
                    </a:lnTo>
                    <a:lnTo>
                      <a:pt x="1684" y="29461"/>
                    </a:lnTo>
                    <a:cubicBezTo>
                      <a:pt x="1621" y="29503"/>
                      <a:pt x="1600" y="29587"/>
                      <a:pt x="1559" y="29670"/>
                    </a:cubicBezTo>
                    <a:lnTo>
                      <a:pt x="1559" y="29691"/>
                    </a:lnTo>
                    <a:cubicBezTo>
                      <a:pt x="1140" y="30361"/>
                      <a:pt x="743" y="31072"/>
                      <a:pt x="345" y="31763"/>
                    </a:cubicBezTo>
                    <a:cubicBezTo>
                      <a:pt x="1" y="32365"/>
                      <a:pt x="520" y="32911"/>
                      <a:pt x="1088" y="32911"/>
                    </a:cubicBezTo>
                    <a:cubicBezTo>
                      <a:pt x="1210" y="32911"/>
                      <a:pt x="1335" y="32886"/>
                      <a:pt x="1454" y="32830"/>
                    </a:cubicBezTo>
                    <a:cubicBezTo>
                      <a:pt x="1517" y="32809"/>
                      <a:pt x="1600" y="32746"/>
                      <a:pt x="1684" y="32662"/>
                    </a:cubicBezTo>
                    <a:cubicBezTo>
                      <a:pt x="6476" y="28038"/>
                      <a:pt x="10388" y="22556"/>
                      <a:pt x="13757" y="16844"/>
                    </a:cubicBezTo>
                    <a:cubicBezTo>
                      <a:pt x="16247" y="12408"/>
                      <a:pt x="19051" y="7721"/>
                      <a:pt x="20097" y="2700"/>
                    </a:cubicBezTo>
                    <a:cubicBezTo>
                      <a:pt x="20097" y="2658"/>
                      <a:pt x="20118" y="2616"/>
                      <a:pt x="20118" y="2595"/>
                    </a:cubicBezTo>
                    <a:cubicBezTo>
                      <a:pt x="20160" y="2365"/>
                      <a:pt x="20222" y="2093"/>
                      <a:pt x="20243" y="1863"/>
                    </a:cubicBezTo>
                    <a:cubicBezTo>
                      <a:pt x="20243" y="1800"/>
                      <a:pt x="20264" y="1779"/>
                      <a:pt x="20264" y="1737"/>
                    </a:cubicBezTo>
                    <a:lnTo>
                      <a:pt x="20348" y="1172"/>
                    </a:lnTo>
                    <a:cubicBezTo>
                      <a:pt x="20390" y="1068"/>
                      <a:pt x="20390" y="1005"/>
                      <a:pt x="20390" y="879"/>
                    </a:cubicBezTo>
                    <a:cubicBezTo>
                      <a:pt x="20411" y="733"/>
                      <a:pt x="20411" y="607"/>
                      <a:pt x="20432" y="440"/>
                    </a:cubicBezTo>
                    <a:cubicBezTo>
                      <a:pt x="20432" y="356"/>
                      <a:pt x="20453" y="294"/>
                      <a:pt x="20453" y="210"/>
                    </a:cubicBezTo>
                    <a:lnTo>
                      <a:pt x="20453" y="126"/>
                    </a:lnTo>
                    <a:cubicBezTo>
                      <a:pt x="20453" y="105"/>
                      <a:pt x="20432" y="105"/>
                      <a:pt x="20432" y="84"/>
                    </a:cubicBezTo>
                    <a:cubicBezTo>
                      <a:pt x="20376" y="29"/>
                      <a:pt x="20301" y="1"/>
                      <a:pt x="20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0" name="Google Shape;240;p17"/>
              <p:cNvSpPr/>
              <p:nvPr/>
            </p:nvSpPr>
            <p:spPr>
              <a:xfrm>
                <a:off x="20182700" y="28375125"/>
                <a:ext cx="603425" cy="350075"/>
              </a:xfrm>
              <a:custGeom>
                <a:avLst/>
                <a:gdLst/>
                <a:ahLst/>
                <a:cxnLst/>
                <a:rect l="l" t="t" r="r" b="b"/>
                <a:pathLst>
                  <a:path w="24137" h="14003" extrusionOk="0">
                    <a:moveTo>
                      <a:pt x="808" y="1"/>
                    </a:moveTo>
                    <a:cubicBezTo>
                      <a:pt x="364" y="1"/>
                      <a:pt x="1" y="496"/>
                      <a:pt x="137" y="922"/>
                    </a:cubicBezTo>
                    <a:cubicBezTo>
                      <a:pt x="179" y="1027"/>
                      <a:pt x="263" y="1131"/>
                      <a:pt x="367" y="1215"/>
                    </a:cubicBezTo>
                    <a:cubicBezTo>
                      <a:pt x="6623" y="6404"/>
                      <a:pt x="13131" y="11070"/>
                      <a:pt x="20935" y="13288"/>
                    </a:cubicBezTo>
                    <a:cubicBezTo>
                      <a:pt x="20977" y="13309"/>
                      <a:pt x="21040" y="13309"/>
                      <a:pt x="21103" y="13351"/>
                    </a:cubicBezTo>
                    <a:cubicBezTo>
                      <a:pt x="21500" y="13434"/>
                      <a:pt x="21919" y="13560"/>
                      <a:pt x="22316" y="13643"/>
                    </a:cubicBezTo>
                    <a:cubicBezTo>
                      <a:pt x="22421" y="13685"/>
                      <a:pt x="22484" y="13706"/>
                      <a:pt x="22588" y="13727"/>
                    </a:cubicBezTo>
                    <a:cubicBezTo>
                      <a:pt x="22965" y="13811"/>
                      <a:pt x="23362" y="13895"/>
                      <a:pt x="23718" y="13957"/>
                    </a:cubicBezTo>
                    <a:cubicBezTo>
                      <a:pt x="23781" y="13957"/>
                      <a:pt x="23802" y="13999"/>
                      <a:pt x="23823" y="13999"/>
                    </a:cubicBezTo>
                    <a:cubicBezTo>
                      <a:pt x="23838" y="14001"/>
                      <a:pt x="23852" y="14002"/>
                      <a:pt x="23867" y="14002"/>
                    </a:cubicBezTo>
                    <a:cubicBezTo>
                      <a:pt x="23990" y="14002"/>
                      <a:pt x="24078" y="13923"/>
                      <a:pt x="24116" y="13811"/>
                    </a:cubicBezTo>
                    <a:cubicBezTo>
                      <a:pt x="24137" y="13769"/>
                      <a:pt x="24137" y="13727"/>
                      <a:pt x="24116" y="13685"/>
                    </a:cubicBezTo>
                    <a:cubicBezTo>
                      <a:pt x="24116" y="13643"/>
                      <a:pt x="24095" y="13602"/>
                      <a:pt x="24032" y="13581"/>
                    </a:cubicBezTo>
                    <a:cubicBezTo>
                      <a:pt x="23676" y="13309"/>
                      <a:pt x="23341" y="13037"/>
                      <a:pt x="22965" y="12765"/>
                    </a:cubicBezTo>
                    <a:cubicBezTo>
                      <a:pt x="22923" y="12744"/>
                      <a:pt x="22860" y="12681"/>
                      <a:pt x="22818" y="12660"/>
                    </a:cubicBezTo>
                    <a:cubicBezTo>
                      <a:pt x="22525" y="12451"/>
                      <a:pt x="22212" y="12221"/>
                      <a:pt x="21919" y="12011"/>
                    </a:cubicBezTo>
                    <a:lnTo>
                      <a:pt x="21688" y="11844"/>
                    </a:lnTo>
                    <a:cubicBezTo>
                      <a:pt x="21333" y="11614"/>
                      <a:pt x="21019" y="11384"/>
                      <a:pt x="20684" y="11175"/>
                    </a:cubicBezTo>
                    <a:lnTo>
                      <a:pt x="20663" y="11133"/>
                    </a:lnTo>
                    <a:cubicBezTo>
                      <a:pt x="16876" y="8580"/>
                      <a:pt x="12859" y="6404"/>
                      <a:pt x="8841" y="4228"/>
                    </a:cubicBezTo>
                    <a:cubicBezTo>
                      <a:pt x="8841" y="4228"/>
                      <a:pt x="8820" y="4228"/>
                      <a:pt x="8820" y="4207"/>
                    </a:cubicBezTo>
                    <a:lnTo>
                      <a:pt x="8800" y="4207"/>
                    </a:lnTo>
                    <a:cubicBezTo>
                      <a:pt x="6226" y="2847"/>
                      <a:pt x="3673" y="1508"/>
                      <a:pt x="1121" y="85"/>
                    </a:cubicBezTo>
                    <a:cubicBezTo>
                      <a:pt x="1016" y="27"/>
                      <a:pt x="910" y="1"/>
                      <a:pt x="8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1" name="Google Shape;241;p17"/>
              <p:cNvSpPr/>
              <p:nvPr/>
            </p:nvSpPr>
            <p:spPr>
              <a:xfrm>
                <a:off x="19914100" y="28430850"/>
                <a:ext cx="673250" cy="292175"/>
              </a:xfrm>
              <a:custGeom>
                <a:avLst/>
                <a:gdLst/>
                <a:ahLst/>
                <a:cxnLst/>
                <a:rect l="l" t="t" r="r" b="b"/>
                <a:pathLst>
                  <a:path w="26930" h="11687" extrusionOk="0">
                    <a:moveTo>
                      <a:pt x="1364" y="1"/>
                    </a:moveTo>
                    <a:cubicBezTo>
                      <a:pt x="1157" y="1"/>
                      <a:pt x="953" y="11"/>
                      <a:pt x="754" y="32"/>
                    </a:cubicBezTo>
                    <a:cubicBezTo>
                      <a:pt x="210" y="53"/>
                      <a:pt x="1" y="492"/>
                      <a:pt x="106" y="911"/>
                    </a:cubicBezTo>
                    <a:cubicBezTo>
                      <a:pt x="210" y="1141"/>
                      <a:pt x="357" y="1392"/>
                      <a:pt x="650" y="1476"/>
                    </a:cubicBezTo>
                    <a:cubicBezTo>
                      <a:pt x="3683" y="2522"/>
                      <a:pt x="6696" y="3610"/>
                      <a:pt x="9647" y="4782"/>
                    </a:cubicBezTo>
                    <a:lnTo>
                      <a:pt x="9626" y="4782"/>
                    </a:lnTo>
                    <a:cubicBezTo>
                      <a:pt x="11802" y="5640"/>
                      <a:pt x="13936" y="6581"/>
                      <a:pt x="16091" y="7606"/>
                    </a:cubicBezTo>
                    <a:cubicBezTo>
                      <a:pt x="16970" y="8025"/>
                      <a:pt x="17807" y="8464"/>
                      <a:pt x="18644" y="8925"/>
                    </a:cubicBezTo>
                    <a:cubicBezTo>
                      <a:pt x="21238" y="10222"/>
                      <a:pt x="23770" y="11394"/>
                      <a:pt x="26783" y="11686"/>
                    </a:cubicBezTo>
                    <a:cubicBezTo>
                      <a:pt x="26825" y="11686"/>
                      <a:pt x="26867" y="11686"/>
                      <a:pt x="26888" y="11666"/>
                    </a:cubicBezTo>
                    <a:cubicBezTo>
                      <a:pt x="26909" y="11645"/>
                      <a:pt x="26930" y="11582"/>
                      <a:pt x="26930" y="11498"/>
                    </a:cubicBezTo>
                    <a:cubicBezTo>
                      <a:pt x="26930" y="11414"/>
                      <a:pt x="26888" y="11373"/>
                      <a:pt x="26804" y="11352"/>
                    </a:cubicBezTo>
                    <a:lnTo>
                      <a:pt x="26783" y="11352"/>
                    </a:lnTo>
                    <a:cubicBezTo>
                      <a:pt x="26553" y="11268"/>
                      <a:pt x="26344" y="11184"/>
                      <a:pt x="26093" y="11080"/>
                    </a:cubicBezTo>
                    <a:cubicBezTo>
                      <a:pt x="26051" y="11059"/>
                      <a:pt x="25988" y="11038"/>
                      <a:pt x="25946" y="11038"/>
                    </a:cubicBezTo>
                    <a:cubicBezTo>
                      <a:pt x="25737" y="10954"/>
                      <a:pt x="25528" y="10850"/>
                      <a:pt x="25318" y="10745"/>
                    </a:cubicBezTo>
                    <a:cubicBezTo>
                      <a:pt x="25256" y="10724"/>
                      <a:pt x="25214" y="10682"/>
                      <a:pt x="25130" y="10661"/>
                    </a:cubicBezTo>
                    <a:cubicBezTo>
                      <a:pt x="24921" y="10557"/>
                      <a:pt x="24733" y="10452"/>
                      <a:pt x="24523" y="10347"/>
                    </a:cubicBezTo>
                    <a:lnTo>
                      <a:pt x="24377" y="10264"/>
                    </a:lnTo>
                    <a:cubicBezTo>
                      <a:pt x="24189" y="10159"/>
                      <a:pt x="24042" y="10054"/>
                      <a:pt x="23854" y="9950"/>
                    </a:cubicBezTo>
                    <a:cubicBezTo>
                      <a:pt x="23791" y="9929"/>
                      <a:pt x="23749" y="9908"/>
                      <a:pt x="23686" y="9845"/>
                    </a:cubicBezTo>
                    <a:cubicBezTo>
                      <a:pt x="23519" y="9762"/>
                      <a:pt x="23331" y="9615"/>
                      <a:pt x="23142" y="9510"/>
                    </a:cubicBezTo>
                    <a:cubicBezTo>
                      <a:pt x="23059" y="9469"/>
                      <a:pt x="23017" y="9427"/>
                      <a:pt x="22933" y="9385"/>
                    </a:cubicBezTo>
                    <a:cubicBezTo>
                      <a:pt x="22745" y="9280"/>
                      <a:pt x="22598" y="9155"/>
                      <a:pt x="22410" y="9029"/>
                    </a:cubicBezTo>
                    <a:cubicBezTo>
                      <a:pt x="22326" y="8966"/>
                      <a:pt x="22264" y="8925"/>
                      <a:pt x="22180" y="8841"/>
                    </a:cubicBezTo>
                    <a:cubicBezTo>
                      <a:pt x="22054" y="8757"/>
                      <a:pt x="21950" y="8673"/>
                      <a:pt x="21845" y="8569"/>
                    </a:cubicBezTo>
                    <a:cubicBezTo>
                      <a:pt x="21678" y="8443"/>
                      <a:pt x="21531" y="8339"/>
                      <a:pt x="21364" y="8213"/>
                    </a:cubicBezTo>
                    <a:cubicBezTo>
                      <a:pt x="21343" y="8192"/>
                      <a:pt x="21280" y="8150"/>
                      <a:pt x="21259" y="8129"/>
                    </a:cubicBezTo>
                    <a:cubicBezTo>
                      <a:pt x="18769" y="6246"/>
                      <a:pt x="16363" y="4112"/>
                      <a:pt x="13559" y="2773"/>
                    </a:cubicBezTo>
                    <a:cubicBezTo>
                      <a:pt x="10023" y="1078"/>
                      <a:pt x="6006" y="137"/>
                      <a:pt x="2051" y="32"/>
                    </a:cubicBezTo>
                    <a:lnTo>
                      <a:pt x="1989" y="32"/>
                    </a:lnTo>
                    <a:cubicBezTo>
                      <a:pt x="1779" y="11"/>
                      <a:pt x="1570" y="1"/>
                      <a:pt x="13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2" name="Google Shape;242;p17"/>
              <p:cNvSpPr/>
              <p:nvPr/>
            </p:nvSpPr>
            <p:spPr>
              <a:xfrm>
                <a:off x="19600250" y="28499650"/>
                <a:ext cx="774200" cy="245875"/>
              </a:xfrm>
              <a:custGeom>
                <a:avLst/>
                <a:gdLst/>
                <a:ahLst/>
                <a:cxnLst/>
                <a:rect l="l" t="t" r="r" b="b"/>
                <a:pathLst>
                  <a:path w="30968" h="9835" extrusionOk="0">
                    <a:moveTo>
                      <a:pt x="6613" y="0"/>
                    </a:moveTo>
                    <a:cubicBezTo>
                      <a:pt x="4520" y="0"/>
                      <a:pt x="2532" y="63"/>
                      <a:pt x="733" y="251"/>
                    </a:cubicBezTo>
                    <a:cubicBezTo>
                      <a:pt x="252" y="272"/>
                      <a:pt x="1" y="753"/>
                      <a:pt x="105" y="1151"/>
                    </a:cubicBezTo>
                    <a:cubicBezTo>
                      <a:pt x="105" y="1318"/>
                      <a:pt x="252" y="1507"/>
                      <a:pt x="545" y="1590"/>
                    </a:cubicBezTo>
                    <a:cubicBezTo>
                      <a:pt x="5859" y="2678"/>
                      <a:pt x="11007" y="4080"/>
                      <a:pt x="16154" y="5712"/>
                    </a:cubicBezTo>
                    <a:cubicBezTo>
                      <a:pt x="16509" y="5817"/>
                      <a:pt x="16844" y="5963"/>
                      <a:pt x="17179" y="6068"/>
                    </a:cubicBezTo>
                    <a:lnTo>
                      <a:pt x="17158" y="6068"/>
                    </a:lnTo>
                    <a:cubicBezTo>
                      <a:pt x="18518" y="6528"/>
                      <a:pt x="19878" y="7051"/>
                      <a:pt x="21259" y="7574"/>
                    </a:cubicBezTo>
                    <a:cubicBezTo>
                      <a:pt x="21343" y="7595"/>
                      <a:pt x="21385" y="7637"/>
                      <a:pt x="21468" y="7658"/>
                    </a:cubicBezTo>
                    <a:cubicBezTo>
                      <a:pt x="21489" y="7658"/>
                      <a:pt x="21531" y="7679"/>
                      <a:pt x="21573" y="7679"/>
                    </a:cubicBezTo>
                    <a:cubicBezTo>
                      <a:pt x="24000" y="8579"/>
                      <a:pt x="26490" y="9416"/>
                      <a:pt x="29022" y="9730"/>
                    </a:cubicBezTo>
                    <a:lnTo>
                      <a:pt x="29064" y="9730"/>
                    </a:lnTo>
                    <a:cubicBezTo>
                      <a:pt x="29182" y="9747"/>
                      <a:pt x="29355" y="9777"/>
                      <a:pt x="29528" y="9777"/>
                    </a:cubicBezTo>
                    <a:cubicBezTo>
                      <a:pt x="29569" y="9777"/>
                      <a:pt x="29610" y="9775"/>
                      <a:pt x="29649" y="9771"/>
                    </a:cubicBezTo>
                    <a:cubicBezTo>
                      <a:pt x="29838" y="9792"/>
                      <a:pt x="30026" y="9792"/>
                      <a:pt x="30173" y="9834"/>
                    </a:cubicBezTo>
                    <a:lnTo>
                      <a:pt x="30319" y="9834"/>
                    </a:lnTo>
                    <a:cubicBezTo>
                      <a:pt x="30361" y="9834"/>
                      <a:pt x="30424" y="9834"/>
                      <a:pt x="30466" y="9792"/>
                    </a:cubicBezTo>
                    <a:cubicBezTo>
                      <a:pt x="30758" y="9730"/>
                      <a:pt x="30968" y="9374"/>
                      <a:pt x="30905" y="9060"/>
                    </a:cubicBezTo>
                    <a:cubicBezTo>
                      <a:pt x="30884" y="8997"/>
                      <a:pt x="30884" y="8914"/>
                      <a:pt x="30821" y="8851"/>
                    </a:cubicBezTo>
                    <a:cubicBezTo>
                      <a:pt x="30779" y="8788"/>
                      <a:pt x="30717" y="8725"/>
                      <a:pt x="30675" y="8642"/>
                    </a:cubicBezTo>
                    <a:cubicBezTo>
                      <a:pt x="30445" y="8328"/>
                      <a:pt x="30173" y="8056"/>
                      <a:pt x="29942" y="7763"/>
                    </a:cubicBezTo>
                    <a:cubicBezTo>
                      <a:pt x="29733" y="7428"/>
                      <a:pt x="29440" y="7135"/>
                      <a:pt x="29105" y="6905"/>
                    </a:cubicBezTo>
                    <a:cubicBezTo>
                      <a:pt x="23686" y="1716"/>
                      <a:pt x="14501" y="42"/>
                      <a:pt x="66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3" name="Google Shape;243;p17"/>
              <p:cNvSpPr/>
              <p:nvPr/>
            </p:nvSpPr>
            <p:spPr>
              <a:xfrm>
                <a:off x="20149825" y="28752300"/>
                <a:ext cx="462625" cy="768775"/>
              </a:xfrm>
              <a:custGeom>
                <a:avLst/>
                <a:gdLst/>
                <a:ahLst/>
                <a:cxnLst/>
                <a:rect l="l" t="t" r="r" b="b"/>
                <a:pathLst>
                  <a:path w="18505" h="30751" extrusionOk="0">
                    <a:moveTo>
                      <a:pt x="13598" y="8453"/>
                    </a:moveTo>
                    <a:cubicBezTo>
                      <a:pt x="13593" y="8459"/>
                      <a:pt x="13588" y="8464"/>
                      <a:pt x="13588" y="8474"/>
                    </a:cubicBezTo>
                    <a:lnTo>
                      <a:pt x="13588" y="8474"/>
                    </a:lnTo>
                    <a:cubicBezTo>
                      <a:pt x="13591" y="8467"/>
                      <a:pt x="13595" y="8460"/>
                      <a:pt x="13598" y="8453"/>
                    </a:cubicBezTo>
                    <a:close/>
                    <a:moveTo>
                      <a:pt x="18233" y="0"/>
                    </a:moveTo>
                    <a:cubicBezTo>
                      <a:pt x="18170" y="0"/>
                      <a:pt x="18066" y="42"/>
                      <a:pt x="18003" y="84"/>
                    </a:cubicBezTo>
                    <a:cubicBezTo>
                      <a:pt x="17773" y="293"/>
                      <a:pt x="17563" y="481"/>
                      <a:pt x="17333" y="691"/>
                    </a:cubicBezTo>
                    <a:cubicBezTo>
                      <a:pt x="17255" y="769"/>
                      <a:pt x="17323" y="902"/>
                      <a:pt x="17418" y="902"/>
                    </a:cubicBezTo>
                    <a:cubicBezTo>
                      <a:pt x="17424" y="902"/>
                      <a:pt x="17431" y="901"/>
                      <a:pt x="17438" y="900"/>
                    </a:cubicBezTo>
                    <a:lnTo>
                      <a:pt x="17438" y="900"/>
                    </a:lnTo>
                    <a:cubicBezTo>
                      <a:pt x="17375" y="921"/>
                      <a:pt x="17354" y="942"/>
                      <a:pt x="17291" y="984"/>
                    </a:cubicBezTo>
                    <a:cubicBezTo>
                      <a:pt x="17291" y="984"/>
                      <a:pt x="17270" y="984"/>
                      <a:pt x="17270" y="1005"/>
                    </a:cubicBezTo>
                    <a:cubicBezTo>
                      <a:pt x="17229" y="1025"/>
                      <a:pt x="17187" y="1046"/>
                      <a:pt x="17145" y="1109"/>
                    </a:cubicBezTo>
                    <a:lnTo>
                      <a:pt x="17124" y="1130"/>
                    </a:lnTo>
                    <a:lnTo>
                      <a:pt x="16977" y="1256"/>
                    </a:lnTo>
                    <a:cubicBezTo>
                      <a:pt x="16957" y="1297"/>
                      <a:pt x="16936" y="1318"/>
                      <a:pt x="16915" y="1360"/>
                    </a:cubicBezTo>
                    <a:lnTo>
                      <a:pt x="16852" y="1423"/>
                    </a:lnTo>
                    <a:cubicBezTo>
                      <a:pt x="16203" y="2302"/>
                      <a:pt x="15471" y="4143"/>
                      <a:pt x="14927" y="5524"/>
                    </a:cubicBezTo>
                    <a:cubicBezTo>
                      <a:pt x="14760" y="5922"/>
                      <a:pt x="14613" y="6340"/>
                      <a:pt x="14446" y="6738"/>
                    </a:cubicBezTo>
                    <a:cubicBezTo>
                      <a:pt x="14446" y="6759"/>
                      <a:pt x="14425" y="6779"/>
                      <a:pt x="14425" y="6800"/>
                    </a:cubicBezTo>
                    <a:cubicBezTo>
                      <a:pt x="14425" y="6842"/>
                      <a:pt x="14404" y="6842"/>
                      <a:pt x="14404" y="6863"/>
                    </a:cubicBezTo>
                    <a:cubicBezTo>
                      <a:pt x="14341" y="6968"/>
                      <a:pt x="14320" y="7051"/>
                      <a:pt x="14299" y="7093"/>
                    </a:cubicBezTo>
                    <a:cubicBezTo>
                      <a:pt x="14236" y="7219"/>
                      <a:pt x="14153" y="7365"/>
                      <a:pt x="14111" y="7470"/>
                    </a:cubicBezTo>
                    <a:cubicBezTo>
                      <a:pt x="13930" y="7793"/>
                      <a:pt x="13787" y="8115"/>
                      <a:pt x="13608" y="8438"/>
                    </a:cubicBezTo>
                    <a:lnTo>
                      <a:pt x="13608" y="8438"/>
                    </a:lnTo>
                    <a:cubicBezTo>
                      <a:pt x="13609" y="8436"/>
                      <a:pt x="13609" y="8434"/>
                      <a:pt x="13609" y="8432"/>
                    </a:cubicBezTo>
                    <a:lnTo>
                      <a:pt x="13609" y="8432"/>
                    </a:lnTo>
                    <a:cubicBezTo>
                      <a:pt x="13605" y="8439"/>
                      <a:pt x="13602" y="8446"/>
                      <a:pt x="13598" y="8453"/>
                    </a:cubicBezTo>
                    <a:lnTo>
                      <a:pt x="13598" y="8453"/>
                    </a:lnTo>
                    <a:cubicBezTo>
                      <a:pt x="13599" y="8452"/>
                      <a:pt x="13600" y="8451"/>
                      <a:pt x="13601" y="8450"/>
                    </a:cubicBezTo>
                    <a:lnTo>
                      <a:pt x="13601" y="8450"/>
                    </a:lnTo>
                    <a:cubicBezTo>
                      <a:pt x="13597" y="8458"/>
                      <a:pt x="13592" y="8466"/>
                      <a:pt x="13588" y="8474"/>
                    </a:cubicBezTo>
                    <a:cubicBezTo>
                      <a:pt x="13588" y="8474"/>
                      <a:pt x="13588" y="8474"/>
                      <a:pt x="13588" y="8474"/>
                    </a:cubicBezTo>
                    <a:lnTo>
                      <a:pt x="13588" y="8474"/>
                    </a:lnTo>
                    <a:cubicBezTo>
                      <a:pt x="12527" y="10595"/>
                      <a:pt x="11404" y="12735"/>
                      <a:pt x="10261" y="14814"/>
                    </a:cubicBezTo>
                    <a:cubicBezTo>
                      <a:pt x="8294" y="18308"/>
                      <a:pt x="6181" y="21635"/>
                      <a:pt x="3900" y="24878"/>
                    </a:cubicBezTo>
                    <a:cubicBezTo>
                      <a:pt x="2729" y="26552"/>
                      <a:pt x="1536" y="28226"/>
                      <a:pt x="301" y="29879"/>
                    </a:cubicBezTo>
                    <a:cubicBezTo>
                      <a:pt x="1" y="30291"/>
                      <a:pt x="299" y="30750"/>
                      <a:pt x="688" y="30750"/>
                    </a:cubicBezTo>
                    <a:cubicBezTo>
                      <a:pt x="813" y="30750"/>
                      <a:pt x="948" y="30703"/>
                      <a:pt x="1076" y="30591"/>
                    </a:cubicBezTo>
                    <a:cubicBezTo>
                      <a:pt x="2540" y="29251"/>
                      <a:pt x="4047" y="27787"/>
                      <a:pt x="5532" y="26155"/>
                    </a:cubicBezTo>
                    <a:lnTo>
                      <a:pt x="5532" y="26134"/>
                    </a:lnTo>
                    <a:lnTo>
                      <a:pt x="5616" y="26050"/>
                    </a:lnTo>
                    <a:cubicBezTo>
                      <a:pt x="11726" y="19355"/>
                      <a:pt x="17375" y="10546"/>
                      <a:pt x="18379" y="1988"/>
                    </a:cubicBezTo>
                    <a:lnTo>
                      <a:pt x="18379" y="1883"/>
                    </a:lnTo>
                    <a:cubicBezTo>
                      <a:pt x="18421" y="1360"/>
                      <a:pt x="18484" y="816"/>
                      <a:pt x="18505" y="293"/>
                    </a:cubicBezTo>
                    <a:lnTo>
                      <a:pt x="18505" y="189"/>
                    </a:lnTo>
                    <a:cubicBezTo>
                      <a:pt x="18484" y="84"/>
                      <a:pt x="18379" y="0"/>
                      <a:pt x="18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4" name="Google Shape;244;p17"/>
              <p:cNvSpPr/>
              <p:nvPr/>
            </p:nvSpPr>
            <p:spPr>
              <a:xfrm>
                <a:off x="19279125" y="28273675"/>
                <a:ext cx="2565725" cy="1180375"/>
              </a:xfrm>
              <a:custGeom>
                <a:avLst/>
                <a:gdLst/>
                <a:ahLst/>
                <a:cxnLst/>
                <a:rect l="l" t="t" r="r" b="b"/>
                <a:pathLst>
                  <a:path w="102629" h="47215" extrusionOk="0">
                    <a:moveTo>
                      <a:pt x="72729" y="5754"/>
                    </a:moveTo>
                    <a:lnTo>
                      <a:pt x="72729" y="5754"/>
                    </a:lnTo>
                    <a:cubicBezTo>
                      <a:pt x="73231" y="6277"/>
                      <a:pt x="73733" y="6800"/>
                      <a:pt x="74194" y="7365"/>
                    </a:cubicBezTo>
                    <a:cubicBezTo>
                      <a:pt x="74232" y="7403"/>
                      <a:pt x="74269" y="7419"/>
                      <a:pt x="74305" y="7419"/>
                    </a:cubicBezTo>
                    <a:cubicBezTo>
                      <a:pt x="74369" y="7419"/>
                      <a:pt x="74426" y="7369"/>
                      <a:pt x="74466" y="7302"/>
                    </a:cubicBezTo>
                    <a:cubicBezTo>
                      <a:pt x="76328" y="9144"/>
                      <a:pt x="77918" y="11173"/>
                      <a:pt x="79257" y="13391"/>
                    </a:cubicBezTo>
                    <a:lnTo>
                      <a:pt x="79257" y="13433"/>
                    </a:lnTo>
                    <a:cubicBezTo>
                      <a:pt x="80659" y="15777"/>
                      <a:pt x="81789" y="18371"/>
                      <a:pt x="82626" y="21196"/>
                    </a:cubicBezTo>
                    <a:cubicBezTo>
                      <a:pt x="82103" y="21070"/>
                      <a:pt x="81559" y="20966"/>
                      <a:pt x="81036" y="20819"/>
                    </a:cubicBezTo>
                    <a:lnTo>
                      <a:pt x="81036" y="20777"/>
                    </a:lnTo>
                    <a:cubicBezTo>
                      <a:pt x="80994" y="20756"/>
                      <a:pt x="80931" y="20694"/>
                      <a:pt x="80868" y="20694"/>
                    </a:cubicBezTo>
                    <a:cubicBezTo>
                      <a:pt x="80847" y="20694"/>
                      <a:pt x="80847" y="20694"/>
                      <a:pt x="80827" y="20714"/>
                    </a:cubicBezTo>
                    <a:cubicBezTo>
                      <a:pt x="80785" y="20756"/>
                      <a:pt x="80743" y="20777"/>
                      <a:pt x="80722" y="20798"/>
                    </a:cubicBezTo>
                    <a:cubicBezTo>
                      <a:pt x="79885" y="20610"/>
                      <a:pt x="79006" y="20463"/>
                      <a:pt x="78169" y="20275"/>
                    </a:cubicBezTo>
                    <a:lnTo>
                      <a:pt x="78169" y="20254"/>
                    </a:lnTo>
                    <a:cubicBezTo>
                      <a:pt x="78169" y="20254"/>
                      <a:pt x="78169" y="20233"/>
                      <a:pt x="78211" y="20233"/>
                    </a:cubicBezTo>
                    <a:cubicBezTo>
                      <a:pt x="78839" y="14416"/>
                      <a:pt x="76579" y="9834"/>
                      <a:pt x="73043" y="6152"/>
                    </a:cubicBezTo>
                    <a:lnTo>
                      <a:pt x="72729" y="5754"/>
                    </a:lnTo>
                    <a:close/>
                    <a:moveTo>
                      <a:pt x="72311" y="19857"/>
                    </a:moveTo>
                    <a:cubicBezTo>
                      <a:pt x="73985" y="20066"/>
                      <a:pt x="75637" y="20338"/>
                      <a:pt x="77311" y="20610"/>
                    </a:cubicBezTo>
                    <a:cubicBezTo>
                      <a:pt x="76935" y="21091"/>
                      <a:pt x="76579" y="21531"/>
                      <a:pt x="76223" y="22012"/>
                    </a:cubicBezTo>
                    <a:cubicBezTo>
                      <a:pt x="74884" y="23644"/>
                      <a:pt x="73524" y="25297"/>
                      <a:pt x="72164" y="26929"/>
                    </a:cubicBezTo>
                    <a:lnTo>
                      <a:pt x="72164" y="26950"/>
                    </a:lnTo>
                    <a:cubicBezTo>
                      <a:pt x="71516" y="27703"/>
                      <a:pt x="70867" y="28456"/>
                      <a:pt x="70218" y="29230"/>
                    </a:cubicBezTo>
                    <a:cubicBezTo>
                      <a:pt x="69465" y="30109"/>
                      <a:pt x="68712" y="30967"/>
                      <a:pt x="67917" y="31867"/>
                    </a:cubicBezTo>
                    <a:lnTo>
                      <a:pt x="67896" y="31888"/>
                    </a:lnTo>
                    <a:cubicBezTo>
                      <a:pt x="66640" y="33331"/>
                      <a:pt x="65364" y="34733"/>
                      <a:pt x="64067" y="36156"/>
                    </a:cubicBezTo>
                    <a:cubicBezTo>
                      <a:pt x="65615" y="34210"/>
                      <a:pt x="67080" y="32181"/>
                      <a:pt x="68335" y="30067"/>
                    </a:cubicBezTo>
                    <a:cubicBezTo>
                      <a:pt x="68440" y="29879"/>
                      <a:pt x="68586" y="29670"/>
                      <a:pt x="68691" y="29481"/>
                    </a:cubicBezTo>
                    <a:cubicBezTo>
                      <a:pt x="68754" y="29356"/>
                      <a:pt x="68816" y="29251"/>
                      <a:pt x="68900" y="29126"/>
                    </a:cubicBezTo>
                    <a:cubicBezTo>
                      <a:pt x="69047" y="28854"/>
                      <a:pt x="69172" y="28603"/>
                      <a:pt x="69319" y="28331"/>
                    </a:cubicBezTo>
                    <a:lnTo>
                      <a:pt x="69465" y="28017"/>
                    </a:lnTo>
                    <a:lnTo>
                      <a:pt x="69779" y="27389"/>
                    </a:lnTo>
                    <a:cubicBezTo>
                      <a:pt x="69821" y="27285"/>
                      <a:pt x="69883" y="27201"/>
                      <a:pt x="69904" y="27096"/>
                    </a:cubicBezTo>
                    <a:cubicBezTo>
                      <a:pt x="70051" y="26824"/>
                      <a:pt x="70176" y="26552"/>
                      <a:pt x="70302" y="26259"/>
                    </a:cubicBezTo>
                    <a:cubicBezTo>
                      <a:pt x="70344" y="26155"/>
                      <a:pt x="70386" y="26092"/>
                      <a:pt x="70428" y="25987"/>
                    </a:cubicBezTo>
                    <a:cubicBezTo>
                      <a:pt x="70574" y="25715"/>
                      <a:pt x="70679" y="25422"/>
                      <a:pt x="70783" y="25171"/>
                    </a:cubicBezTo>
                    <a:cubicBezTo>
                      <a:pt x="70804" y="25108"/>
                      <a:pt x="70804" y="25088"/>
                      <a:pt x="70825" y="25046"/>
                    </a:cubicBezTo>
                    <a:cubicBezTo>
                      <a:pt x="70930" y="24753"/>
                      <a:pt x="71055" y="24460"/>
                      <a:pt x="71160" y="24167"/>
                    </a:cubicBezTo>
                    <a:cubicBezTo>
                      <a:pt x="71202" y="24104"/>
                      <a:pt x="71223" y="24041"/>
                      <a:pt x="71244" y="23958"/>
                    </a:cubicBezTo>
                    <a:cubicBezTo>
                      <a:pt x="71348" y="23644"/>
                      <a:pt x="71453" y="23330"/>
                      <a:pt x="71557" y="23058"/>
                    </a:cubicBezTo>
                    <a:cubicBezTo>
                      <a:pt x="71557" y="22995"/>
                      <a:pt x="71578" y="22974"/>
                      <a:pt x="71578" y="22911"/>
                    </a:cubicBezTo>
                    <a:cubicBezTo>
                      <a:pt x="71683" y="22598"/>
                      <a:pt x="71767" y="22326"/>
                      <a:pt x="71850" y="22012"/>
                    </a:cubicBezTo>
                    <a:cubicBezTo>
                      <a:pt x="71850" y="21970"/>
                      <a:pt x="71871" y="21949"/>
                      <a:pt x="71871" y="21928"/>
                    </a:cubicBezTo>
                    <a:cubicBezTo>
                      <a:pt x="71955" y="21593"/>
                      <a:pt x="72039" y="21279"/>
                      <a:pt x="72101" y="20924"/>
                    </a:cubicBezTo>
                    <a:cubicBezTo>
                      <a:pt x="72101" y="20903"/>
                      <a:pt x="72143" y="20882"/>
                      <a:pt x="72143" y="20819"/>
                    </a:cubicBezTo>
                    <a:cubicBezTo>
                      <a:pt x="72206" y="20505"/>
                      <a:pt x="72269" y="20170"/>
                      <a:pt x="72311" y="19857"/>
                    </a:cubicBezTo>
                    <a:close/>
                    <a:moveTo>
                      <a:pt x="64761" y="0"/>
                    </a:moveTo>
                    <a:cubicBezTo>
                      <a:pt x="64113" y="0"/>
                      <a:pt x="63614" y="912"/>
                      <a:pt x="64213" y="1423"/>
                    </a:cubicBezTo>
                    <a:cubicBezTo>
                      <a:pt x="65238" y="2281"/>
                      <a:pt x="66180" y="3243"/>
                      <a:pt x="67059" y="4269"/>
                    </a:cubicBezTo>
                    <a:lnTo>
                      <a:pt x="67080" y="4269"/>
                    </a:lnTo>
                    <a:lnTo>
                      <a:pt x="67122" y="4289"/>
                    </a:lnTo>
                    <a:cubicBezTo>
                      <a:pt x="67122" y="4331"/>
                      <a:pt x="67143" y="4331"/>
                      <a:pt x="67143" y="4331"/>
                    </a:cubicBezTo>
                    <a:lnTo>
                      <a:pt x="67143" y="4352"/>
                    </a:lnTo>
                    <a:lnTo>
                      <a:pt x="67163" y="4373"/>
                    </a:lnTo>
                    <a:cubicBezTo>
                      <a:pt x="69904" y="7574"/>
                      <a:pt x="72143" y="11299"/>
                      <a:pt x="74382" y="14940"/>
                    </a:cubicBezTo>
                    <a:cubicBezTo>
                      <a:pt x="75031" y="16007"/>
                      <a:pt x="75700" y="17053"/>
                      <a:pt x="76349" y="18078"/>
                    </a:cubicBezTo>
                    <a:cubicBezTo>
                      <a:pt x="76433" y="18183"/>
                      <a:pt x="76474" y="18287"/>
                      <a:pt x="76558" y="18392"/>
                    </a:cubicBezTo>
                    <a:cubicBezTo>
                      <a:pt x="76746" y="18664"/>
                      <a:pt x="76893" y="18915"/>
                      <a:pt x="77081" y="19187"/>
                    </a:cubicBezTo>
                    <a:cubicBezTo>
                      <a:pt x="77102" y="19229"/>
                      <a:pt x="77165" y="19292"/>
                      <a:pt x="77186" y="19334"/>
                    </a:cubicBezTo>
                    <a:cubicBezTo>
                      <a:pt x="77374" y="19606"/>
                      <a:pt x="77542" y="19878"/>
                      <a:pt x="77730" y="20150"/>
                    </a:cubicBezTo>
                    <a:cubicBezTo>
                      <a:pt x="77709" y="20150"/>
                      <a:pt x="77688" y="20170"/>
                      <a:pt x="77625" y="20191"/>
                    </a:cubicBezTo>
                    <a:cubicBezTo>
                      <a:pt x="75575" y="19815"/>
                      <a:pt x="73524" y="19501"/>
                      <a:pt x="71453" y="19229"/>
                    </a:cubicBezTo>
                    <a:cubicBezTo>
                      <a:pt x="72039" y="13956"/>
                      <a:pt x="68963" y="9248"/>
                      <a:pt x="64862" y="5796"/>
                    </a:cubicBezTo>
                    <a:lnTo>
                      <a:pt x="64841" y="5754"/>
                    </a:lnTo>
                    <a:lnTo>
                      <a:pt x="64820" y="5754"/>
                    </a:lnTo>
                    <a:cubicBezTo>
                      <a:pt x="62016" y="3411"/>
                      <a:pt x="58710" y="1611"/>
                      <a:pt x="55739" y="565"/>
                    </a:cubicBezTo>
                    <a:cubicBezTo>
                      <a:pt x="55650" y="534"/>
                      <a:pt x="55563" y="520"/>
                      <a:pt x="55478" y="520"/>
                    </a:cubicBezTo>
                    <a:cubicBezTo>
                      <a:pt x="54985" y="520"/>
                      <a:pt x="54588" y="997"/>
                      <a:pt x="54588" y="1444"/>
                    </a:cubicBezTo>
                    <a:cubicBezTo>
                      <a:pt x="54588" y="1674"/>
                      <a:pt x="54693" y="1946"/>
                      <a:pt x="54986" y="2072"/>
                    </a:cubicBezTo>
                    <a:cubicBezTo>
                      <a:pt x="55509" y="2364"/>
                      <a:pt x="55990" y="2678"/>
                      <a:pt x="56492" y="2992"/>
                    </a:cubicBezTo>
                    <a:cubicBezTo>
                      <a:pt x="56513" y="2992"/>
                      <a:pt x="56513" y="3013"/>
                      <a:pt x="56555" y="3034"/>
                    </a:cubicBezTo>
                    <a:cubicBezTo>
                      <a:pt x="57811" y="4038"/>
                      <a:pt x="59087" y="4980"/>
                      <a:pt x="60342" y="5942"/>
                    </a:cubicBezTo>
                    <a:lnTo>
                      <a:pt x="60363" y="5942"/>
                    </a:lnTo>
                    <a:cubicBezTo>
                      <a:pt x="61849" y="7261"/>
                      <a:pt x="63272" y="8683"/>
                      <a:pt x="64611" y="10211"/>
                    </a:cubicBezTo>
                    <a:cubicBezTo>
                      <a:pt x="66619" y="12450"/>
                      <a:pt x="68021" y="15128"/>
                      <a:pt x="69758" y="17576"/>
                    </a:cubicBezTo>
                    <a:cubicBezTo>
                      <a:pt x="69779" y="17618"/>
                      <a:pt x="69800" y="17639"/>
                      <a:pt x="69800" y="17681"/>
                    </a:cubicBezTo>
                    <a:cubicBezTo>
                      <a:pt x="69883" y="17827"/>
                      <a:pt x="69988" y="17932"/>
                      <a:pt x="70072" y="18057"/>
                    </a:cubicBezTo>
                    <a:cubicBezTo>
                      <a:pt x="70114" y="18141"/>
                      <a:pt x="70176" y="18183"/>
                      <a:pt x="70218" y="18266"/>
                    </a:cubicBezTo>
                    <a:cubicBezTo>
                      <a:pt x="70302" y="18371"/>
                      <a:pt x="70344" y="18455"/>
                      <a:pt x="70428" y="18559"/>
                    </a:cubicBezTo>
                    <a:cubicBezTo>
                      <a:pt x="70511" y="18664"/>
                      <a:pt x="70595" y="18769"/>
                      <a:pt x="70700" y="18873"/>
                    </a:cubicBezTo>
                    <a:cubicBezTo>
                      <a:pt x="70741" y="18915"/>
                      <a:pt x="70804" y="18999"/>
                      <a:pt x="70846" y="19041"/>
                    </a:cubicBezTo>
                    <a:cubicBezTo>
                      <a:pt x="70909" y="19103"/>
                      <a:pt x="70930" y="19145"/>
                      <a:pt x="70992" y="19208"/>
                    </a:cubicBezTo>
                    <a:cubicBezTo>
                      <a:pt x="69570" y="19020"/>
                      <a:pt x="68147" y="18894"/>
                      <a:pt x="66745" y="18769"/>
                    </a:cubicBezTo>
                    <a:lnTo>
                      <a:pt x="66766" y="18769"/>
                    </a:lnTo>
                    <a:cubicBezTo>
                      <a:pt x="66763" y="18768"/>
                      <a:pt x="66761" y="18768"/>
                      <a:pt x="66758" y="18768"/>
                    </a:cubicBezTo>
                    <a:lnTo>
                      <a:pt x="66758" y="18768"/>
                    </a:lnTo>
                    <a:cubicBezTo>
                      <a:pt x="66814" y="18763"/>
                      <a:pt x="66854" y="18725"/>
                      <a:pt x="66912" y="18706"/>
                    </a:cubicBezTo>
                    <a:lnTo>
                      <a:pt x="66933" y="18685"/>
                    </a:lnTo>
                    <a:cubicBezTo>
                      <a:pt x="66975" y="18601"/>
                      <a:pt x="67017" y="18497"/>
                      <a:pt x="66954" y="18413"/>
                    </a:cubicBezTo>
                    <a:cubicBezTo>
                      <a:pt x="63837" y="14228"/>
                      <a:pt x="59673" y="10608"/>
                      <a:pt x="55216" y="7512"/>
                    </a:cubicBezTo>
                    <a:cubicBezTo>
                      <a:pt x="55174" y="7491"/>
                      <a:pt x="55153" y="7491"/>
                      <a:pt x="55132" y="7470"/>
                    </a:cubicBezTo>
                    <a:cubicBezTo>
                      <a:pt x="54233" y="6842"/>
                      <a:pt x="53333" y="6256"/>
                      <a:pt x="52412" y="5691"/>
                    </a:cubicBezTo>
                    <a:cubicBezTo>
                      <a:pt x="52391" y="5691"/>
                      <a:pt x="52391" y="5649"/>
                      <a:pt x="52350" y="5629"/>
                    </a:cubicBezTo>
                    <a:cubicBezTo>
                      <a:pt x="51701" y="5210"/>
                      <a:pt x="51052" y="4813"/>
                      <a:pt x="50404" y="4436"/>
                    </a:cubicBezTo>
                    <a:cubicBezTo>
                      <a:pt x="49211" y="3745"/>
                      <a:pt x="48039" y="3076"/>
                      <a:pt x="46888" y="2469"/>
                    </a:cubicBezTo>
                    <a:cubicBezTo>
                      <a:pt x="46771" y="2407"/>
                      <a:pt x="46661" y="2379"/>
                      <a:pt x="46560" y="2379"/>
                    </a:cubicBezTo>
                    <a:cubicBezTo>
                      <a:pt x="46119" y="2379"/>
                      <a:pt x="45860" y="2901"/>
                      <a:pt x="46031" y="3327"/>
                    </a:cubicBezTo>
                    <a:lnTo>
                      <a:pt x="46051" y="3348"/>
                    </a:lnTo>
                    <a:cubicBezTo>
                      <a:pt x="46072" y="3432"/>
                      <a:pt x="46114" y="3515"/>
                      <a:pt x="46177" y="3599"/>
                    </a:cubicBezTo>
                    <a:cubicBezTo>
                      <a:pt x="50445" y="8118"/>
                      <a:pt x="55551" y="12722"/>
                      <a:pt x="61137" y="16007"/>
                    </a:cubicBezTo>
                    <a:cubicBezTo>
                      <a:pt x="61179" y="16049"/>
                      <a:pt x="61200" y="16049"/>
                      <a:pt x="61221" y="16069"/>
                    </a:cubicBezTo>
                    <a:cubicBezTo>
                      <a:pt x="61514" y="16258"/>
                      <a:pt x="61807" y="16404"/>
                      <a:pt x="62121" y="16572"/>
                    </a:cubicBezTo>
                    <a:cubicBezTo>
                      <a:pt x="62184" y="16613"/>
                      <a:pt x="62267" y="16634"/>
                      <a:pt x="62351" y="16697"/>
                    </a:cubicBezTo>
                    <a:cubicBezTo>
                      <a:pt x="62644" y="16844"/>
                      <a:pt x="62916" y="17011"/>
                      <a:pt x="63230" y="17157"/>
                    </a:cubicBezTo>
                    <a:cubicBezTo>
                      <a:pt x="63376" y="17220"/>
                      <a:pt x="63481" y="17304"/>
                      <a:pt x="63606" y="17346"/>
                    </a:cubicBezTo>
                    <a:cubicBezTo>
                      <a:pt x="63816" y="17450"/>
                      <a:pt x="64004" y="17555"/>
                      <a:pt x="64213" y="17639"/>
                    </a:cubicBezTo>
                    <a:cubicBezTo>
                      <a:pt x="64360" y="17722"/>
                      <a:pt x="64548" y="17785"/>
                      <a:pt x="64715" y="17869"/>
                    </a:cubicBezTo>
                    <a:cubicBezTo>
                      <a:pt x="64946" y="17973"/>
                      <a:pt x="65155" y="18078"/>
                      <a:pt x="65385" y="18183"/>
                    </a:cubicBezTo>
                    <a:cubicBezTo>
                      <a:pt x="65531" y="18266"/>
                      <a:pt x="65699" y="18308"/>
                      <a:pt x="65866" y="18392"/>
                    </a:cubicBezTo>
                    <a:lnTo>
                      <a:pt x="66410" y="18622"/>
                    </a:lnTo>
                    <a:cubicBezTo>
                      <a:pt x="66512" y="18683"/>
                      <a:pt x="66615" y="18705"/>
                      <a:pt x="66717" y="18764"/>
                    </a:cubicBezTo>
                    <a:lnTo>
                      <a:pt x="66717" y="18764"/>
                    </a:lnTo>
                    <a:cubicBezTo>
                      <a:pt x="63282" y="18461"/>
                      <a:pt x="59832" y="18310"/>
                      <a:pt x="56381" y="18310"/>
                    </a:cubicBezTo>
                    <a:cubicBezTo>
                      <a:pt x="45847" y="18310"/>
                      <a:pt x="35302" y="19722"/>
                      <a:pt x="25149" y="22556"/>
                    </a:cubicBezTo>
                    <a:cubicBezTo>
                      <a:pt x="25756" y="22221"/>
                      <a:pt x="26341" y="21865"/>
                      <a:pt x="26906" y="21510"/>
                    </a:cubicBezTo>
                    <a:cubicBezTo>
                      <a:pt x="26927" y="21489"/>
                      <a:pt x="26969" y="21447"/>
                      <a:pt x="26969" y="21426"/>
                    </a:cubicBezTo>
                    <a:lnTo>
                      <a:pt x="26969" y="21321"/>
                    </a:lnTo>
                    <a:cubicBezTo>
                      <a:pt x="26969" y="21300"/>
                      <a:pt x="26969" y="21300"/>
                      <a:pt x="26927" y="21279"/>
                    </a:cubicBezTo>
                    <a:cubicBezTo>
                      <a:pt x="27409" y="21196"/>
                      <a:pt x="27848" y="21112"/>
                      <a:pt x="28287" y="21007"/>
                    </a:cubicBezTo>
                    <a:cubicBezTo>
                      <a:pt x="28664" y="20924"/>
                      <a:pt x="28999" y="20861"/>
                      <a:pt x="29375" y="20756"/>
                    </a:cubicBezTo>
                    <a:cubicBezTo>
                      <a:pt x="29396" y="20756"/>
                      <a:pt x="29396" y="20714"/>
                      <a:pt x="29417" y="20714"/>
                    </a:cubicBezTo>
                    <a:cubicBezTo>
                      <a:pt x="29543" y="20673"/>
                      <a:pt x="29543" y="20547"/>
                      <a:pt x="29501" y="20442"/>
                    </a:cubicBezTo>
                    <a:cubicBezTo>
                      <a:pt x="29480" y="20380"/>
                      <a:pt x="29417" y="20338"/>
                      <a:pt x="29375" y="20296"/>
                    </a:cubicBezTo>
                    <a:cubicBezTo>
                      <a:pt x="27701" y="19710"/>
                      <a:pt x="25881" y="19354"/>
                      <a:pt x="23998" y="19208"/>
                    </a:cubicBezTo>
                    <a:lnTo>
                      <a:pt x="23935" y="19208"/>
                    </a:lnTo>
                    <a:cubicBezTo>
                      <a:pt x="23580" y="19187"/>
                      <a:pt x="23224" y="19145"/>
                      <a:pt x="22889" y="19124"/>
                    </a:cubicBezTo>
                    <a:lnTo>
                      <a:pt x="22722" y="19124"/>
                    </a:lnTo>
                    <a:cubicBezTo>
                      <a:pt x="22408" y="19124"/>
                      <a:pt x="22073" y="19103"/>
                      <a:pt x="21759" y="19103"/>
                    </a:cubicBezTo>
                    <a:lnTo>
                      <a:pt x="20295" y="19103"/>
                    </a:lnTo>
                    <a:cubicBezTo>
                      <a:pt x="20002" y="19103"/>
                      <a:pt x="19751" y="19124"/>
                      <a:pt x="19458" y="19124"/>
                    </a:cubicBezTo>
                    <a:cubicBezTo>
                      <a:pt x="19332" y="19124"/>
                      <a:pt x="19186" y="19145"/>
                      <a:pt x="19060" y="19145"/>
                    </a:cubicBezTo>
                    <a:cubicBezTo>
                      <a:pt x="18830" y="19187"/>
                      <a:pt x="18558" y="19187"/>
                      <a:pt x="18328" y="19208"/>
                    </a:cubicBezTo>
                    <a:cubicBezTo>
                      <a:pt x="18181" y="19229"/>
                      <a:pt x="18014" y="19229"/>
                      <a:pt x="17867" y="19250"/>
                    </a:cubicBezTo>
                    <a:cubicBezTo>
                      <a:pt x="17658" y="19292"/>
                      <a:pt x="17407" y="19313"/>
                      <a:pt x="17198" y="19334"/>
                    </a:cubicBezTo>
                    <a:cubicBezTo>
                      <a:pt x="17030" y="19354"/>
                      <a:pt x="16842" y="19396"/>
                      <a:pt x="16654" y="19396"/>
                    </a:cubicBezTo>
                    <a:cubicBezTo>
                      <a:pt x="16466" y="19417"/>
                      <a:pt x="16256" y="19438"/>
                      <a:pt x="16089" y="19459"/>
                    </a:cubicBezTo>
                    <a:cubicBezTo>
                      <a:pt x="15880" y="19501"/>
                      <a:pt x="15670" y="19522"/>
                      <a:pt x="15482" y="19543"/>
                    </a:cubicBezTo>
                    <a:cubicBezTo>
                      <a:pt x="15294" y="19564"/>
                      <a:pt x="15147" y="19606"/>
                      <a:pt x="14959" y="19626"/>
                    </a:cubicBezTo>
                    <a:cubicBezTo>
                      <a:pt x="14750" y="19647"/>
                      <a:pt x="14520" y="19710"/>
                      <a:pt x="14310" y="19731"/>
                    </a:cubicBezTo>
                    <a:cubicBezTo>
                      <a:pt x="14143" y="19752"/>
                      <a:pt x="13955" y="19773"/>
                      <a:pt x="13808" y="19836"/>
                    </a:cubicBezTo>
                    <a:cubicBezTo>
                      <a:pt x="13599" y="19878"/>
                      <a:pt x="13390" y="19919"/>
                      <a:pt x="13181" y="19961"/>
                    </a:cubicBezTo>
                    <a:cubicBezTo>
                      <a:pt x="12971" y="20024"/>
                      <a:pt x="12741" y="20045"/>
                      <a:pt x="12532" y="20087"/>
                    </a:cubicBezTo>
                    <a:cubicBezTo>
                      <a:pt x="12364" y="20129"/>
                      <a:pt x="12218" y="20170"/>
                      <a:pt x="12051" y="20191"/>
                    </a:cubicBezTo>
                    <a:cubicBezTo>
                      <a:pt x="12030" y="20191"/>
                      <a:pt x="12009" y="20191"/>
                      <a:pt x="11967" y="20233"/>
                    </a:cubicBezTo>
                    <a:cubicBezTo>
                      <a:pt x="11611" y="20296"/>
                      <a:pt x="11276" y="20380"/>
                      <a:pt x="10900" y="20484"/>
                    </a:cubicBezTo>
                    <a:cubicBezTo>
                      <a:pt x="10889" y="20474"/>
                      <a:pt x="10863" y="20469"/>
                      <a:pt x="10829" y="20469"/>
                    </a:cubicBezTo>
                    <a:cubicBezTo>
                      <a:pt x="10795" y="20469"/>
                      <a:pt x="10753" y="20474"/>
                      <a:pt x="10712" y="20484"/>
                    </a:cubicBezTo>
                    <a:cubicBezTo>
                      <a:pt x="10544" y="20568"/>
                      <a:pt x="10293" y="20610"/>
                      <a:pt x="10126" y="20694"/>
                    </a:cubicBezTo>
                    <a:cubicBezTo>
                      <a:pt x="7092" y="21489"/>
                      <a:pt x="4204" y="22493"/>
                      <a:pt x="1756" y="23581"/>
                    </a:cubicBezTo>
                    <a:cubicBezTo>
                      <a:pt x="1401" y="23719"/>
                      <a:pt x="1381" y="24341"/>
                      <a:pt x="1801" y="24341"/>
                    </a:cubicBezTo>
                    <a:cubicBezTo>
                      <a:pt x="1826" y="24341"/>
                      <a:pt x="1853" y="24339"/>
                      <a:pt x="1882" y="24334"/>
                    </a:cubicBezTo>
                    <a:cubicBezTo>
                      <a:pt x="2279" y="24272"/>
                      <a:pt x="2656" y="24209"/>
                      <a:pt x="3053" y="24146"/>
                    </a:cubicBezTo>
                    <a:lnTo>
                      <a:pt x="3074" y="24146"/>
                    </a:lnTo>
                    <a:cubicBezTo>
                      <a:pt x="7510" y="23476"/>
                      <a:pt x="11925" y="22786"/>
                      <a:pt x="16340" y="22221"/>
                    </a:cubicBezTo>
                    <a:cubicBezTo>
                      <a:pt x="16926" y="22137"/>
                      <a:pt x="17470" y="22075"/>
                      <a:pt x="18077" y="22033"/>
                    </a:cubicBezTo>
                    <a:lnTo>
                      <a:pt x="18244" y="22033"/>
                    </a:lnTo>
                    <a:cubicBezTo>
                      <a:pt x="19960" y="21907"/>
                      <a:pt x="21696" y="21823"/>
                      <a:pt x="23412" y="21698"/>
                    </a:cubicBezTo>
                    <a:lnTo>
                      <a:pt x="23433" y="21698"/>
                    </a:lnTo>
                    <a:cubicBezTo>
                      <a:pt x="22994" y="21761"/>
                      <a:pt x="22575" y="21844"/>
                      <a:pt x="22115" y="21928"/>
                    </a:cubicBezTo>
                    <a:cubicBezTo>
                      <a:pt x="21906" y="21949"/>
                      <a:pt x="21696" y="22012"/>
                      <a:pt x="21487" y="22054"/>
                    </a:cubicBezTo>
                    <a:cubicBezTo>
                      <a:pt x="21278" y="22116"/>
                      <a:pt x="21069" y="22137"/>
                      <a:pt x="20859" y="22179"/>
                    </a:cubicBezTo>
                    <a:cubicBezTo>
                      <a:pt x="20587" y="22242"/>
                      <a:pt x="20295" y="22284"/>
                      <a:pt x="20002" y="22367"/>
                    </a:cubicBezTo>
                    <a:cubicBezTo>
                      <a:pt x="19897" y="22388"/>
                      <a:pt x="19792" y="22430"/>
                      <a:pt x="19667" y="22451"/>
                    </a:cubicBezTo>
                    <a:cubicBezTo>
                      <a:pt x="13160" y="23811"/>
                      <a:pt x="6631" y="25883"/>
                      <a:pt x="501" y="27829"/>
                    </a:cubicBezTo>
                    <a:cubicBezTo>
                      <a:pt x="292" y="27912"/>
                      <a:pt x="145" y="28080"/>
                      <a:pt x="103" y="28226"/>
                    </a:cubicBezTo>
                    <a:cubicBezTo>
                      <a:pt x="1" y="28615"/>
                      <a:pt x="199" y="29064"/>
                      <a:pt x="677" y="29064"/>
                    </a:cubicBezTo>
                    <a:cubicBezTo>
                      <a:pt x="688" y="29064"/>
                      <a:pt x="699" y="29063"/>
                      <a:pt x="710" y="29063"/>
                    </a:cubicBezTo>
                    <a:cubicBezTo>
                      <a:pt x="1714" y="29021"/>
                      <a:pt x="2761" y="28937"/>
                      <a:pt x="3807" y="28833"/>
                    </a:cubicBezTo>
                    <a:cubicBezTo>
                      <a:pt x="6631" y="28561"/>
                      <a:pt x="9498" y="28101"/>
                      <a:pt x="12281" y="27452"/>
                    </a:cubicBezTo>
                    <a:lnTo>
                      <a:pt x="12323" y="27452"/>
                    </a:lnTo>
                    <a:cubicBezTo>
                      <a:pt x="12657" y="27368"/>
                      <a:pt x="13013" y="27285"/>
                      <a:pt x="13369" y="27180"/>
                    </a:cubicBezTo>
                    <a:cubicBezTo>
                      <a:pt x="13411" y="27159"/>
                      <a:pt x="13473" y="27159"/>
                      <a:pt x="13536" y="27138"/>
                    </a:cubicBezTo>
                    <a:cubicBezTo>
                      <a:pt x="14206" y="26971"/>
                      <a:pt x="14854" y="26782"/>
                      <a:pt x="15482" y="26615"/>
                    </a:cubicBezTo>
                    <a:cubicBezTo>
                      <a:pt x="15524" y="26573"/>
                      <a:pt x="15587" y="26573"/>
                      <a:pt x="15629" y="26552"/>
                    </a:cubicBezTo>
                    <a:cubicBezTo>
                      <a:pt x="15880" y="26468"/>
                      <a:pt x="16089" y="26427"/>
                      <a:pt x="16319" y="26343"/>
                    </a:cubicBezTo>
                    <a:cubicBezTo>
                      <a:pt x="16549" y="26259"/>
                      <a:pt x="16758" y="26217"/>
                      <a:pt x="16989" y="26134"/>
                    </a:cubicBezTo>
                    <a:cubicBezTo>
                      <a:pt x="17177" y="26092"/>
                      <a:pt x="17365" y="26008"/>
                      <a:pt x="17554" y="25945"/>
                    </a:cubicBezTo>
                    <a:cubicBezTo>
                      <a:pt x="17888" y="25841"/>
                      <a:pt x="18223" y="25715"/>
                      <a:pt x="18558" y="25590"/>
                    </a:cubicBezTo>
                    <a:lnTo>
                      <a:pt x="18809" y="25506"/>
                    </a:lnTo>
                    <a:cubicBezTo>
                      <a:pt x="19248" y="25360"/>
                      <a:pt x="19688" y="25171"/>
                      <a:pt x="20127" y="24983"/>
                    </a:cubicBezTo>
                    <a:lnTo>
                      <a:pt x="20295" y="24899"/>
                    </a:lnTo>
                    <a:cubicBezTo>
                      <a:pt x="20713" y="24753"/>
                      <a:pt x="21111" y="24564"/>
                      <a:pt x="21529" y="24376"/>
                    </a:cubicBezTo>
                    <a:cubicBezTo>
                      <a:pt x="21550" y="24355"/>
                      <a:pt x="21592" y="24355"/>
                      <a:pt x="21634" y="24334"/>
                    </a:cubicBezTo>
                    <a:cubicBezTo>
                      <a:pt x="22094" y="24125"/>
                      <a:pt x="22596" y="23895"/>
                      <a:pt x="23036" y="23686"/>
                    </a:cubicBezTo>
                    <a:cubicBezTo>
                      <a:pt x="24458" y="23267"/>
                      <a:pt x="25860" y="22891"/>
                      <a:pt x="27283" y="22535"/>
                    </a:cubicBezTo>
                    <a:lnTo>
                      <a:pt x="27283" y="22535"/>
                    </a:lnTo>
                    <a:cubicBezTo>
                      <a:pt x="25839" y="23414"/>
                      <a:pt x="24458" y="24460"/>
                      <a:pt x="23119" y="25527"/>
                    </a:cubicBezTo>
                    <a:cubicBezTo>
                      <a:pt x="22115" y="26343"/>
                      <a:pt x="21131" y="27180"/>
                      <a:pt x="20127" y="28017"/>
                    </a:cubicBezTo>
                    <a:cubicBezTo>
                      <a:pt x="18558" y="29356"/>
                      <a:pt x="16968" y="30653"/>
                      <a:pt x="15294" y="31804"/>
                    </a:cubicBezTo>
                    <a:cubicBezTo>
                      <a:pt x="15001" y="31992"/>
                      <a:pt x="14750" y="32181"/>
                      <a:pt x="14457" y="32369"/>
                    </a:cubicBezTo>
                    <a:cubicBezTo>
                      <a:pt x="14373" y="32411"/>
                      <a:pt x="14310" y="32474"/>
                      <a:pt x="14206" y="32536"/>
                    </a:cubicBezTo>
                    <a:cubicBezTo>
                      <a:pt x="13934" y="32704"/>
                      <a:pt x="13683" y="32892"/>
                      <a:pt x="13411" y="33038"/>
                    </a:cubicBezTo>
                    <a:cubicBezTo>
                      <a:pt x="13285" y="33122"/>
                      <a:pt x="13118" y="33227"/>
                      <a:pt x="12992" y="33311"/>
                    </a:cubicBezTo>
                    <a:cubicBezTo>
                      <a:pt x="12364" y="33687"/>
                      <a:pt x="11737" y="34085"/>
                      <a:pt x="11109" y="34461"/>
                    </a:cubicBezTo>
                    <a:lnTo>
                      <a:pt x="11130" y="34461"/>
                    </a:lnTo>
                    <a:cubicBezTo>
                      <a:pt x="8787" y="35884"/>
                      <a:pt x="6380" y="37244"/>
                      <a:pt x="4058" y="38667"/>
                    </a:cubicBezTo>
                    <a:cubicBezTo>
                      <a:pt x="4016" y="38667"/>
                      <a:pt x="3995" y="38667"/>
                      <a:pt x="3995" y="38688"/>
                    </a:cubicBezTo>
                    <a:cubicBezTo>
                      <a:pt x="3346" y="39064"/>
                      <a:pt x="2719" y="39441"/>
                      <a:pt x="2091" y="39860"/>
                    </a:cubicBezTo>
                    <a:cubicBezTo>
                      <a:pt x="1453" y="40285"/>
                      <a:pt x="1834" y="41175"/>
                      <a:pt x="2490" y="41175"/>
                    </a:cubicBezTo>
                    <a:cubicBezTo>
                      <a:pt x="2543" y="41175"/>
                      <a:pt x="2599" y="41170"/>
                      <a:pt x="2656" y="41157"/>
                    </a:cubicBezTo>
                    <a:cubicBezTo>
                      <a:pt x="2949" y="41094"/>
                      <a:pt x="3263" y="41010"/>
                      <a:pt x="3556" y="40906"/>
                    </a:cubicBezTo>
                    <a:cubicBezTo>
                      <a:pt x="10168" y="39190"/>
                      <a:pt x="17826" y="34838"/>
                      <a:pt x="22994" y="29272"/>
                    </a:cubicBezTo>
                    <a:lnTo>
                      <a:pt x="23015" y="29251"/>
                    </a:lnTo>
                    <a:cubicBezTo>
                      <a:pt x="23224" y="29021"/>
                      <a:pt x="23454" y="28770"/>
                      <a:pt x="23663" y="28540"/>
                    </a:cubicBezTo>
                    <a:cubicBezTo>
                      <a:pt x="23768" y="28435"/>
                      <a:pt x="23852" y="28331"/>
                      <a:pt x="23956" y="28205"/>
                    </a:cubicBezTo>
                    <a:cubicBezTo>
                      <a:pt x="24040" y="28121"/>
                      <a:pt x="24103" y="28017"/>
                      <a:pt x="24165" y="27933"/>
                    </a:cubicBezTo>
                    <a:cubicBezTo>
                      <a:pt x="24312" y="27724"/>
                      <a:pt x="24479" y="27557"/>
                      <a:pt x="24626" y="27347"/>
                    </a:cubicBezTo>
                    <a:cubicBezTo>
                      <a:pt x="24688" y="27285"/>
                      <a:pt x="24709" y="27243"/>
                      <a:pt x="24772" y="27180"/>
                    </a:cubicBezTo>
                    <a:cubicBezTo>
                      <a:pt x="25128" y="26720"/>
                      <a:pt x="25463" y="26238"/>
                      <a:pt x="25777" y="25778"/>
                    </a:cubicBezTo>
                    <a:cubicBezTo>
                      <a:pt x="25777" y="25778"/>
                      <a:pt x="25777" y="25736"/>
                      <a:pt x="25818" y="25736"/>
                    </a:cubicBezTo>
                    <a:cubicBezTo>
                      <a:pt x="26488" y="24732"/>
                      <a:pt x="27095" y="23644"/>
                      <a:pt x="27555" y="22577"/>
                    </a:cubicBezTo>
                    <a:cubicBezTo>
                      <a:pt x="27597" y="22535"/>
                      <a:pt x="27555" y="22472"/>
                      <a:pt x="27534" y="22451"/>
                    </a:cubicBezTo>
                    <a:cubicBezTo>
                      <a:pt x="29020" y="22075"/>
                      <a:pt x="30526" y="21740"/>
                      <a:pt x="32012" y="21426"/>
                    </a:cubicBezTo>
                    <a:lnTo>
                      <a:pt x="32012" y="21426"/>
                    </a:lnTo>
                    <a:cubicBezTo>
                      <a:pt x="28329" y="25171"/>
                      <a:pt x="25463" y="29649"/>
                      <a:pt x="22052" y="33583"/>
                    </a:cubicBezTo>
                    <a:cubicBezTo>
                      <a:pt x="21947" y="33729"/>
                      <a:pt x="21843" y="33834"/>
                      <a:pt x="21738" y="33959"/>
                    </a:cubicBezTo>
                    <a:cubicBezTo>
                      <a:pt x="21027" y="34775"/>
                      <a:pt x="20315" y="35549"/>
                      <a:pt x="19604" y="36365"/>
                    </a:cubicBezTo>
                    <a:cubicBezTo>
                      <a:pt x="17365" y="38876"/>
                      <a:pt x="15085" y="41366"/>
                      <a:pt x="12804" y="43835"/>
                    </a:cubicBezTo>
                    <a:lnTo>
                      <a:pt x="12783" y="43835"/>
                    </a:lnTo>
                    <a:cubicBezTo>
                      <a:pt x="12323" y="44358"/>
                      <a:pt x="11841" y="44860"/>
                      <a:pt x="11381" y="45383"/>
                    </a:cubicBezTo>
                    <a:cubicBezTo>
                      <a:pt x="11130" y="45655"/>
                      <a:pt x="11297" y="46074"/>
                      <a:pt x="11590" y="46179"/>
                    </a:cubicBezTo>
                    <a:cubicBezTo>
                      <a:pt x="11631" y="46195"/>
                      <a:pt x="11678" y="46205"/>
                      <a:pt x="11727" y="46205"/>
                    </a:cubicBezTo>
                    <a:cubicBezTo>
                      <a:pt x="11805" y="46205"/>
                      <a:pt x="11890" y="46180"/>
                      <a:pt x="11967" y="46116"/>
                    </a:cubicBezTo>
                    <a:cubicBezTo>
                      <a:pt x="20211" y="40173"/>
                      <a:pt x="28873" y="31218"/>
                      <a:pt x="32137" y="21384"/>
                    </a:cubicBezTo>
                    <a:cubicBezTo>
                      <a:pt x="37138" y="20338"/>
                      <a:pt x="42243" y="19626"/>
                      <a:pt x="47391" y="19229"/>
                    </a:cubicBezTo>
                    <a:lnTo>
                      <a:pt x="47391" y="19229"/>
                    </a:lnTo>
                    <a:cubicBezTo>
                      <a:pt x="47370" y="19250"/>
                      <a:pt x="47328" y="19250"/>
                      <a:pt x="47307" y="19292"/>
                    </a:cubicBezTo>
                    <a:cubicBezTo>
                      <a:pt x="46951" y="19543"/>
                      <a:pt x="46596" y="19815"/>
                      <a:pt x="46240" y="20066"/>
                    </a:cubicBezTo>
                    <a:cubicBezTo>
                      <a:pt x="46156" y="20129"/>
                      <a:pt x="46156" y="20254"/>
                      <a:pt x="46261" y="20275"/>
                    </a:cubicBezTo>
                    <a:cubicBezTo>
                      <a:pt x="46344" y="20296"/>
                      <a:pt x="43185" y="26217"/>
                      <a:pt x="41260" y="29691"/>
                    </a:cubicBezTo>
                    <a:cubicBezTo>
                      <a:pt x="40590" y="30946"/>
                      <a:pt x="40067" y="31888"/>
                      <a:pt x="39900" y="32097"/>
                    </a:cubicBezTo>
                    <a:cubicBezTo>
                      <a:pt x="39170" y="33200"/>
                      <a:pt x="38427" y="34291"/>
                      <a:pt x="37682" y="35388"/>
                    </a:cubicBezTo>
                    <a:lnTo>
                      <a:pt x="37682" y="35388"/>
                    </a:lnTo>
                    <a:cubicBezTo>
                      <a:pt x="38801" y="33696"/>
                      <a:pt x="39806" y="31949"/>
                      <a:pt x="40632" y="30172"/>
                    </a:cubicBezTo>
                    <a:cubicBezTo>
                      <a:pt x="40779" y="29900"/>
                      <a:pt x="40883" y="29649"/>
                      <a:pt x="41009" y="29377"/>
                    </a:cubicBezTo>
                    <a:cubicBezTo>
                      <a:pt x="41030" y="29356"/>
                      <a:pt x="41030" y="29293"/>
                      <a:pt x="41051" y="29272"/>
                    </a:cubicBezTo>
                    <a:cubicBezTo>
                      <a:pt x="41155" y="29042"/>
                      <a:pt x="41260" y="28770"/>
                      <a:pt x="41365" y="28540"/>
                    </a:cubicBezTo>
                    <a:cubicBezTo>
                      <a:pt x="41406" y="28498"/>
                      <a:pt x="41427" y="28435"/>
                      <a:pt x="41427" y="28393"/>
                    </a:cubicBezTo>
                    <a:cubicBezTo>
                      <a:pt x="41532" y="28142"/>
                      <a:pt x="41616" y="27912"/>
                      <a:pt x="41720" y="27661"/>
                    </a:cubicBezTo>
                    <a:lnTo>
                      <a:pt x="41720" y="27619"/>
                    </a:lnTo>
                    <a:cubicBezTo>
                      <a:pt x="41867" y="27201"/>
                      <a:pt x="41992" y="26824"/>
                      <a:pt x="42139" y="26406"/>
                    </a:cubicBezTo>
                    <a:cubicBezTo>
                      <a:pt x="42181" y="26238"/>
                      <a:pt x="42243" y="26050"/>
                      <a:pt x="42285" y="25904"/>
                    </a:cubicBezTo>
                    <a:cubicBezTo>
                      <a:pt x="42306" y="25778"/>
                      <a:pt x="42369" y="25632"/>
                      <a:pt x="42390" y="25506"/>
                    </a:cubicBezTo>
                    <a:cubicBezTo>
                      <a:pt x="42453" y="25318"/>
                      <a:pt x="42494" y="25108"/>
                      <a:pt x="42557" y="24941"/>
                    </a:cubicBezTo>
                    <a:cubicBezTo>
                      <a:pt x="42578" y="24795"/>
                      <a:pt x="42599" y="24690"/>
                      <a:pt x="42620" y="24564"/>
                    </a:cubicBezTo>
                    <a:cubicBezTo>
                      <a:pt x="42683" y="24355"/>
                      <a:pt x="42725" y="24146"/>
                      <a:pt x="42766" y="23958"/>
                    </a:cubicBezTo>
                    <a:cubicBezTo>
                      <a:pt x="42787" y="23853"/>
                      <a:pt x="42808" y="23748"/>
                      <a:pt x="42808" y="23644"/>
                    </a:cubicBezTo>
                    <a:cubicBezTo>
                      <a:pt x="42871" y="23435"/>
                      <a:pt x="42892" y="23204"/>
                      <a:pt x="42913" y="22995"/>
                    </a:cubicBezTo>
                    <a:cubicBezTo>
                      <a:pt x="42934" y="22891"/>
                      <a:pt x="42934" y="22807"/>
                      <a:pt x="42976" y="22702"/>
                    </a:cubicBezTo>
                    <a:cubicBezTo>
                      <a:pt x="42997" y="22451"/>
                      <a:pt x="43038" y="22179"/>
                      <a:pt x="43080" y="21949"/>
                    </a:cubicBezTo>
                    <a:cubicBezTo>
                      <a:pt x="43080" y="21907"/>
                      <a:pt x="43101" y="21844"/>
                      <a:pt x="43101" y="21761"/>
                    </a:cubicBezTo>
                    <a:cubicBezTo>
                      <a:pt x="43122" y="21447"/>
                      <a:pt x="43143" y="21112"/>
                      <a:pt x="43185" y="20798"/>
                    </a:cubicBezTo>
                    <a:cubicBezTo>
                      <a:pt x="43185" y="20652"/>
                      <a:pt x="43080" y="20547"/>
                      <a:pt x="42934" y="20484"/>
                    </a:cubicBezTo>
                    <a:cubicBezTo>
                      <a:pt x="42894" y="20471"/>
                      <a:pt x="42852" y="20464"/>
                      <a:pt x="42810" y="20464"/>
                    </a:cubicBezTo>
                    <a:cubicBezTo>
                      <a:pt x="42720" y="20464"/>
                      <a:pt x="42629" y="20497"/>
                      <a:pt x="42557" y="20568"/>
                    </a:cubicBezTo>
                    <a:cubicBezTo>
                      <a:pt x="42474" y="20673"/>
                      <a:pt x="42390" y="20756"/>
                      <a:pt x="42306" y="20861"/>
                    </a:cubicBezTo>
                    <a:cubicBezTo>
                      <a:pt x="42097" y="21091"/>
                      <a:pt x="41930" y="21300"/>
                      <a:pt x="41720" y="21531"/>
                    </a:cubicBezTo>
                    <a:cubicBezTo>
                      <a:pt x="41658" y="21593"/>
                      <a:pt x="41720" y="21656"/>
                      <a:pt x="41783" y="21656"/>
                    </a:cubicBezTo>
                    <a:cubicBezTo>
                      <a:pt x="41344" y="21865"/>
                      <a:pt x="40883" y="22242"/>
                      <a:pt x="40423" y="22744"/>
                    </a:cubicBezTo>
                    <a:cubicBezTo>
                      <a:pt x="38205" y="25192"/>
                      <a:pt x="36134" y="30632"/>
                      <a:pt x="34836" y="32787"/>
                    </a:cubicBezTo>
                    <a:cubicBezTo>
                      <a:pt x="33581" y="34817"/>
                      <a:pt x="32305" y="36826"/>
                      <a:pt x="31007" y="38813"/>
                    </a:cubicBezTo>
                    <a:cubicBezTo>
                      <a:pt x="31070" y="38772"/>
                      <a:pt x="31091" y="38709"/>
                      <a:pt x="31154" y="38667"/>
                    </a:cubicBezTo>
                    <a:lnTo>
                      <a:pt x="31154" y="38667"/>
                    </a:lnTo>
                    <a:cubicBezTo>
                      <a:pt x="30422" y="39818"/>
                      <a:pt x="29647" y="40969"/>
                      <a:pt x="28894" y="42119"/>
                    </a:cubicBezTo>
                    <a:lnTo>
                      <a:pt x="28873" y="42119"/>
                    </a:lnTo>
                    <a:cubicBezTo>
                      <a:pt x="28162" y="43186"/>
                      <a:pt x="27450" y="44254"/>
                      <a:pt x="26718" y="45342"/>
                    </a:cubicBezTo>
                    <a:lnTo>
                      <a:pt x="26697" y="45342"/>
                    </a:lnTo>
                    <a:cubicBezTo>
                      <a:pt x="26509" y="45614"/>
                      <a:pt x="26341" y="45886"/>
                      <a:pt x="26153" y="46137"/>
                    </a:cubicBezTo>
                    <a:cubicBezTo>
                      <a:pt x="26153" y="46179"/>
                      <a:pt x="26132" y="46179"/>
                      <a:pt x="26132" y="46199"/>
                    </a:cubicBezTo>
                    <a:lnTo>
                      <a:pt x="26090" y="46199"/>
                    </a:lnTo>
                    <a:cubicBezTo>
                      <a:pt x="25944" y="46492"/>
                      <a:pt x="26028" y="46764"/>
                      <a:pt x="26195" y="46953"/>
                    </a:cubicBezTo>
                    <a:cubicBezTo>
                      <a:pt x="26237" y="46953"/>
                      <a:pt x="26237" y="46974"/>
                      <a:pt x="26258" y="47015"/>
                    </a:cubicBezTo>
                    <a:cubicBezTo>
                      <a:pt x="26362" y="47120"/>
                      <a:pt x="26488" y="47162"/>
                      <a:pt x="26655" y="47183"/>
                    </a:cubicBezTo>
                    <a:cubicBezTo>
                      <a:pt x="26736" y="47203"/>
                      <a:pt x="26820" y="47215"/>
                      <a:pt x="26902" y="47215"/>
                    </a:cubicBezTo>
                    <a:cubicBezTo>
                      <a:pt x="27075" y="47215"/>
                      <a:pt x="27246" y="47164"/>
                      <a:pt x="27388" y="47036"/>
                    </a:cubicBezTo>
                    <a:cubicBezTo>
                      <a:pt x="30422" y="44358"/>
                      <a:pt x="33665" y="40969"/>
                      <a:pt x="36427" y="37181"/>
                    </a:cubicBezTo>
                    <a:lnTo>
                      <a:pt x="36427" y="37181"/>
                    </a:lnTo>
                    <a:cubicBezTo>
                      <a:pt x="35046" y="39127"/>
                      <a:pt x="33602" y="41073"/>
                      <a:pt x="32137" y="42998"/>
                    </a:cubicBezTo>
                    <a:lnTo>
                      <a:pt x="32137" y="43040"/>
                    </a:lnTo>
                    <a:cubicBezTo>
                      <a:pt x="31635" y="43689"/>
                      <a:pt x="31154" y="44316"/>
                      <a:pt x="30652" y="44965"/>
                    </a:cubicBezTo>
                    <a:cubicBezTo>
                      <a:pt x="30463" y="45195"/>
                      <a:pt x="30484" y="45509"/>
                      <a:pt x="30631" y="45760"/>
                    </a:cubicBezTo>
                    <a:cubicBezTo>
                      <a:pt x="30673" y="45823"/>
                      <a:pt x="30735" y="45886"/>
                      <a:pt x="30798" y="45927"/>
                    </a:cubicBezTo>
                    <a:cubicBezTo>
                      <a:pt x="30895" y="46003"/>
                      <a:pt x="31004" y="46045"/>
                      <a:pt x="31121" y="46045"/>
                    </a:cubicBezTo>
                    <a:cubicBezTo>
                      <a:pt x="31230" y="46045"/>
                      <a:pt x="31346" y="46008"/>
                      <a:pt x="31468" y="45927"/>
                    </a:cubicBezTo>
                    <a:cubicBezTo>
                      <a:pt x="32535" y="45153"/>
                      <a:pt x="33581" y="44337"/>
                      <a:pt x="34606" y="43458"/>
                    </a:cubicBezTo>
                    <a:lnTo>
                      <a:pt x="34606" y="43417"/>
                    </a:lnTo>
                    <a:cubicBezTo>
                      <a:pt x="34920" y="43166"/>
                      <a:pt x="35234" y="42873"/>
                      <a:pt x="35506" y="42622"/>
                    </a:cubicBezTo>
                    <a:cubicBezTo>
                      <a:pt x="35506" y="42622"/>
                      <a:pt x="35506" y="42580"/>
                      <a:pt x="35548" y="42580"/>
                    </a:cubicBezTo>
                    <a:cubicBezTo>
                      <a:pt x="36908" y="41324"/>
                      <a:pt x="38184" y="40006"/>
                      <a:pt x="39377" y="38604"/>
                    </a:cubicBezTo>
                    <a:cubicBezTo>
                      <a:pt x="41762" y="35779"/>
                      <a:pt x="43813" y="32683"/>
                      <a:pt x="45382" y="29356"/>
                    </a:cubicBezTo>
                    <a:cubicBezTo>
                      <a:pt x="45424" y="29251"/>
                      <a:pt x="45487" y="29147"/>
                      <a:pt x="45507" y="29063"/>
                    </a:cubicBezTo>
                    <a:cubicBezTo>
                      <a:pt x="45612" y="28833"/>
                      <a:pt x="45717" y="28624"/>
                      <a:pt x="45821" y="28393"/>
                    </a:cubicBezTo>
                    <a:cubicBezTo>
                      <a:pt x="45863" y="28247"/>
                      <a:pt x="45926" y="28121"/>
                      <a:pt x="46010" y="27975"/>
                    </a:cubicBezTo>
                    <a:cubicBezTo>
                      <a:pt x="46072" y="27766"/>
                      <a:pt x="46177" y="27557"/>
                      <a:pt x="46261" y="27305"/>
                    </a:cubicBezTo>
                    <a:cubicBezTo>
                      <a:pt x="46324" y="27159"/>
                      <a:pt x="46386" y="26992"/>
                      <a:pt x="46449" y="26845"/>
                    </a:cubicBezTo>
                    <a:lnTo>
                      <a:pt x="46679" y="26217"/>
                    </a:lnTo>
                    <a:lnTo>
                      <a:pt x="46993" y="25360"/>
                    </a:lnTo>
                    <a:lnTo>
                      <a:pt x="47223" y="24648"/>
                    </a:lnTo>
                    <a:cubicBezTo>
                      <a:pt x="47286" y="24460"/>
                      <a:pt x="47328" y="24272"/>
                      <a:pt x="47412" y="24104"/>
                    </a:cubicBezTo>
                    <a:cubicBezTo>
                      <a:pt x="47474" y="23895"/>
                      <a:pt x="47516" y="23707"/>
                      <a:pt x="47579" y="23497"/>
                    </a:cubicBezTo>
                    <a:lnTo>
                      <a:pt x="47725" y="22953"/>
                    </a:lnTo>
                    <a:cubicBezTo>
                      <a:pt x="47788" y="22744"/>
                      <a:pt x="47830" y="22556"/>
                      <a:pt x="47893" y="22347"/>
                    </a:cubicBezTo>
                    <a:cubicBezTo>
                      <a:pt x="47935" y="22158"/>
                      <a:pt x="47956" y="21970"/>
                      <a:pt x="48018" y="21823"/>
                    </a:cubicBezTo>
                    <a:cubicBezTo>
                      <a:pt x="48060" y="21614"/>
                      <a:pt x="48123" y="21405"/>
                      <a:pt x="48144" y="21196"/>
                    </a:cubicBezTo>
                    <a:cubicBezTo>
                      <a:pt x="48165" y="21028"/>
                      <a:pt x="48207" y="20861"/>
                      <a:pt x="48248" y="20694"/>
                    </a:cubicBezTo>
                    <a:cubicBezTo>
                      <a:pt x="48269" y="20484"/>
                      <a:pt x="48332" y="20296"/>
                      <a:pt x="48353" y="20087"/>
                    </a:cubicBezTo>
                    <a:cubicBezTo>
                      <a:pt x="48416" y="19752"/>
                      <a:pt x="48207" y="19417"/>
                      <a:pt x="47893" y="19292"/>
                    </a:cubicBezTo>
                    <a:cubicBezTo>
                      <a:pt x="50720" y="19079"/>
                      <a:pt x="53566" y="18973"/>
                      <a:pt x="56425" y="18973"/>
                    </a:cubicBezTo>
                    <a:cubicBezTo>
                      <a:pt x="59744" y="18973"/>
                      <a:pt x="63082" y="19115"/>
                      <a:pt x="66431" y="19396"/>
                    </a:cubicBezTo>
                    <a:cubicBezTo>
                      <a:pt x="66159" y="19647"/>
                      <a:pt x="65908" y="19940"/>
                      <a:pt x="65678" y="20233"/>
                    </a:cubicBezTo>
                    <a:cubicBezTo>
                      <a:pt x="65615" y="20275"/>
                      <a:pt x="65594" y="20338"/>
                      <a:pt x="65531" y="20380"/>
                    </a:cubicBezTo>
                    <a:cubicBezTo>
                      <a:pt x="65406" y="20547"/>
                      <a:pt x="65301" y="20694"/>
                      <a:pt x="65176" y="20861"/>
                    </a:cubicBezTo>
                    <a:cubicBezTo>
                      <a:pt x="65113" y="20924"/>
                      <a:pt x="65071" y="20986"/>
                      <a:pt x="65008" y="21070"/>
                    </a:cubicBezTo>
                    <a:cubicBezTo>
                      <a:pt x="64904" y="21217"/>
                      <a:pt x="64778" y="21384"/>
                      <a:pt x="64674" y="21531"/>
                    </a:cubicBezTo>
                    <a:lnTo>
                      <a:pt x="64527" y="21761"/>
                    </a:lnTo>
                    <a:lnTo>
                      <a:pt x="64213" y="22242"/>
                    </a:lnTo>
                    <a:cubicBezTo>
                      <a:pt x="64150" y="22326"/>
                      <a:pt x="64109" y="22388"/>
                      <a:pt x="64046" y="22493"/>
                    </a:cubicBezTo>
                    <a:cubicBezTo>
                      <a:pt x="63941" y="22660"/>
                      <a:pt x="63837" y="22807"/>
                      <a:pt x="63753" y="22995"/>
                    </a:cubicBezTo>
                    <a:cubicBezTo>
                      <a:pt x="63711" y="23079"/>
                      <a:pt x="63648" y="23183"/>
                      <a:pt x="63606" y="23267"/>
                    </a:cubicBezTo>
                    <a:cubicBezTo>
                      <a:pt x="63502" y="23414"/>
                      <a:pt x="63418" y="23581"/>
                      <a:pt x="63313" y="23748"/>
                    </a:cubicBezTo>
                    <a:cubicBezTo>
                      <a:pt x="63272" y="23853"/>
                      <a:pt x="63209" y="23937"/>
                      <a:pt x="63167" y="24041"/>
                    </a:cubicBezTo>
                    <a:cubicBezTo>
                      <a:pt x="63021" y="24272"/>
                      <a:pt x="62895" y="24523"/>
                      <a:pt x="62790" y="24753"/>
                    </a:cubicBezTo>
                    <a:cubicBezTo>
                      <a:pt x="62686" y="24941"/>
                      <a:pt x="62602" y="25108"/>
                      <a:pt x="62497" y="25297"/>
                    </a:cubicBezTo>
                    <a:cubicBezTo>
                      <a:pt x="62456" y="25380"/>
                      <a:pt x="62435" y="25485"/>
                      <a:pt x="62372" y="25569"/>
                    </a:cubicBezTo>
                    <a:cubicBezTo>
                      <a:pt x="62267" y="25778"/>
                      <a:pt x="62184" y="25945"/>
                      <a:pt x="62079" y="26155"/>
                    </a:cubicBezTo>
                    <a:lnTo>
                      <a:pt x="62016" y="26322"/>
                    </a:lnTo>
                    <a:cubicBezTo>
                      <a:pt x="61430" y="27494"/>
                      <a:pt x="60886" y="28665"/>
                      <a:pt x="60342" y="29795"/>
                    </a:cubicBezTo>
                    <a:cubicBezTo>
                      <a:pt x="60342" y="29816"/>
                      <a:pt x="60300" y="29858"/>
                      <a:pt x="60300" y="29858"/>
                    </a:cubicBezTo>
                    <a:cubicBezTo>
                      <a:pt x="60196" y="30088"/>
                      <a:pt x="60070" y="30298"/>
                      <a:pt x="59966" y="30528"/>
                    </a:cubicBezTo>
                    <a:cubicBezTo>
                      <a:pt x="59715" y="31051"/>
                      <a:pt x="59443" y="31553"/>
                      <a:pt x="59150" y="32013"/>
                    </a:cubicBezTo>
                    <a:cubicBezTo>
                      <a:pt x="57371" y="35110"/>
                      <a:pt x="55446" y="38123"/>
                      <a:pt x="53458" y="41094"/>
                    </a:cubicBezTo>
                    <a:cubicBezTo>
                      <a:pt x="53458" y="41115"/>
                      <a:pt x="53438" y="41115"/>
                      <a:pt x="53396" y="41157"/>
                    </a:cubicBezTo>
                    <a:lnTo>
                      <a:pt x="50257" y="45865"/>
                    </a:lnTo>
                    <a:cubicBezTo>
                      <a:pt x="50071" y="46144"/>
                      <a:pt x="50357" y="46412"/>
                      <a:pt x="50645" y="46412"/>
                    </a:cubicBezTo>
                    <a:cubicBezTo>
                      <a:pt x="50745" y="46412"/>
                      <a:pt x="50846" y="46380"/>
                      <a:pt x="50927" y="46304"/>
                    </a:cubicBezTo>
                    <a:cubicBezTo>
                      <a:pt x="53479" y="43898"/>
                      <a:pt x="55781" y="41261"/>
                      <a:pt x="57852" y="38437"/>
                    </a:cubicBezTo>
                    <a:lnTo>
                      <a:pt x="57852" y="38395"/>
                    </a:lnTo>
                    <a:cubicBezTo>
                      <a:pt x="59087" y="36721"/>
                      <a:pt x="60259" y="34984"/>
                      <a:pt x="61326" y="33143"/>
                    </a:cubicBezTo>
                    <a:cubicBezTo>
                      <a:pt x="62916" y="30444"/>
                      <a:pt x="64966" y="27243"/>
                      <a:pt x="66034" y="23937"/>
                    </a:cubicBezTo>
                    <a:lnTo>
                      <a:pt x="66034" y="23916"/>
                    </a:lnTo>
                    <a:cubicBezTo>
                      <a:pt x="66117" y="23707"/>
                      <a:pt x="66159" y="23497"/>
                      <a:pt x="66222" y="23288"/>
                    </a:cubicBezTo>
                    <a:cubicBezTo>
                      <a:pt x="66222" y="23225"/>
                      <a:pt x="66243" y="23204"/>
                      <a:pt x="66243" y="23163"/>
                    </a:cubicBezTo>
                    <a:cubicBezTo>
                      <a:pt x="66306" y="22995"/>
                      <a:pt x="66326" y="22849"/>
                      <a:pt x="66368" y="22702"/>
                    </a:cubicBezTo>
                    <a:cubicBezTo>
                      <a:pt x="66410" y="22639"/>
                      <a:pt x="66410" y="22577"/>
                      <a:pt x="66431" y="22493"/>
                    </a:cubicBezTo>
                    <a:cubicBezTo>
                      <a:pt x="66452" y="22347"/>
                      <a:pt x="66515" y="22179"/>
                      <a:pt x="66536" y="22054"/>
                    </a:cubicBezTo>
                    <a:cubicBezTo>
                      <a:pt x="66557" y="21928"/>
                      <a:pt x="66578" y="21823"/>
                      <a:pt x="66619" y="21698"/>
                    </a:cubicBezTo>
                    <a:cubicBezTo>
                      <a:pt x="66640" y="21614"/>
                      <a:pt x="66640" y="21531"/>
                      <a:pt x="66661" y="21447"/>
                    </a:cubicBezTo>
                    <a:cubicBezTo>
                      <a:pt x="66682" y="21321"/>
                      <a:pt x="66682" y="21217"/>
                      <a:pt x="66724" y="21091"/>
                    </a:cubicBezTo>
                    <a:lnTo>
                      <a:pt x="66724" y="20986"/>
                    </a:lnTo>
                    <a:cubicBezTo>
                      <a:pt x="66745" y="20714"/>
                      <a:pt x="66766" y="20442"/>
                      <a:pt x="66787" y="20170"/>
                    </a:cubicBezTo>
                    <a:cubicBezTo>
                      <a:pt x="66787" y="19940"/>
                      <a:pt x="66829" y="19668"/>
                      <a:pt x="66787" y="19438"/>
                    </a:cubicBezTo>
                    <a:lnTo>
                      <a:pt x="66787" y="19438"/>
                    </a:lnTo>
                    <a:cubicBezTo>
                      <a:pt x="68565" y="19606"/>
                      <a:pt x="70344" y="19773"/>
                      <a:pt x="72122" y="20024"/>
                    </a:cubicBezTo>
                    <a:cubicBezTo>
                      <a:pt x="72018" y="20129"/>
                      <a:pt x="71955" y="20233"/>
                      <a:pt x="71850" y="20338"/>
                    </a:cubicBezTo>
                    <a:cubicBezTo>
                      <a:pt x="71788" y="20380"/>
                      <a:pt x="71767" y="20442"/>
                      <a:pt x="71704" y="20484"/>
                    </a:cubicBezTo>
                    <a:lnTo>
                      <a:pt x="71390" y="20882"/>
                    </a:lnTo>
                    <a:cubicBezTo>
                      <a:pt x="71348" y="20924"/>
                      <a:pt x="71285" y="21007"/>
                      <a:pt x="71244" y="21070"/>
                    </a:cubicBezTo>
                    <a:cubicBezTo>
                      <a:pt x="71139" y="21196"/>
                      <a:pt x="71034" y="21342"/>
                      <a:pt x="70909" y="21489"/>
                    </a:cubicBezTo>
                    <a:cubicBezTo>
                      <a:pt x="70867" y="21531"/>
                      <a:pt x="70825" y="21593"/>
                      <a:pt x="70804" y="21635"/>
                    </a:cubicBezTo>
                    <a:cubicBezTo>
                      <a:pt x="70658" y="21803"/>
                      <a:pt x="70553" y="21949"/>
                      <a:pt x="70428" y="22116"/>
                    </a:cubicBezTo>
                    <a:cubicBezTo>
                      <a:pt x="70407" y="22137"/>
                      <a:pt x="70407" y="22158"/>
                      <a:pt x="70386" y="22179"/>
                    </a:cubicBezTo>
                    <a:cubicBezTo>
                      <a:pt x="69821" y="22953"/>
                      <a:pt x="69298" y="23748"/>
                      <a:pt x="68775" y="24564"/>
                    </a:cubicBezTo>
                    <a:cubicBezTo>
                      <a:pt x="68356" y="25171"/>
                      <a:pt x="68000" y="25799"/>
                      <a:pt x="67666" y="26448"/>
                    </a:cubicBezTo>
                    <a:cubicBezTo>
                      <a:pt x="66850" y="27829"/>
                      <a:pt x="66034" y="29230"/>
                      <a:pt x="65176" y="30528"/>
                    </a:cubicBezTo>
                    <a:cubicBezTo>
                      <a:pt x="62393" y="34796"/>
                      <a:pt x="59443" y="38918"/>
                      <a:pt x="56492" y="43061"/>
                    </a:cubicBezTo>
                    <a:cubicBezTo>
                      <a:pt x="56492" y="43061"/>
                      <a:pt x="56492" y="43082"/>
                      <a:pt x="56471" y="43082"/>
                    </a:cubicBezTo>
                    <a:lnTo>
                      <a:pt x="56074" y="43626"/>
                    </a:lnTo>
                    <a:cubicBezTo>
                      <a:pt x="55822" y="43988"/>
                      <a:pt x="56079" y="44373"/>
                      <a:pt x="56400" y="44373"/>
                    </a:cubicBezTo>
                    <a:cubicBezTo>
                      <a:pt x="56506" y="44373"/>
                      <a:pt x="56619" y="44331"/>
                      <a:pt x="56723" y="44233"/>
                    </a:cubicBezTo>
                    <a:cubicBezTo>
                      <a:pt x="58668" y="42412"/>
                      <a:pt x="60719" y="40257"/>
                      <a:pt x="62707" y="37956"/>
                    </a:cubicBezTo>
                    <a:cubicBezTo>
                      <a:pt x="62707" y="37935"/>
                      <a:pt x="62749" y="37935"/>
                      <a:pt x="62749" y="37935"/>
                    </a:cubicBezTo>
                    <a:cubicBezTo>
                      <a:pt x="62790" y="37872"/>
                      <a:pt x="62853" y="37830"/>
                      <a:pt x="62895" y="37746"/>
                    </a:cubicBezTo>
                    <a:cubicBezTo>
                      <a:pt x="62895" y="37949"/>
                      <a:pt x="63058" y="38129"/>
                      <a:pt x="63236" y="38129"/>
                    </a:cubicBezTo>
                    <a:cubicBezTo>
                      <a:pt x="63297" y="38129"/>
                      <a:pt x="63360" y="38108"/>
                      <a:pt x="63418" y="38060"/>
                    </a:cubicBezTo>
                    <a:lnTo>
                      <a:pt x="63816" y="37746"/>
                    </a:lnTo>
                    <a:lnTo>
                      <a:pt x="63816" y="37725"/>
                    </a:lnTo>
                    <a:cubicBezTo>
                      <a:pt x="64318" y="37328"/>
                      <a:pt x="64799" y="36909"/>
                      <a:pt x="65301" y="36491"/>
                    </a:cubicBezTo>
                    <a:cubicBezTo>
                      <a:pt x="65406" y="36386"/>
                      <a:pt x="65531" y="36282"/>
                      <a:pt x="65636" y="36198"/>
                    </a:cubicBezTo>
                    <a:lnTo>
                      <a:pt x="65636" y="36198"/>
                    </a:lnTo>
                    <a:cubicBezTo>
                      <a:pt x="65636" y="36240"/>
                      <a:pt x="65615" y="36240"/>
                      <a:pt x="65615" y="36261"/>
                    </a:cubicBezTo>
                    <a:cubicBezTo>
                      <a:pt x="66452" y="35528"/>
                      <a:pt x="67289" y="34733"/>
                      <a:pt x="68084" y="33959"/>
                    </a:cubicBezTo>
                    <a:lnTo>
                      <a:pt x="68126" y="33896"/>
                    </a:lnTo>
                    <a:lnTo>
                      <a:pt x="68879" y="33143"/>
                    </a:lnTo>
                    <a:cubicBezTo>
                      <a:pt x="68942" y="33101"/>
                      <a:pt x="68984" y="33038"/>
                      <a:pt x="69047" y="32955"/>
                    </a:cubicBezTo>
                    <a:cubicBezTo>
                      <a:pt x="69256" y="32725"/>
                      <a:pt x="69465" y="32515"/>
                      <a:pt x="69674" y="32285"/>
                    </a:cubicBezTo>
                    <a:cubicBezTo>
                      <a:pt x="69758" y="32202"/>
                      <a:pt x="69821" y="32097"/>
                      <a:pt x="69925" y="32013"/>
                    </a:cubicBezTo>
                    <a:cubicBezTo>
                      <a:pt x="70114" y="31804"/>
                      <a:pt x="70302" y="31637"/>
                      <a:pt x="70448" y="31427"/>
                    </a:cubicBezTo>
                    <a:cubicBezTo>
                      <a:pt x="70553" y="31281"/>
                      <a:pt x="70658" y="31176"/>
                      <a:pt x="70762" y="31051"/>
                    </a:cubicBezTo>
                    <a:cubicBezTo>
                      <a:pt x="70930" y="30862"/>
                      <a:pt x="71055" y="30716"/>
                      <a:pt x="71223" y="30528"/>
                    </a:cubicBezTo>
                    <a:cubicBezTo>
                      <a:pt x="71348" y="30381"/>
                      <a:pt x="71474" y="30235"/>
                      <a:pt x="71578" y="30088"/>
                    </a:cubicBezTo>
                    <a:cubicBezTo>
                      <a:pt x="71704" y="29921"/>
                      <a:pt x="71850" y="29774"/>
                      <a:pt x="71955" y="29607"/>
                    </a:cubicBezTo>
                    <a:cubicBezTo>
                      <a:pt x="72080" y="29440"/>
                      <a:pt x="72227" y="29272"/>
                      <a:pt x="72373" y="29084"/>
                    </a:cubicBezTo>
                    <a:cubicBezTo>
                      <a:pt x="72478" y="28958"/>
                      <a:pt x="72583" y="28812"/>
                      <a:pt x="72687" y="28665"/>
                    </a:cubicBezTo>
                    <a:cubicBezTo>
                      <a:pt x="72834" y="28498"/>
                      <a:pt x="73001" y="28289"/>
                      <a:pt x="73127" y="28101"/>
                    </a:cubicBezTo>
                    <a:cubicBezTo>
                      <a:pt x="73231" y="27975"/>
                      <a:pt x="73315" y="27829"/>
                      <a:pt x="73420" y="27724"/>
                    </a:cubicBezTo>
                    <a:lnTo>
                      <a:pt x="73880" y="27096"/>
                    </a:lnTo>
                    <a:cubicBezTo>
                      <a:pt x="73964" y="26992"/>
                      <a:pt x="74047" y="26866"/>
                      <a:pt x="74110" y="26761"/>
                    </a:cubicBezTo>
                    <a:cubicBezTo>
                      <a:pt x="74277" y="26531"/>
                      <a:pt x="74424" y="26301"/>
                      <a:pt x="74591" y="26092"/>
                    </a:cubicBezTo>
                    <a:cubicBezTo>
                      <a:pt x="74675" y="25987"/>
                      <a:pt x="74717" y="25883"/>
                      <a:pt x="74801" y="25778"/>
                    </a:cubicBezTo>
                    <a:cubicBezTo>
                      <a:pt x="74947" y="25527"/>
                      <a:pt x="75135" y="25276"/>
                      <a:pt x="75303" y="25046"/>
                    </a:cubicBezTo>
                    <a:cubicBezTo>
                      <a:pt x="75345" y="24962"/>
                      <a:pt x="75407" y="24857"/>
                      <a:pt x="75470" y="24774"/>
                    </a:cubicBezTo>
                    <a:cubicBezTo>
                      <a:pt x="75637" y="24523"/>
                      <a:pt x="75826" y="24251"/>
                      <a:pt x="75972" y="23999"/>
                    </a:cubicBezTo>
                    <a:cubicBezTo>
                      <a:pt x="76035" y="23916"/>
                      <a:pt x="76056" y="23853"/>
                      <a:pt x="76098" y="23790"/>
                    </a:cubicBezTo>
                    <a:cubicBezTo>
                      <a:pt x="76286" y="23497"/>
                      <a:pt x="76454" y="23204"/>
                      <a:pt x="76621" y="22911"/>
                    </a:cubicBezTo>
                    <a:cubicBezTo>
                      <a:pt x="76621" y="22891"/>
                      <a:pt x="76663" y="22891"/>
                      <a:pt x="76663" y="22870"/>
                    </a:cubicBezTo>
                    <a:cubicBezTo>
                      <a:pt x="77018" y="22263"/>
                      <a:pt x="77353" y="21635"/>
                      <a:pt x="77667" y="21028"/>
                    </a:cubicBezTo>
                    <a:cubicBezTo>
                      <a:pt x="78483" y="21196"/>
                      <a:pt x="79299" y="21321"/>
                      <a:pt x="80115" y="21510"/>
                    </a:cubicBezTo>
                    <a:cubicBezTo>
                      <a:pt x="80031" y="21593"/>
                      <a:pt x="79927" y="21656"/>
                      <a:pt x="79843" y="21740"/>
                    </a:cubicBezTo>
                    <a:cubicBezTo>
                      <a:pt x="79801" y="21803"/>
                      <a:pt x="79739" y="21844"/>
                      <a:pt x="79655" y="21907"/>
                    </a:cubicBezTo>
                    <a:cubicBezTo>
                      <a:pt x="79550" y="22012"/>
                      <a:pt x="79446" y="22075"/>
                      <a:pt x="79383" y="22179"/>
                    </a:cubicBezTo>
                    <a:cubicBezTo>
                      <a:pt x="79299" y="22263"/>
                      <a:pt x="79215" y="22347"/>
                      <a:pt x="79174" y="22430"/>
                    </a:cubicBezTo>
                    <a:cubicBezTo>
                      <a:pt x="79090" y="22493"/>
                      <a:pt x="79006" y="22598"/>
                      <a:pt x="78922" y="22681"/>
                    </a:cubicBezTo>
                    <a:cubicBezTo>
                      <a:pt x="78818" y="22786"/>
                      <a:pt x="78755" y="22891"/>
                      <a:pt x="78650" y="22995"/>
                    </a:cubicBezTo>
                    <a:cubicBezTo>
                      <a:pt x="78588" y="23058"/>
                      <a:pt x="78546" y="23121"/>
                      <a:pt x="78483" y="23183"/>
                    </a:cubicBezTo>
                    <a:cubicBezTo>
                      <a:pt x="78337" y="23372"/>
                      <a:pt x="78169" y="23539"/>
                      <a:pt x="78044" y="23727"/>
                    </a:cubicBezTo>
                    <a:lnTo>
                      <a:pt x="77981" y="23790"/>
                    </a:lnTo>
                    <a:cubicBezTo>
                      <a:pt x="77855" y="23958"/>
                      <a:pt x="77709" y="24146"/>
                      <a:pt x="77562" y="24334"/>
                    </a:cubicBezTo>
                    <a:cubicBezTo>
                      <a:pt x="77542" y="24355"/>
                      <a:pt x="77521" y="24418"/>
                      <a:pt x="77500" y="24439"/>
                    </a:cubicBezTo>
                    <a:cubicBezTo>
                      <a:pt x="77353" y="24627"/>
                      <a:pt x="77228" y="24774"/>
                      <a:pt x="77102" y="24962"/>
                    </a:cubicBezTo>
                    <a:cubicBezTo>
                      <a:pt x="77081" y="24983"/>
                      <a:pt x="77081" y="25004"/>
                      <a:pt x="77039" y="25046"/>
                    </a:cubicBezTo>
                    <a:cubicBezTo>
                      <a:pt x="76140" y="26343"/>
                      <a:pt x="75261" y="27766"/>
                      <a:pt x="74403" y="29084"/>
                    </a:cubicBezTo>
                    <a:cubicBezTo>
                      <a:pt x="74005" y="29712"/>
                      <a:pt x="73587" y="30318"/>
                      <a:pt x="73210" y="30904"/>
                    </a:cubicBezTo>
                    <a:cubicBezTo>
                      <a:pt x="70532" y="34629"/>
                      <a:pt x="67687" y="38228"/>
                      <a:pt x="64841" y="41805"/>
                    </a:cubicBezTo>
                    <a:cubicBezTo>
                      <a:pt x="64841" y="41826"/>
                      <a:pt x="64799" y="41826"/>
                      <a:pt x="64778" y="41847"/>
                    </a:cubicBezTo>
                    <a:cubicBezTo>
                      <a:pt x="64653" y="42015"/>
                      <a:pt x="64548" y="42161"/>
                      <a:pt x="64422" y="42329"/>
                    </a:cubicBezTo>
                    <a:cubicBezTo>
                      <a:pt x="64052" y="42766"/>
                      <a:pt x="64426" y="43500"/>
                      <a:pt x="64913" y="43500"/>
                    </a:cubicBezTo>
                    <a:cubicBezTo>
                      <a:pt x="65031" y="43500"/>
                      <a:pt x="65157" y="43457"/>
                      <a:pt x="65280" y="43354"/>
                    </a:cubicBezTo>
                    <a:cubicBezTo>
                      <a:pt x="66368" y="42433"/>
                      <a:pt x="67582" y="41408"/>
                      <a:pt x="68816" y="40257"/>
                    </a:cubicBezTo>
                    <a:cubicBezTo>
                      <a:pt x="68816" y="40257"/>
                      <a:pt x="68816" y="40236"/>
                      <a:pt x="68837" y="40236"/>
                    </a:cubicBezTo>
                    <a:lnTo>
                      <a:pt x="68921" y="40153"/>
                    </a:lnTo>
                    <a:lnTo>
                      <a:pt x="68942" y="40153"/>
                    </a:lnTo>
                    <a:cubicBezTo>
                      <a:pt x="73838" y="35612"/>
                      <a:pt x="79132" y="29440"/>
                      <a:pt x="80575" y="23393"/>
                    </a:cubicBezTo>
                    <a:cubicBezTo>
                      <a:pt x="80596" y="23309"/>
                      <a:pt x="80638" y="23204"/>
                      <a:pt x="80638" y="23121"/>
                    </a:cubicBezTo>
                    <a:cubicBezTo>
                      <a:pt x="80659" y="23058"/>
                      <a:pt x="80659" y="22995"/>
                      <a:pt x="80680" y="22911"/>
                    </a:cubicBezTo>
                    <a:cubicBezTo>
                      <a:pt x="80764" y="22472"/>
                      <a:pt x="80847" y="22054"/>
                      <a:pt x="80889" y="21614"/>
                    </a:cubicBezTo>
                    <a:cubicBezTo>
                      <a:pt x="81894" y="21823"/>
                      <a:pt x="82877" y="22033"/>
                      <a:pt x="83881" y="22263"/>
                    </a:cubicBezTo>
                    <a:cubicBezTo>
                      <a:pt x="83777" y="22451"/>
                      <a:pt x="83693" y="22660"/>
                      <a:pt x="83588" y="22849"/>
                    </a:cubicBezTo>
                    <a:cubicBezTo>
                      <a:pt x="83526" y="22974"/>
                      <a:pt x="83484" y="23079"/>
                      <a:pt x="83400" y="23204"/>
                    </a:cubicBezTo>
                    <a:cubicBezTo>
                      <a:pt x="83275" y="23497"/>
                      <a:pt x="83107" y="23811"/>
                      <a:pt x="82982" y="24125"/>
                    </a:cubicBezTo>
                    <a:cubicBezTo>
                      <a:pt x="82961" y="24167"/>
                      <a:pt x="82940" y="24230"/>
                      <a:pt x="82940" y="24251"/>
                    </a:cubicBezTo>
                    <a:cubicBezTo>
                      <a:pt x="81831" y="26678"/>
                      <a:pt x="80889" y="29168"/>
                      <a:pt x="79529" y="31490"/>
                    </a:cubicBezTo>
                    <a:cubicBezTo>
                      <a:pt x="77521" y="34922"/>
                      <a:pt x="75010" y="37872"/>
                      <a:pt x="72290" y="40759"/>
                    </a:cubicBezTo>
                    <a:lnTo>
                      <a:pt x="72290" y="40780"/>
                    </a:lnTo>
                    <a:lnTo>
                      <a:pt x="72269" y="40801"/>
                    </a:lnTo>
                    <a:cubicBezTo>
                      <a:pt x="72050" y="41105"/>
                      <a:pt x="72320" y="41558"/>
                      <a:pt x="72630" y="41558"/>
                    </a:cubicBezTo>
                    <a:cubicBezTo>
                      <a:pt x="72705" y="41558"/>
                      <a:pt x="72782" y="41532"/>
                      <a:pt x="72855" y="41471"/>
                    </a:cubicBezTo>
                    <a:cubicBezTo>
                      <a:pt x="74257" y="40383"/>
                      <a:pt x="75637" y="39169"/>
                      <a:pt x="76914" y="37746"/>
                    </a:cubicBezTo>
                    <a:cubicBezTo>
                      <a:pt x="76914" y="37746"/>
                      <a:pt x="76914" y="37725"/>
                      <a:pt x="76935" y="37725"/>
                    </a:cubicBezTo>
                    <a:cubicBezTo>
                      <a:pt x="80785" y="33583"/>
                      <a:pt x="83840" y="28205"/>
                      <a:pt x="84216" y="22807"/>
                    </a:cubicBezTo>
                    <a:lnTo>
                      <a:pt x="84216" y="22744"/>
                    </a:lnTo>
                    <a:cubicBezTo>
                      <a:pt x="84216" y="22598"/>
                      <a:pt x="84237" y="22493"/>
                      <a:pt x="84237" y="22367"/>
                    </a:cubicBezTo>
                    <a:cubicBezTo>
                      <a:pt x="85785" y="22744"/>
                      <a:pt x="87355" y="23163"/>
                      <a:pt x="88903" y="23581"/>
                    </a:cubicBezTo>
                    <a:cubicBezTo>
                      <a:pt x="88254" y="24230"/>
                      <a:pt x="87689" y="24941"/>
                      <a:pt x="87166" y="25673"/>
                    </a:cubicBezTo>
                    <a:lnTo>
                      <a:pt x="87145" y="25694"/>
                    </a:lnTo>
                    <a:cubicBezTo>
                      <a:pt x="87062" y="25820"/>
                      <a:pt x="86957" y="25924"/>
                      <a:pt x="86894" y="26050"/>
                    </a:cubicBezTo>
                    <a:cubicBezTo>
                      <a:pt x="86853" y="26113"/>
                      <a:pt x="86832" y="26155"/>
                      <a:pt x="86790" y="26196"/>
                    </a:cubicBezTo>
                    <a:cubicBezTo>
                      <a:pt x="86727" y="26301"/>
                      <a:pt x="86643" y="26364"/>
                      <a:pt x="86601" y="26468"/>
                    </a:cubicBezTo>
                    <a:cubicBezTo>
                      <a:pt x="86539" y="26552"/>
                      <a:pt x="86518" y="26615"/>
                      <a:pt x="86476" y="26678"/>
                    </a:cubicBezTo>
                    <a:cubicBezTo>
                      <a:pt x="86434" y="26740"/>
                      <a:pt x="86413" y="26761"/>
                      <a:pt x="86392" y="26824"/>
                    </a:cubicBezTo>
                    <a:cubicBezTo>
                      <a:pt x="85555" y="28101"/>
                      <a:pt x="84802" y="29398"/>
                      <a:pt x="83944" y="30716"/>
                    </a:cubicBezTo>
                    <a:cubicBezTo>
                      <a:pt x="83254" y="31804"/>
                      <a:pt x="82521" y="32913"/>
                      <a:pt x="81747" y="33980"/>
                    </a:cubicBezTo>
                    <a:cubicBezTo>
                      <a:pt x="81287" y="34671"/>
                      <a:pt x="80806" y="35340"/>
                      <a:pt x="80345" y="35989"/>
                    </a:cubicBezTo>
                    <a:cubicBezTo>
                      <a:pt x="79529" y="37098"/>
                      <a:pt x="78713" y="38186"/>
                      <a:pt x="77876" y="39295"/>
                    </a:cubicBezTo>
                    <a:cubicBezTo>
                      <a:pt x="77834" y="39378"/>
                      <a:pt x="77772" y="39420"/>
                      <a:pt x="77730" y="39504"/>
                    </a:cubicBezTo>
                    <a:cubicBezTo>
                      <a:pt x="77426" y="39909"/>
                      <a:pt x="77735" y="40546"/>
                      <a:pt x="78163" y="40546"/>
                    </a:cubicBezTo>
                    <a:cubicBezTo>
                      <a:pt x="78265" y="40546"/>
                      <a:pt x="78374" y="40509"/>
                      <a:pt x="78483" y="40425"/>
                    </a:cubicBezTo>
                    <a:cubicBezTo>
                      <a:pt x="79885" y="39399"/>
                      <a:pt x="81308" y="38165"/>
                      <a:pt x="82647" y="36826"/>
                    </a:cubicBezTo>
                    <a:cubicBezTo>
                      <a:pt x="86225" y="33206"/>
                      <a:pt x="89175" y="28603"/>
                      <a:pt x="89154" y="23644"/>
                    </a:cubicBezTo>
                    <a:lnTo>
                      <a:pt x="89154" y="23623"/>
                    </a:lnTo>
                    <a:cubicBezTo>
                      <a:pt x="93632" y="24899"/>
                      <a:pt x="98068" y="26448"/>
                      <a:pt x="102420" y="28310"/>
                    </a:cubicBezTo>
                    <a:cubicBezTo>
                      <a:pt x="102545" y="28101"/>
                      <a:pt x="102629" y="27870"/>
                      <a:pt x="102503" y="27808"/>
                    </a:cubicBezTo>
                    <a:cubicBezTo>
                      <a:pt x="97837" y="25778"/>
                      <a:pt x="93025" y="24041"/>
                      <a:pt x="88171" y="22660"/>
                    </a:cubicBezTo>
                    <a:cubicBezTo>
                      <a:pt x="88254" y="22639"/>
                      <a:pt x="88317" y="22598"/>
                      <a:pt x="88380" y="22535"/>
                    </a:cubicBezTo>
                    <a:cubicBezTo>
                      <a:pt x="88401" y="22493"/>
                      <a:pt x="88401" y="22472"/>
                      <a:pt x="88401" y="22451"/>
                    </a:cubicBezTo>
                    <a:cubicBezTo>
                      <a:pt x="88464" y="22137"/>
                      <a:pt x="88485" y="21823"/>
                      <a:pt x="88526" y="21489"/>
                    </a:cubicBezTo>
                    <a:lnTo>
                      <a:pt x="88526" y="21426"/>
                    </a:lnTo>
                    <a:cubicBezTo>
                      <a:pt x="88568" y="21133"/>
                      <a:pt x="88589" y="20819"/>
                      <a:pt x="88589" y="20547"/>
                    </a:cubicBezTo>
                    <a:lnTo>
                      <a:pt x="88589" y="20359"/>
                    </a:lnTo>
                    <a:lnTo>
                      <a:pt x="88589" y="19626"/>
                    </a:lnTo>
                    <a:lnTo>
                      <a:pt x="88589" y="19187"/>
                    </a:lnTo>
                    <a:cubicBezTo>
                      <a:pt x="88589" y="19041"/>
                      <a:pt x="88589" y="18936"/>
                      <a:pt x="88568" y="18810"/>
                    </a:cubicBezTo>
                    <a:cubicBezTo>
                      <a:pt x="88359" y="14730"/>
                      <a:pt x="86790" y="10755"/>
                      <a:pt x="84174" y="7595"/>
                    </a:cubicBezTo>
                    <a:cubicBezTo>
                      <a:pt x="83881" y="7219"/>
                      <a:pt x="83588" y="6884"/>
                      <a:pt x="83254" y="6570"/>
                    </a:cubicBezTo>
                    <a:lnTo>
                      <a:pt x="83065" y="6382"/>
                    </a:lnTo>
                    <a:cubicBezTo>
                      <a:pt x="83024" y="6340"/>
                      <a:pt x="82940" y="6277"/>
                      <a:pt x="82856" y="6256"/>
                    </a:cubicBezTo>
                    <a:cubicBezTo>
                      <a:pt x="82782" y="6226"/>
                      <a:pt x="82702" y="6211"/>
                      <a:pt x="82621" y="6211"/>
                    </a:cubicBezTo>
                    <a:cubicBezTo>
                      <a:pt x="82315" y="6211"/>
                      <a:pt x="81993" y="6414"/>
                      <a:pt x="81894" y="6696"/>
                    </a:cubicBezTo>
                    <a:cubicBezTo>
                      <a:pt x="81873" y="6696"/>
                      <a:pt x="81894" y="6696"/>
                      <a:pt x="81894" y="6738"/>
                    </a:cubicBezTo>
                    <a:cubicBezTo>
                      <a:pt x="81831" y="6842"/>
                      <a:pt x="81831" y="6989"/>
                      <a:pt x="81873" y="7114"/>
                    </a:cubicBezTo>
                    <a:cubicBezTo>
                      <a:pt x="82124" y="7909"/>
                      <a:pt x="82396" y="8725"/>
                      <a:pt x="82668" y="9499"/>
                    </a:cubicBezTo>
                    <a:lnTo>
                      <a:pt x="82668" y="9520"/>
                    </a:lnTo>
                    <a:cubicBezTo>
                      <a:pt x="84195" y="13914"/>
                      <a:pt x="85911" y="18350"/>
                      <a:pt x="87857" y="22535"/>
                    </a:cubicBezTo>
                    <a:cubicBezTo>
                      <a:pt x="87857" y="22550"/>
                      <a:pt x="87867" y="22564"/>
                      <a:pt x="87881" y="22572"/>
                    </a:cubicBezTo>
                    <a:lnTo>
                      <a:pt x="87881" y="22572"/>
                    </a:lnTo>
                    <a:cubicBezTo>
                      <a:pt x="86673" y="22239"/>
                      <a:pt x="85445" y="21926"/>
                      <a:pt x="84216" y="21614"/>
                    </a:cubicBezTo>
                    <a:cubicBezTo>
                      <a:pt x="84205" y="21580"/>
                      <a:pt x="84180" y="21564"/>
                      <a:pt x="84154" y="21564"/>
                    </a:cubicBezTo>
                    <a:cubicBezTo>
                      <a:pt x="84132" y="21564"/>
                      <a:pt x="84109" y="21574"/>
                      <a:pt x="84091" y="21593"/>
                    </a:cubicBezTo>
                    <a:cubicBezTo>
                      <a:pt x="83693" y="21489"/>
                      <a:pt x="83337" y="21405"/>
                      <a:pt x="82940" y="21300"/>
                    </a:cubicBezTo>
                    <a:cubicBezTo>
                      <a:pt x="82961" y="21279"/>
                      <a:pt x="82982" y="21238"/>
                      <a:pt x="82982" y="21196"/>
                    </a:cubicBezTo>
                    <a:cubicBezTo>
                      <a:pt x="83086" y="20568"/>
                      <a:pt x="83149" y="19961"/>
                      <a:pt x="83170" y="19334"/>
                    </a:cubicBezTo>
                    <a:lnTo>
                      <a:pt x="83170" y="19208"/>
                    </a:lnTo>
                    <a:lnTo>
                      <a:pt x="83170" y="18727"/>
                    </a:lnTo>
                    <a:lnTo>
                      <a:pt x="83170" y="18497"/>
                    </a:lnTo>
                    <a:lnTo>
                      <a:pt x="83170" y="18141"/>
                    </a:lnTo>
                    <a:cubicBezTo>
                      <a:pt x="83170" y="17994"/>
                      <a:pt x="83170" y="17890"/>
                      <a:pt x="83149" y="17764"/>
                    </a:cubicBezTo>
                    <a:cubicBezTo>
                      <a:pt x="83149" y="17681"/>
                      <a:pt x="83149" y="17576"/>
                      <a:pt x="83128" y="17513"/>
                    </a:cubicBezTo>
                    <a:cubicBezTo>
                      <a:pt x="83128" y="17346"/>
                      <a:pt x="83086" y="17157"/>
                      <a:pt x="83065" y="17011"/>
                    </a:cubicBezTo>
                    <a:lnTo>
                      <a:pt x="83065" y="16885"/>
                    </a:lnTo>
                    <a:cubicBezTo>
                      <a:pt x="82438" y="11550"/>
                      <a:pt x="79215" y="6758"/>
                      <a:pt x="74549" y="4059"/>
                    </a:cubicBezTo>
                    <a:cubicBezTo>
                      <a:pt x="74131" y="3829"/>
                      <a:pt x="73713" y="3620"/>
                      <a:pt x="73252" y="3411"/>
                    </a:cubicBezTo>
                    <a:cubicBezTo>
                      <a:pt x="73148" y="3348"/>
                      <a:pt x="73085" y="3306"/>
                      <a:pt x="72980" y="3285"/>
                    </a:cubicBezTo>
                    <a:cubicBezTo>
                      <a:pt x="72311" y="2992"/>
                      <a:pt x="71641" y="2720"/>
                      <a:pt x="70930" y="2511"/>
                    </a:cubicBezTo>
                    <a:cubicBezTo>
                      <a:pt x="70873" y="2496"/>
                      <a:pt x="70818" y="2489"/>
                      <a:pt x="70763" y="2489"/>
                    </a:cubicBezTo>
                    <a:cubicBezTo>
                      <a:pt x="70292" y="2489"/>
                      <a:pt x="69915" y="3021"/>
                      <a:pt x="70009" y="3453"/>
                    </a:cubicBezTo>
                    <a:cubicBezTo>
                      <a:pt x="68482" y="2239"/>
                      <a:pt x="66829" y="1130"/>
                      <a:pt x="65134" y="105"/>
                    </a:cubicBezTo>
                    <a:cubicBezTo>
                      <a:pt x="65008" y="32"/>
                      <a:pt x="64882" y="0"/>
                      <a:pt x="647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5" name="Google Shape;245;p17"/>
              <p:cNvSpPr/>
              <p:nvPr/>
            </p:nvSpPr>
            <p:spPr>
              <a:xfrm>
                <a:off x="19388400" y="28623625"/>
                <a:ext cx="714775" cy="158125"/>
              </a:xfrm>
              <a:custGeom>
                <a:avLst/>
                <a:gdLst/>
                <a:ahLst/>
                <a:cxnLst/>
                <a:rect l="l" t="t" r="r" b="b"/>
                <a:pathLst>
                  <a:path w="28591" h="6325" extrusionOk="0">
                    <a:moveTo>
                      <a:pt x="9416" y="0"/>
                    </a:moveTo>
                    <a:cubicBezTo>
                      <a:pt x="6592" y="0"/>
                      <a:pt x="3725" y="272"/>
                      <a:pt x="942" y="711"/>
                    </a:cubicBezTo>
                    <a:cubicBezTo>
                      <a:pt x="1" y="837"/>
                      <a:pt x="1" y="2176"/>
                      <a:pt x="1026" y="2218"/>
                    </a:cubicBezTo>
                    <a:cubicBezTo>
                      <a:pt x="1193" y="2218"/>
                      <a:pt x="1361" y="2260"/>
                      <a:pt x="1549" y="2281"/>
                    </a:cubicBezTo>
                    <a:lnTo>
                      <a:pt x="1675" y="2281"/>
                    </a:lnTo>
                    <a:cubicBezTo>
                      <a:pt x="5336" y="2490"/>
                      <a:pt x="8998" y="3055"/>
                      <a:pt x="12618" y="3683"/>
                    </a:cubicBezTo>
                    <a:lnTo>
                      <a:pt x="12513" y="3683"/>
                    </a:lnTo>
                    <a:cubicBezTo>
                      <a:pt x="16070" y="4310"/>
                      <a:pt x="19606" y="5022"/>
                      <a:pt x="23163" y="5587"/>
                    </a:cubicBezTo>
                    <a:lnTo>
                      <a:pt x="23644" y="5670"/>
                    </a:lnTo>
                    <a:cubicBezTo>
                      <a:pt x="24000" y="5733"/>
                      <a:pt x="24335" y="5775"/>
                      <a:pt x="24711" y="5838"/>
                    </a:cubicBezTo>
                    <a:cubicBezTo>
                      <a:pt x="25130" y="5880"/>
                      <a:pt x="25548" y="5963"/>
                      <a:pt x="25967" y="6026"/>
                    </a:cubicBezTo>
                    <a:cubicBezTo>
                      <a:pt x="26113" y="6047"/>
                      <a:pt x="26302" y="6068"/>
                      <a:pt x="26469" y="6089"/>
                    </a:cubicBezTo>
                    <a:lnTo>
                      <a:pt x="28352" y="6319"/>
                    </a:lnTo>
                    <a:cubicBezTo>
                      <a:pt x="28364" y="6323"/>
                      <a:pt x="28377" y="6325"/>
                      <a:pt x="28389" y="6325"/>
                    </a:cubicBezTo>
                    <a:cubicBezTo>
                      <a:pt x="28500" y="6325"/>
                      <a:pt x="28591" y="6162"/>
                      <a:pt x="28478" y="6068"/>
                    </a:cubicBezTo>
                    <a:cubicBezTo>
                      <a:pt x="23142" y="1716"/>
                      <a:pt x="16760" y="105"/>
                      <a:pt x="10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246" name="Google Shape;246;p17"/>
            <p:cNvSpPr/>
            <p:nvPr/>
          </p:nvSpPr>
          <p:spPr>
            <a:xfrm rot="-2699403">
              <a:off x="6519652" y="2963431"/>
              <a:ext cx="4302686" cy="2305598"/>
            </a:xfrm>
            <a:custGeom>
              <a:avLst/>
              <a:gdLst/>
              <a:ahLst/>
              <a:cxnLst/>
              <a:rect l="l" t="t" r="r" b="b"/>
              <a:pathLst>
                <a:path w="422637" h="70492" extrusionOk="0">
                  <a:moveTo>
                    <a:pt x="422636" y="0"/>
                  </a:moveTo>
                  <a:lnTo>
                    <a:pt x="422636" y="30130"/>
                  </a:lnTo>
                  <a:cubicBezTo>
                    <a:pt x="412907" y="34629"/>
                    <a:pt x="402424" y="37851"/>
                    <a:pt x="392255" y="41534"/>
                  </a:cubicBezTo>
                  <a:cubicBezTo>
                    <a:pt x="368926" y="50050"/>
                    <a:pt x="346767" y="61453"/>
                    <a:pt x="322475" y="67479"/>
                  </a:cubicBezTo>
                  <a:cubicBezTo>
                    <a:pt x="319713" y="68149"/>
                    <a:pt x="316951" y="68755"/>
                    <a:pt x="314168" y="69299"/>
                  </a:cubicBezTo>
                  <a:lnTo>
                    <a:pt x="185237" y="69299"/>
                  </a:lnTo>
                  <a:cubicBezTo>
                    <a:pt x="151153" y="68358"/>
                    <a:pt x="116901" y="70492"/>
                    <a:pt x="83109" y="66558"/>
                  </a:cubicBezTo>
                  <a:cubicBezTo>
                    <a:pt x="54716" y="63273"/>
                    <a:pt x="27264" y="55699"/>
                    <a:pt x="0" y="47748"/>
                  </a:cubicBezTo>
                  <a:lnTo>
                    <a:pt x="0" y="14793"/>
                  </a:lnTo>
                  <a:cubicBezTo>
                    <a:pt x="19145" y="14731"/>
                    <a:pt x="38332" y="11027"/>
                    <a:pt x="57373" y="12910"/>
                  </a:cubicBezTo>
                  <a:cubicBezTo>
                    <a:pt x="69362" y="14124"/>
                    <a:pt x="81163" y="17555"/>
                    <a:pt x="93257" y="17179"/>
                  </a:cubicBezTo>
                  <a:cubicBezTo>
                    <a:pt x="103426" y="16865"/>
                    <a:pt x="113260" y="13831"/>
                    <a:pt x="123345" y="12638"/>
                  </a:cubicBezTo>
                  <a:cubicBezTo>
                    <a:pt x="150525" y="9395"/>
                    <a:pt x="177391" y="19355"/>
                    <a:pt x="204717" y="21217"/>
                  </a:cubicBezTo>
                  <a:cubicBezTo>
                    <a:pt x="226268" y="22682"/>
                    <a:pt x="248154" y="19083"/>
                    <a:pt x="269476" y="22305"/>
                  </a:cubicBezTo>
                  <a:cubicBezTo>
                    <a:pt x="279603" y="23832"/>
                    <a:pt x="290567" y="26783"/>
                    <a:pt x="299710" y="22577"/>
                  </a:cubicBezTo>
                  <a:cubicBezTo>
                    <a:pt x="304732" y="20275"/>
                    <a:pt x="308373" y="16091"/>
                    <a:pt x="313059" y="13287"/>
                  </a:cubicBezTo>
                  <a:cubicBezTo>
                    <a:pt x="319881" y="9249"/>
                    <a:pt x="328355" y="8391"/>
                    <a:pt x="336452" y="7679"/>
                  </a:cubicBezTo>
                  <a:cubicBezTo>
                    <a:pt x="347793" y="6675"/>
                    <a:pt x="359091" y="5650"/>
                    <a:pt x="370390" y="4625"/>
                  </a:cubicBezTo>
                  <a:lnTo>
                    <a:pt x="416673" y="461"/>
                  </a:lnTo>
                  <a:cubicBezTo>
                    <a:pt x="418661" y="251"/>
                    <a:pt x="420649" y="63"/>
                    <a:pt x="422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47" name="Google Shape;247;p17"/>
          <p:cNvSpPr txBox="1">
            <a:spLocks noGrp="1"/>
          </p:cNvSpPr>
          <p:nvPr>
            <p:ph type="title"/>
          </p:nvPr>
        </p:nvSpPr>
        <p:spPr>
          <a:xfrm>
            <a:off x="966339" y="3891241"/>
            <a:ext cx="2476400" cy="59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8" name="Google Shape;248;p17"/>
          <p:cNvSpPr txBox="1">
            <a:spLocks noGrp="1"/>
          </p:cNvSpPr>
          <p:nvPr>
            <p:ph type="subTitle" idx="1"/>
          </p:nvPr>
        </p:nvSpPr>
        <p:spPr>
          <a:xfrm>
            <a:off x="966333" y="4387000"/>
            <a:ext cx="2476400" cy="13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249" name="Google Shape;249;p17"/>
          <p:cNvSpPr txBox="1">
            <a:spLocks noGrp="1"/>
          </p:cNvSpPr>
          <p:nvPr>
            <p:ph type="title" idx="2"/>
          </p:nvPr>
        </p:nvSpPr>
        <p:spPr>
          <a:xfrm>
            <a:off x="6691664" y="3891241"/>
            <a:ext cx="2476400" cy="59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0" name="Google Shape;250;p17"/>
          <p:cNvSpPr txBox="1">
            <a:spLocks noGrp="1"/>
          </p:cNvSpPr>
          <p:nvPr>
            <p:ph type="subTitle" idx="3"/>
          </p:nvPr>
        </p:nvSpPr>
        <p:spPr>
          <a:xfrm>
            <a:off x="6691663" y="4387000"/>
            <a:ext cx="2476400" cy="13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251" name="Google Shape;251;p17"/>
          <p:cNvSpPr txBox="1">
            <a:spLocks noGrp="1"/>
          </p:cNvSpPr>
          <p:nvPr>
            <p:ph type="title" idx="4"/>
          </p:nvPr>
        </p:nvSpPr>
        <p:spPr>
          <a:xfrm>
            <a:off x="3828995" y="3891241"/>
            <a:ext cx="2476400" cy="59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2" name="Google Shape;252;p17"/>
          <p:cNvSpPr txBox="1">
            <a:spLocks noGrp="1"/>
          </p:cNvSpPr>
          <p:nvPr>
            <p:ph type="subTitle" idx="5"/>
          </p:nvPr>
        </p:nvSpPr>
        <p:spPr>
          <a:xfrm>
            <a:off x="3828992" y="4387000"/>
            <a:ext cx="2476400" cy="13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253" name="Google Shape;253;p17"/>
          <p:cNvSpPr txBox="1">
            <a:spLocks noGrp="1"/>
          </p:cNvSpPr>
          <p:nvPr>
            <p:ph type="title" idx="6"/>
          </p:nvPr>
        </p:nvSpPr>
        <p:spPr>
          <a:xfrm>
            <a:off x="946000" y="946633"/>
            <a:ext cx="10300000" cy="59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187344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8"/>
          <p:cNvSpPr txBox="1">
            <a:spLocks noGrp="1"/>
          </p:cNvSpPr>
          <p:nvPr>
            <p:ph type="body" idx="1"/>
          </p:nvPr>
        </p:nvSpPr>
        <p:spPr>
          <a:xfrm>
            <a:off x="808633" y="4082300"/>
            <a:ext cx="5287200" cy="196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867"/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6" name="Google Shape;256;p18"/>
          <p:cNvSpPr txBox="1">
            <a:spLocks noGrp="1"/>
          </p:cNvSpPr>
          <p:nvPr>
            <p:ph type="body" idx="2"/>
          </p:nvPr>
        </p:nvSpPr>
        <p:spPr>
          <a:xfrm>
            <a:off x="6096200" y="2255667"/>
            <a:ext cx="5287200" cy="379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867"/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7" name="Google Shape;257;p18"/>
          <p:cNvSpPr txBox="1">
            <a:spLocks noGrp="1"/>
          </p:cNvSpPr>
          <p:nvPr>
            <p:ph type="title"/>
          </p:nvPr>
        </p:nvSpPr>
        <p:spPr>
          <a:xfrm>
            <a:off x="946000" y="946633"/>
            <a:ext cx="10300000" cy="59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grpSp>
        <p:nvGrpSpPr>
          <p:cNvPr id="258" name="Google Shape;258;p18"/>
          <p:cNvGrpSpPr/>
          <p:nvPr/>
        </p:nvGrpSpPr>
        <p:grpSpPr>
          <a:xfrm rot="-6299960" flipH="1">
            <a:off x="8399270" y="-1558499"/>
            <a:ext cx="4577367" cy="4629028"/>
            <a:chOff x="3562648" y="2340104"/>
            <a:chExt cx="3433128" cy="3471874"/>
          </a:xfrm>
        </p:grpSpPr>
        <p:grpSp>
          <p:nvGrpSpPr>
            <p:cNvPr id="259" name="Google Shape;259;p18"/>
            <p:cNvGrpSpPr/>
            <p:nvPr/>
          </p:nvGrpSpPr>
          <p:grpSpPr>
            <a:xfrm rot="-3600335" flipH="1">
              <a:off x="3470222" y="3256143"/>
              <a:ext cx="2988547" cy="1512197"/>
              <a:chOff x="19279125" y="28273675"/>
              <a:chExt cx="2565725" cy="1298250"/>
            </a:xfrm>
          </p:grpSpPr>
          <p:sp>
            <p:nvSpPr>
              <p:cNvPr id="260" name="Google Shape;260;p18"/>
              <p:cNvSpPr/>
              <p:nvPr/>
            </p:nvSpPr>
            <p:spPr>
              <a:xfrm>
                <a:off x="19715375" y="28798125"/>
                <a:ext cx="506850" cy="665075"/>
              </a:xfrm>
              <a:custGeom>
                <a:avLst/>
                <a:gdLst/>
                <a:ahLst/>
                <a:cxnLst/>
                <a:rect l="l" t="t" r="r" b="b"/>
                <a:pathLst>
                  <a:path w="20274" h="26603" extrusionOk="0">
                    <a:moveTo>
                      <a:pt x="20102" y="0"/>
                    </a:moveTo>
                    <a:cubicBezTo>
                      <a:pt x="20089" y="0"/>
                      <a:pt x="20076" y="3"/>
                      <a:pt x="20065" y="8"/>
                    </a:cubicBezTo>
                    <a:cubicBezTo>
                      <a:pt x="20002" y="8"/>
                      <a:pt x="19981" y="29"/>
                      <a:pt x="19918" y="50"/>
                    </a:cubicBezTo>
                    <a:cubicBezTo>
                      <a:pt x="18014" y="1975"/>
                      <a:pt x="16194" y="4026"/>
                      <a:pt x="14415" y="6181"/>
                    </a:cubicBezTo>
                    <a:cubicBezTo>
                      <a:pt x="14060" y="6537"/>
                      <a:pt x="13746" y="6934"/>
                      <a:pt x="13474" y="7332"/>
                    </a:cubicBezTo>
                    <a:cubicBezTo>
                      <a:pt x="13264" y="7583"/>
                      <a:pt x="13055" y="7876"/>
                      <a:pt x="12846" y="8148"/>
                    </a:cubicBezTo>
                    <a:lnTo>
                      <a:pt x="12804" y="8169"/>
                    </a:lnTo>
                    <a:cubicBezTo>
                      <a:pt x="9561" y="12270"/>
                      <a:pt x="6506" y="16643"/>
                      <a:pt x="3577" y="20911"/>
                    </a:cubicBezTo>
                    <a:cubicBezTo>
                      <a:pt x="3577" y="20911"/>
                      <a:pt x="3577" y="20932"/>
                      <a:pt x="3556" y="20932"/>
                    </a:cubicBezTo>
                    <a:cubicBezTo>
                      <a:pt x="3556" y="20953"/>
                      <a:pt x="3535" y="20953"/>
                      <a:pt x="3535" y="20974"/>
                    </a:cubicBezTo>
                    <a:cubicBezTo>
                      <a:pt x="2447" y="22522"/>
                      <a:pt x="1401" y="24050"/>
                      <a:pt x="355" y="25535"/>
                    </a:cubicBezTo>
                    <a:cubicBezTo>
                      <a:pt x="0" y="26042"/>
                      <a:pt x="531" y="26603"/>
                      <a:pt x="1046" y="26603"/>
                    </a:cubicBezTo>
                    <a:cubicBezTo>
                      <a:pt x="1169" y="26603"/>
                      <a:pt x="1292" y="26571"/>
                      <a:pt x="1401" y="26498"/>
                    </a:cubicBezTo>
                    <a:cubicBezTo>
                      <a:pt x="1987" y="26142"/>
                      <a:pt x="2593" y="25745"/>
                      <a:pt x="3137" y="25347"/>
                    </a:cubicBezTo>
                    <a:cubicBezTo>
                      <a:pt x="3158" y="25347"/>
                      <a:pt x="3158" y="25326"/>
                      <a:pt x="3158" y="25326"/>
                    </a:cubicBezTo>
                    <a:cubicBezTo>
                      <a:pt x="11423" y="19593"/>
                      <a:pt x="18746" y="10177"/>
                      <a:pt x="20274" y="239"/>
                    </a:cubicBezTo>
                    <a:cubicBezTo>
                      <a:pt x="20274" y="155"/>
                      <a:pt x="20232" y="113"/>
                      <a:pt x="20211" y="50"/>
                    </a:cubicBezTo>
                    <a:cubicBezTo>
                      <a:pt x="20180" y="20"/>
                      <a:pt x="20139" y="0"/>
                      <a:pt x="201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1" name="Google Shape;261;p18"/>
              <p:cNvSpPr/>
              <p:nvPr/>
            </p:nvSpPr>
            <p:spPr>
              <a:xfrm>
                <a:off x="20308800" y="28749150"/>
                <a:ext cx="511325" cy="822775"/>
              </a:xfrm>
              <a:custGeom>
                <a:avLst/>
                <a:gdLst/>
                <a:ahLst/>
                <a:cxnLst/>
                <a:rect l="l" t="t" r="r" b="b"/>
                <a:pathLst>
                  <a:path w="20453" h="32911" extrusionOk="0">
                    <a:moveTo>
                      <a:pt x="20227" y="1"/>
                    </a:moveTo>
                    <a:cubicBezTo>
                      <a:pt x="20190" y="1"/>
                      <a:pt x="20153" y="8"/>
                      <a:pt x="20118" y="22"/>
                    </a:cubicBezTo>
                    <a:cubicBezTo>
                      <a:pt x="20097" y="22"/>
                      <a:pt x="20097" y="63"/>
                      <a:pt x="20076" y="84"/>
                    </a:cubicBezTo>
                    <a:cubicBezTo>
                      <a:pt x="19804" y="335"/>
                      <a:pt x="19574" y="607"/>
                      <a:pt x="19302" y="900"/>
                    </a:cubicBezTo>
                    <a:cubicBezTo>
                      <a:pt x="19302" y="900"/>
                      <a:pt x="19302" y="921"/>
                      <a:pt x="19281" y="921"/>
                    </a:cubicBezTo>
                    <a:cubicBezTo>
                      <a:pt x="19051" y="1172"/>
                      <a:pt x="18841" y="1444"/>
                      <a:pt x="18632" y="1695"/>
                    </a:cubicBezTo>
                    <a:cubicBezTo>
                      <a:pt x="18569" y="1758"/>
                      <a:pt x="18528" y="1842"/>
                      <a:pt x="18465" y="1884"/>
                    </a:cubicBezTo>
                    <a:cubicBezTo>
                      <a:pt x="18318" y="2093"/>
                      <a:pt x="18130" y="2302"/>
                      <a:pt x="17984" y="2512"/>
                    </a:cubicBezTo>
                    <a:cubicBezTo>
                      <a:pt x="17921" y="2595"/>
                      <a:pt x="17837" y="2679"/>
                      <a:pt x="17795" y="2784"/>
                    </a:cubicBezTo>
                    <a:cubicBezTo>
                      <a:pt x="17628" y="2993"/>
                      <a:pt x="17502" y="3160"/>
                      <a:pt x="17356" y="3369"/>
                    </a:cubicBezTo>
                    <a:cubicBezTo>
                      <a:pt x="17293" y="3453"/>
                      <a:pt x="17209" y="3558"/>
                      <a:pt x="17168" y="3641"/>
                    </a:cubicBezTo>
                    <a:cubicBezTo>
                      <a:pt x="17000" y="3851"/>
                      <a:pt x="16875" y="4060"/>
                      <a:pt x="16749" y="4269"/>
                    </a:cubicBezTo>
                    <a:cubicBezTo>
                      <a:pt x="16686" y="4353"/>
                      <a:pt x="16644" y="4436"/>
                      <a:pt x="16561" y="4520"/>
                    </a:cubicBezTo>
                    <a:lnTo>
                      <a:pt x="16100" y="5232"/>
                    </a:lnTo>
                    <a:cubicBezTo>
                      <a:pt x="16059" y="5273"/>
                      <a:pt x="16017" y="5336"/>
                      <a:pt x="15996" y="5420"/>
                    </a:cubicBezTo>
                    <a:cubicBezTo>
                      <a:pt x="15598" y="6006"/>
                      <a:pt x="15222" y="6633"/>
                      <a:pt x="14866" y="7282"/>
                    </a:cubicBezTo>
                    <a:cubicBezTo>
                      <a:pt x="14803" y="7345"/>
                      <a:pt x="14782" y="7429"/>
                      <a:pt x="14740" y="7512"/>
                    </a:cubicBezTo>
                    <a:cubicBezTo>
                      <a:pt x="14594" y="7742"/>
                      <a:pt x="14468" y="7973"/>
                      <a:pt x="14322" y="8203"/>
                    </a:cubicBezTo>
                    <a:cubicBezTo>
                      <a:pt x="14259" y="8286"/>
                      <a:pt x="14217" y="8391"/>
                      <a:pt x="14155" y="8475"/>
                    </a:cubicBezTo>
                    <a:lnTo>
                      <a:pt x="13757" y="9186"/>
                    </a:lnTo>
                    <a:cubicBezTo>
                      <a:pt x="13715" y="9249"/>
                      <a:pt x="13652" y="9333"/>
                      <a:pt x="13631" y="9416"/>
                    </a:cubicBezTo>
                    <a:cubicBezTo>
                      <a:pt x="13485" y="9709"/>
                      <a:pt x="13318" y="9960"/>
                      <a:pt x="13171" y="10253"/>
                    </a:cubicBezTo>
                    <a:cubicBezTo>
                      <a:pt x="12962" y="10609"/>
                      <a:pt x="12753" y="10986"/>
                      <a:pt x="12564" y="11341"/>
                    </a:cubicBezTo>
                    <a:cubicBezTo>
                      <a:pt x="12502" y="11488"/>
                      <a:pt x="12439" y="11592"/>
                      <a:pt x="12376" y="11718"/>
                    </a:cubicBezTo>
                    <a:lnTo>
                      <a:pt x="12062" y="12262"/>
                    </a:lnTo>
                    <a:cubicBezTo>
                      <a:pt x="11539" y="13224"/>
                      <a:pt x="10995" y="14166"/>
                      <a:pt x="10409" y="15108"/>
                    </a:cubicBezTo>
                    <a:cubicBezTo>
                      <a:pt x="8568" y="18183"/>
                      <a:pt x="6622" y="21217"/>
                      <a:pt x="4718" y="24251"/>
                    </a:cubicBezTo>
                    <a:lnTo>
                      <a:pt x="4718" y="24272"/>
                    </a:lnTo>
                    <a:lnTo>
                      <a:pt x="4718" y="24293"/>
                    </a:lnTo>
                    <a:lnTo>
                      <a:pt x="4718" y="24314"/>
                    </a:lnTo>
                    <a:lnTo>
                      <a:pt x="4718" y="24356"/>
                    </a:lnTo>
                    <a:lnTo>
                      <a:pt x="4718" y="24377"/>
                    </a:lnTo>
                    <a:cubicBezTo>
                      <a:pt x="3693" y="26030"/>
                      <a:pt x="2668" y="27641"/>
                      <a:pt x="1684" y="29315"/>
                    </a:cubicBezTo>
                    <a:lnTo>
                      <a:pt x="1684" y="29336"/>
                    </a:lnTo>
                    <a:lnTo>
                      <a:pt x="1684" y="29377"/>
                    </a:lnTo>
                    <a:lnTo>
                      <a:pt x="1684" y="29398"/>
                    </a:lnTo>
                    <a:lnTo>
                      <a:pt x="1684" y="29419"/>
                    </a:lnTo>
                    <a:lnTo>
                      <a:pt x="1684" y="29461"/>
                    </a:lnTo>
                    <a:cubicBezTo>
                      <a:pt x="1621" y="29503"/>
                      <a:pt x="1600" y="29587"/>
                      <a:pt x="1559" y="29670"/>
                    </a:cubicBezTo>
                    <a:lnTo>
                      <a:pt x="1559" y="29691"/>
                    </a:lnTo>
                    <a:cubicBezTo>
                      <a:pt x="1140" y="30361"/>
                      <a:pt x="743" y="31072"/>
                      <a:pt x="345" y="31763"/>
                    </a:cubicBezTo>
                    <a:cubicBezTo>
                      <a:pt x="1" y="32365"/>
                      <a:pt x="520" y="32911"/>
                      <a:pt x="1088" y="32911"/>
                    </a:cubicBezTo>
                    <a:cubicBezTo>
                      <a:pt x="1210" y="32911"/>
                      <a:pt x="1335" y="32886"/>
                      <a:pt x="1454" y="32830"/>
                    </a:cubicBezTo>
                    <a:cubicBezTo>
                      <a:pt x="1517" y="32809"/>
                      <a:pt x="1600" y="32746"/>
                      <a:pt x="1684" y="32662"/>
                    </a:cubicBezTo>
                    <a:cubicBezTo>
                      <a:pt x="6476" y="28038"/>
                      <a:pt x="10388" y="22556"/>
                      <a:pt x="13757" y="16844"/>
                    </a:cubicBezTo>
                    <a:cubicBezTo>
                      <a:pt x="16247" y="12408"/>
                      <a:pt x="19051" y="7721"/>
                      <a:pt x="20097" y="2700"/>
                    </a:cubicBezTo>
                    <a:cubicBezTo>
                      <a:pt x="20097" y="2658"/>
                      <a:pt x="20118" y="2616"/>
                      <a:pt x="20118" y="2595"/>
                    </a:cubicBezTo>
                    <a:cubicBezTo>
                      <a:pt x="20160" y="2365"/>
                      <a:pt x="20222" y="2093"/>
                      <a:pt x="20243" y="1863"/>
                    </a:cubicBezTo>
                    <a:cubicBezTo>
                      <a:pt x="20243" y="1800"/>
                      <a:pt x="20264" y="1779"/>
                      <a:pt x="20264" y="1737"/>
                    </a:cubicBezTo>
                    <a:lnTo>
                      <a:pt x="20348" y="1172"/>
                    </a:lnTo>
                    <a:cubicBezTo>
                      <a:pt x="20390" y="1068"/>
                      <a:pt x="20390" y="1005"/>
                      <a:pt x="20390" y="879"/>
                    </a:cubicBezTo>
                    <a:cubicBezTo>
                      <a:pt x="20411" y="733"/>
                      <a:pt x="20411" y="607"/>
                      <a:pt x="20432" y="440"/>
                    </a:cubicBezTo>
                    <a:cubicBezTo>
                      <a:pt x="20432" y="356"/>
                      <a:pt x="20453" y="294"/>
                      <a:pt x="20453" y="210"/>
                    </a:cubicBezTo>
                    <a:lnTo>
                      <a:pt x="20453" y="126"/>
                    </a:lnTo>
                    <a:cubicBezTo>
                      <a:pt x="20453" y="105"/>
                      <a:pt x="20432" y="105"/>
                      <a:pt x="20432" y="84"/>
                    </a:cubicBezTo>
                    <a:cubicBezTo>
                      <a:pt x="20376" y="29"/>
                      <a:pt x="20301" y="1"/>
                      <a:pt x="20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2" name="Google Shape;262;p18"/>
              <p:cNvSpPr/>
              <p:nvPr/>
            </p:nvSpPr>
            <p:spPr>
              <a:xfrm>
                <a:off x="20182700" y="28375125"/>
                <a:ext cx="603425" cy="350075"/>
              </a:xfrm>
              <a:custGeom>
                <a:avLst/>
                <a:gdLst/>
                <a:ahLst/>
                <a:cxnLst/>
                <a:rect l="l" t="t" r="r" b="b"/>
                <a:pathLst>
                  <a:path w="24137" h="14003" extrusionOk="0">
                    <a:moveTo>
                      <a:pt x="808" y="1"/>
                    </a:moveTo>
                    <a:cubicBezTo>
                      <a:pt x="364" y="1"/>
                      <a:pt x="1" y="496"/>
                      <a:pt x="137" y="922"/>
                    </a:cubicBezTo>
                    <a:cubicBezTo>
                      <a:pt x="179" y="1027"/>
                      <a:pt x="263" y="1131"/>
                      <a:pt x="367" y="1215"/>
                    </a:cubicBezTo>
                    <a:cubicBezTo>
                      <a:pt x="6623" y="6404"/>
                      <a:pt x="13131" y="11070"/>
                      <a:pt x="20935" y="13288"/>
                    </a:cubicBezTo>
                    <a:cubicBezTo>
                      <a:pt x="20977" y="13309"/>
                      <a:pt x="21040" y="13309"/>
                      <a:pt x="21103" y="13351"/>
                    </a:cubicBezTo>
                    <a:cubicBezTo>
                      <a:pt x="21500" y="13434"/>
                      <a:pt x="21919" y="13560"/>
                      <a:pt x="22316" y="13643"/>
                    </a:cubicBezTo>
                    <a:cubicBezTo>
                      <a:pt x="22421" y="13685"/>
                      <a:pt x="22484" y="13706"/>
                      <a:pt x="22588" y="13727"/>
                    </a:cubicBezTo>
                    <a:cubicBezTo>
                      <a:pt x="22965" y="13811"/>
                      <a:pt x="23362" y="13895"/>
                      <a:pt x="23718" y="13957"/>
                    </a:cubicBezTo>
                    <a:cubicBezTo>
                      <a:pt x="23781" y="13957"/>
                      <a:pt x="23802" y="13999"/>
                      <a:pt x="23823" y="13999"/>
                    </a:cubicBezTo>
                    <a:cubicBezTo>
                      <a:pt x="23838" y="14001"/>
                      <a:pt x="23852" y="14002"/>
                      <a:pt x="23867" y="14002"/>
                    </a:cubicBezTo>
                    <a:cubicBezTo>
                      <a:pt x="23990" y="14002"/>
                      <a:pt x="24078" y="13923"/>
                      <a:pt x="24116" y="13811"/>
                    </a:cubicBezTo>
                    <a:cubicBezTo>
                      <a:pt x="24137" y="13769"/>
                      <a:pt x="24137" y="13727"/>
                      <a:pt x="24116" y="13685"/>
                    </a:cubicBezTo>
                    <a:cubicBezTo>
                      <a:pt x="24116" y="13643"/>
                      <a:pt x="24095" y="13602"/>
                      <a:pt x="24032" y="13581"/>
                    </a:cubicBezTo>
                    <a:cubicBezTo>
                      <a:pt x="23676" y="13309"/>
                      <a:pt x="23341" y="13037"/>
                      <a:pt x="22965" y="12765"/>
                    </a:cubicBezTo>
                    <a:cubicBezTo>
                      <a:pt x="22923" y="12744"/>
                      <a:pt x="22860" y="12681"/>
                      <a:pt x="22818" y="12660"/>
                    </a:cubicBezTo>
                    <a:cubicBezTo>
                      <a:pt x="22525" y="12451"/>
                      <a:pt x="22212" y="12221"/>
                      <a:pt x="21919" y="12011"/>
                    </a:cubicBezTo>
                    <a:lnTo>
                      <a:pt x="21688" y="11844"/>
                    </a:lnTo>
                    <a:cubicBezTo>
                      <a:pt x="21333" y="11614"/>
                      <a:pt x="21019" y="11384"/>
                      <a:pt x="20684" y="11175"/>
                    </a:cubicBezTo>
                    <a:lnTo>
                      <a:pt x="20663" y="11133"/>
                    </a:lnTo>
                    <a:cubicBezTo>
                      <a:pt x="16876" y="8580"/>
                      <a:pt x="12859" y="6404"/>
                      <a:pt x="8841" y="4228"/>
                    </a:cubicBezTo>
                    <a:cubicBezTo>
                      <a:pt x="8841" y="4228"/>
                      <a:pt x="8820" y="4228"/>
                      <a:pt x="8820" y="4207"/>
                    </a:cubicBezTo>
                    <a:lnTo>
                      <a:pt x="8800" y="4207"/>
                    </a:lnTo>
                    <a:cubicBezTo>
                      <a:pt x="6226" y="2847"/>
                      <a:pt x="3673" y="1508"/>
                      <a:pt x="1121" y="85"/>
                    </a:cubicBezTo>
                    <a:cubicBezTo>
                      <a:pt x="1016" y="27"/>
                      <a:pt x="910" y="1"/>
                      <a:pt x="8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3" name="Google Shape;263;p18"/>
              <p:cNvSpPr/>
              <p:nvPr/>
            </p:nvSpPr>
            <p:spPr>
              <a:xfrm>
                <a:off x="19914100" y="28430850"/>
                <a:ext cx="673250" cy="292175"/>
              </a:xfrm>
              <a:custGeom>
                <a:avLst/>
                <a:gdLst/>
                <a:ahLst/>
                <a:cxnLst/>
                <a:rect l="l" t="t" r="r" b="b"/>
                <a:pathLst>
                  <a:path w="26930" h="11687" extrusionOk="0">
                    <a:moveTo>
                      <a:pt x="1364" y="1"/>
                    </a:moveTo>
                    <a:cubicBezTo>
                      <a:pt x="1157" y="1"/>
                      <a:pt x="953" y="11"/>
                      <a:pt x="754" y="32"/>
                    </a:cubicBezTo>
                    <a:cubicBezTo>
                      <a:pt x="210" y="53"/>
                      <a:pt x="1" y="492"/>
                      <a:pt x="106" y="911"/>
                    </a:cubicBezTo>
                    <a:cubicBezTo>
                      <a:pt x="210" y="1141"/>
                      <a:pt x="357" y="1392"/>
                      <a:pt x="650" y="1476"/>
                    </a:cubicBezTo>
                    <a:cubicBezTo>
                      <a:pt x="3683" y="2522"/>
                      <a:pt x="6696" y="3610"/>
                      <a:pt x="9647" y="4782"/>
                    </a:cubicBezTo>
                    <a:lnTo>
                      <a:pt x="9626" y="4782"/>
                    </a:lnTo>
                    <a:cubicBezTo>
                      <a:pt x="11802" y="5640"/>
                      <a:pt x="13936" y="6581"/>
                      <a:pt x="16091" y="7606"/>
                    </a:cubicBezTo>
                    <a:cubicBezTo>
                      <a:pt x="16970" y="8025"/>
                      <a:pt x="17807" y="8464"/>
                      <a:pt x="18644" y="8925"/>
                    </a:cubicBezTo>
                    <a:cubicBezTo>
                      <a:pt x="21238" y="10222"/>
                      <a:pt x="23770" y="11394"/>
                      <a:pt x="26783" y="11686"/>
                    </a:cubicBezTo>
                    <a:cubicBezTo>
                      <a:pt x="26825" y="11686"/>
                      <a:pt x="26867" y="11686"/>
                      <a:pt x="26888" y="11666"/>
                    </a:cubicBezTo>
                    <a:cubicBezTo>
                      <a:pt x="26909" y="11645"/>
                      <a:pt x="26930" y="11582"/>
                      <a:pt x="26930" y="11498"/>
                    </a:cubicBezTo>
                    <a:cubicBezTo>
                      <a:pt x="26930" y="11414"/>
                      <a:pt x="26888" y="11373"/>
                      <a:pt x="26804" y="11352"/>
                    </a:cubicBezTo>
                    <a:lnTo>
                      <a:pt x="26783" y="11352"/>
                    </a:lnTo>
                    <a:cubicBezTo>
                      <a:pt x="26553" y="11268"/>
                      <a:pt x="26344" y="11184"/>
                      <a:pt x="26093" y="11080"/>
                    </a:cubicBezTo>
                    <a:cubicBezTo>
                      <a:pt x="26051" y="11059"/>
                      <a:pt x="25988" y="11038"/>
                      <a:pt x="25946" y="11038"/>
                    </a:cubicBezTo>
                    <a:cubicBezTo>
                      <a:pt x="25737" y="10954"/>
                      <a:pt x="25528" y="10850"/>
                      <a:pt x="25318" y="10745"/>
                    </a:cubicBezTo>
                    <a:cubicBezTo>
                      <a:pt x="25256" y="10724"/>
                      <a:pt x="25214" y="10682"/>
                      <a:pt x="25130" y="10661"/>
                    </a:cubicBezTo>
                    <a:cubicBezTo>
                      <a:pt x="24921" y="10557"/>
                      <a:pt x="24733" y="10452"/>
                      <a:pt x="24523" y="10347"/>
                    </a:cubicBezTo>
                    <a:lnTo>
                      <a:pt x="24377" y="10264"/>
                    </a:lnTo>
                    <a:cubicBezTo>
                      <a:pt x="24189" y="10159"/>
                      <a:pt x="24042" y="10054"/>
                      <a:pt x="23854" y="9950"/>
                    </a:cubicBezTo>
                    <a:cubicBezTo>
                      <a:pt x="23791" y="9929"/>
                      <a:pt x="23749" y="9908"/>
                      <a:pt x="23686" y="9845"/>
                    </a:cubicBezTo>
                    <a:cubicBezTo>
                      <a:pt x="23519" y="9762"/>
                      <a:pt x="23331" y="9615"/>
                      <a:pt x="23142" y="9510"/>
                    </a:cubicBezTo>
                    <a:cubicBezTo>
                      <a:pt x="23059" y="9469"/>
                      <a:pt x="23017" y="9427"/>
                      <a:pt x="22933" y="9385"/>
                    </a:cubicBezTo>
                    <a:cubicBezTo>
                      <a:pt x="22745" y="9280"/>
                      <a:pt x="22598" y="9155"/>
                      <a:pt x="22410" y="9029"/>
                    </a:cubicBezTo>
                    <a:cubicBezTo>
                      <a:pt x="22326" y="8966"/>
                      <a:pt x="22264" y="8925"/>
                      <a:pt x="22180" y="8841"/>
                    </a:cubicBezTo>
                    <a:cubicBezTo>
                      <a:pt x="22054" y="8757"/>
                      <a:pt x="21950" y="8673"/>
                      <a:pt x="21845" y="8569"/>
                    </a:cubicBezTo>
                    <a:cubicBezTo>
                      <a:pt x="21678" y="8443"/>
                      <a:pt x="21531" y="8339"/>
                      <a:pt x="21364" y="8213"/>
                    </a:cubicBezTo>
                    <a:cubicBezTo>
                      <a:pt x="21343" y="8192"/>
                      <a:pt x="21280" y="8150"/>
                      <a:pt x="21259" y="8129"/>
                    </a:cubicBezTo>
                    <a:cubicBezTo>
                      <a:pt x="18769" y="6246"/>
                      <a:pt x="16363" y="4112"/>
                      <a:pt x="13559" y="2773"/>
                    </a:cubicBezTo>
                    <a:cubicBezTo>
                      <a:pt x="10023" y="1078"/>
                      <a:pt x="6006" y="137"/>
                      <a:pt x="2051" y="32"/>
                    </a:cubicBezTo>
                    <a:lnTo>
                      <a:pt x="1989" y="32"/>
                    </a:lnTo>
                    <a:cubicBezTo>
                      <a:pt x="1779" y="11"/>
                      <a:pt x="1570" y="1"/>
                      <a:pt x="13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4" name="Google Shape;264;p18"/>
              <p:cNvSpPr/>
              <p:nvPr/>
            </p:nvSpPr>
            <p:spPr>
              <a:xfrm>
                <a:off x="19600250" y="28499650"/>
                <a:ext cx="774200" cy="245875"/>
              </a:xfrm>
              <a:custGeom>
                <a:avLst/>
                <a:gdLst/>
                <a:ahLst/>
                <a:cxnLst/>
                <a:rect l="l" t="t" r="r" b="b"/>
                <a:pathLst>
                  <a:path w="30968" h="9835" extrusionOk="0">
                    <a:moveTo>
                      <a:pt x="6613" y="0"/>
                    </a:moveTo>
                    <a:cubicBezTo>
                      <a:pt x="4520" y="0"/>
                      <a:pt x="2532" y="63"/>
                      <a:pt x="733" y="251"/>
                    </a:cubicBezTo>
                    <a:cubicBezTo>
                      <a:pt x="252" y="272"/>
                      <a:pt x="1" y="753"/>
                      <a:pt x="105" y="1151"/>
                    </a:cubicBezTo>
                    <a:cubicBezTo>
                      <a:pt x="105" y="1318"/>
                      <a:pt x="252" y="1507"/>
                      <a:pt x="545" y="1590"/>
                    </a:cubicBezTo>
                    <a:cubicBezTo>
                      <a:pt x="5859" y="2678"/>
                      <a:pt x="11007" y="4080"/>
                      <a:pt x="16154" y="5712"/>
                    </a:cubicBezTo>
                    <a:cubicBezTo>
                      <a:pt x="16509" y="5817"/>
                      <a:pt x="16844" y="5963"/>
                      <a:pt x="17179" y="6068"/>
                    </a:cubicBezTo>
                    <a:lnTo>
                      <a:pt x="17158" y="6068"/>
                    </a:lnTo>
                    <a:cubicBezTo>
                      <a:pt x="18518" y="6528"/>
                      <a:pt x="19878" y="7051"/>
                      <a:pt x="21259" y="7574"/>
                    </a:cubicBezTo>
                    <a:cubicBezTo>
                      <a:pt x="21343" y="7595"/>
                      <a:pt x="21385" y="7637"/>
                      <a:pt x="21468" y="7658"/>
                    </a:cubicBezTo>
                    <a:cubicBezTo>
                      <a:pt x="21489" y="7658"/>
                      <a:pt x="21531" y="7679"/>
                      <a:pt x="21573" y="7679"/>
                    </a:cubicBezTo>
                    <a:cubicBezTo>
                      <a:pt x="24000" y="8579"/>
                      <a:pt x="26490" y="9416"/>
                      <a:pt x="29022" y="9730"/>
                    </a:cubicBezTo>
                    <a:lnTo>
                      <a:pt x="29064" y="9730"/>
                    </a:lnTo>
                    <a:cubicBezTo>
                      <a:pt x="29182" y="9747"/>
                      <a:pt x="29355" y="9777"/>
                      <a:pt x="29528" y="9777"/>
                    </a:cubicBezTo>
                    <a:cubicBezTo>
                      <a:pt x="29569" y="9777"/>
                      <a:pt x="29610" y="9775"/>
                      <a:pt x="29649" y="9771"/>
                    </a:cubicBezTo>
                    <a:cubicBezTo>
                      <a:pt x="29838" y="9792"/>
                      <a:pt x="30026" y="9792"/>
                      <a:pt x="30173" y="9834"/>
                    </a:cubicBezTo>
                    <a:lnTo>
                      <a:pt x="30319" y="9834"/>
                    </a:lnTo>
                    <a:cubicBezTo>
                      <a:pt x="30361" y="9834"/>
                      <a:pt x="30424" y="9834"/>
                      <a:pt x="30466" y="9792"/>
                    </a:cubicBezTo>
                    <a:cubicBezTo>
                      <a:pt x="30758" y="9730"/>
                      <a:pt x="30968" y="9374"/>
                      <a:pt x="30905" y="9060"/>
                    </a:cubicBezTo>
                    <a:cubicBezTo>
                      <a:pt x="30884" y="8997"/>
                      <a:pt x="30884" y="8914"/>
                      <a:pt x="30821" y="8851"/>
                    </a:cubicBezTo>
                    <a:cubicBezTo>
                      <a:pt x="30779" y="8788"/>
                      <a:pt x="30717" y="8725"/>
                      <a:pt x="30675" y="8642"/>
                    </a:cubicBezTo>
                    <a:cubicBezTo>
                      <a:pt x="30445" y="8328"/>
                      <a:pt x="30173" y="8056"/>
                      <a:pt x="29942" y="7763"/>
                    </a:cubicBezTo>
                    <a:cubicBezTo>
                      <a:pt x="29733" y="7428"/>
                      <a:pt x="29440" y="7135"/>
                      <a:pt x="29105" y="6905"/>
                    </a:cubicBezTo>
                    <a:cubicBezTo>
                      <a:pt x="23686" y="1716"/>
                      <a:pt x="14501" y="42"/>
                      <a:pt x="66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5" name="Google Shape;265;p18"/>
              <p:cNvSpPr/>
              <p:nvPr/>
            </p:nvSpPr>
            <p:spPr>
              <a:xfrm>
                <a:off x="20149825" y="28752300"/>
                <a:ext cx="462625" cy="768775"/>
              </a:xfrm>
              <a:custGeom>
                <a:avLst/>
                <a:gdLst/>
                <a:ahLst/>
                <a:cxnLst/>
                <a:rect l="l" t="t" r="r" b="b"/>
                <a:pathLst>
                  <a:path w="18505" h="30751" extrusionOk="0">
                    <a:moveTo>
                      <a:pt x="13598" y="8453"/>
                    </a:moveTo>
                    <a:cubicBezTo>
                      <a:pt x="13593" y="8459"/>
                      <a:pt x="13588" y="8464"/>
                      <a:pt x="13588" y="8474"/>
                    </a:cubicBezTo>
                    <a:lnTo>
                      <a:pt x="13588" y="8474"/>
                    </a:lnTo>
                    <a:cubicBezTo>
                      <a:pt x="13591" y="8467"/>
                      <a:pt x="13595" y="8460"/>
                      <a:pt x="13598" y="8453"/>
                    </a:cubicBezTo>
                    <a:close/>
                    <a:moveTo>
                      <a:pt x="18233" y="0"/>
                    </a:moveTo>
                    <a:cubicBezTo>
                      <a:pt x="18170" y="0"/>
                      <a:pt x="18066" y="42"/>
                      <a:pt x="18003" y="84"/>
                    </a:cubicBezTo>
                    <a:cubicBezTo>
                      <a:pt x="17773" y="293"/>
                      <a:pt x="17563" y="481"/>
                      <a:pt x="17333" y="691"/>
                    </a:cubicBezTo>
                    <a:cubicBezTo>
                      <a:pt x="17255" y="769"/>
                      <a:pt x="17323" y="902"/>
                      <a:pt x="17418" y="902"/>
                    </a:cubicBezTo>
                    <a:cubicBezTo>
                      <a:pt x="17424" y="902"/>
                      <a:pt x="17431" y="901"/>
                      <a:pt x="17438" y="900"/>
                    </a:cubicBezTo>
                    <a:lnTo>
                      <a:pt x="17438" y="900"/>
                    </a:lnTo>
                    <a:cubicBezTo>
                      <a:pt x="17375" y="921"/>
                      <a:pt x="17354" y="942"/>
                      <a:pt x="17291" y="984"/>
                    </a:cubicBezTo>
                    <a:cubicBezTo>
                      <a:pt x="17291" y="984"/>
                      <a:pt x="17270" y="984"/>
                      <a:pt x="17270" y="1005"/>
                    </a:cubicBezTo>
                    <a:cubicBezTo>
                      <a:pt x="17229" y="1025"/>
                      <a:pt x="17187" y="1046"/>
                      <a:pt x="17145" y="1109"/>
                    </a:cubicBezTo>
                    <a:lnTo>
                      <a:pt x="17124" y="1130"/>
                    </a:lnTo>
                    <a:lnTo>
                      <a:pt x="16977" y="1256"/>
                    </a:lnTo>
                    <a:cubicBezTo>
                      <a:pt x="16957" y="1297"/>
                      <a:pt x="16936" y="1318"/>
                      <a:pt x="16915" y="1360"/>
                    </a:cubicBezTo>
                    <a:lnTo>
                      <a:pt x="16852" y="1423"/>
                    </a:lnTo>
                    <a:cubicBezTo>
                      <a:pt x="16203" y="2302"/>
                      <a:pt x="15471" y="4143"/>
                      <a:pt x="14927" y="5524"/>
                    </a:cubicBezTo>
                    <a:cubicBezTo>
                      <a:pt x="14760" y="5922"/>
                      <a:pt x="14613" y="6340"/>
                      <a:pt x="14446" y="6738"/>
                    </a:cubicBezTo>
                    <a:cubicBezTo>
                      <a:pt x="14446" y="6759"/>
                      <a:pt x="14425" y="6779"/>
                      <a:pt x="14425" y="6800"/>
                    </a:cubicBezTo>
                    <a:cubicBezTo>
                      <a:pt x="14425" y="6842"/>
                      <a:pt x="14404" y="6842"/>
                      <a:pt x="14404" y="6863"/>
                    </a:cubicBezTo>
                    <a:cubicBezTo>
                      <a:pt x="14341" y="6968"/>
                      <a:pt x="14320" y="7051"/>
                      <a:pt x="14299" y="7093"/>
                    </a:cubicBezTo>
                    <a:cubicBezTo>
                      <a:pt x="14236" y="7219"/>
                      <a:pt x="14153" y="7365"/>
                      <a:pt x="14111" y="7470"/>
                    </a:cubicBezTo>
                    <a:cubicBezTo>
                      <a:pt x="13930" y="7793"/>
                      <a:pt x="13787" y="8115"/>
                      <a:pt x="13608" y="8438"/>
                    </a:cubicBezTo>
                    <a:lnTo>
                      <a:pt x="13608" y="8438"/>
                    </a:lnTo>
                    <a:cubicBezTo>
                      <a:pt x="13609" y="8436"/>
                      <a:pt x="13609" y="8434"/>
                      <a:pt x="13609" y="8432"/>
                    </a:cubicBezTo>
                    <a:lnTo>
                      <a:pt x="13609" y="8432"/>
                    </a:lnTo>
                    <a:cubicBezTo>
                      <a:pt x="13605" y="8439"/>
                      <a:pt x="13602" y="8446"/>
                      <a:pt x="13598" y="8453"/>
                    </a:cubicBezTo>
                    <a:lnTo>
                      <a:pt x="13598" y="8453"/>
                    </a:lnTo>
                    <a:cubicBezTo>
                      <a:pt x="13599" y="8452"/>
                      <a:pt x="13600" y="8451"/>
                      <a:pt x="13601" y="8450"/>
                    </a:cubicBezTo>
                    <a:lnTo>
                      <a:pt x="13601" y="8450"/>
                    </a:lnTo>
                    <a:cubicBezTo>
                      <a:pt x="13597" y="8458"/>
                      <a:pt x="13592" y="8466"/>
                      <a:pt x="13588" y="8474"/>
                    </a:cubicBezTo>
                    <a:cubicBezTo>
                      <a:pt x="13588" y="8474"/>
                      <a:pt x="13588" y="8474"/>
                      <a:pt x="13588" y="8474"/>
                    </a:cubicBezTo>
                    <a:lnTo>
                      <a:pt x="13588" y="8474"/>
                    </a:lnTo>
                    <a:cubicBezTo>
                      <a:pt x="12527" y="10595"/>
                      <a:pt x="11404" y="12735"/>
                      <a:pt x="10261" y="14814"/>
                    </a:cubicBezTo>
                    <a:cubicBezTo>
                      <a:pt x="8294" y="18308"/>
                      <a:pt x="6181" y="21635"/>
                      <a:pt x="3900" y="24878"/>
                    </a:cubicBezTo>
                    <a:cubicBezTo>
                      <a:pt x="2729" y="26552"/>
                      <a:pt x="1536" y="28226"/>
                      <a:pt x="301" y="29879"/>
                    </a:cubicBezTo>
                    <a:cubicBezTo>
                      <a:pt x="1" y="30291"/>
                      <a:pt x="299" y="30750"/>
                      <a:pt x="688" y="30750"/>
                    </a:cubicBezTo>
                    <a:cubicBezTo>
                      <a:pt x="813" y="30750"/>
                      <a:pt x="948" y="30703"/>
                      <a:pt x="1076" y="30591"/>
                    </a:cubicBezTo>
                    <a:cubicBezTo>
                      <a:pt x="2540" y="29251"/>
                      <a:pt x="4047" y="27787"/>
                      <a:pt x="5532" y="26155"/>
                    </a:cubicBezTo>
                    <a:lnTo>
                      <a:pt x="5532" y="26134"/>
                    </a:lnTo>
                    <a:lnTo>
                      <a:pt x="5616" y="26050"/>
                    </a:lnTo>
                    <a:cubicBezTo>
                      <a:pt x="11726" y="19355"/>
                      <a:pt x="17375" y="10546"/>
                      <a:pt x="18379" y="1988"/>
                    </a:cubicBezTo>
                    <a:lnTo>
                      <a:pt x="18379" y="1883"/>
                    </a:lnTo>
                    <a:cubicBezTo>
                      <a:pt x="18421" y="1360"/>
                      <a:pt x="18484" y="816"/>
                      <a:pt x="18505" y="293"/>
                    </a:cubicBezTo>
                    <a:lnTo>
                      <a:pt x="18505" y="189"/>
                    </a:lnTo>
                    <a:cubicBezTo>
                      <a:pt x="18484" y="84"/>
                      <a:pt x="18379" y="0"/>
                      <a:pt x="18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6" name="Google Shape;266;p18"/>
              <p:cNvSpPr/>
              <p:nvPr/>
            </p:nvSpPr>
            <p:spPr>
              <a:xfrm>
                <a:off x="19279125" y="28273675"/>
                <a:ext cx="2565725" cy="1180375"/>
              </a:xfrm>
              <a:custGeom>
                <a:avLst/>
                <a:gdLst/>
                <a:ahLst/>
                <a:cxnLst/>
                <a:rect l="l" t="t" r="r" b="b"/>
                <a:pathLst>
                  <a:path w="102629" h="47215" extrusionOk="0">
                    <a:moveTo>
                      <a:pt x="72729" y="5754"/>
                    </a:moveTo>
                    <a:lnTo>
                      <a:pt x="72729" y="5754"/>
                    </a:lnTo>
                    <a:cubicBezTo>
                      <a:pt x="73231" y="6277"/>
                      <a:pt x="73733" y="6800"/>
                      <a:pt x="74194" y="7365"/>
                    </a:cubicBezTo>
                    <a:cubicBezTo>
                      <a:pt x="74232" y="7403"/>
                      <a:pt x="74269" y="7419"/>
                      <a:pt x="74305" y="7419"/>
                    </a:cubicBezTo>
                    <a:cubicBezTo>
                      <a:pt x="74369" y="7419"/>
                      <a:pt x="74426" y="7369"/>
                      <a:pt x="74466" y="7302"/>
                    </a:cubicBezTo>
                    <a:cubicBezTo>
                      <a:pt x="76328" y="9144"/>
                      <a:pt x="77918" y="11173"/>
                      <a:pt x="79257" y="13391"/>
                    </a:cubicBezTo>
                    <a:lnTo>
                      <a:pt x="79257" y="13433"/>
                    </a:lnTo>
                    <a:cubicBezTo>
                      <a:pt x="80659" y="15777"/>
                      <a:pt x="81789" y="18371"/>
                      <a:pt x="82626" y="21196"/>
                    </a:cubicBezTo>
                    <a:cubicBezTo>
                      <a:pt x="82103" y="21070"/>
                      <a:pt x="81559" y="20966"/>
                      <a:pt x="81036" y="20819"/>
                    </a:cubicBezTo>
                    <a:lnTo>
                      <a:pt x="81036" y="20777"/>
                    </a:lnTo>
                    <a:cubicBezTo>
                      <a:pt x="80994" y="20756"/>
                      <a:pt x="80931" y="20694"/>
                      <a:pt x="80868" y="20694"/>
                    </a:cubicBezTo>
                    <a:cubicBezTo>
                      <a:pt x="80847" y="20694"/>
                      <a:pt x="80847" y="20694"/>
                      <a:pt x="80827" y="20714"/>
                    </a:cubicBezTo>
                    <a:cubicBezTo>
                      <a:pt x="80785" y="20756"/>
                      <a:pt x="80743" y="20777"/>
                      <a:pt x="80722" y="20798"/>
                    </a:cubicBezTo>
                    <a:cubicBezTo>
                      <a:pt x="79885" y="20610"/>
                      <a:pt x="79006" y="20463"/>
                      <a:pt x="78169" y="20275"/>
                    </a:cubicBezTo>
                    <a:lnTo>
                      <a:pt x="78169" y="20254"/>
                    </a:lnTo>
                    <a:cubicBezTo>
                      <a:pt x="78169" y="20254"/>
                      <a:pt x="78169" y="20233"/>
                      <a:pt x="78211" y="20233"/>
                    </a:cubicBezTo>
                    <a:cubicBezTo>
                      <a:pt x="78839" y="14416"/>
                      <a:pt x="76579" y="9834"/>
                      <a:pt x="73043" y="6152"/>
                    </a:cubicBezTo>
                    <a:lnTo>
                      <a:pt x="72729" y="5754"/>
                    </a:lnTo>
                    <a:close/>
                    <a:moveTo>
                      <a:pt x="72311" y="19857"/>
                    </a:moveTo>
                    <a:cubicBezTo>
                      <a:pt x="73985" y="20066"/>
                      <a:pt x="75637" y="20338"/>
                      <a:pt x="77311" y="20610"/>
                    </a:cubicBezTo>
                    <a:cubicBezTo>
                      <a:pt x="76935" y="21091"/>
                      <a:pt x="76579" y="21531"/>
                      <a:pt x="76223" y="22012"/>
                    </a:cubicBezTo>
                    <a:cubicBezTo>
                      <a:pt x="74884" y="23644"/>
                      <a:pt x="73524" y="25297"/>
                      <a:pt x="72164" y="26929"/>
                    </a:cubicBezTo>
                    <a:lnTo>
                      <a:pt x="72164" y="26950"/>
                    </a:lnTo>
                    <a:cubicBezTo>
                      <a:pt x="71516" y="27703"/>
                      <a:pt x="70867" y="28456"/>
                      <a:pt x="70218" y="29230"/>
                    </a:cubicBezTo>
                    <a:cubicBezTo>
                      <a:pt x="69465" y="30109"/>
                      <a:pt x="68712" y="30967"/>
                      <a:pt x="67917" y="31867"/>
                    </a:cubicBezTo>
                    <a:lnTo>
                      <a:pt x="67896" y="31888"/>
                    </a:lnTo>
                    <a:cubicBezTo>
                      <a:pt x="66640" y="33331"/>
                      <a:pt x="65364" y="34733"/>
                      <a:pt x="64067" y="36156"/>
                    </a:cubicBezTo>
                    <a:cubicBezTo>
                      <a:pt x="65615" y="34210"/>
                      <a:pt x="67080" y="32181"/>
                      <a:pt x="68335" y="30067"/>
                    </a:cubicBezTo>
                    <a:cubicBezTo>
                      <a:pt x="68440" y="29879"/>
                      <a:pt x="68586" y="29670"/>
                      <a:pt x="68691" y="29481"/>
                    </a:cubicBezTo>
                    <a:cubicBezTo>
                      <a:pt x="68754" y="29356"/>
                      <a:pt x="68816" y="29251"/>
                      <a:pt x="68900" y="29126"/>
                    </a:cubicBezTo>
                    <a:cubicBezTo>
                      <a:pt x="69047" y="28854"/>
                      <a:pt x="69172" y="28603"/>
                      <a:pt x="69319" y="28331"/>
                    </a:cubicBezTo>
                    <a:lnTo>
                      <a:pt x="69465" y="28017"/>
                    </a:lnTo>
                    <a:lnTo>
                      <a:pt x="69779" y="27389"/>
                    </a:lnTo>
                    <a:cubicBezTo>
                      <a:pt x="69821" y="27285"/>
                      <a:pt x="69883" y="27201"/>
                      <a:pt x="69904" y="27096"/>
                    </a:cubicBezTo>
                    <a:cubicBezTo>
                      <a:pt x="70051" y="26824"/>
                      <a:pt x="70176" y="26552"/>
                      <a:pt x="70302" y="26259"/>
                    </a:cubicBezTo>
                    <a:cubicBezTo>
                      <a:pt x="70344" y="26155"/>
                      <a:pt x="70386" y="26092"/>
                      <a:pt x="70428" y="25987"/>
                    </a:cubicBezTo>
                    <a:cubicBezTo>
                      <a:pt x="70574" y="25715"/>
                      <a:pt x="70679" y="25422"/>
                      <a:pt x="70783" y="25171"/>
                    </a:cubicBezTo>
                    <a:cubicBezTo>
                      <a:pt x="70804" y="25108"/>
                      <a:pt x="70804" y="25088"/>
                      <a:pt x="70825" y="25046"/>
                    </a:cubicBezTo>
                    <a:cubicBezTo>
                      <a:pt x="70930" y="24753"/>
                      <a:pt x="71055" y="24460"/>
                      <a:pt x="71160" y="24167"/>
                    </a:cubicBezTo>
                    <a:cubicBezTo>
                      <a:pt x="71202" y="24104"/>
                      <a:pt x="71223" y="24041"/>
                      <a:pt x="71244" y="23958"/>
                    </a:cubicBezTo>
                    <a:cubicBezTo>
                      <a:pt x="71348" y="23644"/>
                      <a:pt x="71453" y="23330"/>
                      <a:pt x="71557" y="23058"/>
                    </a:cubicBezTo>
                    <a:cubicBezTo>
                      <a:pt x="71557" y="22995"/>
                      <a:pt x="71578" y="22974"/>
                      <a:pt x="71578" y="22911"/>
                    </a:cubicBezTo>
                    <a:cubicBezTo>
                      <a:pt x="71683" y="22598"/>
                      <a:pt x="71767" y="22326"/>
                      <a:pt x="71850" y="22012"/>
                    </a:cubicBezTo>
                    <a:cubicBezTo>
                      <a:pt x="71850" y="21970"/>
                      <a:pt x="71871" y="21949"/>
                      <a:pt x="71871" y="21928"/>
                    </a:cubicBezTo>
                    <a:cubicBezTo>
                      <a:pt x="71955" y="21593"/>
                      <a:pt x="72039" y="21279"/>
                      <a:pt x="72101" y="20924"/>
                    </a:cubicBezTo>
                    <a:cubicBezTo>
                      <a:pt x="72101" y="20903"/>
                      <a:pt x="72143" y="20882"/>
                      <a:pt x="72143" y="20819"/>
                    </a:cubicBezTo>
                    <a:cubicBezTo>
                      <a:pt x="72206" y="20505"/>
                      <a:pt x="72269" y="20170"/>
                      <a:pt x="72311" y="19857"/>
                    </a:cubicBezTo>
                    <a:close/>
                    <a:moveTo>
                      <a:pt x="64761" y="0"/>
                    </a:moveTo>
                    <a:cubicBezTo>
                      <a:pt x="64113" y="0"/>
                      <a:pt x="63614" y="912"/>
                      <a:pt x="64213" y="1423"/>
                    </a:cubicBezTo>
                    <a:cubicBezTo>
                      <a:pt x="65238" y="2281"/>
                      <a:pt x="66180" y="3243"/>
                      <a:pt x="67059" y="4269"/>
                    </a:cubicBezTo>
                    <a:lnTo>
                      <a:pt x="67080" y="4269"/>
                    </a:lnTo>
                    <a:lnTo>
                      <a:pt x="67122" y="4289"/>
                    </a:lnTo>
                    <a:cubicBezTo>
                      <a:pt x="67122" y="4331"/>
                      <a:pt x="67143" y="4331"/>
                      <a:pt x="67143" y="4331"/>
                    </a:cubicBezTo>
                    <a:lnTo>
                      <a:pt x="67143" y="4352"/>
                    </a:lnTo>
                    <a:lnTo>
                      <a:pt x="67163" y="4373"/>
                    </a:lnTo>
                    <a:cubicBezTo>
                      <a:pt x="69904" y="7574"/>
                      <a:pt x="72143" y="11299"/>
                      <a:pt x="74382" y="14940"/>
                    </a:cubicBezTo>
                    <a:cubicBezTo>
                      <a:pt x="75031" y="16007"/>
                      <a:pt x="75700" y="17053"/>
                      <a:pt x="76349" y="18078"/>
                    </a:cubicBezTo>
                    <a:cubicBezTo>
                      <a:pt x="76433" y="18183"/>
                      <a:pt x="76474" y="18287"/>
                      <a:pt x="76558" y="18392"/>
                    </a:cubicBezTo>
                    <a:cubicBezTo>
                      <a:pt x="76746" y="18664"/>
                      <a:pt x="76893" y="18915"/>
                      <a:pt x="77081" y="19187"/>
                    </a:cubicBezTo>
                    <a:cubicBezTo>
                      <a:pt x="77102" y="19229"/>
                      <a:pt x="77165" y="19292"/>
                      <a:pt x="77186" y="19334"/>
                    </a:cubicBezTo>
                    <a:cubicBezTo>
                      <a:pt x="77374" y="19606"/>
                      <a:pt x="77542" y="19878"/>
                      <a:pt x="77730" y="20150"/>
                    </a:cubicBezTo>
                    <a:cubicBezTo>
                      <a:pt x="77709" y="20150"/>
                      <a:pt x="77688" y="20170"/>
                      <a:pt x="77625" y="20191"/>
                    </a:cubicBezTo>
                    <a:cubicBezTo>
                      <a:pt x="75575" y="19815"/>
                      <a:pt x="73524" y="19501"/>
                      <a:pt x="71453" y="19229"/>
                    </a:cubicBezTo>
                    <a:cubicBezTo>
                      <a:pt x="72039" y="13956"/>
                      <a:pt x="68963" y="9248"/>
                      <a:pt x="64862" y="5796"/>
                    </a:cubicBezTo>
                    <a:lnTo>
                      <a:pt x="64841" y="5754"/>
                    </a:lnTo>
                    <a:lnTo>
                      <a:pt x="64820" y="5754"/>
                    </a:lnTo>
                    <a:cubicBezTo>
                      <a:pt x="62016" y="3411"/>
                      <a:pt x="58710" y="1611"/>
                      <a:pt x="55739" y="565"/>
                    </a:cubicBezTo>
                    <a:cubicBezTo>
                      <a:pt x="55650" y="534"/>
                      <a:pt x="55563" y="520"/>
                      <a:pt x="55478" y="520"/>
                    </a:cubicBezTo>
                    <a:cubicBezTo>
                      <a:pt x="54985" y="520"/>
                      <a:pt x="54588" y="997"/>
                      <a:pt x="54588" y="1444"/>
                    </a:cubicBezTo>
                    <a:cubicBezTo>
                      <a:pt x="54588" y="1674"/>
                      <a:pt x="54693" y="1946"/>
                      <a:pt x="54986" y="2072"/>
                    </a:cubicBezTo>
                    <a:cubicBezTo>
                      <a:pt x="55509" y="2364"/>
                      <a:pt x="55990" y="2678"/>
                      <a:pt x="56492" y="2992"/>
                    </a:cubicBezTo>
                    <a:cubicBezTo>
                      <a:pt x="56513" y="2992"/>
                      <a:pt x="56513" y="3013"/>
                      <a:pt x="56555" y="3034"/>
                    </a:cubicBezTo>
                    <a:cubicBezTo>
                      <a:pt x="57811" y="4038"/>
                      <a:pt x="59087" y="4980"/>
                      <a:pt x="60342" y="5942"/>
                    </a:cubicBezTo>
                    <a:lnTo>
                      <a:pt x="60363" y="5942"/>
                    </a:lnTo>
                    <a:cubicBezTo>
                      <a:pt x="61849" y="7261"/>
                      <a:pt x="63272" y="8683"/>
                      <a:pt x="64611" y="10211"/>
                    </a:cubicBezTo>
                    <a:cubicBezTo>
                      <a:pt x="66619" y="12450"/>
                      <a:pt x="68021" y="15128"/>
                      <a:pt x="69758" y="17576"/>
                    </a:cubicBezTo>
                    <a:cubicBezTo>
                      <a:pt x="69779" y="17618"/>
                      <a:pt x="69800" y="17639"/>
                      <a:pt x="69800" y="17681"/>
                    </a:cubicBezTo>
                    <a:cubicBezTo>
                      <a:pt x="69883" y="17827"/>
                      <a:pt x="69988" y="17932"/>
                      <a:pt x="70072" y="18057"/>
                    </a:cubicBezTo>
                    <a:cubicBezTo>
                      <a:pt x="70114" y="18141"/>
                      <a:pt x="70176" y="18183"/>
                      <a:pt x="70218" y="18266"/>
                    </a:cubicBezTo>
                    <a:cubicBezTo>
                      <a:pt x="70302" y="18371"/>
                      <a:pt x="70344" y="18455"/>
                      <a:pt x="70428" y="18559"/>
                    </a:cubicBezTo>
                    <a:cubicBezTo>
                      <a:pt x="70511" y="18664"/>
                      <a:pt x="70595" y="18769"/>
                      <a:pt x="70700" y="18873"/>
                    </a:cubicBezTo>
                    <a:cubicBezTo>
                      <a:pt x="70741" y="18915"/>
                      <a:pt x="70804" y="18999"/>
                      <a:pt x="70846" y="19041"/>
                    </a:cubicBezTo>
                    <a:cubicBezTo>
                      <a:pt x="70909" y="19103"/>
                      <a:pt x="70930" y="19145"/>
                      <a:pt x="70992" y="19208"/>
                    </a:cubicBezTo>
                    <a:cubicBezTo>
                      <a:pt x="69570" y="19020"/>
                      <a:pt x="68147" y="18894"/>
                      <a:pt x="66745" y="18769"/>
                    </a:cubicBezTo>
                    <a:lnTo>
                      <a:pt x="66766" y="18769"/>
                    </a:lnTo>
                    <a:cubicBezTo>
                      <a:pt x="66763" y="18768"/>
                      <a:pt x="66761" y="18768"/>
                      <a:pt x="66758" y="18768"/>
                    </a:cubicBezTo>
                    <a:lnTo>
                      <a:pt x="66758" y="18768"/>
                    </a:lnTo>
                    <a:cubicBezTo>
                      <a:pt x="66814" y="18763"/>
                      <a:pt x="66854" y="18725"/>
                      <a:pt x="66912" y="18706"/>
                    </a:cubicBezTo>
                    <a:lnTo>
                      <a:pt x="66933" y="18685"/>
                    </a:lnTo>
                    <a:cubicBezTo>
                      <a:pt x="66975" y="18601"/>
                      <a:pt x="67017" y="18497"/>
                      <a:pt x="66954" y="18413"/>
                    </a:cubicBezTo>
                    <a:cubicBezTo>
                      <a:pt x="63837" y="14228"/>
                      <a:pt x="59673" y="10608"/>
                      <a:pt x="55216" y="7512"/>
                    </a:cubicBezTo>
                    <a:cubicBezTo>
                      <a:pt x="55174" y="7491"/>
                      <a:pt x="55153" y="7491"/>
                      <a:pt x="55132" y="7470"/>
                    </a:cubicBezTo>
                    <a:cubicBezTo>
                      <a:pt x="54233" y="6842"/>
                      <a:pt x="53333" y="6256"/>
                      <a:pt x="52412" y="5691"/>
                    </a:cubicBezTo>
                    <a:cubicBezTo>
                      <a:pt x="52391" y="5691"/>
                      <a:pt x="52391" y="5649"/>
                      <a:pt x="52350" y="5629"/>
                    </a:cubicBezTo>
                    <a:cubicBezTo>
                      <a:pt x="51701" y="5210"/>
                      <a:pt x="51052" y="4813"/>
                      <a:pt x="50404" y="4436"/>
                    </a:cubicBezTo>
                    <a:cubicBezTo>
                      <a:pt x="49211" y="3745"/>
                      <a:pt x="48039" y="3076"/>
                      <a:pt x="46888" y="2469"/>
                    </a:cubicBezTo>
                    <a:cubicBezTo>
                      <a:pt x="46771" y="2407"/>
                      <a:pt x="46661" y="2379"/>
                      <a:pt x="46560" y="2379"/>
                    </a:cubicBezTo>
                    <a:cubicBezTo>
                      <a:pt x="46119" y="2379"/>
                      <a:pt x="45860" y="2901"/>
                      <a:pt x="46031" y="3327"/>
                    </a:cubicBezTo>
                    <a:lnTo>
                      <a:pt x="46051" y="3348"/>
                    </a:lnTo>
                    <a:cubicBezTo>
                      <a:pt x="46072" y="3432"/>
                      <a:pt x="46114" y="3515"/>
                      <a:pt x="46177" y="3599"/>
                    </a:cubicBezTo>
                    <a:cubicBezTo>
                      <a:pt x="50445" y="8118"/>
                      <a:pt x="55551" y="12722"/>
                      <a:pt x="61137" y="16007"/>
                    </a:cubicBezTo>
                    <a:cubicBezTo>
                      <a:pt x="61179" y="16049"/>
                      <a:pt x="61200" y="16049"/>
                      <a:pt x="61221" y="16069"/>
                    </a:cubicBezTo>
                    <a:cubicBezTo>
                      <a:pt x="61514" y="16258"/>
                      <a:pt x="61807" y="16404"/>
                      <a:pt x="62121" y="16572"/>
                    </a:cubicBezTo>
                    <a:cubicBezTo>
                      <a:pt x="62184" y="16613"/>
                      <a:pt x="62267" y="16634"/>
                      <a:pt x="62351" y="16697"/>
                    </a:cubicBezTo>
                    <a:cubicBezTo>
                      <a:pt x="62644" y="16844"/>
                      <a:pt x="62916" y="17011"/>
                      <a:pt x="63230" y="17157"/>
                    </a:cubicBezTo>
                    <a:cubicBezTo>
                      <a:pt x="63376" y="17220"/>
                      <a:pt x="63481" y="17304"/>
                      <a:pt x="63606" y="17346"/>
                    </a:cubicBezTo>
                    <a:cubicBezTo>
                      <a:pt x="63816" y="17450"/>
                      <a:pt x="64004" y="17555"/>
                      <a:pt x="64213" y="17639"/>
                    </a:cubicBezTo>
                    <a:cubicBezTo>
                      <a:pt x="64360" y="17722"/>
                      <a:pt x="64548" y="17785"/>
                      <a:pt x="64715" y="17869"/>
                    </a:cubicBezTo>
                    <a:cubicBezTo>
                      <a:pt x="64946" y="17973"/>
                      <a:pt x="65155" y="18078"/>
                      <a:pt x="65385" y="18183"/>
                    </a:cubicBezTo>
                    <a:cubicBezTo>
                      <a:pt x="65531" y="18266"/>
                      <a:pt x="65699" y="18308"/>
                      <a:pt x="65866" y="18392"/>
                    </a:cubicBezTo>
                    <a:lnTo>
                      <a:pt x="66410" y="18622"/>
                    </a:lnTo>
                    <a:cubicBezTo>
                      <a:pt x="66512" y="18683"/>
                      <a:pt x="66615" y="18705"/>
                      <a:pt x="66717" y="18764"/>
                    </a:cubicBezTo>
                    <a:lnTo>
                      <a:pt x="66717" y="18764"/>
                    </a:lnTo>
                    <a:cubicBezTo>
                      <a:pt x="63282" y="18461"/>
                      <a:pt x="59832" y="18310"/>
                      <a:pt x="56381" y="18310"/>
                    </a:cubicBezTo>
                    <a:cubicBezTo>
                      <a:pt x="45847" y="18310"/>
                      <a:pt x="35302" y="19722"/>
                      <a:pt x="25149" y="22556"/>
                    </a:cubicBezTo>
                    <a:cubicBezTo>
                      <a:pt x="25756" y="22221"/>
                      <a:pt x="26341" y="21865"/>
                      <a:pt x="26906" y="21510"/>
                    </a:cubicBezTo>
                    <a:cubicBezTo>
                      <a:pt x="26927" y="21489"/>
                      <a:pt x="26969" y="21447"/>
                      <a:pt x="26969" y="21426"/>
                    </a:cubicBezTo>
                    <a:lnTo>
                      <a:pt x="26969" y="21321"/>
                    </a:lnTo>
                    <a:cubicBezTo>
                      <a:pt x="26969" y="21300"/>
                      <a:pt x="26969" y="21300"/>
                      <a:pt x="26927" y="21279"/>
                    </a:cubicBezTo>
                    <a:cubicBezTo>
                      <a:pt x="27409" y="21196"/>
                      <a:pt x="27848" y="21112"/>
                      <a:pt x="28287" y="21007"/>
                    </a:cubicBezTo>
                    <a:cubicBezTo>
                      <a:pt x="28664" y="20924"/>
                      <a:pt x="28999" y="20861"/>
                      <a:pt x="29375" y="20756"/>
                    </a:cubicBezTo>
                    <a:cubicBezTo>
                      <a:pt x="29396" y="20756"/>
                      <a:pt x="29396" y="20714"/>
                      <a:pt x="29417" y="20714"/>
                    </a:cubicBezTo>
                    <a:cubicBezTo>
                      <a:pt x="29543" y="20673"/>
                      <a:pt x="29543" y="20547"/>
                      <a:pt x="29501" y="20442"/>
                    </a:cubicBezTo>
                    <a:cubicBezTo>
                      <a:pt x="29480" y="20380"/>
                      <a:pt x="29417" y="20338"/>
                      <a:pt x="29375" y="20296"/>
                    </a:cubicBezTo>
                    <a:cubicBezTo>
                      <a:pt x="27701" y="19710"/>
                      <a:pt x="25881" y="19354"/>
                      <a:pt x="23998" y="19208"/>
                    </a:cubicBezTo>
                    <a:lnTo>
                      <a:pt x="23935" y="19208"/>
                    </a:lnTo>
                    <a:cubicBezTo>
                      <a:pt x="23580" y="19187"/>
                      <a:pt x="23224" y="19145"/>
                      <a:pt x="22889" y="19124"/>
                    </a:cubicBezTo>
                    <a:lnTo>
                      <a:pt x="22722" y="19124"/>
                    </a:lnTo>
                    <a:cubicBezTo>
                      <a:pt x="22408" y="19124"/>
                      <a:pt x="22073" y="19103"/>
                      <a:pt x="21759" y="19103"/>
                    </a:cubicBezTo>
                    <a:lnTo>
                      <a:pt x="20295" y="19103"/>
                    </a:lnTo>
                    <a:cubicBezTo>
                      <a:pt x="20002" y="19103"/>
                      <a:pt x="19751" y="19124"/>
                      <a:pt x="19458" y="19124"/>
                    </a:cubicBezTo>
                    <a:cubicBezTo>
                      <a:pt x="19332" y="19124"/>
                      <a:pt x="19186" y="19145"/>
                      <a:pt x="19060" y="19145"/>
                    </a:cubicBezTo>
                    <a:cubicBezTo>
                      <a:pt x="18830" y="19187"/>
                      <a:pt x="18558" y="19187"/>
                      <a:pt x="18328" y="19208"/>
                    </a:cubicBezTo>
                    <a:cubicBezTo>
                      <a:pt x="18181" y="19229"/>
                      <a:pt x="18014" y="19229"/>
                      <a:pt x="17867" y="19250"/>
                    </a:cubicBezTo>
                    <a:cubicBezTo>
                      <a:pt x="17658" y="19292"/>
                      <a:pt x="17407" y="19313"/>
                      <a:pt x="17198" y="19334"/>
                    </a:cubicBezTo>
                    <a:cubicBezTo>
                      <a:pt x="17030" y="19354"/>
                      <a:pt x="16842" y="19396"/>
                      <a:pt x="16654" y="19396"/>
                    </a:cubicBezTo>
                    <a:cubicBezTo>
                      <a:pt x="16466" y="19417"/>
                      <a:pt x="16256" y="19438"/>
                      <a:pt x="16089" y="19459"/>
                    </a:cubicBezTo>
                    <a:cubicBezTo>
                      <a:pt x="15880" y="19501"/>
                      <a:pt x="15670" y="19522"/>
                      <a:pt x="15482" y="19543"/>
                    </a:cubicBezTo>
                    <a:cubicBezTo>
                      <a:pt x="15294" y="19564"/>
                      <a:pt x="15147" y="19606"/>
                      <a:pt x="14959" y="19626"/>
                    </a:cubicBezTo>
                    <a:cubicBezTo>
                      <a:pt x="14750" y="19647"/>
                      <a:pt x="14520" y="19710"/>
                      <a:pt x="14310" y="19731"/>
                    </a:cubicBezTo>
                    <a:cubicBezTo>
                      <a:pt x="14143" y="19752"/>
                      <a:pt x="13955" y="19773"/>
                      <a:pt x="13808" y="19836"/>
                    </a:cubicBezTo>
                    <a:cubicBezTo>
                      <a:pt x="13599" y="19878"/>
                      <a:pt x="13390" y="19919"/>
                      <a:pt x="13181" y="19961"/>
                    </a:cubicBezTo>
                    <a:cubicBezTo>
                      <a:pt x="12971" y="20024"/>
                      <a:pt x="12741" y="20045"/>
                      <a:pt x="12532" y="20087"/>
                    </a:cubicBezTo>
                    <a:cubicBezTo>
                      <a:pt x="12364" y="20129"/>
                      <a:pt x="12218" y="20170"/>
                      <a:pt x="12051" y="20191"/>
                    </a:cubicBezTo>
                    <a:cubicBezTo>
                      <a:pt x="12030" y="20191"/>
                      <a:pt x="12009" y="20191"/>
                      <a:pt x="11967" y="20233"/>
                    </a:cubicBezTo>
                    <a:cubicBezTo>
                      <a:pt x="11611" y="20296"/>
                      <a:pt x="11276" y="20380"/>
                      <a:pt x="10900" y="20484"/>
                    </a:cubicBezTo>
                    <a:cubicBezTo>
                      <a:pt x="10889" y="20474"/>
                      <a:pt x="10863" y="20469"/>
                      <a:pt x="10829" y="20469"/>
                    </a:cubicBezTo>
                    <a:cubicBezTo>
                      <a:pt x="10795" y="20469"/>
                      <a:pt x="10753" y="20474"/>
                      <a:pt x="10712" y="20484"/>
                    </a:cubicBezTo>
                    <a:cubicBezTo>
                      <a:pt x="10544" y="20568"/>
                      <a:pt x="10293" y="20610"/>
                      <a:pt x="10126" y="20694"/>
                    </a:cubicBezTo>
                    <a:cubicBezTo>
                      <a:pt x="7092" y="21489"/>
                      <a:pt x="4204" y="22493"/>
                      <a:pt x="1756" y="23581"/>
                    </a:cubicBezTo>
                    <a:cubicBezTo>
                      <a:pt x="1401" y="23719"/>
                      <a:pt x="1381" y="24341"/>
                      <a:pt x="1801" y="24341"/>
                    </a:cubicBezTo>
                    <a:cubicBezTo>
                      <a:pt x="1826" y="24341"/>
                      <a:pt x="1853" y="24339"/>
                      <a:pt x="1882" y="24334"/>
                    </a:cubicBezTo>
                    <a:cubicBezTo>
                      <a:pt x="2279" y="24272"/>
                      <a:pt x="2656" y="24209"/>
                      <a:pt x="3053" y="24146"/>
                    </a:cubicBezTo>
                    <a:lnTo>
                      <a:pt x="3074" y="24146"/>
                    </a:lnTo>
                    <a:cubicBezTo>
                      <a:pt x="7510" y="23476"/>
                      <a:pt x="11925" y="22786"/>
                      <a:pt x="16340" y="22221"/>
                    </a:cubicBezTo>
                    <a:cubicBezTo>
                      <a:pt x="16926" y="22137"/>
                      <a:pt x="17470" y="22075"/>
                      <a:pt x="18077" y="22033"/>
                    </a:cubicBezTo>
                    <a:lnTo>
                      <a:pt x="18244" y="22033"/>
                    </a:lnTo>
                    <a:cubicBezTo>
                      <a:pt x="19960" y="21907"/>
                      <a:pt x="21696" y="21823"/>
                      <a:pt x="23412" y="21698"/>
                    </a:cubicBezTo>
                    <a:lnTo>
                      <a:pt x="23433" y="21698"/>
                    </a:lnTo>
                    <a:cubicBezTo>
                      <a:pt x="22994" y="21761"/>
                      <a:pt x="22575" y="21844"/>
                      <a:pt x="22115" y="21928"/>
                    </a:cubicBezTo>
                    <a:cubicBezTo>
                      <a:pt x="21906" y="21949"/>
                      <a:pt x="21696" y="22012"/>
                      <a:pt x="21487" y="22054"/>
                    </a:cubicBezTo>
                    <a:cubicBezTo>
                      <a:pt x="21278" y="22116"/>
                      <a:pt x="21069" y="22137"/>
                      <a:pt x="20859" y="22179"/>
                    </a:cubicBezTo>
                    <a:cubicBezTo>
                      <a:pt x="20587" y="22242"/>
                      <a:pt x="20295" y="22284"/>
                      <a:pt x="20002" y="22367"/>
                    </a:cubicBezTo>
                    <a:cubicBezTo>
                      <a:pt x="19897" y="22388"/>
                      <a:pt x="19792" y="22430"/>
                      <a:pt x="19667" y="22451"/>
                    </a:cubicBezTo>
                    <a:cubicBezTo>
                      <a:pt x="13160" y="23811"/>
                      <a:pt x="6631" y="25883"/>
                      <a:pt x="501" y="27829"/>
                    </a:cubicBezTo>
                    <a:cubicBezTo>
                      <a:pt x="292" y="27912"/>
                      <a:pt x="145" y="28080"/>
                      <a:pt x="103" y="28226"/>
                    </a:cubicBezTo>
                    <a:cubicBezTo>
                      <a:pt x="1" y="28615"/>
                      <a:pt x="199" y="29064"/>
                      <a:pt x="677" y="29064"/>
                    </a:cubicBezTo>
                    <a:cubicBezTo>
                      <a:pt x="688" y="29064"/>
                      <a:pt x="699" y="29063"/>
                      <a:pt x="710" y="29063"/>
                    </a:cubicBezTo>
                    <a:cubicBezTo>
                      <a:pt x="1714" y="29021"/>
                      <a:pt x="2761" y="28937"/>
                      <a:pt x="3807" y="28833"/>
                    </a:cubicBezTo>
                    <a:cubicBezTo>
                      <a:pt x="6631" y="28561"/>
                      <a:pt x="9498" y="28101"/>
                      <a:pt x="12281" y="27452"/>
                    </a:cubicBezTo>
                    <a:lnTo>
                      <a:pt x="12323" y="27452"/>
                    </a:lnTo>
                    <a:cubicBezTo>
                      <a:pt x="12657" y="27368"/>
                      <a:pt x="13013" y="27285"/>
                      <a:pt x="13369" y="27180"/>
                    </a:cubicBezTo>
                    <a:cubicBezTo>
                      <a:pt x="13411" y="27159"/>
                      <a:pt x="13473" y="27159"/>
                      <a:pt x="13536" y="27138"/>
                    </a:cubicBezTo>
                    <a:cubicBezTo>
                      <a:pt x="14206" y="26971"/>
                      <a:pt x="14854" y="26782"/>
                      <a:pt x="15482" y="26615"/>
                    </a:cubicBezTo>
                    <a:cubicBezTo>
                      <a:pt x="15524" y="26573"/>
                      <a:pt x="15587" y="26573"/>
                      <a:pt x="15629" y="26552"/>
                    </a:cubicBezTo>
                    <a:cubicBezTo>
                      <a:pt x="15880" y="26468"/>
                      <a:pt x="16089" y="26427"/>
                      <a:pt x="16319" y="26343"/>
                    </a:cubicBezTo>
                    <a:cubicBezTo>
                      <a:pt x="16549" y="26259"/>
                      <a:pt x="16758" y="26217"/>
                      <a:pt x="16989" y="26134"/>
                    </a:cubicBezTo>
                    <a:cubicBezTo>
                      <a:pt x="17177" y="26092"/>
                      <a:pt x="17365" y="26008"/>
                      <a:pt x="17554" y="25945"/>
                    </a:cubicBezTo>
                    <a:cubicBezTo>
                      <a:pt x="17888" y="25841"/>
                      <a:pt x="18223" y="25715"/>
                      <a:pt x="18558" y="25590"/>
                    </a:cubicBezTo>
                    <a:lnTo>
                      <a:pt x="18809" y="25506"/>
                    </a:lnTo>
                    <a:cubicBezTo>
                      <a:pt x="19248" y="25360"/>
                      <a:pt x="19688" y="25171"/>
                      <a:pt x="20127" y="24983"/>
                    </a:cubicBezTo>
                    <a:lnTo>
                      <a:pt x="20295" y="24899"/>
                    </a:lnTo>
                    <a:cubicBezTo>
                      <a:pt x="20713" y="24753"/>
                      <a:pt x="21111" y="24564"/>
                      <a:pt x="21529" y="24376"/>
                    </a:cubicBezTo>
                    <a:cubicBezTo>
                      <a:pt x="21550" y="24355"/>
                      <a:pt x="21592" y="24355"/>
                      <a:pt x="21634" y="24334"/>
                    </a:cubicBezTo>
                    <a:cubicBezTo>
                      <a:pt x="22094" y="24125"/>
                      <a:pt x="22596" y="23895"/>
                      <a:pt x="23036" y="23686"/>
                    </a:cubicBezTo>
                    <a:cubicBezTo>
                      <a:pt x="24458" y="23267"/>
                      <a:pt x="25860" y="22891"/>
                      <a:pt x="27283" y="22535"/>
                    </a:cubicBezTo>
                    <a:lnTo>
                      <a:pt x="27283" y="22535"/>
                    </a:lnTo>
                    <a:cubicBezTo>
                      <a:pt x="25839" y="23414"/>
                      <a:pt x="24458" y="24460"/>
                      <a:pt x="23119" y="25527"/>
                    </a:cubicBezTo>
                    <a:cubicBezTo>
                      <a:pt x="22115" y="26343"/>
                      <a:pt x="21131" y="27180"/>
                      <a:pt x="20127" y="28017"/>
                    </a:cubicBezTo>
                    <a:cubicBezTo>
                      <a:pt x="18558" y="29356"/>
                      <a:pt x="16968" y="30653"/>
                      <a:pt x="15294" y="31804"/>
                    </a:cubicBezTo>
                    <a:cubicBezTo>
                      <a:pt x="15001" y="31992"/>
                      <a:pt x="14750" y="32181"/>
                      <a:pt x="14457" y="32369"/>
                    </a:cubicBezTo>
                    <a:cubicBezTo>
                      <a:pt x="14373" y="32411"/>
                      <a:pt x="14310" y="32474"/>
                      <a:pt x="14206" y="32536"/>
                    </a:cubicBezTo>
                    <a:cubicBezTo>
                      <a:pt x="13934" y="32704"/>
                      <a:pt x="13683" y="32892"/>
                      <a:pt x="13411" y="33038"/>
                    </a:cubicBezTo>
                    <a:cubicBezTo>
                      <a:pt x="13285" y="33122"/>
                      <a:pt x="13118" y="33227"/>
                      <a:pt x="12992" y="33311"/>
                    </a:cubicBezTo>
                    <a:cubicBezTo>
                      <a:pt x="12364" y="33687"/>
                      <a:pt x="11737" y="34085"/>
                      <a:pt x="11109" y="34461"/>
                    </a:cubicBezTo>
                    <a:lnTo>
                      <a:pt x="11130" y="34461"/>
                    </a:lnTo>
                    <a:cubicBezTo>
                      <a:pt x="8787" y="35884"/>
                      <a:pt x="6380" y="37244"/>
                      <a:pt x="4058" y="38667"/>
                    </a:cubicBezTo>
                    <a:cubicBezTo>
                      <a:pt x="4016" y="38667"/>
                      <a:pt x="3995" y="38667"/>
                      <a:pt x="3995" y="38688"/>
                    </a:cubicBezTo>
                    <a:cubicBezTo>
                      <a:pt x="3346" y="39064"/>
                      <a:pt x="2719" y="39441"/>
                      <a:pt x="2091" y="39860"/>
                    </a:cubicBezTo>
                    <a:cubicBezTo>
                      <a:pt x="1453" y="40285"/>
                      <a:pt x="1834" y="41175"/>
                      <a:pt x="2490" y="41175"/>
                    </a:cubicBezTo>
                    <a:cubicBezTo>
                      <a:pt x="2543" y="41175"/>
                      <a:pt x="2599" y="41170"/>
                      <a:pt x="2656" y="41157"/>
                    </a:cubicBezTo>
                    <a:cubicBezTo>
                      <a:pt x="2949" y="41094"/>
                      <a:pt x="3263" y="41010"/>
                      <a:pt x="3556" y="40906"/>
                    </a:cubicBezTo>
                    <a:cubicBezTo>
                      <a:pt x="10168" y="39190"/>
                      <a:pt x="17826" y="34838"/>
                      <a:pt x="22994" y="29272"/>
                    </a:cubicBezTo>
                    <a:lnTo>
                      <a:pt x="23015" y="29251"/>
                    </a:lnTo>
                    <a:cubicBezTo>
                      <a:pt x="23224" y="29021"/>
                      <a:pt x="23454" y="28770"/>
                      <a:pt x="23663" y="28540"/>
                    </a:cubicBezTo>
                    <a:cubicBezTo>
                      <a:pt x="23768" y="28435"/>
                      <a:pt x="23852" y="28331"/>
                      <a:pt x="23956" y="28205"/>
                    </a:cubicBezTo>
                    <a:cubicBezTo>
                      <a:pt x="24040" y="28121"/>
                      <a:pt x="24103" y="28017"/>
                      <a:pt x="24165" y="27933"/>
                    </a:cubicBezTo>
                    <a:cubicBezTo>
                      <a:pt x="24312" y="27724"/>
                      <a:pt x="24479" y="27557"/>
                      <a:pt x="24626" y="27347"/>
                    </a:cubicBezTo>
                    <a:cubicBezTo>
                      <a:pt x="24688" y="27285"/>
                      <a:pt x="24709" y="27243"/>
                      <a:pt x="24772" y="27180"/>
                    </a:cubicBezTo>
                    <a:cubicBezTo>
                      <a:pt x="25128" y="26720"/>
                      <a:pt x="25463" y="26238"/>
                      <a:pt x="25777" y="25778"/>
                    </a:cubicBezTo>
                    <a:cubicBezTo>
                      <a:pt x="25777" y="25778"/>
                      <a:pt x="25777" y="25736"/>
                      <a:pt x="25818" y="25736"/>
                    </a:cubicBezTo>
                    <a:cubicBezTo>
                      <a:pt x="26488" y="24732"/>
                      <a:pt x="27095" y="23644"/>
                      <a:pt x="27555" y="22577"/>
                    </a:cubicBezTo>
                    <a:cubicBezTo>
                      <a:pt x="27597" y="22535"/>
                      <a:pt x="27555" y="22472"/>
                      <a:pt x="27534" y="22451"/>
                    </a:cubicBezTo>
                    <a:cubicBezTo>
                      <a:pt x="29020" y="22075"/>
                      <a:pt x="30526" y="21740"/>
                      <a:pt x="32012" y="21426"/>
                    </a:cubicBezTo>
                    <a:lnTo>
                      <a:pt x="32012" y="21426"/>
                    </a:lnTo>
                    <a:cubicBezTo>
                      <a:pt x="28329" y="25171"/>
                      <a:pt x="25463" y="29649"/>
                      <a:pt x="22052" y="33583"/>
                    </a:cubicBezTo>
                    <a:cubicBezTo>
                      <a:pt x="21947" y="33729"/>
                      <a:pt x="21843" y="33834"/>
                      <a:pt x="21738" y="33959"/>
                    </a:cubicBezTo>
                    <a:cubicBezTo>
                      <a:pt x="21027" y="34775"/>
                      <a:pt x="20315" y="35549"/>
                      <a:pt x="19604" y="36365"/>
                    </a:cubicBezTo>
                    <a:cubicBezTo>
                      <a:pt x="17365" y="38876"/>
                      <a:pt x="15085" y="41366"/>
                      <a:pt x="12804" y="43835"/>
                    </a:cubicBezTo>
                    <a:lnTo>
                      <a:pt x="12783" y="43835"/>
                    </a:lnTo>
                    <a:cubicBezTo>
                      <a:pt x="12323" y="44358"/>
                      <a:pt x="11841" y="44860"/>
                      <a:pt x="11381" y="45383"/>
                    </a:cubicBezTo>
                    <a:cubicBezTo>
                      <a:pt x="11130" y="45655"/>
                      <a:pt x="11297" y="46074"/>
                      <a:pt x="11590" y="46179"/>
                    </a:cubicBezTo>
                    <a:cubicBezTo>
                      <a:pt x="11631" y="46195"/>
                      <a:pt x="11678" y="46205"/>
                      <a:pt x="11727" y="46205"/>
                    </a:cubicBezTo>
                    <a:cubicBezTo>
                      <a:pt x="11805" y="46205"/>
                      <a:pt x="11890" y="46180"/>
                      <a:pt x="11967" y="46116"/>
                    </a:cubicBezTo>
                    <a:cubicBezTo>
                      <a:pt x="20211" y="40173"/>
                      <a:pt x="28873" y="31218"/>
                      <a:pt x="32137" y="21384"/>
                    </a:cubicBezTo>
                    <a:cubicBezTo>
                      <a:pt x="37138" y="20338"/>
                      <a:pt x="42243" y="19626"/>
                      <a:pt x="47391" y="19229"/>
                    </a:cubicBezTo>
                    <a:lnTo>
                      <a:pt x="47391" y="19229"/>
                    </a:lnTo>
                    <a:cubicBezTo>
                      <a:pt x="47370" y="19250"/>
                      <a:pt x="47328" y="19250"/>
                      <a:pt x="47307" y="19292"/>
                    </a:cubicBezTo>
                    <a:cubicBezTo>
                      <a:pt x="46951" y="19543"/>
                      <a:pt x="46596" y="19815"/>
                      <a:pt x="46240" y="20066"/>
                    </a:cubicBezTo>
                    <a:cubicBezTo>
                      <a:pt x="46156" y="20129"/>
                      <a:pt x="46156" y="20254"/>
                      <a:pt x="46261" y="20275"/>
                    </a:cubicBezTo>
                    <a:cubicBezTo>
                      <a:pt x="46344" y="20296"/>
                      <a:pt x="43185" y="26217"/>
                      <a:pt x="41260" y="29691"/>
                    </a:cubicBezTo>
                    <a:cubicBezTo>
                      <a:pt x="40590" y="30946"/>
                      <a:pt x="40067" y="31888"/>
                      <a:pt x="39900" y="32097"/>
                    </a:cubicBezTo>
                    <a:cubicBezTo>
                      <a:pt x="39170" y="33200"/>
                      <a:pt x="38427" y="34291"/>
                      <a:pt x="37682" y="35388"/>
                    </a:cubicBezTo>
                    <a:lnTo>
                      <a:pt x="37682" y="35388"/>
                    </a:lnTo>
                    <a:cubicBezTo>
                      <a:pt x="38801" y="33696"/>
                      <a:pt x="39806" y="31949"/>
                      <a:pt x="40632" y="30172"/>
                    </a:cubicBezTo>
                    <a:cubicBezTo>
                      <a:pt x="40779" y="29900"/>
                      <a:pt x="40883" y="29649"/>
                      <a:pt x="41009" y="29377"/>
                    </a:cubicBezTo>
                    <a:cubicBezTo>
                      <a:pt x="41030" y="29356"/>
                      <a:pt x="41030" y="29293"/>
                      <a:pt x="41051" y="29272"/>
                    </a:cubicBezTo>
                    <a:cubicBezTo>
                      <a:pt x="41155" y="29042"/>
                      <a:pt x="41260" y="28770"/>
                      <a:pt x="41365" y="28540"/>
                    </a:cubicBezTo>
                    <a:cubicBezTo>
                      <a:pt x="41406" y="28498"/>
                      <a:pt x="41427" y="28435"/>
                      <a:pt x="41427" y="28393"/>
                    </a:cubicBezTo>
                    <a:cubicBezTo>
                      <a:pt x="41532" y="28142"/>
                      <a:pt x="41616" y="27912"/>
                      <a:pt x="41720" y="27661"/>
                    </a:cubicBezTo>
                    <a:lnTo>
                      <a:pt x="41720" y="27619"/>
                    </a:lnTo>
                    <a:cubicBezTo>
                      <a:pt x="41867" y="27201"/>
                      <a:pt x="41992" y="26824"/>
                      <a:pt x="42139" y="26406"/>
                    </a:cubicBezTo>
                    <a:cubicBezTo>
                      <a:pt x="42181" y="26238"/>
                      <a:pt x="42243" y="26050"/>
                      <a:pt x="42285" y="25904"/>
                    </a:cubicBezTo>
                    <a:cubicBezTo>
                      <a:pt x="42306" y="25778"/>
                      <a:pt x="42369" y="25632"/>
                      <a:pt x="42390" y="25506"/>
                    </a:cubicBezTo>
                    <a:cubicBezTo>
                      <a:pt x="42453" y="25318"/>
                      <a:pt x="42494" y="25108"/>
                      <a:pt x="42557" y="24941"/>
                    </a:cubicBezTo>
                    <a:cubicBezTo>
                      <a:pt x="42578" y="24795"/>
                      <a:pt x="42599" y="24690"/>
                      <a:pt x="42620" y="24564"/>
                    </a:cubicBezTo>
                    <a:cubicBezTo>
                      <a:pt x="42683" y="24355"/>
                      <a:pt x="42725" y="24146"/>
                      <a:pt x="42766" y="23958"/>
                    </a:cubicBezTo>
                    <a:cubicBezTo>
                      <a:pt x="42787" y="23853"/>
                      <a:pt x="42808" y="23748"/>
                      <a:pt x="42808" y="23644"/>
                    </a:cubicBezTo>
                    <a:cubicBezTo>
                      <a:pt x="42871" y="23435"/>
                      <a:pt x="42892" y="23204"/>
                      <a:pt x="42913" y="22995"/>
                    </a:cubicBezTo>
                    <a:cubicBezTo>
                      <a:pt x="42934" y="22891"/>
                      <a:pt x="42934" y="22807"/>
                      <a:pt x="42976" y="22702"/>
                    </a:cubicBezTo>
                    <a:cubicBezTo>
                      <a:pt x="42997" y="22451"/>
                      <a:pt x="43038" y="22179"/>
                      <a:pt x="43080" y="21949"/>
                    </a:cubicBezTo>
                    <a:cubicBezTo>
                      <a:pt x="43080" y="21907"/>
                      <a:pt x="43101" y="21844"/>
                      <a:pt x="43101" y="21761"/>
                    </a:cubicBezTo>
                    <a:cubicBezTo>
                      <a:pt x="43122" y="21447"/>
                      <a:pt x="43143" y="21112"/>
                      <a:pt x="43185" y="20798"/>
                    </a:cubicBezTo>
                    <a:cubicBezTo>
                      <a:pt x="43185" y="20652"/>
                      <a:pt x="43080" y="20547"/>
                      <a:pt x="42934" y="20484"/>
                    </a:cubicBezTo>
                    <a:cubicBezTo>
                      <a:pt x="42894" y="20471"/>
                      <a:pt x="42852" y="20464"/>
                      <a:pt x="42810" y="20464"/>
                    </a:cubicBezTo>
                    <a:cubicBezTo>
                      <a:pt x="42720" y="20464"/>
                      <a:pt x="42629" y="20497"/>
                      <a:pt x="42557" y="20568"/>
                    </a:cubicBezTo>
                    <a:cubicBezTo>
                      <a:pt x="42474" y="20673"/>
                      <a:pt x="42390" y="20756"/>
                      <a:pt x="42306" y="20861"/>
                    </a:cubicBezTo>
                    <a:cubicBezTo>
                      <a:pt x="42097" y="21091"/>
                      <a:pt x="41930" y="21300"/>
                      <a:pt x="41720" y="21531"/>
                    </a:cubicBezTo>
                    <a:cubicBezTo>
                      <a:pt x="41658" y="21593"/>
                      <a:pt x="41720" y="21656"/>
                      <a:pt x="41783" y="21656"/>
                    </a:cubicBezTo>
                    <a:cubicBezTo>
                      <a:pt x="41344" y="21865"/>
                      <a:pt x="40883" y="22242"/>
                      <a:pt x="40423" y="22744"/>
                    </a:cubicBezTo>
                    <a:cubicBezTo>
                      <a:pt x="38205" y="25192"/>
                      <a:pt x="36134" y="30632"/>
                      <a:pt x="34836" y="32787"/>
                    </a:cubicBezTo>
                    <a:cubicBezTo>
                      <a:pt x="33581" y="34817"/>
                      <a:pt x="32305" y="36826"/>
                      <a:pt x="31007" y="38813"/>
                    </a:cubicBezTo>
                    <a:cubicBezTo>
                      <a:pt x="31070" y="38772"/>
                      <a:pt x="31091" y="38709"/>
                      <a:pt x="31154" y="38667"/>
                    </a:cubicBezTo>
                    <a:lnTo>
                      <a:pt x="31154" y="38667"/>
                    </a:lnTo>
                    <a:cubicBezTo>
                      <a:pt x="30422" y="39818"/>
                      <a:pt x="29647" y="40969"/>
                      <a:pt x="28894" y="42119"/>
                    </a:cubicBezTo>
                    <a:lnTo>
                      <a:pt x="28873" y="42119"/>
                    </a:lnTo>
                    <a:cubicBezTo>
                      <a:pt x="28162" y="43186"/>
                      <a:pt x="27450" y="44254"/>
                      <a:pt x="26718" y="45342"/>
                    </a:cubicBezTo>
                    <a:lnTo>
                      <a:pt x="26697" y="45342"/>
                    </a:lnTo>
                    <a:cubicBezTo>
                      <a:pt x="26509" y="45614"/>
                      <a:pt x="26341" y="45886"/>
                      <a:pt x="26153" y="46137"/>
                    </a:cubicBezTo>
                    <a:cubicBezTo>
                      <a:pt x="26153" y="46179"/>
                      <a:pt x="26132" y="46179"/>
                      <a:pt x="26132" y="46199"/>
                    </a:cubicBezTo>
                    <a:lnTo>
                      <a:pt x="26090" y="46199"/>
                    </a:lnTo>
                    <a:cubicBezTo>
                      <a:pt x="25944" y="46492"/>
                      <a:pt x="26028" y="46764"/>
                      <a:pt x="26195" y="46953"/>
                    </a:cubicBezTo>
                    <a:cubicBezTo>
                      <a:pt x="26237" y="46953"/>
                      <a:pt x="26237" y="46974"/>
                      <a:pt x="26258" y="47015"/>
                    </a:cubicBezTo>
                    <a:cubicBezTo>
                      <a:pt x="26362" y="47120"/>
                      <a:pt x="26488" y="47162"/>
                      <a:pt x="26655" y="47183"/>
                    </a:cubicBezTo>
                    <a:cubicBezTo>
                      <a:pt x="26736" y="47203"/>
                      <a:pt x="26820" y="47215"/>
                      <a:pt x="26902" y="47215"/>
                    </a:cubicBezTo>
                    <a:cubicBezTo>
                      <a:pt x="27075" y="47215"/>
                      <a:pt x="27246" y="47164"/>
                      <a:pt x="27388" y="47036"/>
                    </a:cubicBezTo>
                    <a:cubicBezTo>
                      <a:pt x="30422" y="44358"/>
                      <a:pt x="33665" y="40969"/>
                      <a:pt x="36427" y="37181"/>
                    </a:cubicBezTo>
                    <a:lnTo>
                      <a:pt x="36427" y="37181"/>
                    </a:lnTo>
                    <a:cubicBezTo>
                      <a:pt x="35046" y="39127"/>
                      <a:pt x="33602" y="41073"/>
                      <a:pt x="32137" y="42998"/>
                    </a:cubicBezTo>
                    <a:lnTo>
                      <a:pt x="32137" y="43040"/>
                    </a:lnTo>
                    <a:cubicBezTo>
                      <a:pt x="31635" y="43689"/>
                      <a:pt x="31154" y="44316"/>
                      <a:pt x="30652" y="44965"/>
                    </a:cubicBezTo>
                    <a:cubicBezTo>
                      <a:pt x="30463" y="45195"/>
                      <a:pt x="30484" y="45509"/>
                      <a:pt x="30631" y="45760"/>
                    </a:cubicBezTo>
                    <a:cubicBezTo>
                      <a:pt x="30673" y="45823"/>
                      <a:pt x="30735" y="45886"/>
                      <a:pt x="30798" y="45927"/>
                    </a:cubicBezTo>
                    <a:cubicBezTo>
                      <a:pt x="30895" y="46003"/>
                      <a:pt x="31004" y="46045"/>
                      <a:pt x="31121" y="46045"/>
                    </a:cubicBezTo>
                    <a:cubicBezTo>
                      <a:pt x="31230" y="46045"/>
                      <a:pt x="31346" y="46008"/>
                      <a:pt x="31468" y="45927"/>
                    </a:cubicBezTo>
                    <a:cubicBezTo>
                      <a:pt x="32535" y="45153"/>
                      <a:pt x="33581" y="44337"/>
                      <a:pt x="34606" y="43458"/>
                    </a:cubicBezTo>
                    <a:lnTo>
                      <a:pt x="34606" y="43417"/>
                    </a:lnTo>
                    <a:cubicBezTo>
                      <a:pt x="34920" y="43166"/>
                      <a:pt x="35234" y="42873"/>
                      <a:pt x="35506" y="42622"/>
                    </a:cubicBezTo>
                    <a:cubicBezTo>
                      <a:pt x="35506" y="42622"/>
                      <a:pt x="35506" y="42580"/>
                      <a:pt x="35548" y="42580"/>
                    </a:cubicBezTo>
                    <a:cubicBezTo>
                      <a:pt x="36908" y="41324"/>
                      <a:pt x="38184" y="40006"/>
                      <a:pt x="39377" y="38604"/>
                    </a:cubicBezTo>
                    <a:cubicBezTo>
                      <a:pt x="41762" y="35779"/>
                      <a:pt x="43813" y="32683"/>
                      <a:pt x="45382" y="29356"/>
                    </a:cubicBezTo>
                    <a:cubicBezTo>
                      <a:pt x="45424" y="29251"/>
                      <a:pt x="45487" y="29147"/>
                      <a:pt x="45507" y="29063"/>
                    </a:cubicBezTo>
                    <a:cubicBezTo>
                      <a:pt x="45612" y="28833"/>
                      <a:pt x="45717" y="28624"/>
                      <a:pt x="45821" y="28393"/>
                    </a:cubicBezTo>
                    <a:cubicBezTo>
                      <a:pt x="45863" y="28247"/>
                      <a:pt x="45926" y="28121"/>
                      <a:pt x="46010" y="27975"/>
                    </a:cubicBezTo>
                    <a:cubicBezTo>
                      <a:pt x="46072" y="27766"/>
                      <a:pt x="46177" y="27557"/>
                      <a:pt x="46261" y="27305"/>
                    </a:cubicBezTo>
                    <a:cubicBezTo>
                      <a:pt x="46324" y="27159"/>
                      <a:pt x="46386" y="26992"/>
                      <a:pt x="46449" y="26845"/>
                    </a:cubicBezTo>
                    <a:lnTo>
                      <a:pt x="46679" y="26217"/>
                    </a:lnTo>
                    <a:lnTo>
                      <a:pt x="46993" y="25360"/>
                    </a:lnTo>
                    <a:lnTo>
                      <a:pt x="47223" y="24648"/>
                    </a:lnTo>
                    <a:cubicBezTo>
                      <a:pt x="47286" y="24460"/>
                      <a:pt x="47328" y="24272"/>
                      <a:pt x="47412" y="24104"/>
                    </a:cubicBezTo>
                    <a:cubicBezTo>
                      <a:pt x="47474" y="23895"/>
                      <a:pt x="47516" y="23707"/>
                      <a:pt x="47579" y="23497"/>
                    </a:cubicBezTo>
                    <a:lnTo>
                      <a:pt x="47725" y="22953"/>
                    </a:lnTo>
                    <a:cubicBezTo>
                      <a:pt x="47788" y="22744"/>
                      <a:pt x="47830" y="22556"/>
                      <a:pt x="47893" y="22347"/>
                    </a:cubicBezTo>
                    <a:cubicBezTo>
                      <a:pt x="47935" y="22158"/>
                      <a:pt x="47956" y="21970"/>
                      <a:pt x="48018" y="21823"/>
                    </a:cubicBezTo>
                    <a:cubicBezTo>
                      <a:pt x="48060" y="21614"/>
                      <a:pt x="48123" y="21405"/>
                      <a:pt x="48144" y="21196"/>
                    </a:cubicBezTo>
                    <a:cubicBezTo>
                      <a:pt x="48165" y="21028"/>
                      <a:pt x="48207" y="20861"/>
                      <a:pt x="48248" y="20694"/>
                    </a:cubicBezTo>
                    <a:cubicBezTo>
                      <a:pt x="48269" y="20484"/>
                      <a:pt x="48332" y="20296"/>
                      <a:pt x="48353" y="20087"/>
                    </a:cubicBezTo>
                    <a:cubicBezTo>
                      <a:pt x="48416" y="19752"/>
                      <a:pt x="48207" y="19417"/>
                      <a:pt x="47893" y="19292"/>
                    </a:cubicBezTo>
                    <a:cubicBezTo>
                      <a:pt x="50720" y="19079"/>
                      <a:pt x="53566" y="18973"/>
                      <a:pt x="56425" y="18973"/>
                    </a:cubicBezTo>
                    <a:cubicBezTo>
                      <a:pt x="59744" y="18973"/>
                      <a:pt x="63082" y="19115"/>
                      <a:pt x="66431" y="19396"/>
                    </a:cubicBezTo>
                    <a:cubicBezTo>
                      <a:pt x="66159" y="19647"/>
                      <a:pt x="65908" y="19940"/>
                      <a:pt x="65678" y="20233"/>
                    </a:cubicBezTo>
                    <a:cubicBezTo>
                      <a:pt x="65615" y="20275"/>
                      <a:pt x="65594" y="20338"/>
                      <a:pt x="65531" y="20380"/>
                    </a:cubicBezTo>
                    <a:cubicBezTo>
                      <a:pt x="65406" y="20547"/>
                      <a:pt x="65301" y="20694"/>
                      <a:pt x="65176" y="20861"/>
                    </a:cubicBezTo>
                    <a:cubicBezTo>
                      <a:pt x="65113" y="20924"/>
                      <a:pt x="65071" y="20986"/>
                      <a:pt x="65008" y="21070"/>
                    </a:cubicBezTo>
                    <a:cubicBezTo>
                      <a:pt x="64904" y="21217"/>
                      <a:pt x="64778" y="21384"/>
                      <a:pt x="64674" y="21531"/>
                    </a:cubicBezTo>
                    <a:lnTo>
                      <a:pt x="64527" y="21761"/>
                    </a:lnTo>
                    <a:lnTo>
                      <a:pt x="64213" y="22242"/>
                    </a:lnTo>
                    <a:cubicBezTo>
                      <a:pt x="64150" y="22326"/>
                      <a:pt x="64109" y="22388"/>
                      <a:pt x="64046" y="22493"/>
                    </a:cubicBezTo>
                    <a:cubicBezTo>
                      <a:pt x="63941" y="22660"/>
                      <a:pt x="63837" y="22807"/>
                      <a:pt x="63753" y="22995"/>
                    </a:cubicBezTo>
                    <a:cubicBezTo>
                      <a:pt x="63711" y="23079"/>
                      <a:pt x="63648" y="23183"/>
                      <a:pt x="63606" y="23267"/>
                    </a:cubicBezTo>
                    <a:cubicBezTo>
                      <a:pt x="63502" y="23414"/>
                      <a:pt x="63418" y="23581"/>
                      <a:pt x="63313" y="23748"/>
                    </a:cubicBezTo>
                    <a:cubicBezTo>
                      <a:pt x="63272" y="23853"/>
                      <a:pt x="63209" y="23937"/>
                      <a:pt x="63167" y="24041"/>
                    </a:cubicBezTo>
                    <a:cubicBezTo>
                      <a:pt x="63021" y="24272"/>
                      <a:pt x="62895" y="24523"/>
                      <a:pt x="62790" y="24753"/>
                    </a:cubicBezTo>
                    <a:cubicBezTo>
                      <a:pt x="62686" y="24941"/>
                      <a:pt x="62602" y="25108"/>
                      <a:pt x="62497" y="25297"/>
                    </a:cubicBezTo>
                    <a:cubicBezTo>
                      <a:pt x="62456" y="25380"/>
                      <a:pt x="62435" y="25485"/>
                      <a:pt x="62372" y="25569"/>
                    </a:cubicBezTo>
                    <a:cubicBezTo>
                      <a:pt x="62267" y="25778"/>
                      <a:pt x="62184" y="25945"/>
                      <a:pt x="62079" y="26155"/>
                    </a:cubicBezTo>
                    <a:lnTo>
                      <a:pt x="62016" y="26322"/>
                    </a:lnTo>
                    <a:cubicBezTo>
                      <a:pt x="61430" y="27494"/>
                      <a:pt x="60886" y="28665"/>
                      <a:pt x="60342" y="29795"/>
                    </a:cubicBezTo>
                    <a:cubicBezTo>
                      <a:pt x="60342" y="29816"/>
                      <a:pt x="60300" y="29858"/>
                      <a:pt x="60300" y="29858"/>
                    </a:cubicBezTo>
                    <a:cubicBezTo>
                      <a:pt x="60196" y="30088"/>
                      <a:pt x="60070" y="30298"/>
                      <a:pt x="59966" y="30528"/>
                    </a:cubicBezTo>
                    <a:cubicBezTo>
                      <a:pt x="59715" y="31051"/>
                      <a:pt x="59443" y="31553"/>
                      <a:pt x="59150" y="32013"/>
                    </a:cubicBezTo>
                    <a:cubicBezTo>
                      <a:pt x="57371" y="35110"/>
                      <a:pt x="55446" y="38123"/>
                      <a:pt x="53458" y="41094"/>
                    </a:cubicBezTo>
                    <a:cubicBezTo>
                      <a:pt x="53458" y="41115"/>
                      <a:pt x="53438" y="41115"/>
                      <a:pt x="53396" y="41157"/>
                    </a:cubicBezTo>
                    <a:lnTo>
                      <a:pt x="50257" y="45865"/>
                    </a:lnTo>
                    <a:cubicBezTo>
                      <a:pt x="50071" y="46144"/>
                      <a:pt x="50357" y="46412"/>
                      <a:pt x="50645" y="46412"/>
                    </a:cubicBezTo>
                    <a:cubicBezTo>
                      <a:pt x="50745" y="46412"/>
                      <a:pt x="50846" y="46380"/>
                      <a:pt x="50927" y="46304"/>
                    </a:cubicBezTo>
                    <a:cubicBezTo>
                      <a:pt x="53479" y="43898"/>
                      <a:pt x="55781" y="41261"/>
                      <a:pt x="57852" y="38437"/>
                    </a:cubicBezTo>
                    <a:lnTo>
                      <a:pt x="57852" y="38395"/>
                    </a:lnTo>
                    <a:cubicBezTo>
                      <a:pt x="59087" y="36721"/>
                      <a:pt x="60259" y="34984"/>
                      <a:pt x="61326" y="33143"/>
                    </a:cubicBezTo>
                    <a:cubicBezTo>
                      <a:pt x="62916" y="30444"/>
                      <a:pt x="64966" y="27243"/>
                      <a:pt x="66034" y="23937"/>
                    </a:cubicBezTo>
                    <a:lnTo>
                      <a:pt x="66034" y="23916"/>
                    </a:lnTo>
                    <a:cubicBezTo>
                      <a:pt x="66117" y="23707"/>
                      <a:pt x="66159" y="23497"/>
                      <a:pt x="66222" y="23288"/>
                    </a:cubicBezTo>
                    <a:cubicBezTo>
                      <a:pt x="66222" y="23225"/>
                      <a:pt x="66243" y="23204"/>
                      <a:pt x="66243" y="23163"/>
                    </a:cubicBezTo>
                    <a:cubicBezTo>
                      <a:pt x="66306" y="22995"/>
                      <a:pt x="66326" y="22849"/>
                      <a:pt x="66368" y="22702"/>
                    </a:cubicBezTo>
                    <a:cubicBezTo>
                      <a:pt x="66410" y="22639"/>
                      <a:pt x="66410" y="22577"/>
                      <a:pt x="66431" y="22493"/>
                    </a:cubicBezTo>
                    <a:cubicBezTo>
                      <a:pt x="66452" y="22347"/>
                      <a:pt x="66515" y="22179"/>
                      <a:pt x="66536" y="22054"/>
                    </a:cubicBezTo>
                    <a:cubicBezTo>
                      <a:pt x="66557" y="21928"/>
                      <a:pt x="66578" y="21823"/>
                      <a:pt x="66619" y="21698"/>
                    </a:cubicBezTo>
                    <a:cubicBezTo>
                      <a:pt x="66640" y="21614"/>
                      <a:pt x="66640" y="21531"/>
                      <a:pt x="66661" y="21447"/>
                    </a:cubicBezTo>
                    <a:cubicBezTo>
                      <a:pt x="66682" y="21321"/>
                      <a:pt x="66682" y="21217"/>
                      <a:pt x="66724" y="21091"/>
                    </a:cubicBezTo>
                    <a:lnTo>
                      <a:pt x="66724" y="20986"/>
                    </a:lnTo>
                    <a:cubicBezTo>
                      <a:pt x="66745" y="20714"/>
                      <a:pt x="66766" y="20442"/>
                      <a:pt x="66787" y="20170"/>
                    </a:cubicBezTo>
                    <a:cubicBezTo>
                      <a:pt x="66787" y="19940"/>
                      <a:pt x="66829" y="19668"/>
                      <a:pt x="66787" y="19438"/>
                    </a:cubicBezTo>
                    <a:lnTo>
                      <a:pt x="66787" y="19438"/>
                    </a:lnTo>
                    <a:cubicBezTo>
                      <a:pt x="68565" y="19606"/>
                      <a:pt x="70344" y="19773"/>
                      <a:pt x="72122" y="20024"/>
                    </a:cubicBezTo>
                    <a:cubicBezTo>
                      <a:pt x="72018" y="20129"/>
                      <a:pt x="71955" y="20233"/>
                      <a:pt x="71850" y="20338"/>
                    </a:cubicBezTo>
                    <a:cubicBezTo>
                      <a:pt x="71788" y="20380"/>
                      <a:pt x="71767" y="20442"/>
                      <a:pt x="71704" y="20484"/>
                    </a:cubicBezTo>
                    <a:lnTo>
                      <a:pt x="71390" y="20882"/>
                    </a:lnTo>
                    <a:cubicBezTo>
                      <a:pt x="71348" y="20924"/>
                      <a:pt x="71285" y="21007"/>
                      <a:pt x="71244" y="21070"/>
                    </a:cubicBezTo>
                    <a:cubicBezTo>
                      <a:pt x="71139" y="21196"/>
                      <a:pt x="71034" y="21342"/>
                      <a:pt x="70909" y="21489"/>
                    </a:cubicBezTo>
                    <a:cubicBezTo>
                      <a:pt x="70867" y="21531"/>
                      <a:pt x="70825" y="21593"/>
                      <a:pt x="70804" y="21635"/>
                    </a:cubicBezTo>
                    <a:cubicBezTo>
                      <a:pt x="70658" y="21803"/>
                      <a:pt x="70553" y="21949"/>
                      <a:pt x="70428" y="22116"/>
                    </a:cubicBezTo>
                    <a:cubicBezTo>
                      <a:pt x="70407" y="22137"/>
                      <a:pt x="70407" y="22158"/>
                      <a:pt x="70386" y="22179"/>
                    </a:cubicBezTo>
                    <a:cubicBezTo>
                      <a:pt x="69821" y="22953"/>
                      <a:pt x="69298" y="23748"/>
                      <a:pt x="68775" y="24564"/>
                    </a:cubicBezTo>
                    <a:cubicBezTo>
                      <a:pt x="68356" y="25171"/>
                      <a:pt x="68000" y="25799"/>
                      <a:pt x="67666" y="26448"/>
                    </a:cubicBezTo>
                    <a:cubicBezTo>
                      <a:pt x="66850" y="27829"/>
                      <a:pt x="66034" y="29230"/>
                      <a:pt x="65176" y="30528"/>
                    </a:cubicBezTo>
                    <a:cubicBezTo>
                      <a:pt x="62393" y="34796"/>
                      <a:pt x="59443" y="38918"/>
                      <a:pt x="56492" y="43061"/>
                    </a:cubicBezTo>
                    <a:cubicBezTo>
                      <a:pt x="56492" y="43061"/>
                      <a:pt x="56492" y="43082"/>
                      <a:pt x="56471" y="43082"/>
                    </a:cubicBezTo>
                    <a:lnTo>
                      <a:pt x="56074" y="43626"/>
                    </a:lnTo>
                    <a:cubicBezTo>
                      <a:pt x="55822" y="43988"/>
                      <a:pt x="56079" y="44373"/>
                      <a:pt x="56400" y="44373"/>
                    </a:cubicBezTo>
                    <a:cubicBezTo>
                      <a:pt x="56506" y="44373"/>
                      <a:pt x="56619" y="44331"/>
                      <a:pt x="56723" y="44233"/>
                    </a:cubicBezTo>
                    <a:cubicBezTo>
                      <a:pt x="58668" y="42412"/>
                      <a:pt x="60719" y="40257"/>
                      <a:pt x="62707" y="37956"/>
                    </a:cubicBezTo>
                    <a:cubicBezTo>
                      <a:pt x="62707" y="37935"/>
                      <a:pt x="62749" y="37935"/>
                      <a:pt x="62749" y="37935"/>
                    </a:cubicBezTo>
                    <a:cubicBezTo>
                      <a:pt x="62790" y="37872"/>
                      <a:pt x="62853" y="37830"/>
                      <a:pt x="62895" y="37746"/>
                    </a:cubicBezTo>
                    <a:cubicBezTo>
                      <a:pt x="62895" y="37949"/>
                      <a:pt x="63058" y="38129"/>
                      <a:pt x="63236" y="38129"/>
                    </a:cubicBezTo>
                    <a:cubicBezTo>
                      <a:pt x="63297" y="38129"/>
                      <a:pt x="63360" y="38108"/>
                      <a:pt x="63418" y="38060"/>
                    </a:cubicBezTo>
                    <a:lnTo>
                      <a:pt x="63816" y="37746"/>
                    </a:lnTo>
                    <a:lnTo>
                      <a:pt x="63816" y="37725"/>
                    </a:lnTo>
                    <a:cubicBezTo>
                      <a:pt x="64318" y="37328"/>
                      <a:pt x="64799" y="36909"/>
                      <a:pt x="65301" y="36491"/>
                    </a:cubicBezTo>
                    <a:cubicBezTo>
                      <a:pt x="65406" y="36386"/>
                      <a:pt x="65531" y="36282"/>
                      <a:pt x="65636" y="36198"/>
                    </a:cubicBezTo>
                    <a:lnTo>
                      <a:pt x="65636" y="36198"/>
                    </a:lnTo>
                    <a:cubicBezTo>
                      <a:pt x="65636" y="36240"/>
                      <a:pt x="65615" y="36240"/>
                      <a:pt x="65615" y="36261"/>
                    </a:cubicBezTo>
                    <a:cubicBezTo>
                      <a:pt x="66452" y="35528"/>
                      <a:pt x="67289" y="34733"/>
                      <a:pt x="68084" y="33959"/>
                    </a:cubicBezTo>
                    <a:lnTo>
                      <a:pt x="68126" y="33896"/>
                    </a:lnTo>
                    <a:lnTo>
                      <a:pt x="68879" y="33143"/>
                    </a:lnTo>
                    <a:cubicBezTo>
                      <a:pt x="68942" y="33101"/>
                      <a:pt x="68984" y="33038"/>
                      <a:pt x="69047" y="32955"/>
                    </a:cubicBezTo>
                    <a:cubicBezTo>
                      <a:pt x="69256" y="32725"/>
                      <a:pt x="69465" y="32515"/>
                      <a:pt x="69674" y="32285"/>
                    </a:cubicBezTo>
                    <a:cubicBezTo>
                      <a:pt x="69758" y="32202"/>
                      <a:pt x="69821" y="32097"/>
                      <a:pt x="69925" y="32013"/>
                    </a:cubicBezTo>
                    <a:cubicBezTo>
                      <a:pt x="70114" y="31804"/>
                      <a:pt x="70302" y="31637"/>
                      <a:pt x="70448" y="31427"/>
                    </a:cubicBezTo>
                    <a:cubicBezTo>
                      <a:pt x="70553" y="31281"/>
                      <a:pt x="70658" y="31176"/>
                      <a:pt x="70762" y="31051"/>
                    </a:cubicBezTo>
                    <a:cubicBezTo>
                      <a:pt x="70930" y="30862"/>
                      <a:pt x="71055" y="30716"/>
                      <a:pt x="71223" y="30528"/>
                    </a:cubicBezTo>
                    <a:cubicBezTo>
                      <a:pt x="71348" y="30381"/>
                      <a:pt x="71474" y="30235"/>
                      <a:pt x="71578" y="30088"/>
                    </a:cubicBezTo>
                    <a:cubicBezTo>
                      <a:pt x="71704" y="29921"/>
                      <a:pt x="71850" y="29774"/>
                      <a:pt x="71955" y="29607"/>
                    </a:cubicBezTo>
                    <a:cubicBezTo>
                      <a:pt x="72080" y="29440"/>
                      <a:pt x="72227" y="29272"/>
                      <a:pt x="72373" y="29084"/>
                    </a:cubicBezTo>
                    <a:cubicBezTo>
                      <a:pt x="72478" y="28958"/>
                      <a:pt x="72583" y="28812"/>
                      <a:pt x="72687" y="28665"/>
                    </a:cubicBezTo>
                    <a:cubicBezTo>
                      <a:pt x="72834" y="28498"/>
                      <a:pt x="73001" y="28289"/>
                      <a:pt x="73127" y="28101"/>
                    </a:cubicBezTo>
                    <a:cubicBezTo>
                      <a:pt x="73231" y="27975"/>
                      <a:pt x="73315" y="27829"/>
                      <a:pt x="73420" y="27724"/>
                    </a:cubicBezTo>
                    <a:lnTo>
                      <a:pt x="73880" y="27096"/>
                    </a:lnTo>
                    <a:cubicBezTo>
                      <a:pt x="73964" y="26992"/>
                      <a:pt x="74047" y="26866"/>
                      <a:pt x="74110" y="26761"/>
                    </a:cubicBezTo>
                    <a:cubicBezTo>
                      <a:pt x="74277" y="26531"/>
                      <a:pt x="74424" y="26301"/>
                      <a:pt x="74591" y="26092"/>
                    </a:cubicBezTo>
                    <a:cubicBezTo>
                      <a:pt x="74675" y="25987"/>
                      <a:pt x="74717" y="25883"/>
                      <a:pt x="74801" y="25778"/>
                    </a:cubicBezTo>
                    <a:cubicBezTo>
                      <a:pt x="74947" y="25527"/>
                      <a:pt x="75135" y="25276"/>
                      <a:pt x="75303" y="25046"/>
                    </a:cubicBezTo>
                    <a:cubicBezTo>
                      <a:pt x="75345" y="24962"/>
                      <a:pt x="75407" y="24857"/>
                      <a:pt x="75470" y="24774"/>
                    </a:cubicBezTo>
                    <a:cubicBezTo>
                      <a:pt x="75637" y="24523"/>
                      <a:pt x="75826" y="24251"/>
                      <a:pt x="75972" y="23999"/>
                    </a:cubicBezTo>
                    <a:cubicBezTo>
                      <a:pt x="76035" y="23916"/>
                      <a:pt x="76056" y="23853"/>
                      <a:pt x="76098" y="23790"/>
                    </a:cubicBezTo>
                    <a:cubicBezTo>
                      <a:pt x="76286" y="23497"/>
                      <a:pt x="76454" y="23204"/>
                      <a:pt x="76621" y="22911"/>
                    </a:cubicBezTo>
                    <a:cubicBezTo>
                      <a:pt x="76621" y="22891"/>
                      <a:pt x="76663" y="22891"/>
                      <a:pt x="76663" y="22870"/>
                    </a:cubicBezTo>
                    <a:cubicBezTo>
                      <a:pt x="77018" y="22263"/>
                      <a:pt x="77353" y="21635"/>
                      <a:pt x="77667" y="21028"/>
                    </a:cubicBezTo>
                    <a:cubicBezTo>
                      <a:pt x="78483" y="21196"/>
                      <a:pt x="79299" y="21321"/>
                      <a:pt x="80115" y="21510"/>
                    </a:cubicBezTo>
                    <a:cubicBezTo>
                      <a:pt x="80031" y="21593"/>
                      <a:pt x="79927" y="21656"/>
                      <a:pt x="79843" y="21740"/>
                    </a:cubicBezTo>
                    <a:cubicBezTo>
                      <a:pt x="79801" y="21803"/>
                      <a:pt x="79739" y="21844"/>
                      <a:pt x="79655" y="21907"/>
                    </a:cubicBezTo>
                    <a:cubicBezTo>
                      <a:pt x="79550" y="22012"/>
                      <a:pt x="79446" y="22075"/>
                      <a:pt x="79383" y="22179"/>
                    </a:cubicBezTo>
                    <a:cubicBezTo>
                      <a:pt x="79299" y="22263"/>
                      <a:pt x="79215" y="22347"/>
                      <a:pt x="79174" y="22430"/>
                    </a:cubicBezTo>
                    <a:cubicBezTo>
                      <a:pt x="79090" y="22493"/>
                      <a:pt x="79006" y="22598"/>
                      <a:pt x="78922" y="22681"/>
                    </a:cubicBezTo>
                    <a:cubicBezTo>
                      <a:pt x="78818" y="22786"/>
                      <a:pt x="78755" y="22891"/>
                      <a:pt x="78650" y="22995"/>
                    </a:cubicBezTo>
                    <a:cubicBezTo>
                      <a:pt x="78588" y="23058"/>
                      <a:pt x="78546" y="23121"/>
                      <a:pt x="78483" y="23183"/>
                    </a:cubicBezTo>
                    <a:cubicBezTo>
                      <a:pt x="78337" y="23372"/>
                      <a:pt x="78169" y="23539"/>
                      <a:pt x="78044" y="23727"/>
                    </a:cubicBezTo>
                    <a:lnTo>
                      <a:pt x="77981" y="23790"/>
                    </a:lnTo>
                    <a:cubicBezTo>
                      <a:pt x="77855" y="23958"/>
                      <a:pt x="77709" y="24146"/>
                      <a:pt x="77562" y="24334"/>
                    </a:cubicBezTo>
                    <a:cubicBezTo>
                      <a:pt x="77542" y="24355"/>
                      <a:pt x="77521" y="24418"/>
                      <a:pt x="77500" y="24439"/>
                    </a:cubicBezTo>
                    <a:cubicBezTo>
                      <a:pt x="77353" y="24627"/>
                      <a:pt x="77228" y="24774"/>
                      <a:pt x="77102" y="24962"/>
                    </a:cubicBezTo>
                    <a:cubicBezTo>
                      <a:pt x="77081" y="24983"/>
                      <a:pt x="77081" y="25004"/>
                      <a:pt x="77039" y="25046"/>
                    </a:cubicBezTo>
                    <a:cubicBezTo>
                      <a:pt x="76140" y="26343"/>
                      <a:pt x="75261" y="27766"/>
                      <a:pt x="74403" y="29084"/>
                    </a:cubicBezTo>
                    <a:cubicBezTo>
                      <a:pt x="74005" y="29712"/>
                      <a:pt x="73587" y="30318"/>
                      <a:pt x="73210" y="30904"/>
                    </a:cubicBezTo>
                    <a:cubicBezTo>
                      <a:pt x="70532" y="34629"/>
                      <a:pt x="67687" y="38228"/>
                      <a:pt x="64841" y="41805"/>
                    </a:cubicBezTo>
                    <a:cubicBezTo>
                      <a:pt x="64841" y="41826"/>
                      <a:pt x="64799" y="41826"/>
                      <a:pt x="64778" y="41847"/>
                    </a:cubicBezTo>
                    <a:cubicBezTo>
                      <a:pt x="64653" y="42015"/>
                      <a:pt x="64548" y="42161"/>
                      <a:pt x="64422" y="42329"/>
                    </a:cubicBezTo>
                    <a:cubicBezTo>
                      <a:pt x="64052" y="42766"/>
                      <a:pt x="64426" y="43500"/>
                      <a:pt x="64913" y="43500"/>
                    </a:cubicBezTo>
                    <a:cubicBezTo>
                      <a:pt x="65031" y="43500"/>
                      <a:pt x="65157" y="43457"/>
                      <a:pt x="65280" y="43354"/>
                    </a:cubicBezTo>
                    <a:cubicBezTo>
                      <a:pt x="66368" y="42433"/>
                      <a:pt x="67582" y="41408"/>
                      <a:pt x="68816" y="40257"/>
                    </a:cubicBezTo>
                    <a:cubicBezTo>
                      <a:pt x="68816" y="40257"/>
                      <a:pt x="68816" y="40236"/>
                      <a:pt x="68837" y="40236"/>
                    </a:cubicBezTo>
                    <a:lnTo>
                      <a:pt x="68921" y="40153"/>
                    </a:lnTo>
                    <a:lnTo>
                      <a:pt x="68942" y="40153"/>
                    </a:lnTo>
                    <a:cubicBezTo>
                      <a:pt x="73838" y="35612"/>
                      <a:pt x="79132" y="29440"/>
                      <a:pt x="80575" y="23393"/>
                    </a:cubicBezTo>
                    <a:cubicBezTo>
                      <a:pt x="80596" y="23309"/>
                      <a:pt x="80638" y="23204"/>
                      <a:pt x="80638" y="23121"/>
                    </a:cubicBezTo>
                    <a:cubicBezTo>
                      <a:pt x="80659" y="23058"/>
                      <a:pt x="80659" y="22995"/>
                      <a:pt x="80680" y="22911"/>
                    </a:cubicBezTo>
                    <a:cubicBezTo>
                      <a:pt x="80764" y="22472"/>
                      <a:pt x="80847" y="22054"/>
                      <a:pt x="80889" y="21614"/>
                    </a:cubicBezTo>
                    <a:cubicBezTo>
                      <a:pt x="81894" y="21823"/>
                      <a:pt x="82877" y="22033"/>
                      <a:pt x="83881" y="22263"/>
                    </a:cubicBezTo>
                    <a:cubicBezTo>
                      <a:pt x="83777" y="22451"/>
                      <a:pt x="83693" y="22660"/>
                      <a:pt x="83588" y="22849"/>
                    </a:cubicBezTo>
                    <a:cubicBezTo>
                      <a:pt x="83526" y="22974"/>
                      <a:pt x="83484" y="23079"/>
                      <a:pt x="83400" y="23204"/>
                    </a:cubicBezTo>
                    <a:cubicBezTo>
                      <a:pt x="83275" y="23497"/>
                      <a:pt x="83107" y="23811"/>
                      <a:pt x="82982" y="24125"/>
                    </a:cubicBezTo>
                    <a:cubicBezTo>
                      <a:pt x="82961" y="24167"/>
                      <a:pt x="82940" y="24230"/>
                      <a:pt x="82940" y="24251"/>
                    </a:cubicBezTo>
                    <a:cubicBezTo>
                      <a:pt x="81831" y="26678"/>
                      <a:pt x="80889" y="29168"/>
                      <a:pt x="79529" y="31490"/>
                    </a:cubicBezTo>
                    <a:cubicBezTo>
                      <a:pt x="77521" y="34922"/>
                      <a:pt x="75010" y="37872"/>
                      <a:pt x="72290" y="40759"/>
                    </a:cubicBezTo>
                    <a:lnTo>
                      <a:pt x="72290" y="40780"/>
                    </a:lnTo>
                    <a:lnTo>
                      <a:pt x="72269" y="40801"/>
                    </a:lnTo>
                    <a:cubicBezTo>
                      <a:pt x="72050" y="41105"/>
                      <a:pt x="72320" y="41558"/>
                      <a:pt x="72630" y="41558"/>
                    </a:cubicBezTo>
                    <a:cubicBezTo>
                      <a:pt x="72705" y="41558"/>
                      <a:pt x="72782" y="41532"/>
                      <a:pt x="72855" y="41471"/>
                    </a:cubicBezTo>
                    <a:cubicBezTo>
                      <a:pt x="74257" y="40383"/>
                      <a:pt x="75637" y="39169"/>
                      <a:pt x="76914" y="37746"/>
                    </a:cubicBezTo>
                    <a:cubicBezTo>
                      <a:pt x="76914" y="37746"/>
                      <a:pt x="76914" y="37725"/>
                      <a:pt x="76935" y="37725"/>
                    </a:cubicBezTo>
                    <a:cubicBezTo>
                      <a:pt x="80785" y="33583"/>
                      <a:pt x="83840" y="28205"/>
                      <a:pt x="84216" y="22807"/>
                    </a:cubicBezTo>
                    <a:lnTo>
                      <a:pt x="84216" y="22744"/>
                    </a:lnTo>
                    <a:cubicBezTo>
                      <a:pt x="84216" y="22598"/>
                      <a:pt x="84237" y="22493"/>
                      <a:pt x="84237" y="22367"/>
                    </a:cubicBezTo>
                    <a:cubicBezTo>
                      <a:pt x="85785" y="22744"/>
                      <a:pt x="87355" y="23163"/>
                      <a:pt x="88903" y="23581"/>
                    </a:cubicBezTo>
                    <a:cubicBezTo>
                      <a:pt x="88254" y="24230"/>
                      <a:pt x="87689" y="24941"/>
                      <a:pt x="87166" y="25673"/>
                    </a:cubicBezTo>
                    <a:lnTo>
                      <a:pt x="87145" y="25694"/>
                    </a:lnTo>
                    <a:cubicBezTo>
                      <a:pt x="87062" y="25820"/>
                      <a:pt x="86957" y="25924"/>
                      <a:pt x="86894" y="26050"/>
                    </a:cubicBezTo>
                    <a:cubicBezTo>
                      <a:pt x="86853" y="26113"/>
                      <a:pt x="86832" y="26155"/>
                      <a:pt x="86790" y="26196"/>
                    </a:cubicBezTo>
                    <a:cubicBezTo>
                      <a:pt x="86727" y="26301"/>
                      <a:pt x="86643" y="26364"/>
                      <a:pt x="86601" y="26468"/>
                    </a:cubicBezTo>
                    <a:cubicBezTo>
                      <a:pt x="86539" y="26552"/>
                      <a:pt x="86518" y="26615"/>
                      <a:pt x="86476" y="26678"/>
                    </a:cubicBezTo>
                    <a:cubicBezTo>
                      <a:pt x="86434" y="26740"/>
                      <a:pt x="86413" y="26761"/>
                      <a:pt x="86392" y="26824"/>
                    </a:cubicBezTo>
                    <a:cubicBezTo>
                      <a:pt x="85555" y="28101"/>
                      <a:pt x="84802" y="29398"/>
                      <a:pt x="83944" y="30716"/>
                    </a:cubicBezTo>
                    <a:cubicBezTo>
                      <a:pt x="83254" y="31804"/>
                      <a:pt x="82521" y="32913"/>
                      <a:pt x="81747" y="33980"/>
                    </a:cubicBezTo>
                    <a:cubicBezTo>
                      <a:pt x="81287" y="34671"/>
                      <a:pt x="80806" y="35340"/>
                      <a:pt x="80345" y="35989"/>
                    </a:cubicBezTo>
                    <a:cubicBezTo>
                      <a:pt x="79529" y="37098"/>
                      <a:pt x="78713" y="38186"/>
                      <a:pt x="77876" y="39295"/>
                    </a:cubicBezTo>
                    <a:cubicBezTo>
                      <a:pt x="77834" y="39378"/>
                      <a:pt x="77772" y="39420"/>
                      <a:pt x="77730" y="39504"/>
                    </a:cubicBezTo>
                    <a:cubicBezTo>
                      <a:pt x="77426" y="39909"/>
                      <a:pt x="77735" y="40546"/>
                      <a:pt x="78163" y="40546"/>
                    </a:cubicBezTo>
                    <a:cubicBezTo>
                      <a:pt x="78265" y="40546"/>
                      <a:pt x="78374" y="40509"/>
                      <a:pt x="78483" y="40425"/>
                    </a:cubicBezTo>
                    <a:cubicBezTo>
                      <a:pt x="79885" y="39399"/>
                      <a:pt x="81308" y="38165"/>
                      <a:pt x="82647" y="36826"/>
                    </a:cubicBezTo>
                    <a:cubicBezTo>
                      <a:pt x="86225" y="33206"/>
                      <a:pt x="89175" y="28603"/>
                      <a:pt x="89154" y="23644"/>
                    </a:cubicBezTo>
                    <a:lnTo>
                      <a:pt x="89154" y="23623"/>
                    </a:lnTo>
                    <a:cubicBezTo>
                      <a:pt x="93632" y="24899"/>
                      <a:pt x="98068" y="26448"/>
                      <a:pt x="102420" y="28310"/>
                    </a:cubicBezTo>
                    <a:cubicBezTo>
                      <a:pt x="102545" y="28101"/>
                      <a:pt x="102629" y="27870"/>
                      <a:pt x="102503" y="27808"/>
                    </a:cubicBezTo>
                    <a:cubicBezTo>
                      <a:pt x="97837" y="25778"/>
                      <a:pt x="93025" y="24041"/>
                      <a:pt x="88171" y="22660"/>
                    </a:cubicBezTo>
                    <a:cubicBezTo>
                      <a:pt x="88254" y="22639"/>
                      <a:pt x="88317" y="22598"/>
                      <a:pt x="88380" y="22535"/>
                    </a:cubicBezTo>
                    <a:cubicBezTo>
                      <a:pt x="88401" y="22493"/>
                      <a:pt x="88401" y="22472"/>
                      <a:pt x="88401" y="22451"/>
                    </a:cubicBezTo>
                    <a:cubicBezTo>
                      <a:pt x="88464" y="22137"/>
                      <a:pt x="88485" y="21823"/>
                      <a:pt x="88526" y="21489"/>
                    </a:cubicBezTo>
                    <a:lnTo>
                      <a:pt x="88526" y="21426"/>
                    </a:lnTo>
                    <a:cubicBezTo>
                      <a:pt x="88568" y="21133"/>
                      <a:pt x="88589" y="20819"/>
                      <a:pt x="88589" y="20547"/>
                    </a:cubicBezTo>
                    <a:lnTo>
                      <a:pt x="88589" y="20359"/>
                    </a:lnTo>
                    <a:lnTo>
                      <a:pt x="88589" y="19626"/>
                    </a:lnTo>
                    <a:lnTo>
                      <a:pt x="88589" y="19187"/>
                    </a:lnTo>
                    <a:cubicBezTo>
                      <a:pt x="88589" y="19041"/>
                      <a:pt x="88589" y="18936"/>
                      <a:pt x="88568" y="18810"/>
                    </a:cubicBezTo>
                    <a:cubicBezTo>
                      <a:pt x="88359" y="14730"/>
                      <a:pt x="86790" y="10755"/>
                      <a:pt x="84174" y="7595"/>
                    </a:cubicBezTo>
                    <a:cubicBezTo>
                      <a:pt x="83881" y="7219"/>
                      <a:pt x="83588" y="6884"/>
                      <a:pt x="83254" y="6570"/>
                    </a:cubicBezTo>
                    <a:lnTo>
                      <a:pt x="83065" y="6382"/>
                    </a:lnTo>
                    <a:cubicBezTo>
                      <a:pt x="83024" y="6340"/>
                      <a:pt x="82940" y="6277"/>
                      <a:pt x="82856" y="6256"/>
                    </a:cubicBezTo>
                    <a:cubicBezTo>
                      <a:pt x="82782" y="6226"/>
                      <a:pt x="82702" y="6211"/>
                      <a:pt x="82621" y="6211"/>
                    </a:cubicBezTo>
                    <a:cubicBezTo>
                      <a:pt x="82315" y="6211"/>
                      <a:pt x="81993" y="6414"/>
                      <a:pt x="81894" y="6696"/>
                    </a:cubicBezTo>
                    <a:cubicBezTo>
                      <a:pt x="81873" y="6696"/>
                      <a:pt x="81894" y="6696"/>
                      <a:pt x="81894" y="6738"/>
                    </a:cubicBezTo>
                    <a:cubicBezTo>
                      <a:pt x="81831" y="6842"/>
                      <a:pt x="81831" y="6989"/>
                      <a:pt x="81873" y="7114"/>
                    </a:cubicBezTo>
                    <a:cubicBezTo>
                      <a:pt x="82124" y="7909"/>
                      <a:pt x="82396" y="8725"/>
                      <a:pt x="82668" y="9499"/>
                    </a:cubicBezTo>
                    <a:lnTo>
                      <a:pt x="82668" y="9520"/>
                    </a:lnTo>
                    <a:cubicBezTo>
                      <a:pt x="84195" y="13914"/>
                      <a:pt x="85911" y="18350"/>
                      <a:pt x="87857" y="22535"/>
                    </a:cubicBezTo>
                    <a:cubicBezTo>
                      <a:pt x="87857" y="22550"/>
                      <a:pt x="87867" y="22564"/>
                      <a:pt x="87881" y="22572"/>
                    </a:cubicBezTo>
                    <a:lnTo>
                      <a:pt x="87881" y="22572"/>
                    </a:lnTo>
                    <a:cubicBezTo>
                      <a:pt x="86673" y="22239"/>
                      <a:pt x="85445" y="21926"/>
                      <a:pt x="84216" y="21614"/>
                    </a:cubicBezTo>
                    <a:cubicBezTo>
                      <a:pt x="84205" y="21580"/>
                      <a:pt x="84180" y="21564"/>
                      <a:pt x="84154" y="21564"/>
                    </a:cubicBezTo>
                    <a:cubicBezTo>
                      <a:pt x="84132" y="21564"/>
                      <a:pt x="84109" y="21574"/>
                      <a:pt x="84091" y="21593"/>
                    </a:cubicBezTo>
                    <a:cubicBezTo>
                      <a:pt x="83693" y="21489"/>
                      <a:pt x="83337" y="21405"/>
                      <a:pt x="82940" y="21300"/>
                    </a:cubicBezTo>
                    <a:cubicBezTo>
                      <a:pt x="82961" y="21279"/>
                      <a:pt x="82982" y="21238"/>
                      <a:pt x="82982" y="21196"/>
                    </a:cubicBezTo>
                    <a:cubicBezTo>
                      <a:pt x="83086" y="20568"/>
                      <a:pt x="83149" y="19961"/>
                      <a:pt x="83170" y="19334"/>
                    </a:cubicBezTo>
                    <a:lnTo>
                      <a:pt x="83170" y="19208"/>
                    </a:lnTo>
                    <a:lnTo>
                      <a:pt x="83170" y="18727"/>
                    </a:lnTo>
                    <a:lnTo>
                      <a:pt x="83170" y="18497"/>
                    </a:lnTo>
                    <a:lnTo>
                      <a:pt x="83170" y="18141"/>
                    </a:lnTo>
                    <a:cubicBezTo>
                      <a:pt x="83170" y="17994"/>
                      <a:pt x="83170" y="17890"/>
                      <a:pt x="83149" y="17764"/>
                    </a:cubicBezTo>
                    <a:cubicBezTo>
                      <a:pt x="83149" y="17681"/>
                      <a:pt x="83149" y="17576"/>
                      <a:pt x="83128" y="17513"/>
                    </a:cubicBezTo>
                    <a:cubicBezTo>
                      <a:pt x="83128" y="17346"/>
                      <a:pt x="83086" y="17157"/>
                      <a:pt x="83065" y="17011"/>
                    </a:cubicBezTo>
                    <a:lnTo>
                      <a:pt x="83065" y="16885"/>
                    </a:lnTo>
                    <a:cubicBezTo>
                      <a:pt x="82438" y="11550"/>
                      <a:pt x="79215" y="6758"/>
                      <a:pt x="74549" y="4059"/>
                    </a:cubicBezTo>
                    <a:cubicBezTo>
                      <a:pt x="74131" y="3829"/>
                      <a:pt x="73713" y="3620"/>
                      <a:pt x="73252" y="3411"/>
                    </a:cubicBezTo>
                    <a:cubicBezTo>
                      <a:pt x="73148" y="3348"/>
                      <a:pt x="73085" y="3306"/>
                      <a:pt x="72980" y="3285"/>
                    </a:cubicBezTo>
                    <a:cubicBezTo>
                      <a:pt x="72311" y="2992"/>
                      <a:pt x="71641" y="2720"/>
                      <a:pt x="70930" y="2511"/>
                    </a:cubicBezTo>
                    <a:cubicBezTo>
                      <a:pt x="70873" y="2496"/>
                      <a:pt x="70818" y="2489"/>
                      <a:pt x="70763" y="2489"/>
                    </a:cubicBezTo>
                    <a:cubicBezTo>
                      <a:pt x="70292" y="2489"/>
                      <a:pt x="69915" y="3021"/>
                      <a:pt x="70009" y="3453"/>
                    </a:cubicBezTo>
                    <a:cubicBezTo>
                      <a:pt x="68482" y="2239"/>
                      <a:pt x="66829" y="1130"/>
                      <a:pt x="65134" y="105"/>
                    </a:cubicBezTo>
                    <a:cubicBezTo>
                      <a:pt x="65008" y="32"/>
                      <a:pt x="64882" y="0"/>
                      <a:pt x="647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7" name="Google Shape;267;p18"/>
              <p:cNvSpPr/>
              <p:nvPr/>
            </p:nvSpPr>
            <p:spPr>
              <a:xfrm>
                <a:off x="19388400" y="28623625"/>
                <a:ext cx="714775" cy="158125"/>
              </a:xfrm>
              <a:custGeom>
                <a:avLst/>
                <a:gdLst/>
                <a:ahLst/>
                <a:cxnLst/>
                <a:rect l="l" t="t" r="r" b="b"/>
                <a:pathLst>
                  <a:path w="28591" h="6325" extrusionOk="0">
                    <a:moveTo>
                      <a:pt x="9416" y="0"/>
                    </a:moveTo>
                    <a:cubicBezTo>
                      <a:pt x="6592" y="0"/>
                      <a:pt x="3725" y="272"/>
                      <a:pt x="942" y="711"/>
                    </a:cubicBezTo>
                    <a:cubicBezTo>
                      <a:pt x="1" y="837"/>
                      <a:pt x="1" y="2176"/>
                      <a:pt x="1026" y="2218"/>
                    </a:cubicBezTo>
                    <a:cubicBezTo>
                      <a:pt x="1193" y="2218"/>
                      <a:pt x="1361" y="2260"/>
                      <a:pt x="1549" y="2281"/>
                    </a:cubicBezTo>
                    <a:lnTo>
                      <a:pt x="1675" y="2281"/>
                    </a:lnTo>
                    <a:cubicBezTo>
                      <a:pt x="5336" y="2490"/>
                      <a:pt x="8998" y="3055"/>
                      <a:pt x="12618" y="3683"/>
                    </a:cubicBezTo>
                    <a:lnTo>
                      <a:pt x="12513" y="3683"/>
                    </a:lnTo>
                    <a:cubicBezTo>
                      <a:pt x="16070" y="4310"/>
                      <a:pt x="19606" y="5022"/>
                      <a:pt x="23163" y="5587"/>
                    </a:cubicBezTo>
                    <a:lnTo>
                      <a:pt x="23644" y="5670"/>
                    </a:lnTo>
                    <a:cubicBezTo>
                      <a:pt x="24000" y="5733"/>
                      <a:pt x="24335" y="5775"/>
                      <a:pt x="24711" y="5838"/>
                    </a:cubicBezTo>
                    <a:cubicBezTo>
                      <a:pt x="25130" y="5880"/>
                      <a:pt x="25548" y="5963"/>
                      <a:pt x="25967" y="6026"/>
                    </a:cubicBezTo>
                    <a:cubicBezTo>
                      <a:pt x="26113" y="6047"/>
                      <a:pt x="26302" y="6068"/>
                      <a:pt x="26469" y="6089"/>
                    </a:cubicBezTo>
                    <a:lnTo>
                      <a:pt x="28352" y="6319"/>
                    </a:lnTo>
                    <a:cubicBezTo>
                      <a:pt x="28364" y="6323"/>
                      <a:pt x="28377" y="6325"/>
                      <a:pt x="28389" y="6325"/>
                    </a:cubicBezTo>
                    <a:cubicBezTo>
                      <a:pt x="28500" y="6325"/>
                      <a:pt x="28591" y="6162"/>
                      <a:pt x="28478" y="6068"/>
                    </a:cubicBezTo>
                    <a:cubicBezTo>
                      <a:pt x="23142" y="1716"/>
                      <a:pt x="16760" y="105"/>
                      <a:pt x="10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68" name="Google Shape;268;p18"/>
            <p:cNvGrpSpPr/>
            <p:nvPr/>
          </p:nvGrpSpPr>
          <p:grpSpPr>
            <a:xfrm rot="-2700000" flipH="1">
              <a:off x="4967567" y="4268995"/>
              <a:ext cx="1964461" cy="994012"/>
              <a:chOff x="19279125" y="28273675"/>
              <a:chExt cx="2565725" cy="1298250"/>
            </a:xfrm>
          </p:grpSpPr>
          <p:sp>
            <p:nvSpPr>
              <p:cNvPr id="269" name="Google Shape;269;p18"/>
              <p:cNvSpPr/>
              <p:nvPr/>
            </p:nvSpPr>
            <p:spPr>
              <a:xfrm>
                <a:off x="19715375" y="28798125"/>
                <a:ext cx="506850" cy="665075"/>
              </a:xfrm>
              <a:custGeom>
                <a:avLst/>
                <a:gdLst/>
                <a:ahLst/>
                <a:cxnLst/>
                <a:rect l="l" t="t" r="r" b="b"/>
                <a:pathLst>
                  <a:path w="20274" h="26603" extrusionOk="0">
                    <a:moveTo>
                      <a:pt x="20102" y="0"/>
                    </a:moveTo>
                    <a:cubicBezTo>
                      <a:pt x="20089" y="0"/>
                      <a:pt x="20076" y="3"/>
                      <a:pt x="20065" y="8"/>
                    </a:cubicBezTo>
                    <a:cubicBezTo>
                      <a:pt x="20002" y="8"/>
                      <a:pt x="19981" y="29"/>
                      <a:pt x="19918" y="50"/>
                    </a:cubicBezTo>
                    <a:cubicBezTo>
                      <a:pt x="18014" y="1975"/>
                      <a:pt x="16194" y="4026"/>
                      <a:pt x="14415" y="6181"/>
                    </a:cubicBezTo>
                    <a:cubicBezTo>
                      <a:pt x="14060" y="6537"/>
                      <a:pt x="13746" y="6934"/>
                      <a:pt x="13474" y="7332"/>
                    </a:cubicBezTo>
                    <a:cubicBezTo>
                      <a:pt x="13264" y="7583"/>
                      <a:pt x="13055" y="7876"/>
                      <a:pt x="12846" y="8148"/>
                    </a:cubicBezTo>
                    <a:lnTo>
                      <a:pt x="12804" y="8169"/>
                    </a:lnTo>
                    <a:cubicBezTo>
                      <a:pt x="9561" y="12270"/>
                      <a:pt x="6506" y="16643"/>
                      <a:pt x="3577" y="20911"/>
                    </a:cubicBezTo>
                    <a:cubicBezTo>
                      <a:pt x="3577" y="20911"/>
                      <a:pt x="3577" y="20932"/>
                      <a:pt x="3556" y="20932"/>
                    </a:cubicBezTo>
                    <a:cubicBezTo>
                      <a:pt x="3556" y="20953"/>
                      <a:pt x="3535" y="20953"/>
                      <a:pt x="3535" y="20974"/>
                    </a:cubicBezTo>
                    <a:cubicBezTo>
                      <a:pt x="2447" y="22522"/>
                      <a:pt x="1401" y="24050"/>
                      <a:pt x="355" y="25535"/>
                    </a:cubicBezTo>
                    <a:cubicBezTo>
                      <a:pt x="0" y="26042"/>
                      <a:pt x="531" y="26603"/>
                      <a:pt x="1046" y="26603"/>
                    </a:cubicBezTo>
                    <a:cubicBezTo>
                      <a:pt x="1169" y="26603"/>
                      <a:pt x="1292" y="26571"/>
                      <a:pt x="1401" y="26498"/>
                    </a:cubicBezTo>
                    <a:cubicBezTo>
                      <a:pt x="1987" y="26142"/>
                      <a:pt x="2593" y="25745"/>
                      <a:pt x="3137" y="25347"/>
                    </a:cubicBezTo>
                    <a:cubicBezTo>
                      <a:pt x="3158" y="25347"/>
                      <a:pt x="3158" y="25326"/>
                      <a:pt x="3158" y="25326"/>
                    </a:cubicBezTo>
                    <a:cubicBezTo>
                      <a:pt x="11423" y="19593"/>
                      <a:pt x="18746" y="10177"/>
                      <a:pt x="20274" y="239"/>
                    </a:cubicBezTo>
                    <a:cubicBezTo>
                      <a:pt x="20274" y="155"/>
                      <a:pt x="20232" y="113"/>
                      <a:pt x="20211" y="50"/>
                    </a:cubicBezTo>
                    <a:cubicBezTo>
                      <a:pt x="20180" y="20"/>
                      <a:pt x="20139" y="0"/>
                      <a:pt x="201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0" name="Google Shape;270;p18"/>
              <p:cNvSpPr/>
              <p:nvPr/>
            </p:nvSpPr>
            <p:spPr>
              <a:xfrm>
                <a:off x="20308800" y="28749150"/>
                <a:ext cx="511325" cy="822775"/>
              </a:xfrm>
              <a:custGeom>
                <a:avLst/>
                <a:gdLst/>
                <a:ahLst/>
                <a:cxnLst/>
                <a:rect l="l" t="t" r="r" b="b"/>
                <a:pathLst>
                  <a:path w="20453" h="32911" extrusionOk="0">
                    <a:moveTo>
                      <a:pt x="20227" y="1"/>
                    </a:moveTo>
                    <a:cubicBezTo>
                      <a:pt x="20190" y="1"/>
                      <a:pt x="20153" y="8"/>
                      <a:pt x="20118" y="22"/>
                    </a:cubicBezTo>
                    <a:cubicBezTo>
                      <a:pt x="20097" y="22"/>
                      <a:pt x="20097" y="63"/>
                      <a:pt x="20076" y="84"/>
                    </a:cubicBezTo>
                    <a:cubicBezTo>
                      <a:pt x="19804" y="335"/>
                      <a:pt x="19574" y="607"/>
                      <a:pt x="19302" y="900"/>
                    </a:cubicBezTo>
                    <a:cubicBezTo>
                      <a:pt x="19302" y="900"/>
                      <a:pt x="19302" y="921"/>
                      <a:pt x="19281" y="921"/>
                    </a:cubicBezTo>
                    <a:cubicBezTo>
                      <a:pt x="19051" y="1172"/>
                      <a:pt x="18841" y="1444"/>
                      <a:pt x="18632" y="1695"/>
                    </a:cubicBezTo>
                    <a:cubicBezTo>
                      <a:pt x="18569" y="1758"/>
                      <a:pt x="18528" y="1842"/>
                      <a:pt x="18465" y="1884"/>
                    </a:cubicBezTo>
                    <a:cubicBezTo>
                      <a:pt x="18318" y="2093"/>
                      <a:pt x="18130" y="2302"/>
                      <a:pt x="17984" y="2512"/>
                    </a:cubicBezTo>
                    <a:cubicBezTo>
                      <a:pt x="17921" y="2595"/>
                      <a:pt x="17837" y="2679"/>
                      <a:pt x="17795" y="2784"/>
                    </a:cubicBezTo>
                    <a:cubicBezTo>
                      <a:pt x="17628" y="2993"/>
                      <a:pt x="17502" y="3160"/>
                      <a:pt x="17356" y="3369"/>
                    </a:cubicBezTo>
                    <a:cubicBezTo>
                      <a:pt x="17293" y="3453"/>
                      <a:pt x="17209" y="3558"/>
                      <a:pt x="17168" y="3641"/>
                    </a:cubicBezTo>
                    <a:cubicBezTo>
                      <a:pt x="17000" y="3851"/>
                      <a:pt x="16875" y="4060"/>
                      <a:pt x="16749" y="4269"/>
                    </a:cubicBezTo>
                    <a:cubicBezTo>
                      <a:pt x="16686" y="4353"/>
                      <a:pt x="16644" y="4436"/>
                      <a:pt x="16561" y="4520"/>
                    </a:cubicBezTo>
                    <a:lnTo>
                      <a:pt x="16100" y="5232"/>
                    </a:lnTo>
                    <a:cubicBezTo>
                      <a:pt x="16059" y="5273"/>
                      <a:pt x="16017" y="5336"/>
                      <a:pt x="15996" y="5420"/>
                    </a:cubicBezTo>
                    <a:cubicBezTo>
                      <a:pt x="15598" y="6006"/>
                      <a:pt x="15222" y="6633"/>
                      <a:pt x="14866" y="7282"/>
                    </a:cubicBezTo>
                    <a:cubicBezTo>
                      <a:pt x="14803" y="7345"/>
                      <a:pt x="14782" y="7429"/>
                      <a:pt x="14740" y="7512"/>
                    </a:cubicBezTo>
                    <a:cubicBezTo>
                      <a:pt x="14594" y="7742"/>
                      <a:pt x="14468" y="7973"/>
                      <a:pt x="14322" y="8203"/>
                    </a:cubicBezTo>
                    <a:cubicBezTo>
                      <a:pt x="14259" y="8286"/>
                      <a:pt x="14217" y="8391"/>
                      <a:pt x="14155" y="8475"/>
                    </a:cubicBezTo>
                    <a:lnTo>
                      <a:pt x="13757" y="9186"/>
                    </a:lnTo>
                    <a:cubicBezTo>
                      <a:pt x="13715" y="9249"/>
                      <a:pt x="13652" y="9333"/>
                      <a:pt x="13631" y="9416"/>
                    </a:cubicBezTo>
                    <a:cubicBezTo>
                      <a:pt x="13485" y="9709"/>
                      <a:pt x="13318" y="9960"/>
                      <a:pt x="13171" y="10253"/>
                    </a:cubicBezTo>
                    <a:cubicBezTo>
                      <a:pt x="12962" y="10609"/>
                      <a:pt x="12753" y="10986"/>
                      <a:pt x="12564" y="11341"/>
                    </a:cubicBezTo>
                    <a:cubicBezTo>
                      <a:pt x="12502" y="11488"/>
                      <a:pt x="12439" y="11592"/>
                      <a:pt x="12376" y="11718"/>
                    </a:cubicBezTo>
                    <a:lnTo>
                      <a:pt x="12062" y="12262"/>
                    </a:lnTo>
                    <a:cubicBezTo>
                      <a:pt x="11539" y="13224"/>
                      <a:pt x="10995" y="14166"/>
                      <a:pt x="10409" y="15108"/>
                    </a:cubicBezTo>
                    <a:cubicBezTo>
                      <a:pt x="8568" y="18183"/>
                      <a:pt x="6622" y="21217"/>
                      <a:pt x="4718" y="24251"/>
                    </a:cubicBezTo>
                    <a:lnTo>
                      <a:pt x="4718" y="24272"/>
                    </a:lnTo>
                    <a:lnTo>
                      <a:pt x="4718" y="24293"/>
                    </a:lnTo>
                    <a:lnTo>
                      <a:pt x="4718" y="24314"/>
                    </a:lnTo>
                    <a:lnTo>
                      <a:pt x="4718" y="24356"/>
                    </a:lnTo>
                    <a:lnTo>
                      <a:pt x="4718" y="24377"/>
                    </a:lnTo>
                    <a:cubicBezTo>
                      <a:pt x="3693" y="26030"/>
                      <a:pt x="2668" y="27641"/>
                      <a:pt x="1684" y="29315"/>
                    </a:cubicBezTo>
                    <a:lnTo>
                      <a:pt x="1684" y="29336"/>
                    </a:lnTo>
                    <a:lnTo>
                      <a:pt x="1684" y="29377"/>
                    </a:lnTo>
                    <a:lnTo>
                      <a:pt x="1684" y="29398"/>
                    </a:lnTo>
                    <a:lnTo>
                      <a:pt x="1684" y="29419"/>
                    </a:lnTo>
                    <a:lnTo>
                      <a:pt x="1684" y="29461"/>
                    </a:lnTo>
                    <a:cubicBezTo>
                      <a:pt x="1621" y="29503"/>
                      <a:pt x="1600" y="29587"/>
                      <a:pt x="1559" y="29670"/>
                    </a:cubicBezTo>
                    <a:lnTo>
                      <a:pt x="1559" y="29691"/>
                    </a:lnTo>
                    <a:cubicBezTo>
                      <a:pt x="1140" y="30361"/>
                      <a:pt x="743" y="31072"/>
                      <a:pt x="345" y="31763"/>
                    </a:cubicBezTo>
                    <a:cubicBezTo>
                      <a:pt x="1" y="32365"/>
                      <a:pt x="520" y="32911"/>
                      <a:pt x="1088" y="32911"/>
                    </a:cubicBezTo>
                    <a:cubicBezTo>
                      <a:pt x="1210" y="32911"/>
                      <a:pt x="1335" y="32886"/>
                      <a:pt x="1454" y="32830"/>
                    </a:cubicBezTo>
                    <a:cubicBezTo>
                      <a:pt x="1517" y="32809"/>
                      <a:pt x="1600" y="32746"/>
                      <a:pt x="1684" y="32662"/>
                    </a:cubicBezTo>
                    <a:cubicBezTo>
                      <a:pt x="6476" y="28038"/>
                      <a:pt x="10388" y="22556"/>
                      <a:pt x="13757" y="16844"/>
                    </a:cubicBezTo>
                    <a:cubicBezTo>
                      <a:pt x="16247" y="12408"/>
                      <a:pt x="19051" y="7721"/>
                      <a:pt x="20097" y="2700"/>
                    </a:cubicBezTo>
                    <a:cubicBezTo>
                      <a:pt x="20097" y="2658"/>
                      <a:pt x="20118" y="2616"/>
                      <a:pt x="20118" y="2595"/>
                    </a:cubicBezTo>
                    <a:cubicBezTo>
                      <a:pt x="20160" y="2365"/>
                      <a:pt x="20222" y="2093"/>
                      <a:pt x="20243" y="1863"/>
                    </a:cubicBezTo>
                    <a:cubicBezTo>
                      <a:pt x="20243" y="1800"/>
                      <a:pt x="20264" y="1779"/>
                      <a:pt x="20264" y="1737"/>
                    </a:cubicBezTo>
                    <a:lnTo>
                      <a:pt x="20348" y="1172"/>
                    </a:lnTo>
                    <a:cubicBezTo>
                      <a:pt x="20390" y="1068"/>
                      <a:pt x="20390" y="1005"/>
                      <a:pt x="20390" y="879"/>
                    </a:cubicBezTo>
                    <a:cubicBezTo>
                      <a:pt x="20411" y="733"/>
                      <a:pt x="20411" y="607"/>
                      <a:pt x="20432" y="440"/>
                    </a:cubicBezTo>
                    <a:cubicBezTo>
                      <a:pt x="20432" y="356"/>
                      <a:pt x="20453" y="294"/>
                      <a:pt x="20453" y="210"/>
                    </a:cubicBezTo>
                    <a:lnTo>
                      <a:pt x="20453" y="126"/>
                    </a:lnTo>
                    <a:cubicBezTo>
                      <a:pt x="20453" y="105"/>
                      <a:pt x="20432" y="105"/>
                      <a:pt x="20432" y="84"/>
                    </a:cubicBezTo>
                    <a:cubicBezTo>
                      <a:pt x="20376" y="29"/>
                      <a:pt x="20301" y="1"/>
                      <a:pt x="20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1" name="Google Shape;271;p18"/>
              <p:cNvSpPr/>
              <p:nvPr/>
            </p:nvSpPr>
            <p:spPr>
              <a:xfrm>
                <a:off x="20182700" y="28375125"/>
                <a:ext cx="603425" cy="350075"/>
              </a:xfrm>
              <a:custGeom>
                <a:avLst/>
                <a:gdLst/>
                <a:ahLst/>
                <a:cxnLst/>
                <a:rect l="l" t="t" r="r" b="b"/>
                <a:pathLst>
                  <a:path w="24137" h="14003" extrusionOk="0">
                    <a:moveTo>
                      <a:pt x="808" y="1"/>
                    </a:moveTo>
                    <a:cubicBezTo>
                      <a:pt x="364" y="1"/>
                      <a:pt x="1" y="496"/>
                      <a:pt x="137" y="922"/>
                    </a:cubicBezTo>
                    <a:cubicBezTo>
                      <a:pt x="179" y="1027"/>
                      <a:pt x="263" y="1131"/>
                      <a:pt x="367" y="1215"/>
                    </a:cubicBezTo>
                    <a:cubicBezTo>
                      <a:pt x="6623" y="6404"/>
                      <a:pt x="13131" y="11070"/>
                      <a:pt x="20935" y="13288"/>
                    </a:cubicBezTo>
                    <a:cubicBezTo>
                      <a:pt x="20977" y="13309"/>
                      <a:pt x="21040" y="13309"/>
                      <a:pt x="21103" y="13351"/>
                    </a:cubicBezTo>
                    <a:cubicBezTo>
                      <a:pt x="21500" y="13434"/>
                      <a:pt x="21919" y="13560"/>
                      <a:pt x="22316" y="13643"/>
                    </a:cubicBezTo>
                    <a:cubicBezTo>
                      <a:pt x="22421" y="13685"/>
                      <a:pt x="22484" y="13706"/>
                      <a:pt x="22588" y="13727"/>
                    </a:cubicBezTo>
                    <a:cubicBezTo>
                      <a:pt x="22965" y="13811"/>
                      <a:pt x="23362" y="13895"/>
                      <a:pt x="23718" y="13957"/>
                    </a:cubicBezTo>
                    <a:cubicBezTo>
                      <a:pt x="23781" y="13957"/>
                      <a:pt x="23802" y="13999"/>
                      <a:pt x="23823" y="13999"/>
                    </a:cubicBezTo>
                    <a:cubicBezTo>
                      <a:pt x="23838" y="14001"/>
                      <a:pt x="23852" y="14002"/>
                      <a:pt x="23867" y="14002"/>
                    </a:cubicBezTo>
                    <a:cubicBezTo>
                      <a:pt x="23990" y="14002"/>
                      <a:pt x="24078" y="13923"/>
                      <a:pt x="24116" y="13811"/>
                    </a:cubicBezTo>
                    <a:cubicBezTo>
                      <a:pt x="24137" y="13769"/>
                      <a:pt x="24137" y="13727"/>
                      <a:pt x="24116" y="13685"/>
                    </a:cubicBezTo>
                    <a:cubicBezTo>
                      <a:pt x="24116" y="13643"/>
                      <a:pt x="24095" y="13602"/>
                      <a:pt x="24032" y="13581"/>
                    </a:cubicBezTo>
                    <a:cubicBezTo>
                      <a:pt x="23676" y="13309"/>
                      <a:pt x="23341" y="13037"/>
                      <a:pt x="22965" y="12765"/>
                    </a:cubicBezTo>
                    <a:cubicBezTo>
                      <a:pt x="22923" y="12744"/>
                      <a:pt x="22860" y="12681"/>
                      <a:pt x="22818" y="12660"/>
                    </a:cubicBezTo>
                    <a:cubicBezTo>
                      <a:pt x="22525" y="12451"/>
                      <a:pt x="22212" y="12221"/>
                      <a:pt x="21919" y="12011"/>
                    </a:cubicBezTo>
                    <a:lnTo>
                      <a:pt x="21688" y="11844"/>
                    </a:lnTo>
                    <a:cubicBezTo>
                      <a:pt x="21333" y="11614"/>
                      <a:pt x="21019" y="11384"/>
                      <a:pt x="20684" y="11175"/>
                    </a:cubicBezTo>
                    <a:lnTo>
                      <a:pt x="20663" y="11133"/>
                    </a:lnTo>
                    <a:cubicBezTo>
                      <a:pt x="16876" y="8580"/>
                      <a:pt x="12859" y="6404"/>
                      <a:pt x="8841" y="4228"/>
                    </a:cubicBezTo>
                    <a:cubicBezTo>
                      <a:pt x="8841" y="4228"/>
                      <a:pt x="8820" y="4228"/>
                      <a:pt x="8820" y="4207"/>
                    </a:cubicBezTo>
                    <a:lnTo>
                      <a:pt x="8800" y="4207"/>
                    </a:lnTo>
                    <a:cubicBezTo>
                      <a:pt x="6226" y="2847"/>
                      <a:pt x="3673" y="1508"/>
                      <a:pt x="1121" y="85"/>
                    </a:cubicBezTo>
                    <a:cubicBezTo>
                      <a:pt x="1016" y="27"/>
                      <a:pt x="910" y="1"/>
                      <a:pt x="8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2" name="Google Shape;272;p18"/>
              <p:cNvSpPr/>
              <p:nvPr/>
            </p:nvSpPr>
            <p:spPr>
              <a:xfrm>
                <a:off x="19914100" y="28430850"/>
                <a:ext cx="673250" cy="292175"/>
              </a:xfrm>
              <a:custGeom>
                <a:avLst/>
                <a:gdLst/>
                <a:ahLst/>
                <a:cxnLst/>
                <a:rect l="l" t="t" r="r" b="b"/>
                <a:pathLst>
                  <a:path w="26930" h="11687" extrusionOk="0">
                    <a:moveTo>
                      <a:pt x="1364" y="1"/>
                    </a:moveTo>
                    <a:cubicBezTo>
                      <a:pt x="1157" y="1"/>
                      <a:pt x="953" y="11"/>
                      <a:pt x="754" y="32"/>
                    </a:cubicBezTo>
                    <a:cubicBezTo>
                      <a:pt x="210" y="53"/>
                      <a:pt x="1" y="492"/>
                      <a:pt x="106" y="911"/>
                    </a:cubicBezTo>
                    <a:cubicBezTo>
                      <a:pt x="210" y="1141"/>
                      <a:pt x="357" y="1392"/>
                      <a:pt x="650" y="1476"/>
                    </a:cubicBezTo>
                    <a:cubicBezTo>
                      <a:pt x="3683" y="2522"/>
                      <a:pt x="6696" y="3610"/>
                      <a:pt x="9647" y="4782"/>
                    </a:cubicBezTo>
                    <a:lnTo>
                      <a:pt x="9626" y="4782"/>
                    </a:lnTo>
                    <a:cubicBezTo>
                      <a:pt x="11802" y="5640"/>
                      <a:pt x="13936" y="6581"/>
                      <a:pt x="16091" y="7606"/>
                    </a:cubicBezTo>
                    <a:cubicBezTo>
                      <a:pt x="16970" y="8025"/>
                      <a:pt x="17807" y="8464"/>
                      <a:pt x="18644" y="8925"/>
                    </a:cubicBezTo>
                    <a:cubicBezTo>
                      <a:pt x="21238" y="10222"/>
                      <a:pt x="23770" y="11394"/>
                      <a:pt x="26783" y="11686"/>
                    </a:cubicBezTo>
                    <a:cubicBezTo>
                      <a:pt x="26825" y="11686"/>
                      <a:pt x="26867" y="11686"/>
                      <a:pt x="26888" y="11666"/>
                    </a:cubicBezTo>
                    <a:cubicBezTo>
                      <a:pt x="26909" y="11645"/>
                      <a:pt x="26930" y="11582"/>
                      <a:pt x="26930" y="11498"/>
                    </a:cubicBezTo>
                    <a:cubicBezTo>
                      <a:pt x="26930" y="11414"/>
                      <a:pt x="26888" y="11373"/>
                      <a:pt x="26804" y="11352"/>
                    </a:cubicBezTo>
                    <a:lnTo>
                      <a:pt x="26783" y="11352"/>
                    </a:lnTo>
                    <a:cubicBezTo>
                      <a:pt x="26553" y="11268"/>
                      <a:pt x="26344" y="11184"/>
                      <a:pt x="26093" y="11080"/>
                    </a:cubicBezTo>
                    <a:cubicBezTo>
                      <a:pt x="26051" y="11059"/>
                      <a:pt x="25988" y="11038"/>
                      <a:pt x="25946" y="11038"/>
                    </a:cubicBezTo>
                    <a:cubicBezTo>
                      <a:pt x="25737" y="10954"/>
                      <a:pt x="25528" y="10850"/>
                      <a:pt x="25318" y="10745"/>
                    </a:cubicBezTo>
                    <a:cubicBezTo>
                      <a:pt x="25256" y="10724"/>
                      <a:pt x="25214" y="10682"/>
                      <a:pt x="25130" y="10661"/>
                    </a:cubicBezTo>
                    <a:cubicBezTo>
                      <a:pt x="24921" y="10557"/>
                      <a:pt x="24733" y="10452"/>
                      <a:pt x="24523" y="10347"/>
                    </a:cubicBezTo>
                    <a:lnTo>
                      <a:pt x="24377" y="10264"/>
                    </a:lnTo>
                    <a:cubicBezTo>
                      <a:pt x="24189" y="10159"/>
                      <a:pt x="24042" y="10054"/>
                      <a:pt x="23854" y="9950"/>
                    </a:cubicBezTo>
                    <a:cubicBezTo>
                      <a:pt x="23791" y="9929"/>
                      <a:pt x="23749" y="9908"/>
                      <a:pt x="23686" y="9845"/>
                    </a:cubicBezTo>
                    <a:cubicBezTo>
                      <a:pt x="23519" y="9762"/>
                      <a:pt x="23331" y="9615"/>
                      <a:pt x="23142" y="9510"/>
                    </a:cubicBezTo>
                    <a:cubicBezTo>
                      <a:pt x="23059" y="9469"/>
                      <a:pt x="23017" y="9427"/>
                      <a:pt x="22933" y="9385"/>
                    </a:cubicBezTo>
                    <a:cubicBezTo>
                      <a:pt x="22745" y="9280"/>
                      <a:pt x="22598" y="9155"/>
                      <a:pt x="22410" y="9029"/>
                    </a:cubicBezTo>
                    <a:cubicBezTo>
                      <a:pt x="22326" y="8966"/>
                      <a:pt x="22264" y="8925"/>
                      <a:pt x="22180" y="8841"/>
                    </a:cubicBezTo>
                    <a:cubicBezTo>
                      <a:pt x="22054" y="8757"/>
                      <a:pt x="21950" y="8673"/>
                      <a:pt x="21845" y="8569"/>
                    </a:cubicBezTo>
                    <a:cubicBezTo>
                      <a:pt x="21678" y="8443"/>
                      <a:pt x="21531" y="8339"/>
                      <a:pt x="21364" y="8213"/>
                    </a:cubicBezTo>
                    <a:cubicBezTo>
                      <a:pt x="21343" y="8192"/>
                      <a:pt x="21280" y="8150"/>
                      <a:pt x="21259" y="8129"/>
                    </a:cubicBezTo>
                    <a:cubicBezTo>
                      <a:pt x="18769" y="6246"/>
                      <a:pt x="16363" y="4112"/>
                      <a:pt x="13559" y="2773"/>
                    </a:cubicBezTo>
                    <a:cubicBezTo>
                      <a:pt x="10023" y="1078"/>
                      <a:pt x="6006" y="137"/>
                      <a:pt x="2051" y="32"/>
                    </a:cubicBezTo>
                    <a:lnTo>
                      <a:pt x="1989" y="32"/>
                    </a:lnTo>
                    <a:cubicBezTo>
                      <a:pt x="1779" y="11"/>
                      <a:pt x="1570" y="1"/>
                      <a:pt x="13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3" name="Google Shape;273;p18"/>
              <p:cNvSpPr/>
              <p:nvPr/>
            </p:nvSpPr>
            <p:spPr>
              <a:xfrm>
                <a:off x="19600250" y="28499650"/>
                <a:ext cx="774200" cy="245875"/>
              </a:xfrm>
              <a:custGeom>
                <a:avLst/>
                <a:gdLst/>
                <a:ahLst/>
                <a:cxnLst/>
                <a:rect l="l" t="t" r="r" b="b"/>
                <a:pathLst>
                  <a:path w="30968" h="9835" extrusionOk="0">
                    <a:moveTo>
                      <a:pt x="6613" y="0"/>
                    </a:moveTo>
                    <a:cubicBezTo>
                      <a:pt x="4520" y="0"/>
                      <a:pt x="2532" y="63"/>
                      <a:pt x="733" y="251"/>
                    </a:cubicBezTo>
                    <a:cubicBezTo>
                      <a:pt x="252" y="272"/>
                      <a:pt x="1" y="753"/>
                      <a:pt x="105" y="1151"/>
                    </a:cubicBezTo>
                    <a:cubicBezTo>
                      <a:pt x="105" y="1318"/>
                      <a:pt x="252" y="1507"/>
                      <a:pt x="545" y="1590"/>
                    </a:cubicBezTo>
                    <a:cubicBezTo>
                      <a:pt x="5859" y="2678"/>
                      <a:pt x="11007" y="4080"/>
                      <a:pt x="16154" y="5712"/>
                    </a:cubicBezTo>
                    <a:cubicBezTo>
                      <a:pt x="16509" y="5817"/>
                      <a:pt x="16844" y="5963"/>
                      <a:pt x="17179" y="6068"/>
                    </a:cubicBezTo>
                    <a:lnTo>
                      <a:pt x="17158" y="6068"/>
                    </a:lnTo>
                    <a:cubicBezTo>
                      <a:pt x="18518" y="6528"/>
                      <a:pt x="19878" y="7051"/>
                      <a:pt x="21259" y="7574"/>
                    </a:cubicBezTo>
                    <a:cubicBezTo>
                      <a:pt x="21343" y="7595"/>
                      <a:pt x="21385" y="7637"/>
                      <a:pt x="21468" y="7658"/>
                    </a:cubicBezTo>
                    <a:cubicBezTo>
                      <a:pt x="21489" y="7658"/>
                      <a:pt x="21531" y="7679"/>
                      <a:pt x="21573" y="7679"/>
                    </a:cubicBezTo>
                    <a:cubicBezTo>
                      <a:pt x="24000" y="8579"/>
                      <a:pt x="26490" y="9416"/>
                      <a:pt x="29022" y="9730"/>
                    </a:cubicBezTo>
                    <a:lnTo>
                      <a:pt x="29064" y="9730"/>
                    </a:lnTo>
                    <a:cubicBezTo>
                      <a:pt x="29182" y="9747"/>
                      <a:pt x="29355" y="9777"/>
                      <a:pt x="29528" y="9777"/>
                    </a:cubicBezTo>
                    <a:cubicBezTo>
                      <a:pt x="29569" y="9777"/>
                      <a:pt x="29610" y="9775"/>
                      <a:pt x="29649" y="9771"/>
                    </a:cubicBezTo>
                    <a:cubicBezTo>
                      <a:pt x="29838" y="9792"/>
                      <a:pt x="30026" y="9792"/>
                      <a:pt x="30173" y="9834"/>
                    </a:cubicBezTo>
                    <a:lnTo>
                      <a:pt x="30319" y="9834"/>
                    </a:lnTo>
                    <a:cubicBezTo>
                      <a:pt x="30361" y="9834"/>
                      <a:pt x="30424" y="9834"/>
                      <a:pt x="30466" y="9792"/>
                    </a:cubicBezTo>
                    <a:cubicBezTo>
                      <a:pt x="30758" y="9730"/>
                      <a:pt x="30968" y="9374"/>
                      <a:pt x="30905" y="9060"/>
                    </a:cubicBezTo>
                    <a:cubicBezTo>
                      <a:pt x="30884" y="8997"/>
                      <a:pt x="30884" y="8914"/>
                      <a:pt x="30821" y="8851"/>
                    </a:cubicBezTo>
                    <a:cubicBezTo>
                      <a:pt x="30779" y="8788"/>
                      <a:pt x="30717" y="8725"/>
                      <a:pt x="30675" y="8642"/>
                    </a:cubicBezTo>
                    <a:cubicBezTo>
                      <a:pt x="30445" y="8328"/>
                      <a:pt x="30173" y="8056"/>
                      <a:pt x="29942" y="7763"/>
                    </a:cubicBezTo>
                    <a:cubicBezTo>
                      <a:pt x="29733" y="7428"/>
                      <a:pt x="29440" y="7135"/>
                      <a:pt x="29105" y="6905"/>
                    </a:cubicBezTo>
                    <a:cubicBezTo>
                      <a:pt x="23686" y="1716"/>
                      <a:pt x="14501" y="42"/>
                      <a:pt x="66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4" name="Google Shape;274;p18"/>
              <p:cNvSpPr/>
              <p:nvPr/>
            </p:nvSpPr>
            <p:spPr>
              <a:xfrm>
                <a:off x="20149825" y="28752300"/>
                <a:ext cx="462625" cy="768775"/>
              </a:xfrm>
              <a:custGeom>
                <a:avLst/>
                <a:gdLst/>
                <a:ahLst/>
                <a:cxnLst/>
                <a:rect l="l" t="t" r="r" b="b"/>
                <a:pathLst>
                  <a:path w="18505" h="30751" extrusionOk="0">
                    <a:moveTo>
                      <a:pt x="13598" y="8453"/>
                    </a:moveTo>
                    <a:cubicBezTo>
                      <a:pt x="13593" y="8459"/>
                      <a:pt x="13588" y="8464"/>
                      <a:pt x="13588" y="8474"/>
                    </a:cubicBezTo>
                    <a:lnTo>
                      <a:pt x="13588" y="8474"/>
                    </a:lnTo>
                    <a:cubicBezTo>
                      <a:pt x="13591" y="8467"/>
                      <a:pt x="13595" y="8460"/>
                      <a:pt x="13598" y="8453"/>
                    </a:cubicBezTo>
                    <a:close/>
                    <a:moveTo>
                      <a:pt x="18233" y="0"/>
                    </a:moveTo>
                    <a:cubicBezTo>
                      <a:pt x="18170" y="0"/>
                      <a:pt x="18066" y="42"/>
                      <a:pt x="18003" y="84"/>
                    </a:cubicBezTo>
                    <a:cubicBezTo>
                      <a:pt x="17773" y="293"/>
                      <a:pt x="17563" y="481"/>
                      <a:pt x="17333" y="691"/>
                    </a:cubicBezTo>
                    <a:cubicBezTo>
                      <a:pt x="17255" y="769"/>
                      <a:pt x="17323" y="902"/>
                      <a:pt x="17418" y="902"/>
                    </a:cubicBezTo>
                    <a:cubicBezTo>
                      <a:pt x="17424" y="902"/>
                      <a:pt x="17431" y="901"/>
                      <a:pt x="17438" y="900"/>
                    </a:cubicBezTo>
                    <a:lnTo>
                      <a:pt x="17438" y="900"/>
                    </a:lnTo>
                    <a:cubicBezTo>
                      <a:pt x="17375" y="921"/>
                      <a:pt x="17354" y="942"/>
                      <a:pt x="17291" y="984"/>
                    </a:cubicBezTo>
                    <a:cubicBezTo>
                      <a:pt x="17291" y="984"/>
                      <a:pt x="17270" y="984"/>
                      <a:pt x="17270" y="1005"/>
                    </a:cubicBezTo>
                    <a:cubicBezTo>
                      <a:pt x="17229" y="1025"/>
                      <a:pt x="17187" y="1046"/>
                      <a:pt x="17145" y="1109"/>
                    </a:cubicBezTo>
                    <a:lnTo>
                      <a:pt x="17124" y="1130"/>
                    </a:lnTo>
                    <a:lnTo>
                      <a:pt x="16977" y="1256"/>
                    </a:lnTo>
                    <a:cubicBezTo>
                      <a:pt x="16957" y="1297"/>
                      <a:pt x="16936" y="1318"/>
                      <a:pt x="16915" y="1360"/>
                    </a:cubicBezTo>
                    <a:lnTo>
                      <a:pt x="16852" y="1423"/>
                    </a:lnTo>
                    <a:cubicBezTo>
                      <a:pt x="16203" y="2302"/>
                      <a:pt x="15471" y="4143"/>
                      <a:pt x="14927" y="5524"/>
                    </a:cubicBezTo>
                    <a:cubicBezTo>
                      <a:pt x="14760" y="5922"/>
                      <a:pt x="14613" y="6340"/>
                      <a:pt x="14446" y="6738"/>
                    </a:cubicBezTo>
                    <a:cubicBezTo>
                      <a:pt x="14446" y="6759"/>
                      <a:pt x="14425" y="6779"/>
                      <a:pt x="14425" y="6800"/>
                    </a:cubicBezTo>
                    <a:cubicBezTo>
                      <a:pt x="14425" y="6842"/>
                      <a:pt x="14404" y="6842"/>
                      <a:pt x="14404" y="6863"/>
                    </a:cubicBezTo>
                    <a:cubicBezTo>
                      <a:pt x="14341" y="6968"/>
                      <a:pt x="14320" y="7051"/>
                      <a:pt x="14299" y="7093"/>
                    </a:cubicBezTo>
                    <a:cubicBezTo>
                      <a:pt x="14236" y="7219"/>
                      <a:pt x="14153" y="7365"/>
                      <a:pt x="14111" y="7470"/>
                    </a:cubicBezTo>
                    <a:cubicBezTo>
                      <a:pt x="13930" y="7793"/>
                      <a:pt x="13787" y="8115"/>
                      <a:pt x="13608" y="8438"/>
                    </a:cubicBezTo>
                    <a:lnTo>
                      <a:pt x="13608" y="8438"/>
                    </a:lnTo>
                    <a:cubicBezTo>
                      <a:pt x="13609" y="8436"/>
                      <a:pt x="13609" y="8434"/>
                      <a:pt x="13609" y="8432"/>
                    </a:cubicBezTo>
                    <a:lnTo>
                      <a:pt x="13609" y="8432"/>
                    </a:lnTo>
                    <a:cubicBezTo>
                      <a:pt x="13605" y="8439"/>
                      <a:pt x="13602" y="8446"/>
                      <a:pt x="13598" y="8453"/>
                    </a:cubicBezTo>
                    <a:lnTo>
                      <a:pt x="13598" y="8453"/>
                    </a:lnTo>
                    <a:cubicBezTo>
                      <a:pt x="13599" y="8452"/>
                      <a:pt x="13600" y="8451"/>
                      <a:pt x="13601" y="8450"/>
                    </a:cubicBezTo>
                    <a:lnTo>
                      <a:pt x="13601" y="8450"/>
                    </a:lnTo>
                    <a:cubicBezTo>
                      <a:pt x="13597" y="8458"/>
                      <a:pt x="13592" y="8466"/>
                      <a:pt x="13588" y="8474"/>
                    </a:cubicBezTo>
                    <a:cubicBezTo>
                      <a:pt x="13588" y="8474"/>
                      <a:pt x="13588" y="8474"/>
                      <a:pt x="13588" y="8474"/>
                    </a:cubicBezTo>
                    <a:lnTo>
                      <a:pt x="13588" y="8474"/>
                    </a:lnTo>
                    <a:cubicBezTo>
                      <a:pt x="12527" y="10595"/>
                      <a:pt x="11404" y="12735"/>
                      <a:pt x="10261" y="14814"/>
                    </a:cubicBezTo>
                    <a:cubicBezTo>
                      <a:pt x="8294" y="18308"/>
                      <a:pt x="6181" y="21635"/>
                      <a:pt x="3900" y="24878"/>
                    </a:cubicBezTo>
                    <a:cubicBezTo>
                      <a:pt x="2729" y="26552"/>
                      <a:pt x="1536" y="28226"/>
                      <a:pt x="301" y="29879"/>
                    </a:cubicBezTo>
                    <a:cubicBezTo>
                      <a:pt x="1" y="30291"/>
                      <a:pt x="299" y="30750"/>
                      <a:pt x="688" y="30750"/>
                    </a:cubicBezTo>
                    <a:cubicBezTo>
                      <a:pt x="813" y="30750"/>
                      <a:pt x="948" y="30703"/>
                      <a:pt x="1076" y="30591"/>
                    </a:cubicBezTo>
                    <a:cubicBezTo>
                      <a:pt x="2540" y="29251"/>
                      <a:pt x="4047" y="27787"/>
                      <a:pt x="5532" y="26155"/>
                    </a:cubicBezTo>
                    <a:lnTo>
                      <a:pt x="5532" y="26134"/>
                    </a:lnTo>
                    <a:lnTo>
                      <a:pt x="5616" y="26050"/>
                    </a:lnTo>
                    <a:cubicBezTo>
                      <a:pt x="11726" y="19355"/>
                      <a:pt x="17375" y="10546"/>
                      <a:pt x="18379" y="1988"/>
                    </a:cubicBezTo>
                    <a:lnTo>
                      <a:pt x="18379" y="1883"/>
                    </a:lnTo>
                    <a:cubicBezTo>
                      <a:pt x="18421" y="1360"/>
                      <a:pt x="18484" y="816"/>
                      <a:pt x="18505" y="293"/>
                    </a:cubicBezTo>
                    <a:lnTo>
                      <a:pt x="18505" y="189"/>
                    </a:lnTo>
                    <a:cubicBezTo>
                      <a:pt x="18484" y="84"/>
                      <a:pt x="18379" y="0"/>
                      <a:pt x="18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5" name="Google Shape;275;p18"/>
              <p:cNvSpPr/>
              <p:nvPr/>
            </p:nvSpPr>
            <p:spPr>
              <a:xfrm>
                <a:off x="19279125" y="28273675"/>
                <a:ext cx="2565725" cy="1180375"/>
              </a:xfrm>
              <a:custGeom>
                <a:avLst/>
                <a:gdLst/>
                <a:ahLst/>
                <a:cxnLst/>
                <a:rect l="l" t="t" r="r" b="b"/>
                <a:pathLst>
                  <a:path w="102629" h="47215" extrusionOk="0">
                    <a:moveTo>
                      <a:pt x="72729" y="5754"/>
                    </a:moveTo>
                    <a:lnTo>
                      <a:pt x="72729" y="5754"/>
                    </a:lnTo>
                    <a:cubicBezTo>
                      <a:pt x="73231" y="6277"/>
                      <a:pt x="73733" y="6800"/>
                      <a:pt x="74194" y="7365"/>
                    </a:cubicBezTo>
                    <a:cubicBezTo>
                      <a:pt x="74232" y="7403"/>
                      <a:pt x="74269" y="7419"/>
                      <a:pt x="74305" y="7419"/>
                    </a:cubicBezTo>
                    <a:cubicBezTo>
                      <a:pt x="74369" y="7419"/>
                      <a:pt x="74426" y="7369"/>
                      <a:pt x="74466" y="7302"/>
                    </a:cubicBezTo>
                    <a:cubicBezTo>
                      <a:pt x="76328" y="9144"/>
                      <a:pt x="77918" y="11173"/>
                      <a:pt x="79257" y="13391"/>
                    </a:cubicBezTo>
                    <a:lnTo>
                      <a:pt x="79257" y="13433"/>
                    </a:lnTo>
                    <a:cubicBezTo>
                      <a:pt x="80659" y="15777"/>
                      <a:pt x="81789" y="18371"/>
                      <a:pt x="82626" y="21196"/>
                    </a:cubicBezTo>
                    <a:cubicBezTo>
                      <a:pt x="82103" y="21070"/>
                      <a:pt x="81559" y="20966"/>
                      <a:pt x="81036" y="20819"/>
                    </a:cubicBezTo>
                    <a:lnTo>
                      <a:pt x="81036" y="20777"/>
                    </a:lnTo>
                    <a:cubicBezTo>
                      <a:pt x="80994" y="20756"/>
                      <a:pt x="80931" y="20694"/>
                      <a:pt x="80868" y="20694"/>
                    </a:cubicBezTo>
                    <a:cubicBezTo>
                      <a:pt x="80847" y="20694"/>
                      <a:pt x="80847" y="20694"/>
                      <a:pt x="80827" y="20714"/>
                    </a:cubicBezTo>
                    <a:cubicBezTo>
                      <a:pt x="80785" y="20756"/>
                      <a:pt x="80743" y="20777"/>
                      <a:pt x="80722" y="20798"/>
                    </a:cubicBezTo>
                    <a:cubicBezTo>
                      <a:pt x="79885" y="20610"/>
                      <a:pt x="79006" y="20463"/>
                      <a:pt x="78169" y="20275"/>
                    </a:cubicBezTo>
                    <a:lnTo>
                      <a:pt x="78169" y="20254"/>
                    </a:lnTo>
                    <a:cubicBezTo>
                      <a:pt x="78169" y="20254"/>
                      <a:pt x="78169" y="20233"/>
                      <a:pt x="78211" y="20233"/>
                    </a:cubicBezTo>
                    <a:cubicBezTo>
                      <a:pt x="78839" y="14416"/>
                      <a:pt x="76579" y="9834"/>
                      <a:pt x="73043" y="6152"/>
                    </a:cubicBezTo>
                    <a:lnTo>
                      <a:pt x="72729" y="5754"/>
                    </a:lnTo>
                    <a:close/>
                    <a:moveTo>
                      <a:pt x="72311" y="19857"/>
                    </a:moveTo>
                    <a:cubicBezTo>
                      <a:pt x="73985" y="20066"/>
                      <a:pt x="75637" y="20338"/>
                      <a:pt x="77311" y="20610"/>
                    </a:cubicBezTo>
                    <a:cubicBezTo>
                      <a:pt x="76935" y="21091"/>
                      <a:pt x="76579" y="21531"/>
                      <a:pt x="76223" y="22012"/>
                    </a:cubicBezTo>
                    <a:cubicBezTo>
                      <a:pt x="74884" y="23644"/>
                      <a:pt x="73524" y="25297"/>
                      <a:pt x="72164" y="26929"/>
                    </a:cubicBezTo>
                    <a:lnTo>
                      <a:pt x="72164" y="26950"/>
                    </a:lnTo>
                    <a:cubicBezTo>
                      <a:pt x="71516" y="27703"/>
                      <a:pt x="70867" y="28456"/>
                      <a:pt x="70218" y="29230"/>
                    </a:cubicBezTo>
                    <a:cubicBezTo>
                      <a:pt x="69465" y="30109"/>
                      <a:pt x="68712" y="30967"/>
                      <a:pt x="67917" y="31867"/>
                    </a:cubicBezTo>
                    <a:lnTo>
                      <a:pt x="67896" y="31888"/>
                    </a:lnTo>
                    <a:cubicBezTo>
                      <a:pt x="66640" y="33331"/>
                      <a:pt x="65364" y="34733"/>
                      <a:pt x="64067" y="36156"/>
                    </a:cubicBezTo>
                    <a:cubicBezTo>
                      <a:pt x="65615" y="34210"/>
                      <a:pt x="67080" y="32181"/>
                      <a:pt x="68335" y="30067"/>
                    </a:cubicBezTo>
                    <a:cubicBezTo>
                      <a:pt x="68440" y="29879"/>
                      <a:pt x="68586" y="29670"/>
                      <a:pt x="68691" y="29481"/>
                    </a:cubicBezTo>
                    <a:cubicBezTo>
                      <a:pt x="68754" y="29356"/>
                      <a:pt x="68816" y="29251"/>
                      <a:pt x="68900" y="29126"/>
                    </a:cubicBezTo>
                    <a:cubicBezTo>
                      <a:pt x="69047" y="28854"/>
                      <a:pt x="69172" y="28603"/>
                      <a:pt x="69319" y="28331"/>
                    </a:cubicBezTo>
                    <a:lnTo>
                      <a:pt x="69465" y="28017"/>
                    </a:lnTo>
                    <a:lnTo>
                      <a:pt x="69779" y="27389"/>
                    </a:lnTo>
                    <a:cubicBezTo>
                      <a:pt x="69821" y="27285"/>
                      <a:pt x="69883" y="27201"/>
                      <a:pt x="69904" y="27096"/>
                    </a:cubicBezTo>
                    <a:cubicBezTo>
                      <a:pt x="70051" y="26824"/>
                      <a:pt x="70176" y="26552"/>
                      <a:pt x="70302" y="26259"/>
                    </a:cubicBezTo>
                    <a:cubicBezTo>
                      <a:pt x="70344" y="26155"/>
                      <a:pt x="70386" y="26092"/>
                      <a:pt x="70428" y="25987"/>
                    </a:cubicBezTo>
                    <a:cubicBezTo>
                      <a:pt x="70574" y="25715"/>
                      <a:pt x="70679" y="25422"/>
                      <a:pt x="70783" y="25171"/>
                    </a:cubicBezTo>
                    <a:cubicBezTo>
                      <a:pt x="70804" y="25108"/>
                      <a:pt x="70804" y="25088"/>
                      <a:pt x="70825" y="25046"/>
                    </a:cubicBezTo>
                    <a:cubicBezTo>
                      <a:pt x="70930" y="24753"/>
                      <a:pt x="71055" y="24460"/>
                      <a:pt x="71160" y="24167"/>
                    </a:cubicBezTo>
                    <a:cubicBezTo>
                      <a:pt x="71202" y="24104"/>
                      <a:pt x="71223" y="24041"/>
                      <a:pt x="71244" y="23958"/>
                    </a:cubicBezTo>
                    <a:cubicBezTo>
                      <a:pt x="71348" y="23644"/>
                      <a:pt x="71453" y="23330"/>
                      <a:pt x="71557" y="23058"/>
                    </a:cubicBezTo>
                    <a:cubicBezTo>
                      <a:pt x="71557" y="22995"/>
                      <a:pt x="71578" y="22974"/>
                      <a:pt x="71578" y="22911"/>
                    </a:cubicBezTo>
                    <a:cubicBezTo>
                      <a:pt x="71683" y="22598"/>
                      <a:pt x="71767" y="22326"/>
                      <a:pt x="71850" y="22012"/>
                    </a:cubicBezTo>
                    <a:cubicBezTo>
                      <a:pt x="71850" y="21970"/>
                      <a:pt x="71871" y="21949"/>
                      <a:pt x="71871" y="21928"/>
                    </a:cubicBezTo>
                    <a:cubicBezTo>
                      <a:pt x="71955" y="21593"/>
                      <a:pt x="72039" y="21279"/>
                      <a:pt x="72101" y="20924"/>
                    </a:cubicBezTo>
                    <a:cubicBezTo>
                      <a:pt x="72101" y="20903"/>
                      <a:pt x="72143" y="20882"/>
                      <a:pt x="72143" y="20819"/>
                    </a:cubicBezTo>
                    <a:cubicBezTo>
                      <a:pt x="72206" y="20505"/>
                      <a:pt x="72269" y="20170"/>
                      <a:pt x="72311" y="19857"/>
                    </a:cubicBezTo>
                    <a:close/>
                    <a:moveTo>
                      <a:pt x="64761" y="0"/>
                    </a:moveTo>
                    <a:cubicBezTo>
                      <a:pt x="64113" y="0"/>
                      <a:pt x="63614" y="912"/>
                      <a:pt x="64213" y="1423"/>
                    </a:cubicBezTo>
                    <a:cubicBezTo>
                      <a:pt x="65238" y="2281"/>
                      <a:pt x="66180" y="3243"/>
                      <a:pt x="67059" y="4269"/>
                    </a:cubicBezTo>
                    <a:lnTo>
                      <a:pt x="67080" y="4269"/>
                    </a:lnTo>
                    <a:lnTo>
                      <a:pt x="67122" y="4289"/>
                    </a:lnTo>
                    <a:cubicBezTo>
                      <a:pt x="67122" y="4331"/>
                      <a:pt x="67143" y="4331"/>
                      <a:pt x="67143" y="4331"/>
                    </a:cubicBezTo>
                    <a:lnTo>
                      <a:pt x="67143" y="4352"/>
                    </a:lnTo>
                    <a:lnTo>
                      <a:pt x="67163" y="4373"/>
                    </a:lnTo>
                    <a:cubicBezTo>
                      <a:pt x="69904" y="7574"/>
                      <a:pt x="72143" y="11299"/>
                      <a:pt x="74382" y="14940"/>
                    </a:cubicBezTo>
                    <a:cubicBezTo>
                      <a:pt x="75031" y="16007"/>
                      <a:pt x="75700" y="17053"/>
                      <a:pt x="76349" y="18078"/>
                    </a:cubicBezTo>
                    <a:cubicBezTo>
                      <a:pt x="76433" y="18183"/>
                      <a:pt x="76474" y="18287"/>
                      <a:pt x="76558" y="18392"/>
                    </a:cubicBezTo>
                    <a:cubicBezTo>
                      <a:pt x="76746" y="18664"/>
                      <a:pt x="76893" y="18915"/>
                      <a:pt x="77081" y="19187"/>
                    </a:cubicBezTo>
                    <a:cubicBezTo>
                      <a:pt x="77102" y="19229"/>
                      <a:pt x="77165" y="19292"/>
                      <a:pt x="77186" y="19334"/>
                    </a:cubicBezTo>
                    <a:cubicBezTo>
                      <a:pt x="77374" y="19606"/>
                      <a:pt x="77542" y="19878"/>
                      <a:pt x="77730" y="20150"/>
                    </a:cubicBezTo>
                    <a:cubicBezTo>
                      <a:pt x="77709" y="20150"/>
                      <a:pt x="77688" y="20170"/>
                      <a:pt x="77625" y="20191"/>
                    </a:cubicBezTo>
                    <a:cubicBezTo>
                      <a:pt x="75575" y="19815"/>
                      <a:pt x="73524" y="19501"/>
                      <a:pt x="71453" y="19229"/>
                    </a:cubicBezTo>
                    <a:cubicBezTo>
                      <a:pt x="72039" y="13956"/>
                      <a:pt x="68963" y="9248"/>
                      <a:pt x="64862" y="5796"/>
                    </a:cubicBezTo>
                    <a:lnTo>
                      <a:pt x="64841" y="5754"/>
                    </a:lnTo>
                    <a:lnTo>
                      <a:pt x="64820" y="5754"/>
                    </a:lnTo>
                    <a:cubicBezTo>
                      <a:pt x="62016" y="3411"/>
                      <a:pt x="58710" y="1611"/>
                      <a:pt x="55739" y="565"/>
                    </a:cubicBezTo>
                    <a:cubicBezTo>
                      <a:pt x="55650" y="534"/>
                      <a:pt x="55563" y="520"/>
                      <a:pt x="55478" y="520"/>
                    </a:cubicBezTo>
                    <a:cubicBezTo>
                      <a:pt x="54985" y="520"/>
                      <a:pt x="54588" y="997"/>
                      <a:pt x="54588" y="1444"/>
                    </a:cubicBezTo>
                    <a:cubicBezTo>
                      <a:pt x="54588" y="1674"/>
                      <a:pt x="54693" y="1946"/>
                      <a:pt x="54986" y="2072"/>
                    </a:cubicBezTo>
                    <a:cubicBezTo>
                      <a:pt x="55509" y="2364"/>
                      <a:pt x="55990" y="2678"/>
                      <a:pt x="56492" y="2992"/>
                    </a:cubicBezTo>
                    <a:cubicBezTo>
                      <a:pt x="56513" y="2992"/>
                      <a:pt x="56513" y="3013"/>
                      <a:pt x="56555" y="3034"/>
                    </a:cubicBezTo>
                    <a:cubicBezTo>
                      <a:pt x="57811" y="4038"/>
                      <a:pt x="59087" y="4980"/>
                      <a:pt x="60342" y="5942"/>
                    </a:cubicBezTo>
                    <a:lnTo>
                      <a:pt x="60363" y="5942"/>
                    </a:lnTo>
                    <a:cubicBezTo>
                      <a:pt x="61849" y="7261"/>
                      <a:pt x="63272" y="8683"/>
                      <a:pt x="64611" y="10211"/>
                    </a:cubicBezTo>
                    <a:cubicBezTo>
                      <a:pt x="66619" y="12450"/>
                      <a:pt x="68021" y="15128"/>
                      <a:pt x="69758" y="17576"/>
                    </a:cubicBezTo>
                    <a:cubicBezTo>
                      <a:pt x="69779" y="17618"/>
                      <a:pt x="69800" y="17639"/>
                      <a:pt x="69800" y="17681"/>
                    </a:cubicBezTo>
                    <a:cubicBezTo>
                      <a:pt x="69883" y="17827"/>
                      <a:pt x="69988" y="17932"/>
                      <a:pt x="70072" y="18057"/>
                    </a:cubicBezTo>
                    <a:cubicBezTo>
                      <a:pt x="70114" y="18141"/>
                      <a:pt x="70176" y="18183"/>
                      <a:pt x="70218" y="18266"/>
                    </a:cubicBezTo>
                    <a:cubicBezTo>
                      <a:pt x="70302" y="18371"/>
                      <a:pt x="70344" y="18455"/>
                      <a:pt x="70428" y="18559"/>
                    </a:cubicBezTo>
                    <a:cubicBezTo>
                      <a:pt x="70511" y="18664"/>
                      <a:pt x="70595" y="18769"/>
                      <a:pt x="70700" y="18873"/>
                    </a:cubicBezTo>
                    <a:cubicBezTo>
                      <a:pt x="70741" y="18915"/>
                      <a:pt x="70804" y="18999"/>
                      <a:pt x="70846" y="19041"/>
                    </a:cubicBezTo>
                    <a:cubicBezTo>
                      <a:pt x="70909" y="19103"/>
                      <a:pt x="70930" y="19145"/>
                      <a:pt x="70992" y="19208"/>
                    </a:cubicBezTo>
                    <a:cubicBezTo>
                      <a:pt x="69570" y="19020"/>
                      <a:pt x="68147" y="18894"/>
                      <a:pt x="66745" y="18769"/>
                    </a:cubicBezTo>
                    <a:lnTo>
                      <a:pt x="66766" y="18769"/>
                    </a:lnTo>
                    <a:cubicBezTo>
                      <a:pt x="66763" y="18768"/>
                      <a:pt x="66761" y="18768"/>
                      <a:pt x="66758" y="18768"/>
                    </a:cubicBezTo>
                    <a:lnTo>
                      <a:pt x="66758" y="18768"/>
                    </a:lnTo>
                    <a:cubicBezTo>
                      <a:pt x="66814" y="18763"/>
                      <a:pt x="66854" y="18725"/>
                      <a:pt x="66912" y="18706"/>
                    </a:cubicBezTo>
                    <a:lnTo>
                      <a:pt x="66933" y="18685"/>
                    </a:lnTo>
                    <a:cubicBezTo>
                      <a:pt x="66975" y="18601"/>
                      <a:pt x="67017" y="18497"/>
                      <a:pt x="66954" y="18413"/>
                    </a:cubicBezTo>
                    <a:cubicBezTo>
                      <a:pt x="63837" y="14228"/>
                      <a:pt x="59673" y="10608"/>
                      <a:pt x="55216" y="7512"/>
                    </a:cubicBezTo>
                    <a:cubicBezTo>
                      <a:pt x="55174" y="7491"/>
                      <a:pt x="55153" y="7491"/>
                      <a:pt x="55132" y="7470"/>
                    </a:cubicBezTo>
                    <a:cubicBezTo>
                      <a:pt x="54233" y="6842"/>
                      <a:pt x="53333" y="6256"/>
                      <a:pt x="52412" y="5691"/>
                    </a:cubicBezTo>
                    <a:cubicBezTo>
                      <a:pt x="52391" y="5691"/>
                      <a:pt x="52391" y="5649"/>
                      <a:pt x="52350" y="5629"/>
                    </a:cubicBezTo>
                    <a:cubicBezTo>
                      <a:pt x="51701" y="5210"/>
                      <a:pt x="51052" y="4813"/>
                      <a:pt x="50404" y="4436"/>
                    </a:cubicBezTo>
                    <a:cubicBezTo>
                      <a:pt x="49211" y="3745"/>
                      <a:pt x="48039" y="3076"/>
                      <a:pt x="46888" y="2469"/>
                    </a:cubicBezTo>
                    <a:cubicBezTo>
                      <a:pt x="46771" y="2407"/>
                      <a:pt x="46661" y="2379"/>
                      <a:pt x="46560" y="2379"/>
                    </a:cubicBezTo>
                    <a:cubicBezTo>
                      <a:pt x="46119" y="2379"/>
                      <a:pt x="45860" y="2901"/>
                      <a:pt x="46031" y="3327"/>
                    </a:cubicBezTo>
                    <a:lnTo>
                      <a:pt x="46051" y="3348"/>
                    </a:lnTo>
                    <a:cubicBezTo>
                      <a:pt x="46072" y="3432"/>
                      <a:pt x="46114" y="3515"/>
                      <a:pt x="46177" y="3599"/>
                    </a:cubicBezTo>
                    <a:cubicBezTo>
                      <a:pt x="50445" y="8118"/>
                      <a:pt x="55551" y="12722"/>
                      <a:pt x="61137" y="16007"/>
                    </a:cubicBezTo>
                    <a:cubicBezTo>
                      <a:pt x="61179" y="16049"/>
                      <a:pt x="61200" y="16049"/>
                      <a:pt x="61221" y="16069"/>
                    </a:cubicBezTo>
                    <a:cubicBezTo>
                      <a:pt x="61514" y="16258"/>
                      <a:pt x="61807" y="16404"/>
                      <a:pt x="62121" y="16572"/>
                    </a:cubicBezTo>
                    <a:cubicBezTo>
                      <a:pt x="62184" y="16613"/>
                      <a:pt x="62267" y="16634"/>
                      <a:pt x="62351" y="16697"/>
                    </a:cubicBezTo>
                    <a:cubicBezTo>
                      <a:pt x="62644" y="16844"/>
                      <a:pt x="62916" y="17011"/>
                      <a:pt x="63230" y="17157"/>
                    </a:cubicBezTo>
                    <a:cubicBezTo>
                      <a:pt x="63376" y="17220"/>
                      <a:pt x="63481" y="17304"/>
                      <a:pt x="63606" y="17346"/>
                    </a:cubicBezTo>
                    <a:cubicBezTo>
                      <a:pt x="63816" y="17450"/>
                      <a:pt x="64004" y="17555"/>
                      <a:pt x="64213" y="17639"/>
                    </a:cubicBezTo>
                    <a:cubicBezTo>
                      <a:pt x="64360" y="17722"/>
                      <a:pt x="64548" y="17785"/>
                      <a:pt x="64715" y="17869"/>
                    </a:cubicBezTo>
                    <a:cubicBezTo>
                      <a:pt x="64946" y="17973"/>
                      <a:pt x="65155" y="18078"/>
                      <a:pt x="65385" y="18183"/>
                    </a:cubicBezTo>
                    <a:cubicBezTo>
                      <a:pt x="65531" y="18266"/>
                      <a:pt x="65699" y="18308"/>
                      <a:pt x="65866" y="18392"/>
                    </a:cubicBezTo>
                    <a:lnTo>
                      <a:pt x="66410" y="18622"/>
                    </a:lnTo>
                    <a:cubicBezTo>
                      <a:pt x="66512" y="18683"/>
                      <a:pt x="66615" y="18705"/>
                      <a:pt x="66717" y="18764"/>
                    </a:cubicBezTo>
                    <a:lnTo>
                      <a:pt x="66717" y="18764"/>
                    </a:lnTo>
                    <a:cubicBezTo>
                      <a:pt x="63282" y="18461"/>
                      <a:pt x="59832" y="18310"/>
                      <a:pt x="56381" y="18310"/>
                    </a:cubicBezTo>
                    <a:cubicBezTo>
                      <a:pt x="45847" y="18310"/>
                      <a:pt x="35302" y="19722"/>
                      <a:pt x="25149" y="22556"/>
                    </a:cubicBezTo>
                    <a:cubicBezTo>
                      <a:pt x="25756" y="22221"/>
                      <a:pt x="26341" y="21865"/>
                      <a:pt x="26906" y="21510"/>
                    </a:cubicBezTo>
                    <a:cubicBezTo>
                      <a:pt x="26927" y="21489"/>
                      <a:pt x="26969" y="21447"/>
                      <a:pt x="26969" y="21426"/>
                    </a:cubicBezTo>
                    <a:lnTo>
                      <a:pt x="26969" y="21321"/>
                    </a:lnTo>
                    <a:cubicBezTo>
                      <a:pt x="26969" y="21300"/>
                      <a:pt x="26969" y="21300"/>
                      <a:pt x="26927" y="21279"/>
                    </a:cubicBezTo>
                    <a:cubicBezTo>
                      <a:pt x="27409" y="21196"/>
                      <a:pt x="27848" y="21112"/>
                      <a:pt x="28287" y="21007"/>
                    </a:cubicBezTo>
                    <a:cubicBezTo>
                      <a:pt x="28664" y="20924"/>
                      <a:pt x="28999" y="20861"/>
                      <a:pt x="29375" y="20756"/>
                    </a:cubicBezTo>
                    <a:cubicBezTo>
                      <a:pt x="29396" y="20756"/>
                      <a:pt x="29396" y="20714"/>
                      <a:pt x="29417" y="20714"/>
                    </a:cubicBezTo>
                    <a:cubicBezTo>
                      <a:pt x="29543" y="20673"/>
                      <a:pt x="29543" y="20547"/>
                      <a:pt x="29501" y="20442"/>
                    </a:cubicBezTo>
                    <a:cubicBezTo>
                      <a:pt x="29480" y="20380"/>
                      <a:pt x="29417" y="20338"/>
                      <a:pt x="29375" y="20296"/>
                    </a:cubicBezTo>
                    <a:cubicBezTo>
                      <a:pt x="27701" y="19710"/>
                      <a:pt x="25881" y="19354"/>
                      <a:pt x="23998" y="19208"/>
                    </a:cubicBezTo>
                    <a:lnTo>
                      <a:pt x="23935" y="19208"/>
                    </a:lnTo>
                    <a:cubicBezTo>
                      <a:pt x="23580" y="19187"/>
                      <a:pt x="23224" y="19145"/>
                      <a:pt x="22889" y="19124"/>
                    </a:cubicBezTo>
                    <a:lnTo>
                      <a:pt x="22722" y="19124"/>
                    </a:lnTo>
                    <a:cubicBezTo>
                      <a:pt x="22408" y="19124"/>
                      <a:pt x="22073" y="19103"/>
                      <a:pt x="21759" y="19103"/>
                    </a:cubicBezTo>
                    <a:lnTo>
                      <a:pt x="20295" y="19103"/>
                    </a:lnTo>
                    <a:cubicBezTo>
                      <a:pt x="20002" y="19103"/>
                      <a:pt x="19751" y="19124"/>
                      <a:pt x="19458" y="19124"/>
                    </a:cubicBezTo>
                    <a:cubicBezTo>
                      <a:pt x="19332" y="19124"/>
                      <a:pt x="19186" y="19145"/>
                      <a:pt x="19060" y="19145"/>
                    </a:cubicBezTo>
                    <a:cubicBezTo>
                      <a:pt x="18830" y="19187"/>
                      <a:pt x="18558" y="19187"/>
                      <a:pt x="18328" y="19208"/>
                    </a:cubicBezTo>
                    <a:cubicBezTo>
                      <a:pt x="18181" y="19229"/>
                      <a:pt x="18014" y="19229"/>
                      <a:pt x="17867" y="19250"/>
                    </a:cubicBezTo>
                    <a:cubicBezTo>
                      <a:pt x="17658" y="19292"/>
                      <a:pt x="17407" y="19313"/>
                      <a:pt x="17198" y="19334"/>
                    </a:cubicBezTo>
                    <a:cubicBezTo>
                      <a:pt x="17030" y="19354"/>
                      <a:pt x="16842" y="19396"/>
                      <a:pt x="16654" y="19396"/>
                    </a:cubicBezTo>
                    <a:cubicBezTo>
                      <a:pt x="16466" y="19417"/>
                      <a:pt x="16256" y="19438"/>
                      <a:pt x="16089" y="19459"/>
                    </a:cubicBezTo>
                    <a:cubicBezTo>
                      <a:pt x="15880" y="19501"/>
                      <a:pt x="15670" y="19522"/>
                      <a:pt x="15482" y="19543"/>
                    </a:cubicBezTo>
                    <a:cubicBezTo>
                      <a:pt x="15294" y="19564"/>
                      <a:pt x="15147" y="19606"/>
                      <a:pt x="14959" y="19626"/>
                    </a:cubicBezTo>
                    <a:cubicBezTo>
                      <a:pt x="14750" y="19647"/>
                      <a:pt x="14520" y="19710"/>
                      <a:pt x="14310" y="19731"/>
                    </a:cubicBezTo>
                    <a:cubicBezTo>
                      <a:pt x="14143" y="19752"/>
                      <a:pt x="13955" y="19773"/>
                      <a:pt x="13808" y="19836"/>
                    </a:cubicBezTo>
                    <a:cubicBezTo>
                      <a:pt x="13599" y="19878"/>
                      <a:pt x="13390" y="19919"/>
                      <a:pt x="13181" y="19961"/>
                    </a:cubicBezTo>
                    <a:cubicBezTo>
                      <a:pt x="12971" y="20024"/>
                      <a:pt x="12741" y="20045"/>
                      <a:pt x="12532" y="20087"/>
                    </a:cubicBezTo>
                    <a:cubicBezTo>
                      <a:pt x="12364" y="20129"/>
                      <a:pt x="12218" y="20170"/>
                      <a:pt x="12051" y="20191"/>
                    </a:cubicBezTo>
                    <a:cubicBezTo>
                      <a:pt x="12030" y="20191"/>
                      <a:pt x="12009" y="20191"/>
                      <a:pt x="11967" y="20233"/>
                    </a:cubicBezTo>
                    <a:cubicBezTo>
                      <a:pt x="11611" y="20296"/>
                      <a:pt x="11276" y="20380"/>
                      <a:pt x="10900" y="20484"/>
                    </a:cubicBezTo>
                    <a:cubicBezTo>
                      <a:pt x="10889" y="20474"/>
                      <a:pt x="10863" y="20469"/>
                      <a:pt x="10829" y="20469"/>
                    </a:cubicBezTo>
                    <a:cubicBezTo>
                      <a:pt x="10795" y="20469"/>
                      <a:pt x="10753" y="20474"/>
                      <a:pt x="10712" y="20484"/>
                    </a:cubicBezTo>
                    <a:cubicBezTo>
                      <a:pt x="10544" y="20568"/>
                      <a:pt x="10293" y="20610"/>
                      <a:pt x="10126" y="20694"/>
                    </a:cubicBezTo>
                    <a:cubicBezTo>
                      <a:pt x="7092" y="21489"/>
                      <a:pt x="4204" y="22493"/>
                      <a:pt x="1756" y="23581"/>
                    </a:cubicBezTo>
                    <a:cubicBezTo>
                      <a:pt x="1401" y="23719"/>
                      <a:pt x="1381" y="24341"/>
                      <a:pt x="1801" y="24341"/>
                    </a:cubicBezTo>
                    <a:cubicBezTo>
                      <a:pt x="1826" y="24341"/>
                      <a:pt x="1853" y="24339"/>
                      <a:pt x="1882" y="24334"/>
                    </a:cubicBezTo>
                    <a:cubicBezTo>
                      <a:pt x="2279" y="24272"/>
                      <a:pt x="2656" y="24209"/>
                      <a:pt x="3053" y="24146"/>
                    </a:cubicBezTo>
                    <a:lnTo>
                      <a:pt x="3074" y="24146"/>
                    </a:lnTo>
                    <a:cubicBezTo>
                      <a:pt x="7510" y="23476"/>
                      <a:pt x="11925" y="22786"/>
                      <a:pt x="16340" y="22221"/>
                    </a:cubicBezTo>
                    <a:cubicBezTo>
                      <a:pt x="16926" y="22137"/>
                      <a:pt x="17470" y="22075"/>
                      <a:pt x="18077" y="22033"/>
                    </a:cubicBezTo>
                    <a:lnTo>
                      <a:pt x="18244" y="22033"/>
                    </a:lnTo>
                    <a:cubicBezTo>
                      <a:pt x="19960" y="21907"/>
                      <a:pt x="21696" y="21823"/>
                      <a:pt x="23412" y="21698"/>
                    </a:cubicBezTo>
                    <a:lnTo>
                      <a:pt x="23433" y="21698"/>
                    </a:lnTo>
                    <a:cubicBezTo>
                      <a:pt x="22994" y="21761"/>
                      <a:pt x="22575" y="21844"/>
                      <a:pt x="22115" y="21928"/>
                    </a:cubicBezTo>
                    <a:cubicBezTo>
                      <a:pt x="21906" y="21949"/>
                      <a:pt x="21696" y="22012"/>
                      <a:pt x="21487" y="22054"/>
                    </a:cubicBezTo>
                    <a:cubicBezTo>
                      <a:pt x="21278" y="22116"/>
                      <a:pt x="21069" y="22137"/>
                      <a:pt x="20859" y="22179"/>
                    </a:cubicBezTo>
                    <a:cubicBezTo>
                      <a:pt x="20587" y="22242"/>
                      <a:pt x="20295" y="22284"/>
                      <a:pt x="20002" y="22367"/>
                    </a:cubicBezTo>
                    <a:cubicBezTo>
                      <a:pt x="19897" y="22388"/>
                      <a:pt x="19792" y="22430"/>
                      <a:pt x="19667" y="22451"/>
                    </a:cubicBezTo>
                    <a:cubicBezTo>
                      <a:pt x="13160" y="23811"/>
                      <a:pt x="6631" y="25883"/>
                      <a:pt x="501" y="27829"/>
                    </a:cubicBezTo>
                    <a:cubicBezTo>
                      <a:pt x="292" y="27912"/>
                      <a:pt x="145" y="28080"/>
                      <a:pt x="103" y="28226"/>
                    </a:cubicBezTo>
                    <a:cubicBezTo>
                      <a:pt x="1" y="28615"/>
                      <a:pt x="199" y="29064"/>
                      <a:pt x="677" y="29064"/>
                    </a:cubicBezTo>
                    <a:cubicBezTo>
                      <a:pt x="688" y="29064"/>
                      <a:pt x="699" y="29063"/>
                      <a:pt x="710" y="29063"/>
                    </a:cubicBezTo>
                    <a:cubicBezTo>
                      <a:pt x="1714" y="29021"/>
                      <a:pt x="2761" y="28937"/>
                      <a:pt x="3807" y="28833"/>
                    </a:cubicBezTo>
                    <a:cubicBezTo>
                      <a:pt x="6631" y="28561"/>
                      <a:pt x="9498" y="28101"/>
                      <a:pt x="12281" y="27452"/>
                    </a:cubicBezTo>
                    <a:lnTo>
                      <a:pt x="12323" y="27452"/>
                    </a:lnTo>
                    <a:cubicBezTo>
                      <a:pt x="12657" y="27368"/>
                      <a:pt x="13013" y="27285"/>
                      <a:pt x="13369" y="27180"/>
                    </a:cubicBezTo>
                    <a:cubicBezTo>
                      <a:pt x="13411" y="27159"/>
                      <a:pt x="13473" y="27159"/>
                      <a:pt x="13536" y="27138"/>
                    </a:cubicBezTo>
                    <a:cubicBezTo>
                      <a:pt x="14206" y="26971"/>
                      <a:pt x="14854" y="26782"/>
                      <a:pt x="15482" y="26615"/>
                    </a:cubicBezTo>
                    <a:cubicBezTo>
                      <a:pt x="15524" y="26573"/>
                      <a:pt x="15587" y="26573"/>
                      <a:pt x="15629" y="26552"/>
                    </a:cubicBezTo>
                    <a:cubicBezTo>
                      <a:pt x="15880" y="26468"/>
                      <a:pt x="16089" y="26427"/>
                      <a:pt x="16319" y="26343"/>
                    </a:cubicBezTo>
                    <a:cubicBezTo>
                      <a:pt x="16549" y="26259"/>
                      <a:pt x="16758" y="26217"/>
                      <a:pt x="16989" y="26134"/>
                    </a:cubicBezTo>
                    <a:cubicBezTo>
                      <a:pt x="17177" y="26092"/>
                      <a:pt x="17365" y="26008"/>
                      <a:pt x="17554" y="25945"/>
                    </a:cubicBezTo>
                    <a:cubicBezTo>
                      <a:pt x="17888" y="25841"/>
                      <a:pt x="18223" y="25715"/>
                      <a:pt x="18558" y="25590"/>
                    </a:cubicBezTo>
                    <a:lnTo>
                      <a:pt x="18809" y="25506"/>
                    </a:lnTo>
                    <a:cubicBezTo>
                      <a:pt x="19248" y="25360"/>
                      <a:pt x="19688" y="25171"/>
                      <a:pt x="20127" y="24983"/>
                    </a:cubicBezTo>
                    <a:lnTo>
                      <a:pt x="20295" y="24899"/>
                    </a:lnTo>
                    <a:cubicBezTo>
                      <a:pt x="20713" y="24753"/>
                      <a:pt x="21111" y="24564"/>
                      <a:pt x="21529" y="24376"/>
                    </a:cubicBezTo>
                    <a:cubicBezTo>
                      <a:pt x="21550" y="24355"/>
                      <a:pt x="21592" y="24355"/>
                      <a:pt x="21634" y="24334"/>
                    </a:cubicBezTo>
                    <a:cubicBezTo>
                      <a:pt x="22094" y="24125"/>
                      <a:pt x="22596" y="23895"/>
                      <a:pt x="23036" y="23686"/>
                    </a:cubicBezTo>
                    <a:cubicBezTo>
                      <a:pt x="24458" y="23267"/>
                      <a:pt x="25860" y="22891"/>
                      <a:pt x="27283" y="22535"/>
                    </a:cubicBezTo>
                    <a:lnTo>
                      <a:pt x="27283" y="22535"/>
                    </a:lnTo>
                    <a:cubicBezTo>
                      <a:pt x="25839" y="23414"/>
                      <a:pt x="24458" y="24460"/>
                      <a:pt x="23119" y="25527"/>
                    </a:cubicBezTo>
                    <a:cubicBezTo>
                      <a:pt x="22115" y="26343"/>
                      <a:pt x="21131" y="27180"/>
                      <a:pt x="20127" y="28017"/>
                    </a:cubicBezTo>
                    <a:cubicBezTo>
                      <a:pt x="18558" y="29356"/>
                      <a:pt x="16968" y="30653"/>
                      <a:pt x="15294" y="31804"/>
                    </a:cubicBezTo>
                    <a:cubicBezTo>
                      <a:pt x="15001" y="31992"/>
                      <a:pt x="14750" y="32181"/>
                      <a:pt x="14457" y="32369"/>
                    </a:cubicBezTo>
                    <a:cubicBezTo>
                      <a:pt x="14373" y="32411"/>
                      <a:pt x="14310" y="32474"/>
                      <a:pt x="14206" y="32536"/>
                    </a:cubicBezTo>
                    <a:cubicBezTo>
                      <a:pt x="13934" y="32704"/>
                      <a:pt x="13683" y="32892"/>
                      <a:pt x="13411" y="33038"/>
                    </a:cubicBezTo>
                    <a:cubicBezTo>
                      <a:pt x="13285" y="33122"/>
                      <a:pt x="13118" y="33227"/>
                      <a:pt x="12992" y="33311"/>
                    </a:cubicBezTo>
                    <a:cubicBezTo>
                      <a:pt x="12364" y="33687"/>
                      <a:pt x="11737" y="34085"/>
                      <a:pt x="11109" y="34461"/>
                    </a:cubicBezTo>
                    <a:lnTo>
                      <a:pt x="11130" y="34461"/>
                    </a:lnTo>
                    <a:cubicBezTo>
                      <a:pt x="8787" y="35884"/>
                      <a:pt x="6380" y="37244"/>
                      <a:pt x="4058" y="38667"/>
                    </a:cubicBezTo>
                    <a:cubicBezTo>
                      <a:pt x="4016" y="38667"/>
                      <a:pt x="3995" y="38667"/>
                      <a:pt x="3995" y="38688"/>
                    </a:cubicBezTo>
                    <a:cubicBezTo>
                      <a:pt x="3346" y="39064"/>
                      <a:pt x="2719" y="39441"/>
                      <a:pt x="2091" y="39860"/>
                    </a:cubicBezTo>
                    <a:cubicBezTo>
                      <a:pt x="1453" y="40285"/>
                      <a:pt x="1834" y="41175"/>
                      <a:pt x="2490" y="41175"/>
                    </a:cubicBezTo>
                    <a:cubicBezTo>
                      <a:pt x="2543" y="41175"/>
                      <a:pt x="2599" y="41170"/>
                      <a:pt x="2656" y="41157"/>
                    </a:cubicBezTo>
                    <a:cubicBezTo>
                      <a:pt x="2949" y="41094"/>
                      <a:pt x="3263" y="41010"/>
                      <a:pt x="3556" y="40906"/>
                    </a:cubicBezTo>
                    <a:cubicBezTo>
                      <a:pt x="10168" y="39190"/>
                      <a:pt x="17826" y="34838"/>
                      <a:pt x="22994" y="29272"/>
                    </a:cubicBezTo>
                    <a:lnTo>
                      <a:pt x="23015" y="29251"/>
                    </a:lnTo>
                    <a:cubicBezTo>
                      <a:pt x="23224" y="29021"/>
                      <a:pt x="23454" y="28770"/>
                      <a:pt x="23663" y="28540"/>
                    </a:cubicBezTo>
                    <a:cubicBezTo>
                      <a:pt x="23768" y="28435"/>
                      <a:pt x="23852" y="28331"/>
                      <a:pt x="23956" y="28205"/>
                    </a:cubicBezTo>
                    <a:cubicBezTo>
                      <a:pt x="24040" y="28121"/>
                      <a:pt x="24103" y="28017"/>
                      <a:pt x="24165" y="27933"/>
                    </a:cubicBezTo>
                    <a:cubicBezTo>
                      <a:pt x="24312" y="27724"/>
                      <a:pt x="24479" y="27557"/>
                      <a:pt x="24626" y="27347"/>
                    </a:cubicBezTo>
                    <a:cubicBezTo>
                      <a:pt x="24688" y="27285"/>
                      <a:pt x="24709" y="27243"/>
                      <a:pt x="24772" y="27180"/>
                    </a:cubicBezTo>
                    <a:cubicBezTo>
                      <a:pt x="25128" y="26720"/>
                      <a:pt x="25463" y="26238"/>
                      <a:pt x="25777" y="25778"/>
                    </a:cubicBezTo>
                    <a:cubicBezTo>
                      <a:pt x="25777" y="25778"/>
                      <a:pt x="25777" y="25736"/>
                      <a:pt x="25818" y="25736"/>
                    </a:cubicBezTo>
                    <a:cubicBezTo>
                      <a:pt x="26488" y="24732"/>
                      <a:pt x="27095" y="23644"/>
                      <a:pt x="27555" y="22577"/>
                    </a:cubicBezTo>
                    <a:cubicBezTo>
                      <a:pt x="27597" y="22535"/>
                      <a:pt x="27555" y="22472"/>
                      <a:pt x="27534" y="22451"/>
                    </a:cubicBezTo>
                    <a:cubicBezTo>
                      <a:pt x="29020" y="22075"/>
                      <a:pt x="30526" y="21740"/>
                      <a:pt x="32012" y="21426"/>
                    </a:cubicBezTo>
                    <a:lnTo>
                      <a:pt x="32012" y="21426"/>
                    </a:lnTo>
                    <a:cubicBezTo>
                      <a:pt x="28329" y="25171"/>
                      <a:pt x="25463" y="29649"/>
                      <a:pt x="22052" y="33583"/>
                    </a:cubicBezTo>
                    <a:cubicBezTo>
                      <a:pt x="21947" y="33729"/>
                      <a:pt x="21843" y="33834"/>
                      <a:pt x="21738" y="33959"/>
                    </a:cubicBezTo>
                    <a:cubicBezTo>
                      <a:pt x="21027" y="34775"/>
                      <a:pt x="20315" y="35549"/>
                      <a:pt x="19604" y="36365"/>
                    </a:cubicBezTo>
                    <a:cubicBezTo>
                      <a:pt x="17365" y="38876"/>
                      <a:pt x="15085" y="41366"/>
                      <a:pt x="12804" y="43835"/>
                    </a:cubicBezTo>
                    <a:lnTo>
                      <a:pt x="12783" y="43835"/>
                    </a:lnTo>
                    <a:cubicBezTo>
                      <a:pt x="12323" y="44358"/>
                      <a:pt x="11841" y="44860"/>
                      <a:pt x="11381" y="45383"/>
                    </a:cubicBezTo>
                    <a:cubicBezTo>
                      <a:pt x="11130" y="45655"/>
                      <a:pt x="11297" y="46074"/>
                      <a:pt x="11590" y="46179"/>
                    </a:cubicBezTo>
                    <a:cubicBezTo>
                      <a:pt x="11631" y="46195"/>
                      <a:pt x="11678" y="46205"/>
                      <a:pt x="11727" y="46205"/>
                    </a:cubicBezTo>
                    <a:cubicBezTo>
                      <a:pt x="11805" y="46205"/>
                      <a:pt x="11890" y="46180"/>
                      <a:pt x="11967" y="46116"/>
                    </a:cubicBezTo>
                    <a:cubicBezTo>
                      <a:pt x="20211" y="40173"/>
                      <a:pt x="28873" y="31218"/>
                      <a:pt x="32137" y="21384"/>
                    </a:cubicBezTo>
                    <a:cubicBezTo>
                      <a:pt x="37138" y="20338"/>
                      <a:pt x="42243" y="19626"/>
                      <a:pt x="47391" y="19229"/>
                    </a:cubicBezTo>
                    <a:lnTo>
                      <a:pt x="47391" y="19229"/>
                    </a:lnTo>
                    <a:cubicBezTo>
                      <a:pt x="47370" y="19250"/>
                      <a:pt x="47328" y="19250"/>
                      <a:pt x="47307" y="19292"/>
                    </a:cubicBezTo>
                    <a:cubicBezTo>
                      <a:pt x="46951" y="19543"/>
                      <a:pt x="46596" y="19815"/>
                      <a:pt x="46240" y="20066"/>
                    </a:cubicBezTo>
                    <a:cubicBezTo>
                      <a:pt x="46156" y="20129"/>
                      <a:pt x="46156" y="20254"/>
                      <a:pt x="46261" y="20275"/>
                    </a:cubicBezTo>
                    <a:cubicBezTo>
                      <a:pt x="46344" y="20296"/>
                      <a:pt x="43185" y="26217"/>
                      <a:pt x="41260" y="29691"/>
                    </a:cubicBezTo>
                    <a:cubicBezTo>
                      <a:pt x="40590" y="30946"/>
                      <a:pt x="40067" y="31888"/>
                      <a:pt x="39900" y="32097"/>
                    </a:cubicBezTo>
                    <a:cubicBezTo>
                      <a:pt x="39170" y="33200"/>
                      <a:pt x="38427" y="34291"/>
                      <a:pt x="37682" y="35388"/>
                    </a:cubicBezTo>
                    <a:lnTo>
                      <a:pt x="37682" y="35388"/>
                    </a:lnTo>
                    <a:cubicBezTo>
                      <a:pt x="38801" y="33696"/>
                      <a:pt x="39806" y="31949"/>
                      <a:pt x="40632" y="30172"/>
                    </a:cubicBezTo>
                    <a:cubicBezTo>
                      <a:pt x="40779" y="29900"/>
                      <a:pt x="40883" y="29649"/>
                      <a:pt x="41009" y="29377"/>
                    </a:cubicBezTo>
                    <a:cubicBezTo>
                      <a:pt x="41030" y="29356"/>
                      <a:pt x="41030" y="29293"/>
                      <a:pt x="41051" y="29272"/>
                    </a:cubicBezTo>
                    <a:cubicBezTo>
                      <a:pt x="41155" y="29042"/>
                      <a:pt x="41260" y="28770"/>
                      <a:pt x="41365" y="28540"/>
                    </a:cubicBezTo>
                    <a:cubicBezTo>
                      <a:pt x="41406" y="28498"/>
                      <a:pt x="41427" y="28435"/>
                      <a:pt x="41427" y="28393"/>
                    </a:cubicBezTo>
                    <a:cubicBezTo>
                      <a:pt x="41532" y="28142"/>
                      <a:pt x="41616" y="27912"/>
                      <a:pt x="41720" y="27661"/>
                    </a:cubicBezTo>
                    <a:lnTo>
                      <a:pt x="41720" y="27619"/>
                    </a:lnTo>
                    <a:cubicBezTo>
                      <a:pt x="41867" y="27201"/>
                      <a:pt x="41992" y="26824"/>
                      <a:pt x="42139" y="26406"/>
                    </a:cubicBezTo>
                    <a:cubicBezTo>
                      <a:pt x="42181" y="26238"/>
                      <a:pt x="42243" y="26050"/>
                      <a:pt x="42285" y="25904"/>
                    </a:cubicBezTo>
                    <a:cubicBezTo>
                      <a:pt x="42306" y="25778"/>
                      <a:pt x="42369" y="25632"/>
                      <a:pt x="42390" y="25506"/>
                    </a:cubicBezTo>
                    <a:cubicBezTo>
                      <a:pt x="42453" y="25318"/>
                      <a:pt x="42494" y="25108"/>
                      <a:pt x="42557" y="24941"/>
                    </a:cubicBezTo>
                    <a:cubicBezTo>
                      <a:pt x="42578" y="24795"/>
                      <a:pt x="42599" y="24690"/>
                      <a:pt x="42620" y="24564"/>
                    </a:cubicBezTo>
                    <a:cubicBezTo>
                      <a:pt x="42683" y="24355"/>
                      <a:pt x="42725" y="24146"/>
                      <a:pt x="42766" y="23958"/>
                    </a:cubicBezTo>
                    <a:cubicBezTo>
                      <a:pt x="42787" y="23853"/>
                      <a:pt x="42808" y="23748"/>
                      <a:pt x="42808" y="23644"/>
                    </a:cubicBezTo>
                    <a:cubicBezTo>
                      <a:pt x="42871" y="23435"/>
                      <a:pt x="42892" y="23204"/>
                      <a:pt x="42913" y="22995"/>
                    </a:cubicBezTo>
                    <a:cubicBezTo>
                      <a:pt x="42934" y="22891"/>
                      <a:pt x="42934" y="22807"/>
                      <a:pt x="42976" y="22702"/>
                    </a:cubicBezTo>
                    <a:cubicBezTo>
                      <a:pt x="42997" y="22451"/>
                      <a:pt x="43038" y="22179"/>
                      <a:pt x="43080" y="21949"/>
                    </a:cubicBezTo>
                    <a:cubicBezTo>
                      <a:pt x="43080" y="21907"/>
                      <a:pt x="43101" y="21844"/>
                      <a:pt x="43101" y="21761"/>
                    </a:cubicBezTo>
                    <a:cubicBezTo>
                      <a:pt x="43122" y="21447"/>
                      <a:pt x="43143" y="21112"/>
                      <a:pt x="43185" y="20798"/>
                    </a:cubicBezTo>
                    <a:cubicBezTo>
                      <a:pt x="43185" y="20652"/>
                      <a:pt x="43080" y="20547"/>
                      <a:pt x="42934" y="20484"/>
                    </a:cubicBezTo>
                    <a:cubicBezTo>
                      <a:pt x="42894" y="20471"/>
                      <a:pt x="42852" y="20464"/>
                      <a:pt x="42810" y="20464"/>
                    </a:cubicBezTo>
                    <a:cubicBezTo>
                      <a:pt x="42720" y="20464"/>
                      <a:pt x="42629" y="20497"/>
                      <a:pt x="42557" y="20568"/>
                    </a:cubicBezTo>
                    <a:cubicBezTo>
                      <a:pt x="42474" y="20673"/>
                      <a:pt x="42390" y="20756"/>
                      <a:pt x="42306" y="20861"/>
                    </a:cubicBezTo>
                    <a:cubicBezTo>
                      <a:pt x="42097" y="21091"/>
                      <a:pt x="41930" y="21300"/>
                      <a:pt x="41720" y="21531"/>
                    </a:cubicBezTo>
                    <a:cubicBezTo>
                      <a:pt x="41658" y="21593"/>
                      <a:pt x="41720" y="21656"/>
                      <a:pt x="41783" y="21656"/>
                    </a:cubicBezTo>
                    <a:cubicBezTo>
                      <a:pt x="41344" y="21865"/>
                      <a:pt x="40883" y="22242"/>
                      <a:pt x="40423" y="22744"/>
                    </a:cubicBezTo>
                    <a:cubicBezTo>
                      <a:pt x="38205" y="25192"/>
                      <a:pt x="36134" y="30632"/>
                      <a:pt x="34836" y="32787"/>
                    </a:cubicBezTo>
                    <a:cubicBezTo>
                      <a:pt x="33581" y="34817"/>
                      <a:pt x="32305" y="36826"/>
                      <a:pt x="31007" y="38813"/>
                    </a:cubicBezTo>
                    <a:cubicBezTo>
                      <a:pt x="31070" y="38772"/>
                      <a:pt x="31091" y="38709"/>
                      <a:pt x="31154" y="38667"/>
                    </a:cubicBezTo>
                    <a:lnTo>
                      <a:pt x="31154" y="38667"/>
                    </a:lnTo>
                    <a:cubicBezTo>
                      <a:pt x="30422" y="39818"/>
                      <a:pt x="29647" y="40969"/>
                      <a:pt x="28894" y="42119"/>
                    </a:cubicBezTo>
                    <a:lnTo>
                      <a:pt x="28873" y="42119"/>
                    </a:lnTo>
                    <a:cubicBezTo>
                      <a:pt x="28162" y="43186"/>
                      <a:pt x="27450" y="44254"/>
                      <a:pt x="26718" y="45342"/>
                    </a:cubicBezTo>
                    <a:lnTo>
                      <a:pt x="26697" y="45342"/>
                    </a:lnTo>
                    <a:cubicBezTo>
                      <a:pt x="26509" y="45614"/>
                      <a:pt x="26341" y="45886"/>
                      <a:pt x="26153" y="46137"/>
                    </a:cubicBezTo>
                    <a:cubicBezTo>
                      <a:pt x="26153" y="46179"/>
                      <a:pt x="26132" y="46179"/>
                      <a:pt x="26132" y="46199"/>
                    </a:cubicBezTo>
                    <a:lnTo>
                      <a:pt x="26090" y="46199"/>
                    </a:lnTo>
                    <a:cubicBezTo>
                      <a:pt x="25944" y="46492"/>
                      <a:pt x="26028" y="46764"/>
                      <a:pt x="26195" y="46953"/>
                    </a:cubicBezTo>
                    <a:cubicBezTo>
                      <a:pt x="26237" y="46953"/>
                      <a:pt x="26237" y="46974"/>
                      <a:pt x="26258" y="47015"/>
                    </a:cubicBezTo>
                    <a:cubicBezTo>
                      <a:pt x="26362" y="47120"/>
                      <a:pt x="26488" y="47162"/>
                      <a:pt x="26655" y="47183"/>
                    </a:cubicBezTo>
                    <a:cubicBezTo>
                      <a:pt x="26736" y="47203"/>
                      <a:pt x="26820" y="47215"/>
                      <a:pt x="26902" y="47215"/>
                    </a:cubicBezTo>
                    <a:cubicBezTo>
                      <a:pt x="27075" y="47215"/>
                      <a:pt x="27246" y="47164"/>
                      <a:pt x="27388" y="47036"/>
                    </a:cubicBezTo>
                    <a:cubicBezTo>
                      <a:pt x="30422" y="44358"/>
                      <a:pt x="33665" y="40969"/>
                      <a:pt x="36427" y="37181"/>
                    </a:cubicBezTo>
                    <a:lnTo>
                      <a:pt x="36427" y="37181"/>
                    </a:lnTo>
                    <a:cubicBezTo>
                      <a:pt x="35046" y="39127"/>
                      <a:pt x="33602" y="41073"/>
                      <a:pt x="32137" y="42998"/>
                    </a:cubicBezTo>
                    <a:lnTo>
                      <a:pt x="32137" y="43040"/>
                    </a:lnTo>
                    <a:cubicBezTo>
                      <a:pt x="31635" y="43689"/>
                      <a:pt x="31154" y="44316"/>
                      <a:pt x="30652" y="44965"/>
                    </a:cubicBezTo>
                    <a:cubicBezTo>
                      <a:pt x="30463" y="45195"/>
                      <a:pt x="30484" y="45509"/>
                      <a:pt x="30631" y="45760"/>
                    </a:cubicBezTo>
                    <a:cubicBezTo>
                      <a:pt x="30673" y="45823"/>
                      <a:pt x="30735" y="45886"/>
                      <a:pt x="30798" y="45927"/>
                    </a:cubicBezTo>
                    <a:cubicBezTo>
                      <a:pt x="30895" y="46003"/>
                      <a:pt x="31004" y="46045"/>
                      <a:pt x="31121" y="46045"/>
                    </a:cubicBezTo>
                    <a:cubicBezTo>
                      <a:pt x="31230" y="46045"/>
                      <a:pt x="31346" y="46008"/>
                      <a:pt x="31468" y="45927"/>
                    </a:cubicBezTo>
                    <a:cubicBezTo>
                      <a:pt x="32535" y="45153"/>
                      <a:pt x="33581" y="44337"/>
                      <a:pt x="34606" y="43458"/>
                    </a:cubicBezTo>
                    <a:lnTo>
                      <a:pt x="34606" y="43417"/>
                    </a:lnTo>
                    <a:cubicBezTo>
                      <a:pt x="34920" y="43166"/>
                      <a:pt x="35234" y="42873"/>
                      <a:pt x="35506" y="42622"/>
                    </a:cubicBezTo>
                    <a:cubicBezTo>
                      <a:pt x="35506" y="42622"/>
                      <a:pt x="35506" y="42580"/>
                      <a:pt x="35548" y="42580"/>
                    </a:cubicBezTo>
                    <a:cubicBezTo>
                      <a:pt x="36908" y="41324"/>
                      <a:pt x="38184" y="40006"/>
                      <a:pt x="39377" y="38604"/>
                    </a:cubicBezTo>
                    <a:cubicBezTo>
                      <a:pt x="41762" y="35779"/>
                      <a:pt x="43813" y="32683"/>
                      <a:pt x="45382" y="29356"/>
                    </a:cubicBezTo>
                    <a:cubicBezTo>
                      <a:pt x="45424" y="29251"/>
                      <a:pt x="45487" y="29147"/>
                      <a:pt x="45507" y="29063"/>
                    </a:cubicBezTo>
                    <a:cubicBezTo>
                      <a:pt x="45612" y="28833"/>
                      <a:pt x="45717" y="28624"/>
                      <a:pt x="45821" y="28393"/>
                    </a:cubicBezTo>
                    <a:cubicBezTo>
                      <a:pt x="45863" y="28247"/>
                      <a:pt x="45926" y="28121"/>
                      <a:pt x="46010" y="27975"/>
                    </a:cubicBezTo>
                    <a:cubicBezTo>
                      <a:pt x="46072" y="27766"/>
                      <a:pt x="46177" y="27557"/>
                      <a:pt x="46261" y="27305"/>
                    </a:cubicBezTo>
                    <a:cubicBezTo>
                      <a:pt x="46324" y="27159"/>
                      <a:pt x="46386" y="26992"/>
                      <a:pt x="46449" y="26845"/>
                    </a:cubicBezTo>
                    <a:lnTo>
                      <a:pt x="46679" y="26217"/>
                    </a:lnTo>
                    <a:lnTo>
                      <a:pt x="46993" y="25360"/>
                    </a:lnTo>
                    <a:lnTo>
                      <a:pt x="47223" y="24648"/>
                    </a:lnTo>
                    <a:cubicBezTo>
                      <a:pt x="47286" y="24460"/>
                      <a:pt x="47328" y="24272"/>
                      <a:pt x="47412" y="24104"/>
                    </a:cubicBezTo>
                    <a:cubicBezTo>
                      <a:pt x="47474" y="23895"/>
                      <a:pt x="47516" y="23707"/>
                      <a:pt x="47579" y="23497"/>
                    </a:cubicBezTo>
                    <a:lnTo>
                      <a:pt x="47725" y="22953"/>
                    </a:lnTo>
                    <a:cubicBezTo>
                      <a:pt x="47788" y="22744"/>
                      <a:pt x="47830" y="22556"/>
                      <a:pt x="47893" y="22347"/>
                    </a:cubicBezTo>
                    <a:cubicBezTo>
                      <a:pt x="47935" y="22158"/>
                      <a:pt x="47956" y="21970"/>
                      <a:pt x="48018" y="21823"/>
                    </a:cubicBezTo>
                    <a:cubicBezTo>
                      <a:pt x="48060" y="21614"/>
                      <a:pt x="48123" y="21405"/>
                      <a:pt x="48144" y="21196"/>
                    </a:cubicBezTo>
                    <a:cubicBezTo>
                      <a:pt x="48165" y="21028"/>
                      <a:pt x="48207" y="20861"/>
                      <a:pt x="48248" y="20694"/>
                    </a:cubicBezTo>
                    <a:cubicBezTo>
                      <a:pt x="48269" y="20484"/>
                      <a:pt x="48332" y="20296"/>
                      <a:pt x="48353" y="20087"/>
                    </a:cubicBezTo>
                    <a:cubicBezTo>
                      <a:pt x="48416" y="19752"/>
                      <a:pt x="48207" y="19417"/>
                      <a:pt x="47893" y="19292"/>
                    </a:cubicBezTo>
                    <a:cubicBezTo>
                      <a:pt x="50720" y="19079"/>
                      <a:pt x="53566" y="18973"/>
                      <a:pt x="56425" y="18973"/>
                    </a:cubicBezTo>
                    <a:cubicBezTo>
                      <a:pt x="59744" y="18973"/>
                      <a:pt x="63082" y="19115"/>
                      <a:pt x="66431" y="19396"/>
                    </a:cubicBezTo>
                    <a:cubicBezTo>
                      <a:pt x="66159" y="19647"/>
                      <a:pt x="65908" y="19940"/>
                      <a:pt x="65678" y="20233"/>
                    </a:cubicBezTo>
                    <a:cubicBezTo>
                      <a:pt x="65615" y="20275"/>
                      <a:pt x="65594" y="20338"/>
                      <a:pt x="65531" y="20380"/>
                    </a:cubicBezTo>
                    <a:cubicBezTo>
                      <a:pt x="65406" y="20547"/>
                      <a:pt x="65301" y="20694"/>
                      <a:pt x="65176" y="20861"/>
                    </a:cubicBezTo>
                    <a:cubicBezTo>
                      <a:pt x="65113" y="20924"/>
                      <a:pt x="65071" y="20986"/>
                      <a:pt x="65008" y="21070"/>
                    </a:cubicBezTo>
                    <a:cubicBezTo>
                      <a:pt x="64904" y="21217"/>
                      <a:pt x="64778" y="21384"/>
                      <a:pt x="64674" y="21531"/>
                    </a:cubicBezTo>
                    <a:lnTo>
                      <a:pt x="64527" y="21761"/>
                    </a:lnTo>
                    <a:lnTo>
                      <a:pt x="64213" y="22242"/>
                    </a:lnTo>
                    <a:cubicBezTo>
                      <a:pt x="64150" y="22326"/>
                      <a:pt x="64109" y="22388"/>
                      <a:pt x="64046" y="22493"/>
                    </a:cubicBezTo>
                    <a:cubicBezTo>
                      <a:pt x="63941" y="22660"/>
                      <a:pt x="63837" y="22807"/>
                      <a:pt x="63753" y="22995"/>
                    </a:cubicBezTo>
                    <a:cubicBezTo>
                      <a:pt x="63711" y="23079"/>
                      <a:pt x="63648" y="23183"/>
                      <a:pt x="63606" y="23267"/>
                    </a:cubicBezTo>
                    <a:cubicBezTo>
                      <a:pt x="63502" y="23414"/>
                      <a:pt x="63418" y="23581"/>
                      <a:pt x="63313" y="23748"/>
                    </a:cubicBezTo>
                    <a:cubicBezTo>
                      <a:pt x="63272" y="23853"/>
                      <a:pt x="63209" y="23937"/>
                      <a:pt x="63167" y="24041"/>
                    </a:cubicBezTo>
                    <a:cubicBezTo>
                      <a:pt x="63021" y="24272"/>
                      <a:pt x="62895" y="24523"/>
                      <a:pt x="62790" y="24753"/>
                    </a:cubicBezTo>
                    <a:cubicBezTo>
                      <a:pt x="62686" y="24941"/>
                      <a:pt x="62602" y="25108"/>
                      <a:pt x="62497" y="25297"/>
                    </a:cubicBezTo>
                    <a:cubicBezTo>
                      <a:pt x="62456" y="25380"/>
                      <a:pt x="62435" y="25485"/>
                      <a:pt x="62372" y="25569"/>
                    </a:cubicBezTo>
                    <a:cubicBezTo>
                      <a:pt x="62267" y="25778"/>
                      <a:pt x="62184" y="25945"/>
                      <a:pt x="62079" y="26155"/>
                    </a:cubicBezTo>
                    <a:lnTo>
                      <a:pt x="62016" y="26322"/>
                    </a:lnTo>
                    <a:cubicBezTo>
                      <a:pt x="61430" y="27494"/>
                      <a:pt x="60886" y="28665"/>
                      <a:pt x="60342" y="29795"/>
                    </a:cubicBezTo>
                    <a:cubicBezTo>
                      <a:pt x="60342" y="29816"/>
                      <a:pt x="60300" y="29858"/>
                      <a:pt x="60300" y="29858"/>
                    </a:cubicBezTo>
                    <a:cubicBezTo>
                      <a:pt x="60196" y="30088"/>
                      <a:pt x="60070" y="30298"/>
                      <a:pt x="59966" y="30528"/>
                    </a:cubicBezTo>
                    <a:cubicBezTo>
                      <a:pt x="59715" y="31051"/>
                      <a:pt x="59443" y="31553"/>
                      <a:pt x="59150" y="32013"/>
                    </a:cubicBezTo>
                    <a:cubicBezTo>
                      <a:pt x="57371" y="35110"/>
                      <a:pt x="55446" y="38123"/>
                      <a:pt x="53458" y="41094"/>
                    </a:cubicBezTo>
                    <a:cubicBezTo>
                      <a:pt x="53458" y="41115"/>
                      <a:pt x="53438" y="41115"/>
                      <a:pt x="53396" y="41157"/>
                    </a:cubicBezTo>
                    <a:lnTo>
                      <a:pt x="50257" y="45865"/>
                    </a:lnTo>
                    <a:cubicBezTo>
                      <a:pt x="50071" y="46144"/>
                      <a:pt x="50357" y="46412"/>
                      <a:pt x="50645" y="46412"/>
                    </a:cubicBezTo>
                    <a:cubicBezTo>
                      <a:pt x="50745" y="46412"/>
                      <a:pt x="50846" y="46380"/>
                      <a:pt x="50927" y="46304"/>
                    </a:cubicBezTo>
                    <a:cubicBezTo>
                      <a:pt x="53479" y="43898"/>
                      <a:pt x="55781" y="41261"/>
                      <a:pt x="57852" y="38437"/>
                    </a:cubicBezTo>
                    <a:lnTo>
                      <a:pt x="57852" y="38395"/>
                    </a:lnTo>
                    <a:cubicBezTo>
                      <a:pt x="59087" y="36721"/>
                      <a:pt x="60259" y="34984"/>
                      <a:pt x="61326" y="33143"/>
                    </a:cubicBezTo>
                    <a:cubicBezTo>
                      <a:pt x="62916" y="30444"/>
                      <a:pt x="64966" y="27243"/>
                      <a:pt x="66034" y="23937"/>
                    </a:cubicBezTo>
                    <a:lnTo>
                      <a:pt x="66034" y="23916"/>
                    </a:lnTo>
                    <a:cubicBezTo>
                      <a:pt x="66117" y="23707"/>
                      <a:pt x="66159" y="23497"/>
                      <a:pt x="66222" y="23288"/>
                    </a:cubicBezTo>
                    <a:cubicBezTo>
                      <a:pt x="66222" y="23225"/>
                      <a:pt x="66243" y="23204"/>
                      <a:pt x="66243" y="23163"/>
                    </a:cubicBezTo>
                    <a:cubicBezTo>
                      <a:pt x="66306" y="22995"/>
                      <a:pt x="66326" y="22849"/>
                      <a:pt x="66368" y="22702"/>
                    </a:cubicBezTo>
                    <a:cubicBezTo>
                      <a:pt x="66410" y="22639"/>
                      <a:pt x="66410" y="22577"/>
                      <a:pt x="66431" y="22493"/>
                    </a:cubicBezTo>
                    <a:cubicBezTo>
                      <a:pt x="66452" y="22347"/>
                      <a:pt x="66515" y="22179"/>
                      <a:pt x="66536" y="22054"/>
                    </a:cubicBezTo>
                    <a:cubicBezTo>
                      <a:pt x="66557" y="21928"/>
                      <a:pt x="66578" y="21823"/>
                      <a:pt x="66619" y="21698"/>
                    </a:cubicBezTo>
                    <a:cubicBezTo>
                      <a:pt x="66640" y="21614"/>
                      <a:pt x="66640" y="21531"/>
                      <a:pt x="66661" y="21447"/>
                    </a:cubicBezTo>
                    <a:cubicBezTo>
                      <a:pt x="66682" y="21321"/>
                      <a:pt x="66682" y="21217"/>
                      <a:pt x="66724" y="21091"/>
                    </a:cubicBezTo>
                    <a:lnTo>
                      <a:pt x="66724" y="20986"/>
                    </a:lnTo>
                    <a:cubicBezTo>
                      <a:pt x="66745" y="20714"/>
                      <a:pt x="66766" y="20442"/>
                      <a:pt x="66787" y="20170"/>
                    </a:cubicBezTo>
                    <a:cubicBezTo>
                      <a:pt x="66787" y="19940"/>
                      <a:pt x="66829" y="19668"/>
                      <a:pt x="66787" y="19438"/>
                    </a:cubicBezTo>
                    <a:lnTo>
                      <a:pt x="66787" y="19438"/>
                    </a:lnTo>
                    <a:cubicBezTo>
                      <a:pt x="68565" y="19606"/>
                      <a:pt x="70344" y="19773"/>
                      <a:pt x="72122" y="20024"/>
                    </a:cubicBezTo>
                    <a:cubicBezTo>
                      <a:pt x="72018" y="20129"/>
                      <a:pt x="71955" y="20233"/>
                      <a:pt x="71850" y="20338"/>
                    </a:cubicBezTo>
                    <a:cubicBezTo>
                      <a:pt x="71788" y="20380"/>
                      <a:pt x="71767" y="20442"/>
                      <a:pt x="71704" y="20484"/>
                    </a:cubicBezTo>
                    <a:lnTo>
                      <a:pt x="71390" y="20882"/>
                    </a:lnTo>
                    <a:cubicBezTo>
                      <a:pt x="71348" y="20924"/>
                      <a:pt x="71285" y="21007"/>
                      <a:pt x="71244" y="21070"/>
                    </a:cubicBezTo>
                    <a:cubicBezTo>
                      <a:pt x="71139" y="21196"/>
                      <a:pt x="71034" y="21342"/>
                      <a:pt x="70909" y="21489"/>
                    </a:cubicBezTo>
                    <a:cubicBezTo>
                      <a:pt x="70867" y="21531"/>
                      <a:pt x="70825" y="21593"/>
                      <a:pt x="70804" y="21635"/>
                    </a:cubicBezTo>
                    <a:cubicBezTo>
                      <a:pt x="70658" y="21803"/>
                      <a:pt x="70553" y="21949"/>
                      <a:pt x="70428" y="22116"/>
                    </a:cubicBezTo>
                    <a:cubicBezTo>
                      <a:pt x="70407" y="22137"/>
                      <a:pt x="70407" y="22158"/>
                      <a:pt x="70386" y="22179"/>
                    </a:cubicBezTo>
                    <a:cubicBezTo>
                      <a:pt x="69821" y="22953"/>
                      <a:pt x="69298" y="23748"/>
                      <a:pt x="68775" y="24564"/>
                    </a:cubicBezTo>
                    <a:cubicBezTo>
                      <a:pt x="68356" y="25171"/>
                      <a:pt x="68000" y="25799"/>
                      <a:pt x="67666" y="26448"/>
                    </a:cubicBezTo>
                    <a:cubicBezTo>
                      <a:pt x="66850" y="27829"/>
                      <a:pt x="66034" y="29230"/>
                      <a:pt x="65176" y="30528"/>
                    </a:cubicBezTo>
                    <a:cubicBezTo>
                      <a:pt x="62393" y="34796"/>
                      <a:pt x="59443" y="38918"/>
                      <a:pt x="56492" y="43061"/>
                    </a:cubicBezTo>
                    <a:cubicBezTo>
                      <a:pt x="56492" y="43061"/>
                      <a:pt x="56492" y="43082"/>
                      <a:pt x="56471" y="43082"/>
                    </a:cubicBezTo>
                    <a:lnTo>
                      <a:pt x="56074" y="43626"/>
                    </a:lnTo>
                    <a:cubicBezTo>
                      <a:pt x="55822" y="43988"/>
                      <a:pt x="56079" y="44373"/>
                      <a:pt x="56400" y="44373"/>
                    </a:cubicBezTo>
                    <a:cubicBezTo>
                      <a:pt x="56506" y="44373"/>
                      <a:pt x="56619" y="44331"/>
                      <a:pt x="56723" y="44233"/>
                    </a:cubicBezTo>
                    <a:cubicBezTo>
                      <a:pt x="58668" y="42412"/>
                      <a:pt x="60719" y="40257"/>
                      <a:pt x="62707" y="37956"/>
                    </a:cubicBezTo>
                    <a:cubicBezTo>
                      <a:pt x="62707" y="37935"/>
                      <a:pt x="62749" y="37935"/>
                      <a:pt x="62749" y="37935"/>
                    </a:cubicBezTo>
                    <a:cubicBezTo>
                      <a:pt x="62790" y="37872"/>
                      <a:pt x="62853" y="37830"/>
                      <a:pt x="62895" y="37746"/>
                    </a:cubicBezTo>
                    <a:cubicBezTo>
                      <a:pt x="62895" y="37949"/>
                      <a:pt x="63058" y="38129"/>
                      <a:pt x="63236" y="38129"/>
                    </a:cubicBezTo>
                    <a:cubicBezTo>
                      <a:pt x="63297" y="38129"/>
                      <a:pt x="63360" y="38108"/>
                      <a:pt x="63418" y="38060"/>
                    </a:cubicBezTo>
                    <a:lnTo>
                      <a:pt x="63816" y="37746"/>
                    </a:lnTo>
                    <a:lnTo>
                      <a:pt x="63816" y="37725"/>
                    </a:lnTo>
                    <a:cubicBezTo>
                      <a:pt x="64318" y="37328"/>
                      <a:pt x="64799" y="36909"/>
                      <a:pt x="65301" y="36491"/>
                    </a:cubicBezTo>
                    <a:cubicBezTo>
                      <a:pt x="65406" y="36386"/>
                      <a:pt x="65531" y="36282"/>
                      <a:pt x="65636" y="36198"/>
                    </a:cubicBezTo>
                    <a:lnTo>
                      <a:pt x="65636" y="36198"/>
                    </a:lnTo>
                    <a:cubicBezTo>
                      <a:pt x="65636" y="36240"/>
                      <a:pt x="65615" y="36240"/>
                      <a:pt x="65615" y="36261"/>
                    </a:cubicBezTo>
                    <a:cubicBezTo>
                      <a:pt x="66452" y="35528"/>
                      <a:pt x="67289" y="34733"/>
                      <a:pt x="68084" y="33959"/>
                    </a:cubicBezTo>
                    <a:lnTo>
                      <a:pt x="68126" y="33896"/>
                    </a:lnTo>
                    <a:lnTo>
                      <a:pt x="68879" y="33143"/>
                    </a:lnTo>
                    <a:cubicBezTo>
                      <a:pt x="68942" y="33101"/>
                      <a:pt x="68984" y="33038"/>
                      <a:pt x="69047" y="32955"/>
                    </a:cubicBezTo>
                    <a:cubicBezTo>
                      <a:pt x="69256" y="32725"/>
                      <a:pt x="69465" y="32515"/>
                      <a:pt x="69674" y="32285"/>
                    </a:cubicBezTo>
                    <a:cubicBezTo>
                      <a:pt x="69758" y="32202"/>
                      <a:pt x="69821" y="32097"/>
                      <a:pt x="69925" y="32013"/>
                    </a:cubicBezTo>
                    <a:cubicBezTo>
                      <a:pt x="70114" y="31804"/>
                      <a:pt x="70302" y="31637"/>
                      <a:pt x="70448" y="31427"/>
                    </a:cubicBezTo>
                    <a:cubicBezTo>
                      <a:pt x="70553" y="31281"/>
                      <a:pt x="70658" y="31176"/>
                      <a:pt x="70762" y="31051"/>
                    </a:cubicBezTo>
                    <a:cubicBezTo>
                      <a:pt x="70930" y="30862"/>
                      <a:pt x="71055" y="30716"/>
                      <a:pt x="71223" y="30528"/>
                    </a:cubicBezTo>
                    <a:cubicBezTo>
                      <a:pt x="71348" y="30381"/>
                      <a:pt x="71474" y="30235"/>
                      <a:pt x="71578" y="30088"/>
                    </a:cubicBezTo>
                    <a:cubicBezTo>
                      <a:pt x="71704" y="29921"/>
                      <a:pt x="71850" y="29774"/>
                      <a:pt x="71955" y="29607"/>
                    </a:cubicBezTo>
                    <a:cubicBezTo>
                      <a:pt x="72080" y="29440"/>
                      <a:pt x="72227" y="29272"/>
                      <a:pt x="72373" y="29084"/>
                    </a:cubicBezTo>
                    <a:cubicBezTo>
                      <a:pt x="72478" y="28958"/>
                      <a:pt x="72583" y="28812"/>
                      <a:pt x="72687" y="28665"/>
                    </a:cubicBezTo>
                    <a:cubicBezTo>
                      <a:pt x="72834" y="28498"/>
                      <a:pt x="73001" y="28289"/>
                      <a:pt x="73127" y="28101"/>
                    </a:cubicBezTo>
                    <a:cubicBezTo>
                      <a:pt x="73231" y="27975"/>
                      <a:pt x="73315" y="27829"/>
                      <a:pt x="73420" y="27724"/>
                    </a:cubicBezTo>
                    <a:lnTo>
                      <a:pt x="73880" y="27096"/>
                    </a:lnTo>
                    <a:cubicBezTo>
                      <a:pt x="73964" y="26992"/>
                      <a:pt x="74047" y="26866"/>
                      <a:pt x="74110" y="26761"/>
                    </a:cubicBezTo>
                    <a:cubicBezTo>
                      <a:pt x="74277" y="26531"/>
                      <a:pt x="74424" y="26301"/>
                      <a:pt x="74591" y="26092"/>
                    </a:cubicBezTo>
                    <a:cubicBezTo>
                      <a:pt x="74675" y="25987"/>
                      <a:pt x="74717" y="25883"/>
                      <a:pt x="74801" y="25778"/>
                    </a:cubicBezTo>
                    <a:cubicBezTo>
                      <a:pt x="74947" y="25527"/>
                      <a:pt x="75135" y="25276"/>
                      <a:pt x="75303" y="25046"/>
                    </a:cubicBezTo>
                    <a:cubicBezTo>
                      <a:pt x="75345" y="24962"/>
                      <a:pt x="75407" y="24857"/>
                      <a:pt x="75470" y="24774"/>
                    </a:cubicBezTo>
                    <a:cubicBezTo>
                      <a:pt x="75637" y="24523"/>
                      <a:pt x="75826" y="24251"/>
                      <a:pt x="75972" y="23999"/>
                    </a:cubicBezTo>
                    <a:cubicBezTo>
                      <a:pt x="76035" y="23916"/>
                      <a:pt x="76056" y="23853"/>
                      <a:pt x="76098" y="23790"/>
                    </a:cubicBezTo>
                    <a:cubicBezTo>
                      <a:pt x="76286" y="23497"/>
                      <a:pt x="76454" y="23204"/>
                      <a:pt x="76621" y="22911"/>
                    </a:cubicBezTo>
                    <a:cubicBezTo>
                      <a:pt x="76621" y="22891"/>
                      <a:pt x="76663" y="22891"/>
                      <a:pt x="76663" y="22870"/>
                    </a:cubicBezTo>
                    <a:cubicBezTo>
                      <a:pt x="77018" y="22263"/>
                      <a:pt x="77353" y="21635"/>
                      <a:pt x="77667" y="21028"/>
                    </a:cubicBezTo>
                    <a:cubicBezTo>
                      <a:pt x="78483" y="21196"/>
                      <a:pt x="79299" y="21321"/>
                      <a:pt x="80115" y="21510"/>
                    </a:cubicBezTo>
                    <a:cubicBezTo>
                      <a:pt x="80031" y="21593"/>
                      <a:pt x="79927" y="21656"/>
                      <a:pt x="79843" y="21740"/>
                    </a:cubicBezTo>
                    <a:cubicBezTo>
                      <a:pt x="79801" y="21803"/>
                      <a:pt x="79739" y="21844"/>
                      <a:pt x="79655" y="21907"/>
                    </a:cubicBezTo>
                    <a:cubicBezTo>
                      <a:pt x="79550" y="22012"/>
                      <a:pt x="79446" y="22075"/>
                      <a:pt x="79383" y="22179"/>
                    </a:cubicBezTo>
                    <a:cubicBezTo>
                      <a:pt x="79299" y="22263"/>
                      <a:pt x="79215" y="22347"/>
                      <a:pt x="79174" y="22430"/>
                    </a:cubicBezTo>
                    <a:cubicBezTo>
                      <a:pt x="79090" y="22493"/>
                      <a:pt x="79006" y="22598"/>
                      <a:pt x="78922" y="22681"/>
                    </a:cubicBezTo>
                    <a:cubicBezTo>
                      <a:pt x="78818" y="22786"/>
                      <a:pt x="78755" y="22891"/>
                      <a:pt x="78650" y="22995"/>
                    </a:cubicBezTo>
                    <a:cubicBezTo>
                      <a:pt x="78588" y="23058"/>
                      <a:pt x="78546" y="23121"/>
                      <a:pt x="78483" y="23183"/>
                    </a:cubicBezTo>
                    <a:cubicBezTo>
                      <a:pt x="78337" y="23372"/>
                      <a:pt x="78169" y="23539"/>
                      <a:pt x="78044" y="23727"/>
                    </a:cubicBezTo>
                    <a:lnTo>
                      <a:pt x="77981" y="23790"/>
                    </a:lnTo>
                    <a:cubicBezTo>
                      <a:pt x="77855" y="23958"/>
                      <a:pt x="77709" y="24146"/>
                      <a:pt x="77562" y="24334"/>
                    </a:cubicBezTo>
                    <a:cubicBezTo>
                      <a:pt x="77542" y="24355"/>
                      <a:pt x="77521" y="24418"/>
                      <a:pt x="77500" y="24439"/>
                    </a:cubicBezTo>
                    <a:cubicBezTo>
                      <a:pt x="77353" y="24627"/>
                      <a:pt x="77228" y="24774"/>
                      <a:pt x="77102" y="24962"/>
                    </a:cubicBezTo>
                    <a:cubicBezTo>
                      <a:pt x="77081" y="24983"/>
                      <a:pt x="77081" y="25004"/>
                      <a:pt x="77039" y="25046"/>
                    </a:cubicBezTo>
                    <a:cubicBezTo>
                      <a:pt x="76140" y="26343"/>
                      <a:pt x="75261" y="27766"/>
                      <a:pt x="74403" y="29084"/>
                    </a:cubicBezTo>
                    <a:cubicBezTo>
                      <a:pt x="74005" y="29712"/>
                      <a:pt x="73587" y="30318"/>
                      <a:pt x="73210" y="30904"/>
                    </a:cubicBezTo>
                    <a:cubicBezTo>
                      <a:pt x="70532" y="34629"/>
                      <a:pt x="67687" y="38228"/>
                      <a:pt x="64841" y="41805"/>
                    </a:cubicBezTo>
                    <a:cubicBezTo>
                      <a:pt x="64841" y="41826"/>
                      <a:pt x="64799" y="41826"/>
                      <a:pt x="64778" y="41847"/>
                    </a:cubicBezTo>
                    <a:cubicBezTo>
                      <a:pt x="64653" y="42015"/>
                      <a:pt x="64548" y="42161"/>
                      <a:pt x="64422" y="42329"/>
                    </a:cubicBezTo>
                    <a:cubicBezTo>
                      <a:pt x="64052" y="42766"/>
                      <a:pt x="64426" y="43500"/>
                      <a:pt x="64913" y="43500"/>
                    </a:cubicBezTo>
                    <a:cubicBezTo>
                      <a:pt x="65031" y="43500"/>
                      <a:pt x="65157" y="43457"/>
                      <a:pt x="65280" y="43354"/>
                    </a:cubicBezTo>
                    <a:cubicBezTo>
                      <a:pt x="66368" y="42433"/>
                      <a:pt x="67582" y="41408"/>
                      <a:pt x="68816" y="40257"/>
                    </a:cubicBezTo>
                    <a:cubicBezTo>
                      <a:pt x="68816" y="40257"/>
                      <a:pt x="68816" y="40236"/>
                      <a:pt x="68837" y="40236"/>
                    </a:cubicBezTo>
                    <a:lnTo>
                      <a:pt x="68921" y="40153"/>
                    </a:lnTo>
                    <a:lnTo>
                      <a:pt x="68942" y="40153"/>
                    </a:lnTo>
                    <a:cubicBezTo>
                      <a:pt x="73838" y="35612"/>
                      <a:pt x="79132" y="29440"/>
                      <a:pt x="80575" y="23393"/>
                    </a:cubicBezTo>
                    <a:cubicBezTo>
                      <a:pt x="80596" y="23309"/>
                      <a:pt x="80638" y="23204"/>
                      <a:pt x="80638" y="23121"/>
                    </a:cubicBezTo>
                    <a:cubicBezTo>
                      <a:pt x="80659" y="23058"/>
                      <a:pt x="80659" y="22995"/>
                      <a:pt x="80680" y="22911"/>
                    </a:cubicBezTo>
                    <a:cubicBezTo>
                      <a:pt x="80764" y="22472"/>
                      <a:pt x="80847" y="22054"/>
                      <a:pt x="80889" y="21614"/>
                    </a:cubicBezTo>
                    <a:cubicBezTo>
                      <a:pt x="81894" y="21823"/>
                      <a:pt x="82877" y="22033"/>
                      <a:pt x="83881" y="22263"/>
                    </a:cubicBezTo>
                    <a:cubicBezTo>
                      <a:pt x="83777" y="22451"/>
                      <a:pt x="83693" y="22660"/>
                      <a:pt x="83588" y="22849"/>
                    </a:cubicBezTo>
                    <a:cubicBezTo>
                      <a:pt x="83526" y="22974"/>
                      <a:pt x="83484" y="23079"/>
                      <a:pt x="83400" y="23204"/>
                    </a:cubicBezTo>
                    <a:cubicBezTo>
                      <a:pt x="83275" y="23497"/>
                      <a:pt x="83107" y="23811"/>
                      <a:pt x="82982" y="24125"/>
                    </a:cubicBezTo>
                    <a:cubicBezTo>
                      <a:pt x="82961" y="24167"/>
                      <a:pt x="82940" y="24230"/>
                      <a:pt x="82940" y="24251"/>
                    </a:cubicBezTo>
                    <a:cubicBezTo>
                      <a:pt x="81831" y="26678"/>
                      <a:pt x="80889" y="29168"/>
                      <a:pt x="79529" y="31490"/>
                    </a:cubicBezTo>
                    <a:cubicBezTo>
                      <a:pt x="77521" y="34922"/>
                      <a:pt x="75010" y="37872"/>
                      <a:pt x="72290" y="40759"/>
                    </a:cubicBezTo>
                    <a:lnTo>
                      <a:pt x="72290" y="40780"/>
                    </a:lnTo>
                    <a:lnTo>
                      <a:pt x="72269" y="40801"/>
                    </a:lnTo>
                    <a:cubicBezTo>
                      <a:pt x="72050" y="41105"/>
                      <a:pt x="72320" y="41558"/>
                      <a:pt x="72630" y="41558"/>
                    </a:cubicBezTo>
                    <a:cubicBezTo>
                      <a:pt x="72705" y="41558"/>
                      <a:pt x="72782" y="41532"/>
                      <a:pt x="72855" y="41471"/>
                    </a:cubicBezTo>
                    <a:cubicBezTo>
                      <a:pt x="74257" y="40383"/>
                      <a:pt x="75637" y="39169"/>
                      <a:pt x="76914" y="37746"/>
                    </a:cubicBezTo>
                    <a:cubicBezTo>
                      <a:pt x="76914" y="37746"/>
                      <a:pt x="76914" y="37725"/>
                      <a:pt x="76935" y="37725"/>
                    </a:cubicBezTo>
                    <a:cubicBezTo>
                      <a:pt x="80785" y="33583"/>
                      <a:pt x="83840" y="28205"/>
                      <a:pt x="84216" y="22807"/>
                    </a:cubicBezTo>
                    <a:lnTo>
                      <a:pt x="84216" y="22744"/>
                    </a:lnTo>
                    <a:cubicBezTo>
                      <a:pt x="84216" y="22598"/>
                      <a:pt x="84237" y="22493"/>
                      <a:pt x="84237" y="22367"/>
                    </a:cubicBezTo>
                    <a:cubicBezTo>
                      <a:pt x="85785" y="22744"/>
                      <a:pt x="87355" y="23163"/>
                      <a:pt x="88903" y="23581"/>
                    </a:cubicBezTo>
                    <a:cubicBezTo>
                      <a:pt x="88254" y="24230"/>
                      <a:pt x="87689" y="24941"/>
                      <a:pt x="87166" y="25673"/>
                    </a:cubicBezTo>
                    <a:lnTo>
                      <a:pt x="87145" y="25694"/>
                    </a:lnTo>
                    <a:cubicBezTo>
                      <a:pt x="87062" y="25820"/>
                      <a:pt x="86957" y="25924"/>
                      <a:pt x="86894" y="26050"/>
                    </a:cubicBezTo>
                    <a:cubicBezTo>
                      <a:pt x="86853" y="26113"/>
                      <a:pt x="86832" y="26155"/>
                      <a:pt x="86790" y="26196"/>
                    </a:cubicBezTo>
                    <a:cubicBezTo>
                      <a:pt x="86727" y="26301"/>
                      <a:pt x="86643" y="26364"/>
                      <a:pt x="86601" y="26468"/>
                    </a:cubicBezTo>
                    <a:cubicBezTo>
                      <a:pt x="86539" y="26552"/>
                      <a:pt x="86518" y="26615"/>
                      <a:pt x="86476" y="26678"/>
                    </a:cubicBezTo>
                    <a:cubicBezTo>
                      <a:pt x="86434" y="26740"/>
                      <a:pt x="86413" y="26761"/>
                      <a:pt x="86392" y="26824"/>
                    </a:cubicBezTo>
                    <a:cubicBezTo>
                      <a:pt x="85555" y="28101"/>
                      <a:pt x="84802" y="29398"/>
                      <a:pt x="83944" y="30716"/>
                    </a:cubicBezTo>
                    <a:cubicBezTo>
                      <a:pt x="83254" y="31804"/>
                      <a:pt x="82521" y="32913"/>
                      <a:pt x="81747" y="33980"/>
                    </a:cubicBezTo>
                    <a:cubicBezTo>
                      <a:pt x="81287" y="34671"/>
                      <a:pt x="80806" y="35340"/>
                      <a:pt x="80345" y="35989"/>
                    </a:cubicBezTo>
                    <a:cubicBezTo>
                      <a:pt x="79529" y="37098"/>
                      <a:pt x="78713" y="38186"/>
                      <a:pt x="77876" y="39295"/>
                    </a:cubicBezTo>
                    <a:cubicBezTo>
                      <a:pt x="77834" y="39378"/>
                      <a:pt x="77772" y="39420"/>
                      <a:pt x="77730" y="39504"/>
                    </a:cubicBezTo>
                    <a:cubicBezTo>
                      <a:pt x="77426" y="39909"/>
                      <a:pt x="77735" y="40546"/>
                      <a:pt x="78163" y="40546"/>
                    </a:cubicBezTo>
                    <a:cubicBezTo>
                      <a:pt x="78265" y="40546"/>
                      <a:pt x="78374" y="40509"/>
                      <a:pt x="78483" y="40425"/>
                    </a:cubicBezTo>
                    <a:cubicBezTo>
                      <a:pt x="79885" y="39399"/>
                      <a:pt x="81308" y="38165"/>
                      <a:pt x="82647" y="36826"/>
                    </a:cubicBezTo>
                    <a:cubicBezTo>
                      <a:pt x="86225" y="33206"/>
                      <a:pt x="89175" y="28603"/>
                      <a:pt x="89154" y="23644"/>
                    </a:cubicBezTo>
                    <a:lnTo>
                      <a:pt x="89154" y="23623"/>
                    </a:lnTo>
                    <a:cubicBezTo>
                      <a:pt x="93632" y="24899"/>
                      <a:pt x="98068" y="26448"/>
                      <a:pt x="102420" y="28310"/>
                    </a:cubicBezTo>
                    <a:cubicBezTo>
                      <a:pt x="102545" y="28101"/>
                      <a:pt x="102629" y="27870"/>
                      <a:pt x="102503" y="27808"/>
                    </a:cubicBezTo>
                    <a:cubicBezTo>
                      <a:pt x="97837" y="25778"/>
                      <a:pt x="93025" y="24041"/>
                      <a:pt x="88171" y="22660"/>
                    </a:cubicBezTo>
                    <a:cubicBezTo>
                      <a:pt x="88254" y="22639"/>
                      <a:pt x="88317" y="22598"/>
                      <a:pt x="88380" y="22535"/>
                    </a:cubicBezTo>
                    <a:cubicBezTo>
                      <a:pt x="88401" y="22493"/>
                      <a:pt x="88401" y="22472"/>
                      <a:pt x="88401" y="22451"/>
                    </a:cubicBezTo>
                    <a:cubicBezTo>
                      <a:pt x="88464" y="22137"/>
                      <a:pt x="88485" y="21823"/>
                      <a:pt x="88526" y="21489"/>
                    </a:cubicBezTo>
                    <a:lnTo>
                      <a:pt x="88526" y="21426"/>
                    </a:lnTo>
                    <a:cubicBezTo>
                      <a:pt x="88568" y="21133"/>
                      <a:pt x="88589" y="20819"/>
                      <a:pt x="88589" y="20547"/>
                    </a:cubicBezTo>
                    <a:lnTo>
                      <a:pt x="88589" y="20359"/>
                    </a:lnTo>
                    <a:lnTo>
                      <a:pt x="88589" y="19626"/>
                    </a:lnTo>
                    <a:lnTo>
                      <a:pt x="88589" y="19187"/>
                    </a:lnTo>
                    <a:cubicBezTo>
                      <a:pt x="88589" y="19041"/>
                      <a:pt x="88589" y="18936"/>
                      <a:pt x="88568" y="18810"/>
                    </a:cubicBezTo>
                    <a:cubicBezTo>
                      <a:pt x="88359" y="14730"/>
                      <a:pt x="86790" y="10755"/>
                      <a:pt x="84174" y="7595"/>
                    </a:cubicBezTo>
                    <a:cubicBezTo>
                      <a:pt x="83881" y="7219"/>
                      <a:pt x="83588" y="6884"/>
                      <a:pt x="83254" y="6570"/>
                    </a:cubicBezTo>
                    <a:lnTo>
                      <a:pt x="83065" y="6382"/>
                    </a:lnTo>
                    <a:cubicBezTo>
                      <a:pt x="83024" y="6340"/>
                      <a:pt x="82940" y="6277"/>
                      <a:pt x="82856" y="6256"/>
                    </a:cubicBezTo>
                    <a:cubicBezTo>
                      <a:pt x="82782" y="6226"/>
                      <a:pt x="82702" y="6211"/>
                      <a:pt x="82621" y="6211"/>
                    </a:cubicBezTo>
                    <a:cubicBezTo>
                      <a:pt x="82315" y="6211"/>
                      <a:pt x="81993" y="6414"/>
                      <a:pt x="81894" y="6696"/>
                    </a:cubicBezTo>
                    <a:cubicBezTo>
                      <a:pt x="81873" y="6696"/>
                      <a:pt x="81894" y="6696"/>
                      <a:pt x="81894" y="6738"/>
                    </a:cubicBezTo>
                    <a:cubicBezTo>
                      <a:pt x="81831" y="6842"/>
                      <a:pt x="81831" y="6989"/>
                      <a:pt x="81873" y="7114"/>
                    </a:cubicBezTo>
                    <a:cubicBezTo>
                      <a:pt x="82124" y="7909"/>
                      <a:pt x="82396" y="8725"/>
                      <a:pt x="82668" y="9499"/>
                    </a:cubicBezTo>
                    <a:lnTo>
                      <a:pt x="82668" y="9520"/>
                    </a:lnTo>
                    <a:cubicBezTo>
                      <a:pt x="84195" y="13914"/>
                      <a:pt x="85911" y="18350"/>
                      <a:pt x="87857" y="22535"/>
                    </a:cubicBezTo>
                    <a:cubicBezTo>
                      <a:pt x="87857" y="22550"/>
                      <a:pt x="87867" y="22564"/>
                      <a:pt x="87881" y="22572"/>
                    </a:cubicBezTo>
                    <a:lnTo>
                      <a:pt x="87881" y="22572"/>
                    </a:lnTo>
                    <a:cubicBezTo>
                      <a:pt x="86673" y="22239"/>
                      <a:pt x="85445" y="21926"/>
                      <a:pt x="84216" y="21614"/>
                    </a:cubicBezTo>
                    <a:cubicBezTo>
                      <a:pt x="84205" y="21580"/>
                      <a:pt x="84180" y="21564"/>
                      <a:pt x="84154" y="21564"/>
                    </a:cubicBezTo>
                    <a:cubicBezTo>
                      <a:pt x="84132" y="21564"/>
                      <a:pt x="84109" y="21574"/>
                      <a:pt x="84091" y="21593"/>
                    </a:cubicBezTo>
                    <a:cubicBezTo>
                      <a:pt x="83693" y="21489"/>
                      <a:pt x="83337" y="21405"/>
                      <a:pt x="82940" y="21300"/>
                    </a:cubicBezTo>
                    <a:cubicBezTo>
                      <a:pt x="82961" y="21279"/>
                      <a:pt x="82982" y="21238"/>
                      <a:pt x="82982" y="21196"/>
                    </a:cubicBezTo>
                    <a:cubicBezTo>
                      <a:pt x="83086" y="20568"/>
                      <a:pt x="83149" y="19961"/>
                      <a:pt x="83170" y="19334"/>
                    </a:cubicBezTo>
                    <a:lnTo>
                      <a:pt x="83170" y="19208"/>
                    </a:lnTo>
                    <a:lnTo>
                      <a:pt x="83170" y="18727"/>
                    </a:lnTo>
                    <a:lnTo>
                      <a:pt x="83170" y="18497"/>
                    </a:lnTo>
                    <a:lnTo>
                      <a:pt x="83170" y="18141"/>
                    </a:lnTo>
                    <a:cubicBezTo>
                      <a:pt x="83170" y="17994"/>
                      <a:pt x="83170" y="17890"/>
                      <a:pt x="83149" y="17764"/>
                    </a:cubicBezTo>
                    <a:cubicBezTo>
                      <a:pt x="83149" y="17681"/>
                      <a:pt x="83149" y="17576"/>
                      <a:pt x="83128" y="17513"/>
                    </a:cubicBezTo>
                    <a:cubicBezTo>
                      <a:pt x="83128" y="17346"/>
                      <a:pt x="83086" y="17157"/>
                      <a:pt x="83065" y="17011"/>
                    </a:cubicBezTo>
                    <a:lnTo>
                      <a:pt x="83065" y="16885"/>
                    </a:lnTo>
                    <a:cubicBezTo>
                      <a:pt x="82438" y="11550"/>
                      <a:pt x="79215" y="6758"/>
                      <a:pt x="74549" y="4059"/>
                    </a:cubicBezTo>
                    <a:cubicBezTo>
                      <a:pt x="74131" y="3829"/>
                      <a:pt x="73713" y="3620"/>
                      <a:pt x="73252" y="3411"/>
                    </a:cubicBezTo>
                    <a:cubicBezTo>
                      <a:pt x="73148" y="3348"/>
                      <a:pt x="73085" y="3306"/>
                      <a:pt x="72980" y="3285"/>
                    </a:cubicBezTo>
                    <a:cubicBezTo>
                      <a:pt x="72311" y="2992"/>
                      <a:pt x="71641" y="2720"/>
                      <a:pt x="70930" y="2511"/>
                    </a:cubicBezTo>
                    <a:cubicBezTo>
                      <a:pt x="70873" y="2496"/>
                      <a:pt x="70818" y="2489"/>
                      <a:pt x="70763" y="2489"/>
                    </a:cubicBezTo>
                    <a:cubicBezTo>
                      <a:pt x="70292" y="2489"/>
                      <a:pt x="69915" y="3021"/>
                      <a:pt x="70009" y="3453"/>
                    </a:cubicBezTo>
                    <a:cubicBezTo>
                      <a:pt x="68482" y="2239"/>
                      <a:pt x="66829" y="1130"/>
                      <a:pt x="65134" y="105"/>
                    </a:cubicBezTo>
                    <a:cubicBezTo>
                      <a:pt x="65008" y="32"/>
                      <a:pt x="64882" y="0"/>
                      <a:pt x="647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6" name="Google Shape;276;p18"/>
              <p:cNvSpPr/>
              <p:nvPr/>
            </p:nvSpPr>
            <p:spPr>
              <a:xfrm>
                <a:off x="19388400" y="28623625"/>
                <a:ext cx="714775" cy="158125"/>
              </a:xfrm>
              <a:custGeom>
                <a:avLst/>
                <a:gdLst/>
                <a:ahLst/>
                <a:cxnLst/>
                <a:rect l="l" t="t" r="r" b="b"/>
                <a:pathLst>
                  <a:path w="28591" h="6325" extrusionOk="0">
                    <a:moveTo>
                      <a:pt x="9416" y="0"/>
                    </a:moveTo>
                    <a:cubicBezTo>
                      <a:pt x="6592" y="0"/>
                      <a:pt x="3725" y="272"/>
                      <a:pt x="942" y="711"/>
                    </a:cubicBezTo>
                    <a:cubicBezTo>
                      <a:pt x="1" y="837"/>
                      <a:pt x="1" y="2176"/>
                      <a:pt x="1026" y="2218"/>
                    </a:cubicBezTo>
                    <a:cubicBezTo>
                      <a:pt x="1193" y="2218"/>
                      <a:pt x="1361" y="2260"/>
                      <a:pt x="1549" y="2281"/>
                    </a:cubicBezTo>
                    <a:lnTo>
                      <a:pt x="1675" y="2281"/>
                    </a:lnTo>
                    <a:cubicBezTo>
                      <a:pt x="5336" y="2490"/>
                      <a:pt x="8998" y="3055"/>
                      <a:pt x="12618" y="3683"/>
                    </a:cubicBezTo>
                    <a:lnTo>
                      <a:pt x="12513" y="3683"/>
                    </a:lnTo>
                    <a:cubicBezTo>
                      <a:pt x="16070" y="4310"/>
                      <a:pt x="19606" y="5022"/>
                      <a:pt x="23163" y="5587"/>
                    </a:cubicBezTo>
                    <a:lnTo>
                      <a:pt x="23644" y="5670"/>
                    </a:lnTo>
                    <a:cubicBezTo>
                      <a:pt x="24000" y="5733"/>
                      <a:pt x="24335" y="5775"/>
                      <a:pt x="24711" y="5838"/>
                    </a:cubicBezTo>
                    <a:cubicBezTo>
                      <a:pt x="25130" y="5880"/>
                      <a:pt x="25548" y="5963"/>
                      <a:pt x="25967" y="6026"/>
                    </a:cubicBezTo>
                    <a:cubicBezTo>
                      <a:pt x="26113" y="6047"/>
                      <a:pt x="26302" y="6068"/>
                      <a:pt x="26469" y="6089"/>
                    </a:cubicBezTo>
                    <a:lnTo>
                      <a:pt x="28352" y="6319"/>
                    </a:lnTo>
                    <a:cubicBezTo>
                      <a:pt x="28364" y="6323"/>
                      <a:pt x="28377" y="6325"/>
                      <a:pt x="28389" y="6325"/>
                    </a:cubicBezTo>
                    <a:cubicBezTo>
                      <a:pt x="28500" y="6325"/>
                      <a:pt x="28591" y="6162"/>
                      <a:pt x="28478" y="6068"/>
                    </a:cubicBezTo>
                    <a:cubicBezTo>
                      <a:pt x="23142" y="1716"/>
                      <a:pt x="16760" y="105"/>
                      <a:pt x="10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4871513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9"/>
          <p:cNvSpPr/>
          <p:nvPr/>
        </p:nvSpPr>
        <p:spPr>
          <a:xfrm>
            <a:off x="5989451" y="752785"/>
            <a:ext cx="2315887" cy="386433"/>
          </a:xfrm>
          <a:custGeom>
            <a:avLst/>
            <a:gdLst/>
            <a:ahLst/>
            <a:cxnLst/>
            <a:rect l="l" t="t" r="r" b="b"/>
            <a:pathLst>
              <a:path w="129790" h="21657" extrusionOk="0">
                <a:moveTo>
                  <a:pt x="129790" y="21092"/>
                </a:moveTo>
                <a:cubicBezTo>
                  <a:pt x="127467" y="20548"/>
                  <a:pt x="112277" y="19104"/>
                  <a:pt x="109954" y="18623"/>
                </a:cubicBezTo>
                <a:cubicBezTo>
                  <a:pt x="105372" y="17681"/>
                  <a:pt x="101752" y="13894"/>
                  <a:pt x="97944" y="10881"/>
                </a:cubicBezTo>
                <a:cubicBezTo>
                  <a:pt x="94115" y="7889"/>
                  <a:pt x="89093" y="5546"/>
                  <a:pt x="84909" y="7889"/>
                </a:cubicBezTo>
                <a:cubicBezTo>
                  <a:pt x="82816" y="9061"/>
                  <a:pt x="80933" y="11341"/>
                  <a:pt x="78652" y="10923"/>
                </a:cubicBezTo>
                <a:cubicBezTo>
                  <a:pt x="77460" y="10714"/>
                  <a:pt x="76497" y="9730"/>
                  <a:pt x="75556" y="8852"/>
                </a:cubicBezTo>
                <a:cubicBezTo>
                  <a:pt x="72062" y="5546"/>
                  <a:pt x="68149" y="2616"/>
                  <a:pt x="63692" y="1570"/>
                </a:cubicBezTo>
                <a:cubicBezTo>
                  <a:pt x="57101" y="1"/>
                  <a:pt x="53377" y="3453"/>
                  <a:pt x="48732" y="7512"/>
                </a:cubicBezTo>
                <a:cubicBezTo>
                  <a:pt x="48376" y="7826"/>
                  <a:pt x="47978" y="8161"/>
                  <a:pt x="47518" y="8349"/>
                </a:cubicBezTo>
                <a:cubicBezTo>
                  <a:pt x="46639" y="8663"/>
                  <a:pt x="45698" y="8349"/>
                  <a:pt x="44840" y="8056"/>
                </a:cubicBezTo>
                <a:cubicBezTo>
                  <a:pt x="42727" y="7366"/>
                  <a:pt x="40509" y="6738"/>
                  <a:pt x="38270" y="6801"/>
                </a:cubicBezTo>
                <a:cubicBezTo>
                  <a:pt x="36031" y="6885"/>
                  <a:pt x="33729" y="7743"/>
                  <a:pt x="32369" y="9521"/>
                </a:cubicBezTo>
                <a:cubicBezTo>
                  <a:pt x="31512" y="10651"/>
                  <a:pt x="31051" y="12074"/>
                  <a:pt x="30193" y="13162"/>
                </a:cubicBezTo>
                <a:cubicBezTo>
                  <a:pt x="29336" y="14292"/>
                  <a:pt x="27745" y="15087"/>
                  <a:pt x="26511" y="14396"/>
                </a:cubicBezTo>
                <a:cubicBezTo>
                  <a:pt x="26113" y="14166"/>
                  <a:pt x="25799" y="13810"/>
                  <a:pt x="25465" y="13497"/>
                </a:cubicBezTo>
                <a:cubicBezTo>
                  <a:pt x="24188" y="12429"/>
                  <a:pt x="22242" y="12325"/>
                  <a:pt x="20736" y="13036"/>
                </a:cubicBezTo>
                <a:cubicBezTo>
                  <a:pt x="19208" y="13727"/>
                  <a:pt x="18120" y="15150"/>
                  <a:pt x="17493" y="16698"/>
                </a:cubicBezTo>
                <a:cubicBezTo>
                  <a:pt x="17284" y="17179"/>
                  <a:pt x="17116" y="17744"/>
                  <a:pt x="16760" y="18121"/>
                </a:cubicBezTo>
                <a:cubicBezTo>
                  <a:pt x="16447" y="18476"/>
                  <a:pt x="16007" y="18644"/>
                  <a:pt x="15547" y="18790"/>
                </a:cubicBezTo>
                <a:cubicBezTo>
                  <a:pt x="12346" y="19836"/>
                  <a:pt x="9542" y="18309"/>
                  <a:pt x="6340" y="18100"/>
                </a:cubicBezTo>
                <a:cubicBezTo>
                  <a:pt x="4311" y="17974"/>
                  <a:pt x="691" y="17807"/>
                  <a:pt x="147" y="20464"/>
                </a:cubicBezTo>
                <a:cubicBezTo>
                  <a:pt x="1" y="21238"/>
                  <a:pt x="7031" y="20945"/>
                  <a:pt x="7763" y="20924"/>
                </a:cubicBezTo>
                <a:cubicBezTo>
                  <a:pt x="16865" y="20485"/>
                  <a:pt x="26009" y="21134"/>
                  <a:pt x="35152" y="21301"/>
                </a:cubicBezTo>
                <a:cubicBezTo>
                  <a:pt x="44568" y="21448"/>
                  <a:pt x="54004" y="21531"/>
                  <a:pt x="63420" y="21573"/>
                </a:cubicBezTo>
                <a:cubicBezTo>
                  <a:pt x="80347" y="21657"/>
                  <a:pt x="97295" y="21552"/>
                  <a:pt x="114202" y="21301"/>
                </a:cubicBezTo>
                <a:cubicBezTo>
                  <a:pt x="115457" y="21301"/>
                  <a:pt x="124517" y="21322"/>
                  <a:pt x="129790" y="2109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79" name="Google Shape;279;p19"/>
          <p:cNvGrpSpPr/>
          <p:nvPr/>
        </p:nvGrpSpPr>
        <p:grpSpPr>
          <a:xfrm>
            <a:off x="-1704243" y="2414268"/>
            <a:ext cx="14844176" cy="7878233"/>
            <a:chOff x="-1278182" y="1810700"/>
            <a:chExt cx="11133132" cy="5908675"/>
          </a:xfrm>
        </p:grpSpPr>
        <p:sp>
          <p:nvSpPr>
            <p:cNvPr id="280" name="Google Shape;280;p19"/>
            <p:cNvSpPr/>
            <p:nvPr/>
          </p:nvSpPr>
          <p:spPr>
            <a:xfrm>
              <a:off x="3925" y="1810700"/>
              <a:ext cx="9144000" cy="3332700"/>
            </a:xfrm>
            <a:prstGeom prst="rect">
              <a:avLst/>
            </a:prstGeom>
            <a:solidFill>
              <a:srgbClr val="68BD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1" name="Google Shape;281;p19"/>
            <p:cNvSpPr/>
            <p:nvPr/>
          </p:nvSpPr>
          <p:spPr>
            <a:xfrm>
              <a:off x="-710975" y="3104525"/>
              <a:ext cx="10565925" cy="2038954"/>
            </a:xfrm>
            <a:custGeom>
              <a:avLst/>
              <a:gdLst/>
              <a:ahLst/>
              <a:cxnLst/>
              <a:rect l="l" t="t" r="r" b="b"/>
              <a:pathLst>
                <a:path w="422637" h="62583" extrusionOk="0">
                  <a:moveTo>
                    <a:pt x="422636" y="3055"/>
                  </a:moveTo>
                  <a:lnTo>
                    <a:pt x="422636" y="62583"/>
                  </a:lnTo>
                  <a:lnTo>
                    <a:pt x="0" y="62583"/>
                  </a:lnTo>
                  <a:lnTo>
                    <a:pt x="0" y="12471"/>
                  </a:lnTo>
                  <a:cubicBezTo>
                    <a:pt x="32223" y="0"/>
                    <a:pt x="69781" y="13308"/>
                    <a:pt x="105100" y="11111"/>
                  </a:cubicBezTo>
                  <a:cubicBezTo>
                    <a:pt x="119579" y="10190"/>
                    <a:pt x="133891" y="6612"/>
                    <a:pt x="148412" y="7051"/>
                  </a:cubicBezTo>
                  <a:cubicBezTo>
                    <a:pt x="159292" y="7386"/>
                    <a:pt x="169942" y="9960"/>
                    <a:pt x="180739" y="11069"/>
                  </a:cubicBezTo>
                  <a:cubicBezTo>
                    <a:pt x="198796" y="12952"/>
                    <a:pt x="217167" y="10776"/>
                    <a:pt x="235245" y="12492"/>
                  </a:cubicBezTo>
                  <a:cubicBezTo>
                    <a:pt x="263303" y="15128"/>
                    <a:pt x="291780" y="27054"/>
                    <a:pt x="318646" y="19229"/>
                  </a:cubicBezTo>
                  <a:cubicBezTo>
                    <a:pt x="326785" y="16885"/>
                    <a:pt x="334150" y="12784"/>
                    <a:pt x="342227" y="10274"/>
                  </a:cubicBezTo>
                  <a:cubicBezTo>
                    <a:pt x="352103" y="7198"/>
                    <a:pt x="362669" y="6570"/>
                    <a:pt x="373068" y="5942"/>
                  </a:cubicBezTo>
                  <a:cubicBezTo>
                    <a:pt x="389598" y="4980"/>
                    <a:pt x="406107" y="4017"/>
                    <a:pt x="422636" y="305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2" name="Google Shape;282;p19"/>
            <p:cNvSpPr/>
            <p:nvPr/>
          </p:nvSpPr>
          <p:spPr>
            <a:xfrm rot="9216006">
              <a:off x="4654649" y="3937533"/>
              <a:ext cx="4751026" cy="2875530"/>
            </a:xfrm>
            <a:custGeom>
              <a:avLst/>
              <a:gdLst/>
              <a:ahLst/>
              <a:cxnLst/>
              <a:rect l="l" t="t" r="r" b="b"/>
              <a:pathLst>
                <a:path w="153105" h="88201" extrusionOk="0">
                  <a:moveTo>
                    <a:pt x="31974" y="1"/>
                  </a:moveTo>
                  <a:cubicBezTo>
                    <a:pt x="15676" y="1"/>
                    <a:pt x="0" y="5350"/>
                    <a:pt x="5300" y="27413"/>
                  </a:cubicBezTo>
                  <a:cubicBezTo>
                    <a:pt x="7560" y="36871"/>
                    <a:pt x="14967" y="44654"/>
                    <a:pt x="23839" y="48693"/>
                  </a:cubicBezTo>
                  <a:cubicBezTo>
                    <a:pt x="27186" y="50241"/>
                    <a:pt x="30764" y="51308"/>
                    <a:pt x="33987" y="53149"/>
                  </a:cubicBezTo>
                  <a:cubicBezTo>
                    <a:pt x="43214" y="58380"/>
                    <a:pt x="48549" y="69177"/>
                    <a:pt x="58279" y="73424"/>
                  </a:cubicBezTo>
                  <a:cubicBezTo>
                    <a:pt x="62376" y="75198"/>
                    <a:pt x="66785" y="75614"/>
                    <a:pt x="71292" y="75614"/>
                  </a:cubicBezTo>
                  <a:cubicBezTo>
                    <a:pt x="75269" y="75614"/>
                    <a:pt x="79322" y="75290"/>
                    <a:pt x="83302" y="75290"/>
                  </a:cubicBezTo>
                  <a:cubicBezTo>
                    <a:pt x="87691" y="75290"/>
                    <a:pt x="91991" y="75683"/>
                    <a:pt x="96004" y="77337"/>
                  </a:cubicBezTo>
                  <a:cubicBezTo>
                    <a:pt x="100084" y="79032"/>
                    <a:pt x="103558" y="81919"/>
                    <a:pt x="107428" y="84054"/>
                  </a:cubicBezTo>
                  <a:cubicBezTo>
                    <a:pt x="112452" y="86822"/>
                    <a:pt x="118182" y="88200"/>
                    <a:pt x="123911" y="88200"/>
                  </a:cubicBezTo>
                  <a:cubicBezTo>
                    <a:pt x="130090" y="88200"/>
                    <a:pt x="136268" y="86597"/>
                    <a:pt x="141555" y="83405"/>
                  </a:cubicBezTo>
                  <a:cubicBezTo>
                    <a:pt x="144149" y="81857"/>
                    <a:pt x="146556" y="79932"/>
                    <a:pt x="148230" y="77421"/>
                  </a:cubicBezTo>
                  <a:cubicBezTo>
                    <a:pt x="153105" y="70139"/>
                    <a:pt x="150406" y="59991"/>
                    <a:pt x="145175" y="52982"/>
                  </a:cubicBezTo>
                  <a:cubicBezTo>
                    <a:pt x="129210" y="31703"/>
                    <a:pt x="97155" y="31410"/>
                    <a:pt x="75583" y="15801"/>
                  </a:cubicBezTo>
                  <a:cubicBezTo>
                    <a:pt x="71210" y="12641"/>
                    <a:pt x="67255" y="8833"/>
                    <a:pt x="62547" y="6197"/>
                  </a:cubicBezTo>
                  <a:cubicBezTo>
                    <a:pt x="57023" y="3079"/>
                    <a:pt x="50705" y="1719"/>
                    <a:pt x="44427" y="882"/>
                  </a:cubicBezTo>
                  <a:cubicBezTo>
                    <a:pt x="40471" y="361"/>
                    <a:pt x="36202" y="1"/>
                    <a:pt x="319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3" name="Google Shape;283;p19"/>
            <p:cNvSpPr/>
            <p:nvPr/>
          </p:nvSpPr>
          <p:spPr>
            <a:xfrm rot="-283790">
              <a:off x="-1202183" y="3972283"/>
              <a:ext cx="3501367" cy="1987957"/>
            </a:xfrm>
            <a:custGeom>
              <a:avLst/>
              <a:gdLst/>
              <a:ahLst/>
              <a:cxnLst/>
              <a:rect l="l" t="t" r="r" b="b"/>
              <a:pathLst>
                <a:path w="56555" h="32110" extrusionOk="0">
                  <a:moveTo>
                    <a:pt x="3981" y="0"/>
                  </a:moveTo>
                  <a:cubicBezTo>
                    <a:pt x="1512" y="0"/>
                    <a:pt x="1" y="1081"/>
                    <a:pt x="500" y="3998"/>
                  </a:cubicBezTo>
                  <a:cubicBezTo>
                    <a:pt x="960" y="6823"/>
                    <a:pt x="3116" y="9125"/>
                    <a:pt x="5522" y="10673"/>
                  </a:cubicBezTo>
                  <a:cubicBezTo>
                    <a:pt x="7907" y="12221"/>
                    <a:pt x="10627" y="13205"/>
                    <a:pt x="13180" y="14544"/>
                  </a:cubicBezTo>
                  <a:cubicBezTo>
                    <a:pt x="18034" y="17097"/>
                    <a:pt x="22093" y="20905"/>
                    <a:pt x="26676" y="23939"/>
                  </a:cubicBezTo>
                  <a:cubicBezTo>
                    <a:pt x="34020" y="28814"/>
                    <a:pt x="42724" y="31680"/>
                    <a:pt x="51554" y="32099"/>
                  </a:cubicBezTo>
                  <a:cubicBezTo>
                    <a:pt x="51698" y="32106"/>
                    <a:pt x="51846" y="32110"/>
                    <a:pt x="51996" y="32110"/>
                  </a:cubicBezTo>
                  <a:cubicBezTo>
                    <a:pt x="54015" y="32110"/>
                    <a:pt x="56415" y="31431"/>
                    <a:pt x="56513" y="29483"/>
                  </a:cubicBezTo>
                  <a:cubicBezTo>
                    <a:pt x="56554" y="28458"/>
                    <a:pt x="55906" y="27537"/>
                    <a:pt x="55173" y="26805"/>
                  </a:cubicBezTo>
                  <a:cubicBezTo>
                    <a:pt x="49210" y="20654"/>
                    <a:pt x="39334" y="20507"/>
                    <a:pt x="32241" y="15716"/>
                  </a:cubicBezTo>
                  <a:cubicBezTo>
                    <a:pt x="29165" y="13623"/>
                    <a:pt x="26696" y="10757"/>
                    <a:pt x="23872" y="8309"/>
                  </a:cubicBezTo>
                  <a:cubicBezTo>
                    <a:pt x="21691" y="6410"/>
                    <a:pt x="9994" y="0"/>
                    <a:pt x="39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84" name="Google Shape;284;p19"/>
          <p:cNvSpPr txBox="1">
            <a:spLocks noGrp="1"/>
          </p:cNvSpPr>
          <p:nvPr>
            <p:ph type="title"/>
          </p:nvPr>
        </p:nvSpPr>
        <p:spPr>
          <a:xfrm>
            <a:off x="6096009" y="2857784"/>
            <a:ext cx="1767600" cy="6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285" name="Google Shape;285;p19"/>
          <p:cNvSpPr txBox="1">
            <a:spLocks noGrp="1"/>
          </p:cNvSpPr>
          <p:nvPr>
            <p:ph type="subTitle" idx="1"/>
          </p:nvPr>
        </p:nvSpPr>
        <p:spPr>
          <a:xfrm>
            <a:off x="6099835" y="3399785"/>
            <a:ext cx="1767600" cy="8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286" name="Google Shape;286;p19"/>
          <p:cNvSpPr txBox="1">
            <a:spLocks noGrp="1"/>
          </p:cNvSpPr>
          <p:nvPr>
            <p:ph type="title" idx="2"/>
          </p:nvPr>
        </p:nvSpPr>
        <p:spPr>
          <a:xfrm>
            <a:off x="958515" y="2877312"/>
            <a:ext cx="1767600" cy="6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287" name="Google Shape;287;p19"/>
          <p:cNvSpPr txBox="1">
            <a:spLocks noGrp="1"/>
          </p:cNvSpPr>
          <p:nvPr>
            <p:ph type="subTitle" idx="3"/>
          </p:nvPr>
        </p:nvSpPr>
        <p:spPr>
          <a:xfrm>
            <a:off x="946000" y="3399785"/>
            <a:ext cx="1767600" cy="8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288" name="Google Shape;288;p19"/>
          <p:cNvSpPr txBox="1">
            <a:spLocks noGrp="1"/>
          </p:cNvSpPr>
          <p:nvPr>
            <p:ph type="title" idx="4"/>
          </p:nvPr>
        </p:nvSpPr>
        <p:spPr>
          <a:xfrm>
            <a:off x="946000" y="946633"/>
            <a:ext cx="10300000" cy="59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7071730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">
  <p:cSld name="Title and Four Columns 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0"/>
          <p:cNvSpPr/>
          <p:nvPr/>
        </p:nvSpPr>
        <p:spPr>
          <a:xfrm>
            <a:off x="10088051" y="1051818"/>
            <a:ext cx="2315887" cy="386433"/>
          </a:xfrm>
          <a:custGeom>
            <a:avLst/>
            <a:gdLst/>
            <a:ahLst/>
            <a:cxnLst/>
            <a:rect l="l" t="t" r="r" b="b"/>
            <a:pathLst>
              <a:path w="129790" h="21657" extrusionOk="0">
                <a:moveTo>
                  <a:pt x="129790" y="21092"/>
                </a:moveTo>
                <a:cubicBezTo>
                  <a:pt x="127467" y="20548"/>
                  <a:pt x="112277" y="19104"/>
                  <a:pt x="109954" y="18623"/>
                </a:cubicBezTo>
                <a:cubicBezTo>
                  <a:pt x="105372" y="17681"/>
                  <a:pt x="101752" y="13894"/>
                  <a:pt x="97944" y="10881"/>
                </a:cubicBezTo>
                <a:cubicBezTo>
                  <a:pt x="94115" y="7889"/>
                  <a:pt x="89093" y="5546"/>
                  <a:pt x="84909" y="7889"/>
                </a:cubicBezTo>
                <a:cubicBezTo>
                  <a:pt x="82816" y="9061"/>
                  <a:pt x="80933" y="11341"/>
                  <a:pt x="78652" y="10923"/>
                </a:cubicBezTo>
                <a:cubicBezTo>
                  <a:pt x="77460" y="10714"/>
                  <a:pt x="76497" y="9730"/>
                  <a:pt x="75556" y="8852"/>
                </a:cubicBezTo>
                <a:cubicBezTo>
                  <a:pt x="72062" y="5546"/>
                  <a:pt x="68149" y="2616"/>
                  <a:pt x="63692" y="1570"/>
                </a:cubicBezTo>
                <a:cubicBezTo>
                  <a:pt x="57101" y="1"/>
                  <a:pt x="53377" y="3453"/>
                  <a:pt x="48732" y="7512"/>
                </a:cubicBezTo>
                <a:cubicBezTo>
                  <a:pt x="48376" y="7826"/>
                  <a:pt x="47978" y="8161"/>
                  <a:pt x="47518" y="8349"/>
                </a:cubicBezTo>
                <a:cubicBezTo>
                  <a:pt x="46639" y="8663"/>
                  <a:pt x="45698" y="8349"/>
                  <a:pt x="44840" y="8056"/>
                </a:cubicBezTo>
                <a:cubicBezTo>
                  <a:pt x="42727" y="7366"/>
                  <a:pt x="40509" y="6738"/>
                  <a:pt x="38270" y="6801"/>
                </a:cubicBezTo>
                <a:cubicBezTo>
                  <a:pt x="36031" y="6885"/>
                  <a:pt x="33729" y="7743"/>
                  <a:pt x="32369" y="9521"/>
                </a:cubicBezTo>
                <a:cubicBezTo>
                  <a:pt x="31512" y="10651"/>
                  <a:pt x="31051" y="12074"/>
                  <a:pt x="30193" y="13162"/>
                </a:cubicBezTo>
                <a:cubicBezTo>
                  <a:pt x="29336" y="14292"/>
                  <a:pt x="27745" y="15087"/>
                  <a:pt x="26511" y="14396"/>
                </a:cubicBezTo>
                <a:cubicBezTo>
                  <a:pt x="26113" y="14166"/>
                  <a:pt x="25799" y="13810"/>
                  <a:pt x="25465" y="13497"/>
                </a:cubicBezTo>
                <a:cubicBezTo>
                  <a:pt x="24188" y="12429"/>
                  <a:pt x="22242" y="12325"/>
                  <a:pt x="20736" y="13036"/>
                </a:cubicBezTo>
                <a:cubicBezTo>
                  <a:pt x="19208" y="13727"/>
                  <a:pt x="18120" y="15150"/>
                  <a:pt x="17493" y="16698"/>
                </a:cubicBezTo>
                <a:cubicBezTo>
                  <a:pt x="17284" y="17179"/>
                  <a:pt x="17116" y="17744"/>
                  <a:pt x="16760" y="18121"/>
                </a:cubicBezTo>
                <a:cubicBezTo>
                  <a:pt x="16447" y="18476"/>
                  <a:pt x="16007" y="18644"/>
                  <a:pt x="15547" y="18790"/>
                </a:cubicBezTo>
                <a:cubicBezTo>
                  <a:pt x="12346" y="19836"/>
                  <a:pt x="9542" y="18309"/>
                  <a:pt x="6340" y="18100"/>
                </a:cubicBezTo>
                <a:cubicBezTo>
                  <a:pt x="4311" y="17974"/>
                  <a:pt x="691" y="17807"/>
                  <a:pt x="147" y="20464"/>
                </a:cubicBezTo>
                <a:cubicBezTo>
                  <a:pt x="1" y="21238"/>
                  <a:pt x="7031" y="20945"/>
                  <a:pt x="7763" y="20924"/>
                </a:cubicBezTo>
                <a:cubicBezTo>
                  <a:pt x="16865" y="20485"/>
                  <a:pt x="26009" y="21134"/>
                  <a:pt x="35152" y="21301"/>
                </a:cubicBezTo>
                <a:cubicBezTo>
                  <a:pt x="44568" y="21448"/>
                  <a:pt x="54004" y="21531"/>
                  <a:pt x="63420" y="21573"/>
                </a:cubicBezTo>
                <a:cubicBezTo>
                  <a:pt x="80347" y="21657"/>
                  <a:pt x="97295" y="21552"/>
                  <a:pt x="114202" y="21301"/>
                </a:cubicBezTo>
                <a:cubicBezTo>
                  <a:pt x="115457" y="21301"/>
                  <a:pt x="124517" y="21322"/>
                  <a:pt x="129790" y="2109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1" name="Google Shape;291;p20"/>
          <p:cNvSpPr/>
          <p:nvPr/>
        </p:nvSpPr>
        <p:spPr>
          <a:xfrm flipH="1">
            <a:off x="7627618" y="595068"/>
            <a:ext cx="2315887" cy="386433"/>
          </a:xfrm>
          <a:custGeom>
            <a:avLst/>
            <a:gdLst/>
            <a:ahLst/>
            <a:cxnLst/>
            <a:rect l="l" t="t" r="r" b="b"/>
            <a:pathLst>
              <a:path w="129790" h="21657" extrusionOk="0">
                <a:moveTo>
                  <a:pt x="129790" y="21092"/>
                </a:moveTo>
                <a:cubicBezTo>
                  <a:pt x="127467" y="20548"/>
                  <a:pt x="112277" y="19104"/>
                  <a:pt x="109954" y="18623"/>
                </a:cubicBezTo>
                <a:cubicBezTo>
                  <a:pt x="105372" y="17681"/>
                  <a:pt x="101752" y="13894"/>
                  <a:pt x="97944" y="10881"/>
                </a:cubicBezTo>
                <a:cubicBezTo>
                  <a:pt x="94115" y="7889"/>
                  <a:pt x="89093" y="5546"/>
                  <a:pt x="84909" y="7889"/>
                </a:cubicBezTo>
                <a:cubicBezTo>
                  <a:pt x="82816" y="9061"/>
                  <a:pt x="80933" y="11341"/>
                  <a:pt x="78652" y="10923"/>
                </a:cubicBezTo>
                <a:cubicBezTo>
                  <a:pt x="77460" y="10714"/>
                  <a:pt x="76497" y="9730"/>
                  <a:pt x="75556" y="8852"/>
                </a:cubicBezTo>
                <a:cubicBezTo>
                  <a:pt x="72062" y="5546"/>
                  <a:pt x="68149" y="2616"/>
                  <a:pt x="63692" y="1570"/>
                </a:cubicBezTo>
                <a:cubicBezTo>
                  <a:pt x="57101" y="1"/>
                  <a:pt x="53377" y="3453"/>
                  <a:pt x="48732" y="7512"/>
                </a:cubicBezTo>
                <a:cubicBezTo>
                  <a:pt x="48376" y="7826"/>
                  <a:pt x="47978" y="8161"/>
                  <a:pt x="47518" y="8349"/>
                </a:cubicBezTo>
                <a:cubicBezTo>
                  <a:pt x="46639" y="8663"/>
                  <a:pt x="45698" y="8349"/>
                  <a:pt x="44840" y="8056"/>
                </a:cubicBezTo>
                <a:cubicBezTo>
                  <a:pt x="42727" y="7366"/>
                  <a:pt x="40509" y="6738"/>
                  <a:pt x="38270" y="6801"/>
                </a:cubicBezTo>
                <a:cubicBezTo>
                  <a:pt x="36031" y="6885"/>
                  <a:pt x="33729" y="7743"/>
                  <a:pt x="32369" y="9521"/>
                </a:cubicBezTo>
                <a:cubicBezTo>
                  <a:pt x="31512" y="10651"/>
                  <a:pt x="31051" y="12074"/>
                  <a:pt x="30193" y="13162"/>
                </a:cubicBezTo>
                <a:cubicBezTo>
                  <a:pt x="29336" y="14292"/>
                  <a:pt x="27745" y="15087"/>
                  <a:pt x="26511" y="14396"/>
                </a:cubicBezTo>
                <a:cubicBezTo>
                  <a:pt x="26113" y="14166"/>
                  <a:pt x="25799" y="13810"/>
                  <a:pt x="25465" y="13497"/>
                </a:cubicBezTo>
                <a:cubicBezTo>
                  <a:pt x="24188" y="12429"/>
                  <a:pt x="22242" y="12325"/>
                  <a:pt x="20736" y="13036"/>
                </a:cubicBezTo>
                <a:cubicBezTo>
                  <a:pt x="19208" y="13727"/>
                  <a:pt x="18120" y="15150"/>
                  <a:pt x="17493" y="16698"/>
                </a:cubicBezTo>
                <a:cubicBezTo>
                  <a:pt x="17284" y="17179"/>
                  <a:pt x="17116" y="17744"/>
                  <a:pt x="16760" y="18121"/>
                </a:cubicBezTo>
                <a:cubicBezTo>
                  <a:pt x="16447" y="18476"/>
                  <a:pt x="16007" y="18644"/>
                  <a:pt x="15547" y="18790"/>
                </a:cubicBezTo>
                <a:cubicBezTo>
                  <a:pt x="12346" y="19836"/>
                  <a:pt x="9542" y="18309"/>
                  <a:pt x="6340" y="18100"/>
                </a:cubicBezTo>
                <a:cubicBezTo>
                  <a:pt x="4311" y="17974"/>
                  <a:pt x="691" y="17807"/>
                  <a:pt x="147" y="20464"/>
                </a:cubicBezTo>
                <a:cubicBezTo>
                  <a:pt x="1" y="21238"/>
                  <a:pt x="7031" y="20945"/>
                  <a:pt x="7763" y="20924"/>
                </a:cubicBezTo>
                <a:cubicBezTo>
                  <a:pt x="16865" y="20485"/>
                  <a:pt x="26009" y="21134"/>
                  <a:pt x="35152" y="21301"/>
                </a:cubicBezTo>
                <a:cubicBezTo>
                  <a:pt x="44568" y="21448"/>
                  <a:pt x="54004" y="21531"/>
                  <a:pt x="63420" y="21573"/>
                </a:cubicBezTo>
                <a:cubicBezTo>
                  <a:pt x="80347" y="21657"/>
                  <a:pt x="97295" y="21552"/>
                  <a:pt x="114202" y="21301"/>
                </a:cubicBezTo>
                <a:cubicBezTo>
                  <a:pt x="115457" y="21301"/>
                  <a:pt x="124517" y="21322"/>
                  <a:pt x="129790" y="2109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92" name="Google Shape;292;p20"/>
          <p:cNvGrpSpPr/>
          <p:nvPr/>
        </p:nvGrpSpPr>
        <p:grpSpPr>
          <a:xfrm>
            <a:off x="-947966" y="2015416"/>
            <a:ext cx="14087900" cy="4861451"/>
            <a:chOff x="-710975" y="1511563"/>
            <a:chExt cx="10565925" cy="3646088"/>
          </a:xfrm>
        </p:grpSpPr>
        <p:sp>
          <p:nvSpPr>
            <p:cNvPr id="293" name="Google Shape;293;p20"/>
            <p:cNvSpPr/>
            <p:nvPr/>
          </p:nvSpPr>
          <p:spPr>
            <a:xfrm>
              <a:off x="-125" y="1546251"/>
              <a:ext cx="9144000" cy="3611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294" name="Google Shape;294;p20"/>
            <p:cNvGrpSpPr/>
            <p:nvPr/>
          </p:nvGrpSpPr>
          <p:grpSpPr>
            <a:xfrm>
              <a:off x="-710975" y="1511563"/>
              <a:ext cx="10565925" cy="3631963"/>
              <a:chOff x="-710975" y="1511563"/>
              <a:chExt cx="10565925" cy="3631963"/>
            </a:xfrm>
          </p:grpSpPr>
          <p:sp>
            <p:nvSpPr>
              <p:cNvPr id="295" name="Google Shape;295;p20"/>
              <p:cNvSpPr/>
              <p:nvPr/>
            </p:nvSpPr>
            <p:spPr>
              <a:xfrm flipH="1">
                <a:off x="-710975" y="1511563"/>
                <a:ext cx="10565925" cy="1564575"/>
              </a:xfrm>
              <a:custGeom>
                <a:avLst/>
                <a:gdLst/>
                <a:ahLst/>
                <a:cxnLst/>
                <a:rect l="l" t="t" r="r" b="b"/>
                <a:pathLst>
                  <a:path w="422637" h="62583" extrusionOk="0">
                    <a:moveTo>
                      <a:pt x="422636" y="3055"/>
                    </a:moveTo>
                    <a:lnTo>
                      <a:pt x="422636" y="62583"/>
                    </a:lnTo>
                    <a:lnTo>
                      <a:pt x="0" y="62583"/>
                    </a:lnTo>
                    <a:lnTo>
                      <a:pt x="0" y="12471"/>
                    </a:lnTo>
                    <a:cubicBezTo>
                      <a:pt x="32223" y="0"/>
                      <a:pt x="69781" y="13308"/>
                      <a:pt x="105100" y="11111"/>
                    </a:cubicBezTo>
                    <a:cubicBezTo>
                      <a:pt x="119579" y="10190"/>
                      <a:pt x="133891" y="6612"/>
                      <a:pt x="148412" y="7051"/>
                    </a:cubicBezTo>
                    <a:cubicBezTo>
                      <a:pt x="159292" y="7386"/>
                      <a:pt x="169942" y="9960"/>
                      <a:pt x="180739" y="11069"/>
                    </a:cubicBezTo>
                    <a:cubicBezTo>
                      <a:pt x="198796" y="12952"/>
                      <a:pt x="217167" y="10776"/>
                      <a:pt x="235245" y="12492"/>
                    </a:cubicBezTo>
                    <a:cubicBezTo>
                      <a:pt x="263303" y="15128"/>
                      <a:pt x="291780" y="27054"/>
                      <a:pt x="318646" y="19229"/>
                    </a:cubicBezTo>
                    <a:cubicBezTo>
                      <a:pt x="326785" y="16885"/>
                      <a:pt x="334150" y="12784"/>
                      <a:pt x="342227" y="10274"/>
                    </a:cubicBezTo>
                    <a:cubicBezTo>
                      <a:pt x="352103" y="7198"/>
                      <a:pt x="362669" y="6570"/>
                      <a:pt x="373068" y="5942"/>
                    </a:cubicBezTo>
                    <a:cubicBezTo>
                      <a:pt x="389598" y="4980"/>
                      <a:pt x="406107" y="4017"/>
                      <a:pt x="422636" y="305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6" name="Google Shape;296;p20"/>
              <p:cNvSpPr/>
              <p:nvPr/>
            </p:nvSpPr>
            <p:spPr>
              <a:xfrm>
                <a:off x="0" y="2769625"/>
                <a:ext cx="9160800" cy="2373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297" name="Google Shape;297;p20"/>
          <p:cNvSpPr txBox="1">
            <a:spLocks noGrp="1"/>
          </p:cNvSpPr>
          <p:nvPr>
            <p:ph type="title"/>
          </p:nvPr>
        </p:nvSpPr>
        <p:spPr>
          <a:xfrm>
            <a:off x="946003" y="2961384"/>
            <a:ext cx="29212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298" name="Google Shape;298;p20"/>
          <p:cNvSpPr txBox="1">
            <a:spLocks noGrp="1"/>
          </p:cNvSpPr>
          <p:nvPr>
            <p:ph type="subTitle" idx="1"/>
          </p:nvPr>
        </p:nvSpPr>
        <p:spPr>
          <a:xfrm>
            <a:off x="946003" y="3456148"/>
            <a:ext cx="2921200" cy="7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299" name="Google Shape;299;p20"/>
          <p:cNvSpPr txBox="1">
            <a:spLocks noGrp="1"/>
          </p:cNvSpPr>
          <p:nvPr>
            <p:ph type="title" idx="2"/>
          </p:nvPr>
        </p:nvSpPr>
        <p:spPr>
          <a:xfrm>
            <a:off x="946003" y="4789301"/>
            <a:ext cx="29212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300" name="Google Shape;300;p20"/>
          <p:cNvSpPr txBox="1">
            <a:spLocks noGrp="1"/>
          </p:cNvSpPr>
          <p:nvPr>
            <p:ph type="subTitle" idx="3"/>
          </p:nvPr>
        </p:nvSpPr>
        <p:spPr>
          <a:xfrm>
            <a:off x="946003" y="5284063"/>
            <a:ext cx="2921200" cy="7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01" name="Google Shape;301;p20"/>
          <p:cNvSpPr txBox="1">
            <a:spLocks noGrp="1"/>
          </p:cNvSpPr>
          <p:nvPr>
            <p:ph type="title" idx="4"/>
          </p:nvPr>
        </p:nvSpPr>
        <p:spPr>
          <a:xfrm>
            <a:off x="8324807" y="2961384"/>
            <a:ext cx="29212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302" name="Google Shape;302;p20"/>
          <p:cNvSpPr txBox="1">
            <a:spLocks noGrp="1"/>
          </p:cNvSpPr>
          <p:nvPr>
            <p:ph type="subTitle" idx="5"/>
          </p:nvPr>
        </p:nvSpPr>
        <p:spPr>
          <a:xfrm>
            <a:off x="8324807" y="3456149"/>
            <a:ext cx="2921200" cy="7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03" name="Google Shape;303;p20"/>
          <p:cNvSpPr txBox="1">
            <a:spLocks noGrp="1"/>
          </p:cNvSpPr>
          <p:nvPr>
            <p:ph type="title" idx="6"/>
          </p:nvPr>
        </p:nvSpPr>
        <p:spPr>
          <a:xfrm>
            <a:off x="8324807" y="4789303"/>
            <a:ext cx="29212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304" name="Google Shape;304;p20"/>
          <p:cNvSpPr txBox="1">
            <a:spLocks noGrp="1"/>
          </p:cNvSpPr>
          <p:nvPr>
            <p:ph type="subTitle" idx="7"/>
          </p:nvPr>
        </p:nvSpPr>
        <p:spPr>
          <a:xfrm>
            <a:off x="8324807" y="5284064"/>
            <a:ext cx="2921200" cy="7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05" name="Google Shape;305;p20"/>
          <p:cNvSpPr txBox="1">
            <a:spLocks noGrp="1"/>
          </p:cNvSpPr>
          <p:nvPr>
            <p:ph type="title" idx="8"/>
          </p:nvPr>
        </p:nvSpPr>
        <p:spPr>
          <a:xfrm>
            <a:off x="946000" y="946633"/>
            <a:ext cx="10300000" cy="59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7735434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1"/>
          <p:cNvSpPr/>
          <p:nvPr/>
        </p:nvSpPr>
        <p:spPr>
          <a:xfrm>
            <a:off x="5233" y="2414267"/>
            <a:ext cx="12192000" cy="4443600"/>
          </a:xfrm>
          <a:prstGeom prst="rect">
            <a:avLst/>
          </a:prstGeom>
          <a:solidFill>
            <a:srgbClr val="68BDD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8" name="Google Shape;308;p21"/>
          <p:cNvSpPr/>
          <p:nvPr/>
        </p:nvSpPr>
        <p:spPr>
          <a:xfrm>
            <a:off x="-947966" y="4139367"/>
            <a:ext cx="14087900" cy="2718605"/>
          </a:xfrm>
          <a:custGeom>
            <a:avLst/>
            <a:gdLst/>
            <a:ahLst/>
            <a:cxnLst/>
            <a:rect l="l" t="t" r="r" b="b"/>
            <a:pathLst>
              <a:path w="422637" h="62583" extrusionOk="0">
                <a:moveTo>
                  <a:pt x="422636" y="3055"/>
                </a:moveTo>
                <a:lnTo>
                  <a:pt x="422636" y="62583"/>
                </a:lnTo>
                <a:lnTo>
                  <a:pt x="0" y="62583"/>
                </a:lnTo>
                <a:lnTo>
                  <a:pt x="0" y="12471"/>
                </a:lnTo>
                <a:cubicBezTo>
                  <a:pt x="32223" y="0"/>
                  <a:pt x="69781" y="13308"/>
                  <a:pt x="105100" y="11111"/>
                </a:cubicBezTo>
                <a:cubicBezTo>
                  <a:pt x="119579" y="10190"/>
                  <a:pt x="133891" y="6612"/>
                  <a:pt x="148412" y="7051"/>
                </a:cubicBezTo>
                <a:cubicBezTo>
                  <a:pt x="159292" y="7386"/>
                  <a:pt x="169942" y="9960"/>
                  <a:pt x="180739" y="11069"/>
                </a:cubicBezTo>
                <a:cubicBezTo>
                  <a:pt x="198796" y="12952"/>
                  <a:pt x="217167" y="10776"/>
                  <a:pt x="235245" y="12492"/>
                </a:cubicBezTo>
                <a:cubicBezTo>
                  <a:pt x="263303" y="15128"/>
                  <a:pt x="291780" y="27054"/>
                  <a:pt x="318646" y="19229"/>
                </a:cubicBezTo>
                <a:cubicBezTo>
                  <a:pt x="326785" y="16885"/>
                  <a:pt x="334150" y="12784"/>
                  <a:pt x="342227" y="10274"/>
                </a:cubicBezTo>
                <a:cubicBezTo>
                  <a:pt x="352103" y="7198"/>
                  <a:pt x="362669" y="6570"/>
                  <a:pt x="373068" y="5942"/>
                </a:cubicBezTo>
                <a:cubicBezTo>
                  <a:pt x="389598" y="4980"/>
                  <a:pt x="406107" y="4017"/>
                  <a:pt x="422636" y="305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9" name="Google Shape;309;p21"/>
          <p:cNvSpPr txBox="1">
            <a:spLocks noGrp="1"/>
          </p:cNvSpPr>
          <p:nvPr>
            <p:ph type="title"/>
          </p:nvPr>
        </p:nvSpPr>
        <p:spPr>
          <a:xfrm>
            <a:off x="946000" y="946633"/>
            <a:ext cx="10300000" cy="59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310" name="Google Shape;310;p21"/>
          <p:cNvSpPr/>
          <p:nvPr/>
        </p:nvSpPr>
        <p:spPr>
          <a:xfrm flipH="1">
            <a:off x="8928285" y="1099538"/>
            <a:ext cx="2315887" cy="386433"/>
          </a:xfrm>
          <a:custGeom>
            <a:avLst/>
            <a:gdLst/>
            <a:ahLst/>
            <a:cxnLst/>
            <a:rect l="l" t="t" r="r" b="b"/>
            <a:pathLst>
              <a:path w="129790" h="21657" extrusionOk="0">
                <a:moveTo>
                  <a:pt x="129790" y="21092"/>
                </a:moveTo>
                <a:cubicBezTo>
                  <a:pt x="127467" y="20548"/>
                  <a:pt x="112277" y="19104"/>
                  <a:pt x="109954" y="18623"/>
                </a:cubicBezTo>
                <a:cubicBezTo>
                  <a:pt x="105372" y="17681"/>
                  <a:pt x="101752" y="13894"/>
                  <a:pt x="97944" y="10881"/>
                </a:cubicBezTo>
                <a:cubicBezTo>
                  <a:pt x="94115" y="7889"/>
                  <a:pt x="89093" y="5546"/>
                  <a:pt x="84909" y="7889"/>
                </a:cubicBezTo>
                <a:cubicBezTo>
                  <a:pt x="82816" y="9061"/>
                  <a:pt x="80933" y="11341"/>
                  <a:pt x="78652" y="10923"/>
                </a:cubicBezTo>
                <a:cubicBezTo>
                  <a:pt x="77460" y="10714"/>
                  <a:pt x="76497" y="9730"/>
                  <a:pt x="75556" y="8852"/>
                </a:cubicBezTo>
                <a:cubicBezTo>
                  <a:pt x="72062" y="5546"/>
                  <a:pt x="68149" y="2616"/>
                  <a:pt x="63692" y="1570"/>
                </a:cubicBezTo>
                <a:cubicBezTo>
                  <a:pt x="57101" y="1"/>
                  <a:pt x="53377" y="3453"/>
                  <a:pt x="48732" y="7512"/>
                </a:cubicBezTo>
                <a:cubicBezTo>
                  <a:pt x="48376" y="7826"/>
                  <a:pt x="47978" y="8161"/>
                  <a:pt x="47518" y="8349"/>
                </a:cubicBezTo>
                <a:cubicBezTo>
                  <a:pt x="46639" y="8663"/>
                  <a:pt x="45698" y="8349"/>
                  <a:pt x="44840" y="8056"/>
                </a:cubicBezTo>
                <a:cubicBezTo>
                  <a:pt x="42727" y="7366"/>
                  <a:pt x="40509" y="6738"/>
                  <a:pt x="38270" y="6801"/>
                </a:cubicBezTo>
                <a:cubicBezTo>
                  <a:pt x="36031" y="6885"/>
                  <a:pt x="33729" y="7743"/>
                  <a:pt x="32369" y="9521"/>
                </a:cubicBezTo>
                <a:cubicBezTo>
                  <a:pt x="31512" y="10651"/>
                  <a:pt x="31051" y="12074"/>
                  <a:pt x="30193" y="13162"/>
                </a:cubicBezTo>
                <a:cubicBezTo>
                  <a:pt x="29336" y="14292"/>
                  <a:pt x="27745" y="15087"/>
                  <a:pt x="26511" y="14396"/>
                </a:cubicBezTo>
                <a:cubicBezTo>
                  <a:pt x="26113" y="14166"/>
                  <a:pt x="25799" y="13810"/>
                  <a:pt x="25465" y="13497"/>
                </a:cubicBezTo>
                <a:cubicBezTo>
                  <a:pt x="24188" y="12429"/>
                  <a:pt x="22242" y="12325"/>
                  <a:pt x="20736" y="13036"/>
                </a:cubicBezTo>
                <a:cubicBezTo>
                  <a:pt x="19208" y="13727"/>
                  <a:pt x="18120" y="15150"/>
                  <a:pt x="17493" y="16698"/>
                </a:cubicBezTo>
                <a:cubicBezTo>
                  <a:pt x="17284" y="17179"/>
                  <a:pt x="17116" y="17744"/>
                  <a:pt x="16760" y="18121"/>
                </a:cubicBezTo>
                <a:cubicBezTo>
                  <a:pt x="16447" y="18476"/>
                  <a:pt x="16007" y="18644"/>
                  <a:pt x="15547" y="18790"/>
                </a:cubicBezTo>
                <a:cubicBezTo>
                  <a:pt x="12346" y="19836"/>
                  <a:pt x="9542" y="18309"/>
                  <a:pt x="6340" y="18100"/>
                </a:cubicBezTo>
                <a:cubicBezTo>
                  <a:pt x="4311" y="17974"/>
                  <a:pt x="691" y="17807"/>
                  <a:pt x="147" y="20464"/>
                </a:cubicBezTo>
                <a:cubicBezTo>
                  <a:pt x="1" y="21238"/>
                  <a:pt x="7031" y="20945"/>
                  <a:pt x="7763" y="20924"/>
                </a:cubicBezTo>
                <a:cubicBezTo>
                  <a:pt x="16865" y="20485"/>
                  <a:pt x="26009" y="21134"/>
                  <a:pt x="35152" y="21301"/>
                </a:cubicBezTo>
                <a:cubicBezTo>
                  <a:pt x="44568" y="21448"/>
                  <a:pt x="54004" y="21531"/>
                  <a:pt x="63420" y="21573"/>
                </a:cubicBezTo>
                <a:cubicBezTo>
                  <a:pt x="80347" y="21657"/>
                  <a:pt x="97295" y="21552"/>
                  <a:pt x="114202" y="21301"/>
                </a:cubicBezTo>
                <a:cubicBezTo>
                  <a:pt x="115457" y="21301"/>
                  <a:pt x="124517" y="21322"/>
                  <a:pt x="129790" y="2109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9887966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2"/>
          <p:cNvSpPr/>
          <p:nvPr/>
        </p:nvSpPr>
        <p:spPr>
          <a:xfrm>
            <a:off x="9426534" y="1301101"/>
            <a:ext cx="2315887" cy="386433"/>
          </a:xfrm>
          <a:custGeom>
            <a:avLst/>
            <a:gdLst/>
            <a:ahLst/>
            <a:cxnLst/>
            <a:rect l="l" t="t" r="r" b="b"/>
            <a:pathLst>
              <a:path w="129790" h="21657" extrusionOk="0">
                <a:moveTo>
                  <a:pt x="129790" y="21092"/>
                </a:moveTo>
                <a:cubicBezTo>
                  <a:pt x="127467" y="20548"/>
                  <a:pt x="112277" y="19104"/>
                  <a:pt x="109954" y="18623"/>
                </a:cubicBezTo>
                <a:cubicBezTo>
                  <a:pt x="105372" y="17681"/>
                  <a:pt x="101752" y="13894"/>
                  <a:pt x="97944" y="10881"/>
                </a:cubicBezTo>
                <a:cubicBezTo>
                  <a:pt x="94115" y="7889"/>
                  <a:pt x="89093" y="5546"/>
                  <a:pt x="84909" y="7889"/>
                </a:cubicBezTo>
                <a:cubicBezTo>
                  <a:pt x="82816" y="9061"/>
                  <a:pt x="80933" y="11341"/>
                  <a:pt x="78652" y="10923"/>
                </a:cubicBezTo>
                <a:cubicBezTo>
                  <a:pt x="77460" y="10714"/>
                  <a:pt x="76497" y="9730"/>
                  <a:pt x="75556" y="8852"/>
                </a:cubicBezTo>
                <a:cubicBezTo>
                  <a:pt x="72062" y="5546"/>
                  <a:pt x="68149" y="2616"/>
                  <a:pt x="63692" y="1570"/>
                </a:cubicBezTo>
                <a:cubicBezTo>
                  <a:pt x="57101" y="1"/>
                  <a:pt x="53377" y="3453"/>
                  <a:pt x="48732" y="7512"/>
                </a:cubicBezTo>
                <a:cubicBezTo>
                  <a:pt x="48376" y="7826"/>
                  <a:pt x="47978" y="8161"/>
                  <a:pt x="47518" y="8349"/>
                </a:cubicBezTo>
                <a:cubicBezTo>
                  <a:pt x="46639" y="8663"/>
                  <a:pt x="45698" y="8349"/>
                  <a:pt x="44840" y="8056"/>
                </a:cubicBezTo>
                <a:cubicBezTo>
                  <a:pt x="42727" y="7366"/>
                  <a:pt x="40509" y="6738"/>
                  <a:pt x="38270" y="6801"/>
                </a:cubicBezTo>
                <a:cubicBezTo>
                  <a:pt x="36031" y="6885"/>
                  <a:pt x="33729" y="7743"/>
                  <a:pt x="32369" y="9521"/>
                </a:cubicBezTo>
                <a:cubicBezTo>
                  <a:pt x="31512" y="10651"/>
                  <a:pt x="31051" y="12074"/>
                  <a:pt x="30193" y="13162"/>
                </a:cubicBezTo>
                <a:cubicBezTo>
                  <a:pt x="29336" y="14292"/>
                  <a:pt x="27745" y="15087"/>
                  <a:pt x="26511" y="14396"/>
                </a:cubicBezTo>
                <a:cubicBezTo>
                  <a:pt x="26113" y="14166"/>
                  <a:pt x="25799" y="13810"/>
                  <a:pt x="25465" y="13497"/>
                </a:cubicBezTo>
                <a:cubicBezTo>
                  <a:pt x="24188" y="12429"/>
                  <a:pt x="22242" y="12325"/>
                  <a:pt x="20736" y="13036"/>
                </a:cubicBezTo>
                <a:cubicBezTo>
                  <a:pt x="19208" y="13727"/>
                  <a:pt x="18120" y="15150"/>
                  <a:pt x="17493" y="16698"/>
                </a:cubicBezTo>
                <a:cubicBezTo>
                  <a:pt x="17284" y="17179"/>
                  <a:pt x="17116" y="17744"/>
                  <a:pt x="16760" y="18121"/>
                </a:cubicBezTo>
                <a:cubicBezTo>
                  <a:pt x="16447" y="18476"/>
                  <a:pt x="16007" y="18644"/>
                  <a:pt x="15547" y="18790"/>
                </a:cubicBezTo>
                <a:cubicBezTo>
                  <a:pt x="12346" y="19836"/>
                  <a:pt x="9542" y="18309"/>
                  <a:pt x="6340" y="18100"/>
                </a:cubicBezTo>
                <a:cubicBezTo>
                  <a:pt x="4311" y="17974"/>
                  <a:pt x="691" y="17807"/>
                  <a:pt x="147" y="20464"/>
                </a:cubicBezTo>
                <a:cubicBezTo>
                  <a:pt x="1" y="21238"/>
                  <a:pt x="7031" y="20945"/>
                  <a:pt x="7763" y="20924"/>
                </a:cubicBezTo>
                <a:cubicBezTo>
                  <a:pt x="16865" y="20485"/>
                  <a:pt x="26009" y="21134"/>
                  <a:pt x="35152" y="21301"/>
                </a:cubicBezTo>
                <a:cubicBezTo>
                  <a:pt x="44568" y="21448"/>
                  <a:pt x="54004" y="21531"/>
                  <a:pt x="63420" y="21573"/>
                </a:cubicBezTo>
                <a:cubicBezTo>
                  <a:pt x="80347" y="21657"/>
                  <a:pt x="97295" y="21552"/>
                  <a:pt x="114202" y="21301"/>
                </a:cubicBezTo>
                <a:cubicBezTo>
                  <a:pt x="115457" y="21301"/>
                  <a:pt x="124517" y="21322"/>
                  <a:pt x="129790" y="2109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3" name="Google Shape;313;p22"/>
          <p:cNvSpPr/>
          <p:nvPr/>
        </p:nvSpPr>
        <p:spPr>
          <a:xfrm flipH="1">
            <a:off x="-682433" y="420451"/>
            <a:ext cx="2462079" cy="525551"/>
          </a:xfrm>
          <a:custGeom>
            <a:avLst/>
            <a:gdLst/>
            <a:ahLst/>
            <a:cxnLst/>
            <a:rect l="l" t="t" r="r" b="b"/>
            <a:pathLst>
              <a:path w="134687" h="28750" extrusionOk="0">
                <a:moveTo>
                  <a:pt x="16112" y="28582"/>
                </a:moveTo>
                <a:cubicBezTo>
                  <a:pt x="54360" y="27641"/>
                  <a:pt x="93425" y="28750"/>
                  <a:pt x="131673" y="27808"/>
                </a:cubicBezTo>
                <a:cubicBezTo>
                  <a:pt x="132845" y="27787"/>
                  <a:pt x="134268" y="27578"/>
                  <a:pt x="134686" y="26469"/>
                </a:cubicBezTo>
                <a:cubicBezTo>
                  <a:pt x="132426" y="25277"/>
                  <a:pt x="129706" y="26323"/>
                  <a:pt x="127175" y="26448"/>
                </a:cubicBezTo>
                <a:cubicBezTo>
                  <a:pt x="122655" y="26678"/>
                  <a:pt x="118617" y="23917"/>
                  <a:pt x="114620" y="21761"/>
                </a:cubicBezTo>
                <a:cubicBezTo>
                  <a:pt x="110624" y="19627"/>
                  <a:pt x="105519" y="18100"/>
                  <a:pt x="101752" y="20611"/>
                </a:cubicBezTo>
                <a:cubicBezTo>
                  <a:pt x="101041" y="21092"/>
                  <a:pt x="100330" y="21720"/>
                  <a:pt x="99472" y="21678"/>
                </a:cubicBezTo>
                <a:cubicBezTo>
                  <a:pt x="98949" y="21657"/>
                  <a:pt x="98488" y="21364"/>
                  <a:pt x="98028" y="21113"/>
                </a:cubicBezTo>
                <a:cubicBezTo>
                  <a:pt x="94513" y="18895"/>
                  <a:pt x="91332" y="16091"/>
                  <a:pt x="88675" y="12869"/>
                </a:cubicBezTo>
                <a:cubicBezTo>
                  <a:pt x="86604" y="10379"/>
                  <a:pt x="84804" y="7596"/>
                  <a:pt x="82210" y="5650"/>
                </a:cubicBezTo>
                <a:cubicBezTo>
                  <a:pt x="76560" y="1424"/>
                  <a:pt x="67584" y="2700"/>
                  <a:pt x="63316" y="8287"/>
                </a:cubicBezTo>
                <a:cubicBezTo>
                  <a:pt x="62876" y="8893"/>
                  <a:pt x="62416" y="9584"/>
                  <a:pt x="61705" y="9814"/>
                </a:cubicBezTo>
                <a:cubicBezTo>
                  <a:pt x="60533" y="10232"/>
                  <a:pt x="59340" y="9270"/>
                  <a:pt x="58399" y="8454"/>
                </a:cubicBezTo>
                <a:cubicBezTo>
                  <a:pt x="49694" y="921"/>
                  <a:pt x="35655" y="1"/>
                  <a:pt x="26532" y="7031"/>
                </a:cubicBezTo>
                <a:cubicBezTo>
                  <a:pt x="23917" y="9061"/>
                  <a:pt x="21761" y="11592"/>
                  <a:pt x="19648" y="14124"/>
                </a:cubicBezTo>
                <a:cubicBezTo>
                  <a:pt x="16112" y="18372"/>
                  <a:pt x="5253" y="26888"/>
                  <a:pt x="1" y="28562"/>
                </a:cubicBezTo>
                <a:lnTo>
                  <a:pt x="16112" y="2856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4" name="Google Shape;314;p22"/>
          <p:cNvSpPr txBox="1">
            <a:spLocks noGrp="1"/>
          </p:cNvSpPr>
          <p:nvPr>
            <p:ph type="title"/>
          </p:nvPr>
        </p:nvSpPr>
        <p:spPr>
          <a:xfrm>
            <a:off x="946000" y="946633"/>
            <a:ext cx="10300000" cy="59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315" name="Google Shape;315;p22"/>
          <p:cNvSpPr/>
          <p:nvPr/>
        </p:nvSpPr>
        <p:spPr>
          <a:xfrm>
            <a:off x="-947966" y="5195934"/>
            <a:ext cx="14087900" cy="2086100"/>
          </a:xfrm>
          <a:custGeom>
            <a:avLst/>
            <a:gdLst/>
            <a:ahLst/>
            <a:cxnLst/>
            <a:rect l="l" t="t" r="r" b="b"/>
            <a:pathLst>
              <a:path w="422637" h="62583" extrusionOk="0">
                <a:moveTo>
                  <a:pt x="422636" y="3055"/>
                </a:moveTo>
                <a:lnTo>
                  <a:pt x="422636" y="62583"/>
                </a:lnTo>
                <a:lnTo>
                  <a:pt x="0" y="62583"/>
                </a:lnTo>
                <a:lnTo>
                  <a:pt x="0" y="12471"/>
                </a:lnTo>
                <a:cubicBezTo>
                  <a:pt x="32223" y="0"/>
                  <a:pt x="69781" y="13308"/>
                  <a:pt x="105100" y="11111"/>
                </a:cubicBezTo>
                <a:cubicBezTo>
                  <a:pt x="119579" y="10190"/>
                  <a:pt x="133891" y="6612"/>
                  <a:pt x="148412" y="7051"/>
                </a:cubicBezTo>
                <a:cubicBezTo>
                  <a:pt x="159292" y="7386"/>
                  <a:pt x="169942" y="9960"/>
                  <a:pt x="180739" y="11069"/>
                </a:cubicBezTo>
                <a:cubicBezTo>
                  <a:pt x="198796" y="12952"/>
                  <a:pt x="217167" y="10776"/>
                  <a:pt x="235245" y="12492"/>
                </a:cubicBezTo>
                <a:cubicBezTo>
                  <a:pt x="263303" y="15128"/>
                  <a:pt x="291780" y="27054"/>
                  <a:pt x="318646" y="19229"/>
                </a:cubicBezTo>
                <a:cubicBezTo>
                  <a:pt x="326785" y="16885"/>
                  <a:pt x="334150" y="12784"/>
                  <a:pt x="342227" y="10274"/>
                </a:cubicBezTo>
                <a:cubicBezTo>
                  <a:pt x="352103" y="7198"/>
                  <a:pt x="362669" y="6570"/>
                  <a:pt x="373068" y="5942"/>
                </a:cubicBezTo>
                <a:cubicBezTo>
                  <a:pt x="389598" y="4980"/>
                  <a:pt x="406107" y="4017"/>
                  <a:pt x="422636" y="305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03249457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3">
  <p:cSld name="Only Title 3">
    <p:bg>
      <p:bgPr>
        <a:solidFill>
          <a:schemeClr val="lt1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3"/>
          <p:cNvSpPr txBox="1">
            <a:spLocks noGrp="1"/>
          </p:cNvSpPr>
          <p:nvPr>
            <p:ph type="title"/>
          </p:nvPr>
        </p:nvSpPr>
        <p:spPr>
          <a:xfrm>
            <a:off x="946000" y="946633"/>
            <a:ext cx="5836400" cy="59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1558178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319;p24"/>
          <p:cNvGrpSpPr/>
          <p:nvPr/>
        </p:nvGrpSpPr>
        <p:grpSpPr>
          <a:xfrm>
            <a:off x="-947966" y="884451"/>
            <a:ext cx="14087900" cy="7113651"/>
            <a:chOff x="-710975" y="663338"/>
            <a:chExt cx="10565925" cy="5335238"/>
          </a:xfrm>
        </p:grpSpPr>
        <p:sp>
          <p:nvSpPr>
            <p:cNvPr id="320" name="Google Shape;320;p24"/>
            <p:cNvSpPr/>
            <p:nvPr/>
          </p:nvSpPr>
          <p:spPr>
            <a:xfrm>
              <a:off x="6941200" y="1160475"/>
              <a:ext cx="1736915" cy="289825"/>
            </a:xfrm>
            <a:custGeom>
              <a:avLst/>
              <a:gdLst/>
              <a:ahLst/>
              <a:cxnLst/>
              <a:rect l="l" t="t" r="r" b="b"/>
              <a:pathLst>
                <a:path w="129790" h="21657" extrusionOk="0">
                  <a:moveTo>
                    <a:pt x="129790" y="21092"/>
                  </a:moveTo>
                  <a:cubicBezTo>
                    <a:pt x="127467" y="20548"/>
                    <a:pt x="112277" y="19104"/>
                    <a:pt x="109954" y="18623"/>
                  </a:cubicBezTo>
                  <a:cubicBezTo>
                    <a:pt x="105372" y="17681"/>
                    <a:pt x="101752" y="13894"/>
                    <a:pt x="97944" y="10881"/>
                  </a:cubicBezTo>
                  <a:cubicBezTo>
                    <a:pt x="94115" y="7889"/>
                    <a:pt x="89093" y="5546"/>
                    <a:pt x="84909" y="7889"/>
                  </a:cubicBezTo>
                  <a:cubicBezTo>
                    <a:pt x="82816" y="9061"/>
                    <a:pt x="80933" y="11341"/>
                    <a:pt x="78652" y="10923"/>
                  </a:cubicBezTo>
                  <a:cubicBezTo>
                    <a:pt x="77460" y="10714"/>
                    <a:pt x="76497" y="9730"/>
                    <a:pt x="75556" y="8852"/>
                  </a:cubicBezTo>
                  <a:cubicBezTo>
                    <a:pt x="72062" y="5546"/>
                    <a:pt x="68149" y="2616"/>
                    <a:pt x="63692" y="1570"/>
                  </a:cubicBezTo>
                  <a:cubicBezTo>
                    <a:pt x="57101" y="1"/>
                    <a:pt x="53377" y="3453"/>
                    <a:pt x="48732" y="7512"/>
                  </a:cubicBezTo>
                  <a:cubicBezTo>
                    <a:pt x="48376" y="7826"/>
                    <a:pt x="47978" y="8161"/>
                    <a:pt x="47518" y="8349"/>
                  </a:cubicBezTo>
                  <a:cubicBezTo>
                    <a:pt x="46639" y="8663"/>
                    <a:pt x="45698" y="8349"/>
                    <a:pt x="44840" y="8056"/>
                  </a:cubicBezTo>
                  <a:cubicBezTo>
                    <a:pt x="42727" y="7366"/>
                    <a:pt x="40509" y="6738"/>
                    <a:pt x="38270" y="6801"/>
                  </a:cubicBezTo>
                  <a:cubicBezTo>
                    <a:pt x="36031" y="6885"/>
                    <a:pt x="33729" y="7743"/>
                    <a:pt x="32369" y="9521"/>
                  </a:cubicBezTo>
                  <a:cubicBezTo>
                    <a:pt x="31512" y="10651"/>
                    <a:pt x="31051" y="12074"/>
                    <a:pt x="30193" y="13162"/>
                  </a:cubicBezTo>
                  <a:cubicBezTo>
                    <a:pt x="29336" y="14292"/>
                    <a:pt x="27745" y="15087"/>
                    <a:pt x="26511" y="14396"/>
                  </a:cubicBezTo>
                  <a:cubicBezTo>
                    <a:pt x="26113" y="14166"/>
                    <a:pt x="25799" y="13810"/>
                    <a:pt x="25465" y="13497"/>
                  </a:cubicBezTo>
                  <a:cubicBezTo>
                    <a:pt x="24188" y="12429"/>
                    <a:pt x="22242" y="12325"/>
                    <a:pt x="20736" y="13036"/>
                  </a:cubicBezTo>
                  <a:cubicBezTo>
                    <a:pt x="19208" y="13727"/>
                    <a:pt x="18120" y="15150"/>
                    <a:pt x="17493" y="16698"/>
                  </a:cubicBezTo>
                  <a:cubicBezTo>
                    <a:pt x="17284" y="17179"/>
                    <a:pt x="17116" y="17744"/>
                    <a:pt x="16760" y="18121"/>
                  </a:cubicBezTo>
                  <a:cubicBezTo>
                    <a:pt x="16447" y="18476"/>
                    <a:pt x="16007" y="18644"/>
                    <a:pt x="15547" y="18790"/>
                  </a:cubicBezTo>
                  <a:cubicBezTo>
                    <a:pt x="12346" y="19836"/>
                    <a:pt x="9542" y="18309"/>
                    <a:pt x="6340" y="18100"/>
                  </a:cubicBezTo>
                  <a:cubicBezTo>
                    <a:pt x="4311" y="17974"/>
                    <a:pt x="691" y="17807"/>
                    <a:pt x="147" y="20464"/>
                  </a:cubicBezTo>
                  <a:cubicBezTo>
                    <a:pt x="1" y="21238"/>
                    <a:pt x="7031" y="20945"/>
                    <a:pt x="7763" y="20924"/>
                  </a:cubicBezTo>
                  <a:cubicBezTo>
                    <a:pt x="16865" y="20485"/>
                    <a:pt x="26009" y="21134"/>
                    <a:pt x="35152" y="21301"/>
                  </a:cubicBezTo>
                  <a:cubicBezTo>
                    <a:pt x="44568" y="21448"/>
                    <a:pt x="54004" y="21531"/>
                    <a:pt x="63420" y="21573"/>
                  </a:cubicBezTo>
                  <a:cubicBezTo>
                    <a:pt x="80347" y="21657"/>
                    <a:pt x="97295" y="21552"/>
                    <a:pt x="114202" y="21301"/>
                  </a:cubicBezTo>
                  <a:cubicBezTo>
                    <a:pt x="115457" y="21301"/>
                    <a:pt x="124517" y="21322"/>
                    <a:pt x="129790" y="210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1" name="Google Shape;321;p24"/>
            <p:cNvSpPr/>
            <p:nvPr/>
          </p:nvSpPr>
          <p:spPr>
            <a:xfrm flipH="1">
              <a:off x="619450" y="663338"/>
              <a:ext cx="1846559" cy="394163"/>
            </a:xfrm>
            <a:custGeom>
              <a:avLst/>
              <a:gdLst/>
              <a:ahLst/>
              <a:cxnLst/>
              <a:rect l="l" t="t" r="r" b="b"/>
              <a:pathLst>
                <a:path w="134687" h="28750" extrusionOk="0">
                  <a:moveTo>
                    <a:pt x="16112" y="28582"/>
                  </a:moveTo>
                  <a:cubicBezTo>
                    <a:pt x="54360" y="27641"/>
                    <a:pt x="93425" y="28750"/>
                    <a:pt x="131673" y="27808"/>
                  </a:cubicBezTo>
                  <a:cubicBezTo>
                    <a:pt x="132845" y="27787"/>
                    <a:pt x="134268" y="27578"/>
                    <a:pt x="134686" y="26469"/>
                  </a:cubicBezTo>
                  <a:cubicBezTo>
                    <a:pt x="132426" y="25277"/>
                    <a:pt x="129706" y="26323"/>
                    <a:pt x="127175" y="26448"/>
                  </a:cubicBezTo>
                  <a:cubicBezTo>
                    <a:pt x="122655" y="26678"/>
                    <a:pt x="118617" y="23917"/>
                    <a:pt x="114620" y="21761"/>
                  </a:cubicBezTo>
                  <a:cubicBezTo>
                    <a:pt x="110624" y="19627"/>
                    <a:pt x="105519" y="18100"/>
                    <a:pt x="101752" y="20611"/>
                  </a:cubicBezTo>
                  <a:cubicBezTo>
                    <a:pt x="101041" y="21092"/>
                    <a:pt x="100330" y="21720"/>
                    <a:pt x="99472" y="21678"/>
                  </a:cubicBezTo>
                  <a:cubicBezTo>
                    <a:pt x="98949" y="21657"/>
                    <a:pt x="98488" y="21364"/>
                    <a:pt x="98028" y="21113"/>
                  </a:cubicBezTo>
                  <a:cubicBezTo>
                    <a:pt x="94513" y="18895"/>
                    <a:pt x="91332" y="16091"/>
                    <a:pt x="88675" y="12869"/>
                  </a:cubicBezTo>
                  <a:cubicBezTo>
                    <a:pt x="86604" y="10379"/>
                    <a:pt x="84804" y="7596"/>
                    <a:pt x="82210" y="5650"/>
                  </a:cubicBezTo>
                  <a:cubicBezTo>
                    <a:pt x="76560" y="1424"/>
                    <a:pt x="67584" y="2700"/>
                    <a:pt x="63316" y="8287"/>
                  </a:cubicBezTo>
                  <a:cubicBezTo>
                    <a:pt x="62876" y="8893"/>
                    <a:pt x="62416" y="9584"/>
                    <a:pt x="61705" y="9814"/>
                  </a:cubicBezTo>
                  <a:cubicBezTo>
                    <a:pt x="60533" y="10232"/>
                    <a:pt x="59340" y="9270"/>
                    <a:pt x="58399" y="8454"/>
                  </a:cubicBezTo>
                  <a:cubicBezTo>
                    <a:pt x="49694" y="921"/>
                    <a:pt x="35655" y="1"/>
                    <a:pt x="26532" y="7031"/>
                  </a:cubicBezTo>
                  <a:cubicBezTo>
                    <a:pt x="23917" y="9061"/>
                    <a:pt x="21761" y="11592"/>
                    <a:pt x="19648" y="14124"/>
                  </a:cubicBezTo>
                  <a:cubicBezTo>
                    <a:pt x="16112" y="18372"/>
                    <a:pt x="5253" y="26888"/>
                    <a:pt x="1" y="28562"/>
                  </a:cubicBezTo>
                  <a:lnTo>
                    <a:pt x="16112" y="28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2" name="Google Shape;322;p24"/>
            <p:cNvSpPr/>
            <p:nvPr/>
          </p:nvSpPr>
          <p:spPr>
            <a:xfrm>
              <a:off x="-710975" y="4434000"/>
              <a:ext cx="10565925" cy="1564575"/>
            </a:xfrm>
            <a:custGeom>
              <a:avLst/>
              <a:gdLst/>
              <a:ahLst/>
              <a:cxnLst/>
              <a:rect l="l" t="t" r="r" b="b"/>
              <a:pathLst>
                <a:path w="422637" h="62583" extrusionOk="0">
                  <a:moveTo>
                    <a:pt x="422636" y="3055"/>
                  </a:moveTo>
                  <a:lnTo>
                    <a:pt x="422636" y="62583"/>
                  </a:lnTo>
                  <a:lnTo>
                    <a:pt x="0" y="62583"/>
                  </a:lnTo>
                  <a:lnTo>
                    <a:pt x="0" y="12471"/>
                  </a:lnTo>
                  <a:cubicBezTo>
                    <a:pt x="32223" y="0"/>
                    <a:pt x="69781" y="13308"/>
                    <a:pt x="105100" y="11111"/>
                  </a:cubicBezTo>
                  <a:cubicBezTo>
                    <a:pt x="119579" y="10190"/>
                    <a:pt x="133891" y="6612"/>
                    <a:pt x="148412" y="7051"/>
                  </a:cubicBezTo>
                  <a:cubicBezTo>
                    <a:pt x="159292" y="7386"/>
                    <a:pt x="169942" y="9960"/>
                    <a:pt x="180739" y="11069"/>
                  </a:cubicBezTo>
                  <a:cubicBezTo>
                    <a:pt x="198796" y="12952"/>
                    <a:pt x="217167" y="10776"/>
                    <a:pt x="235245" y="12492"/>
                  </a:cubicBezTo>
                  <a:cubicBezTo>
                    <a:pt x="263303" y="15128"/>
                    <a:pt x="291780" y="27054"/>
                    <a:pt x="318646" y="19229"/>
                  </a:cubicBezTo>
                  <a:cubicBezTo>
                    <a:pt x="326785" y="16885"/>
                    <a:pt x="334150" y="12784"/>
                    <a:pt x="342227" y="10274"/>
                  </a:cubicBezTo>
                  <a:cubicBezTo>
                    <a:pt x="352103" y="7198"/>
                    <a:pt x="362669" y="6570"/>
                    <a:pt x="373068" y="5942"/>
                  </a:cubicBezTo>
                  <a:cubicBezTo>
                    <a:pt x="389598" y="4980"/>
                    <a:pt x="406107" y="4017"/>
                    <a:pt x="422636" y="305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23" name="Google Shape;323;p24"/>
          <p:cNvSpPr txBox="1">
            <a:spLocks noGrp="1"/>
          </p:cNvSpPr>
          <p:nvPr>
            <p:ph type="title"/>
          </p:nvPr>
        </p:nvSpPr>
        <p:spPr>
          <a:xfrm>
            <a:off x="1315067" y="2477027"/>
            <a:ext cx="2740400" cy="596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324" name="Google Shape;324;p24"/>
          <p:cNvSpPr txBox="1">
            <a:spLocks noGrp="1"/>
          </p:cNvSpPr>
          <p:nvPr>
            <p:ph type="subTitle" idx="1"/>
          </p:nvPr>
        </p:nvSpPr>
        <p:spPr>
          <a:xfrm>
            <a:off x="1084867" y="3091089"/>
            <a:ext cx="3200800" cy="8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25" name="Google Shape;325;p24"/>
          <p:cNvSpPr txBox="1">
            <a:spLocks noGrp="1"/>
          </p:cNvSpPr>
          <p:nvPr>
            <p:ph type="title" idx="2"/>
          </p:nvPr>
        </p:nvSpPr>
        <p:spPr>
          <a:xfrm>
            <a:off x="4725800" y="2477027"/>
            <a:ext cx="2740400" cy="596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326" name="Google Shape;326;p24"/>
          <p:cNvSpPr txBox="1">
            <a:spLocks noGrp="1"/>
          </p:cNvSpPr>
          <p:nvPr>
            <p:ph type="subTitle" idx="3"/>
          </p:nvPr>
        </p:nvSpPr>
        <p:spPr>
          <a:xfrm>
            <a:off x="4495600" y="3091089"/>
            <a:ext cx="3200800" cy="8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27" name="Google Shape;327;p24"/>
          <p:cNvSpPr txBox="1">
            <a:spLocks noGrp="1"/>
          </p:cNvSpPr>
          <p:nvPr>
            <p:ph type="title" idx="4"/>
          </p:nvPr>
        </p:nvSpPr>
        <p:spPr>
          <a:xfrm>
            <a:off x="8136533" y="2477027"/>
            <a:ext cx="2740400" cy="596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328" name="Google Shape;328;p24"/>
          <p:cNvSpPr txBox="1">
            <a:spLocks noGrp="1"/>
          </p:cNvSpPr>
          <p:nvPr>
            <p:ph type="subTitle" idx="5"/>
          </p:nvPr>
        </p:nvSpPr>
        <p:spPr>
          <a:xfrm>
            <a:off x="7906333" y="3091089"/>
            <a:ext cx="3200800" cy="8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29" name="Google Shape;329;p24"/>
          <p:cNvSpPr txBox="1">
            <a:spLocks noGrp="1"/>
          </p:cNvSpPr>
          <p:nvPr>
            <p:ph type="title" idx="6"/>
          </p:nvPr>
        </p:nvSpPr>
        <p:spPr>
          <a:xfrm>
            <a:off x="1315067" y="4263193"/>
            <a:ext cx="2740400" cy="596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330" name="Google Shape;330;p24"/>
          <p:cNvSpPr txBox="1">
            <a:spLocks noGrp="1"/>
          </p:cNvSpPr>
          <p:nvPr>
            <p:ph type="subTitle" idx="7"/>
          </p:nvPr>
        </p:nvSpPr>
        <p:spPr>
          <a:xfrm>
            <a:off x="1084867" y="4877272"/>
            <a:ext cx="3200800" cy="8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31" name="Google Shape;331;p24"/>
          <p:cNvSpPr txBox="1">
            <a:spLocks noGrp="1"/>
          </p:cNvSpPr>
          <p:nvPr>
            <p:ph type="title" idx="8"/>
          </p:nvPr>
        </p:nvSpPr>
        <p:spPr>
          <a:xfrm>
            <a:off x="4725800" y="4263193"/>
            <a:ext cx="2740400" cy="596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332" name="Google Shape;332;p24"/>
          <p:cNvSpPr txBox="1">
            <a:spLocks noGrp="1"/>
          </p:cNvSpPr>
          <p:nvPr>
            <p:ph type="subTitle" idx="9"/>
          </p:nvPr>
        </p:nvSpPr>
        <p:spPr>
          <a:xfrm>
            <a:off x="4495600" y="4877272"/>
            <a:ext cx="3200800" cy="8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33" name="Google Shape;333;p24"/>
          <p:cNvSpPr txBox="1">
            <a:spLocks noGrp="1"/>
          </p:cNvSpPr>
          <p:nvPr>
            <p:ph type="title" idx="13"/>
          </p:nvPr>
        </p:nvSpPr>
        <p:spPr>
          <a:xfrm>
            <a:off x="8136533" y="4263193"/>
            <a:ext cx="2740400" cy="596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334" name="Google Shape;334;p24"/>
          <p:cNvSpPr txBox="1">
            <a:spLocks noGrp="1"/>
          </p:cNvSpPr>
          <p:nvPr>
            <p:ph type="subTitle" idx="14"/>
          </p:nvPr>
        </p:nvSpPr>
        <p:spPr>
          <a:xfrm>
            <a:off x="7906333" y="4877272"/>
            <a:ext cx="3200800" cy="8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35" name="Google Shape;335;p24"/>
          <p:cNvSpPr txBox="1">
            <a:spLocks noGrp="1"/>
          </p:cNvSpPr>
          <p:nvPr>
            <p:ph type="title" idx="15"/>
          </p:nvPr>
        </p:nvSpPr>
        <p:spPr>
          <a:xfrm>
            <a:off x="946000" y="946633"/>
            <a:ext cx="10300000" cy="59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8706907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bg>
      <p:bgPr>
        <a:solidFill>
          <a:schemeClr val="accent5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5"/>
          <p:cNvSpPr/>
          <p:nvPr/>
        </p:nvSpPr>
        <p:spPr>
          <a:xfrm rot="2152442">
            <a:off x="-2064288" y="339659"/>
            <a:ext cx="14087773" cy="9074079"/>
          </a:xfrm>
          <a:custGeom>
            <a:avLst/>
            <a:gdLst/>
            <a:ahLst/>
            <a:cxnLst/>
            <a:rect l="l" t="t" r="r" b="b"/>
            <a:pathLst>
              <a:path w="422637" h="62583" extrusionOk="0">
                <a:moveTo>
                  <a:pt x="422636" y="3055"/>
                </a:moveTo>
                <a:lnTo>
                  <a:pt x="422636" y="62583"/>
                </a:lnTo>
                <a:lnTo>
                  <a:pt x="0" y="62583"/>
                </a:lnTo>
                <a:lnTo>
                  <a:pt x="0" y="12471"/>
                </a:lnTo>
                <a:cubicBezTo>
                  <a:pt x="32223" y="0"/>
                  <a:pt x="69781" y="13308"/>
                  <a:pt x="105100" y="11111"/>
                </a:cubicBezTo>
                <a:cubicBezTo>
                  <a:pt x="119579" y="10190"/>
                  <a:pt x="133891" y="6612"/>
                  <a:pt x="148412" y="7051"/>
                </a:cubicBezTo>
                <a:cubicBezTo>
                  <a:pt x="159292" y="7386"/>
                  <a:pt x="169942" y="9960"/>
                  <a:pt x="180739" y="11069"/>
                </a:cubicBezTo>
                <a:cubicBezTo>
                  <a:pt x="198796" y="12952"/>
                  <a:pt x="217167" y="10776"/>
                  <a:pt x="235245" y="12492"/>
                </a:cubicBezTo>
                <a:cubicBezTo>
                  <a:pt x="263303" y="15128"/>
                  <a:pt x="291780" y="27054"/>
                  <a:pt x="318646" y="19229"/>
                </a:cubicBezTo>
                <a:cubicBezTo>
                  <a:pt x="326785" y="16885"/>
                  <a:pt x="334150" y="12784"/>
                  <a:pt x="342227" y="10274"/>
                </a:cubicBezTo>
                <a:cubicBezTo>
                  <a:pt x="352103" y="7198"/>
                  <a:pt x="362669" y="6570"/>
                  <a:pt x="373068" y="5942"/>
                </a:cubicBezTo>
                <a:cubicBezTo>
                  <a:pt x="389598" y="4980"/>
                  <a:pt x="406107" y="4017"/>
                  <a:pt x="422636" y="305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8" name="Google Shape;338;p25"/>
          <p:cNvSpPr txBox="1">
            <a:spLocks noGrp="1"/>
          </p:cNvSpPr>
          <p:nvPr>
            <p:ph type="ctrTitle"/>
          </p:nvPr>
        </p:nvSpPr>
        <p:spPr>
          <a:xfrm>
            <a:off x="946000" y="953900"/>
            <a:ext cx="4020000" cy="11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Font typeface="Work Sans Regular"/>
              <a:buNone/>
              <a:defRPr sz="6667"/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339" name="Google Shape;339;p25"/>
          <p:cNvSpPr txBox="1">
            <a:spLocks noGrp="1"/>
          </p:cNvSpPr>
          <p:nvPr>
            <p:ph type="subTitle" idx="1"/>
          </p:nvPr>
        </p:nvSpPr>
        <p:spPr>
          <a:xfrm>
            <a:off x="1161797" y="2237917"/>
            <a:ext cx="3588400" cy="13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340" name="Google Shape;340;p25"/>
          <p:cNvSpPr txBox="1"/>
          <p:nvPr/>
        </p:nvSpPr>
        <p:spPr>
          <a:xfrm>
            <a:off x="995200" y="4607284"/>
            <a:ext cx="3921600" cy="9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33"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rPr>
              <a:t>CREDITS: This presentation template was created by </a:t>
            </a:r>
            <a:r>
              <a:rPr lang="en" sz="1333" b="1">
                <a:solidFill>
                  <a:schemeClr val="dk1"/>
                </a:solidFill>
                <a:uFill>
                  <a:noFill/>
                </a:uFill>
                <a:latin typeface="Andika"/>
                <a:ea typeface="Andika"/>
                <a:cs typeface="Andika"/>
                <a:sym typeface="Andika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333"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rPr>
              <a:t>, including icons by </a:t>
            </a:r>
            <a:r>
              <a:rPr lang="en" sz="1333" b="1">
                <a:solidFill>
                  <a:schemeClr val="dk1"/>
                </a:solidFill>
                <a:uFill>
                  <a:noFill/>
                </a:uFill>
                <a:latin typeface="Andika"/>
                <a:ea typeface="Andika"/>
                <a:cs typeface="Andika"/>
                <a:sym typeface="Andika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333"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rPr>
              <a:t>, infographics &amp; images by </a:t>
            </a:r>
            <a:r>
              <a:rPr lang="en" sz="1333" b="1">
                <a:solidFill>
                  <a:schemeClr val="dk1"/>
                </a:solidFill>
                <a:uFill>
                  <a:noFill/>
                </a:uFill>
                <a:latin typeface="Andika"/>
                <a:ea typeface="Andika"/>
                <a:cs typeface="Andika"/>
                <a:sym typeface="Andika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endParaRPr sz="1333">
              <a:solidFill>
                <a:schemeClr val="dk1"/>
              </a:solidFill>
              <a:latin typeface="Andika"/>
              <a:ea typeface="Andika"/>
              <a:cs typeface="Andika"/>
              <a:sym typeface="Andika"/>
            </a:endParaRPr>
          </a:p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33"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rPr>
              <a:t>. </a:t>
            </a:r>
            <a:endParaRPr sz="1333">
              <a:solidFill>
                <a:schemeClr val="dk1"/>
              </a:solidFill>
              <a:latin typeface="Andika"/>
              <a:ea typeface="Andika"/>
              <a:cs typeface="Andika"/>
              <a:sym typeface="Andika"/>
            </a:endParaRPr>
          </a:p>
          <a:p>
            <a:pPr marL="0" lvl="0" indent="0" algn="ctr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333">
              <a:solidFill>
                <a:schemeClr val="dk1"/>
              </a:solidFill>
              <a:latin typeface="Andika"/>
              <a:ea typeface="Andika"/>
              <a:cs typeface="Andika"/>
              <a:sym typeface="Andik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33">
              <a:solidFill>
                <a:schemeClr val="dk1"/>
              </a:solidFill>
              <a:latin typeface="Andika"/>
              <a:ea typeface="Andika"/>
              <a:cs typeface="Andika"/>
              <a:sym typeface="Andika"/>
            </a:endParaRPr>
          </a:p>
        </p:txBody>
      </p:sp>
      <p:grpSp>
        <p:nvGrpSpPr>
          <p:cNvPr id="341" name="Google Shape;341;p25"/>
          <p:cNvGrpSpPr/>
          <p:nvPr/>
        </p:nvGrpSpPr>
        <p:grpSpPr>
          <a:xfrm>
            <a:off x="4750197" y="3120139"/>
            <a:ext cx="4577504" cy="4629165"/>
            <a:chOff x="3562648" y="2340104"/>
            <a:chExt cx="3433128" cy="3471874"/>
          </a:xfrm>
        </p:grpSpPr>
        <p:grpSp>
          <p:nvGrpSpPr>
            <p:cNvPr id="342" name="Google Shape;342;p25"/>
            <p:cNvGrpSpPr/>
            <p:nvPr/>
          </p:nvGrpSpPr>
          <p:grpSpPr>
            <a:xfrm rot="-3600335" flipH="1">
              <a:off x="3470222" y="3256143"/>
              <a:ext cx="2988547" cy="1512197"/>
              <a:chOff x="19279125" y="28273675"/>
              <a:chExt cx="2565725" cy="1298250"/>
            </a:xfrm>
          </p:grpSpPr>
          <p:sp>
            <p:nvSpPr>
              <p:cNvPr id="343" name="Google Shape;343;p25"/>
              <p:cNvSpPr/>
              <p:nvPr/>
            </p:nvSpPr>
            <p:spPr>
              <a:xfrm>
                <a:off x="19715375" y="28798125"/>
                <a:ext cx="506850" cy="665075"/>
              </a:xfrm>
              <a:custGeom>
                <a:avLst/>
                <a:gdLst/>
                <a:ahLst/>
                <a:cxnLst/>
                <a:rect l="l" t="t" r="r" b="b"/>
                <a:pathLst>
                  <a:path w="20274" h="26603" extrusionOk="0">
                    <a:moveTo>
                      <a:pt x="20102" y="0"/>
                    </a:moveTo>
                    <a:cubicBezTo>
                      <a:pt x="20089" y="0"/>
                      <a:pt x="20076" y="3"/>
                      <a:pt x="20065" y="8"/>
                    </a:cubicBezTo>
                    <a:cubicBezTo>
                      <a:pt x="20002" y="8"/>
                      <a:pt x="19981" y="29"/>
                      <a:pt x="19918" y="50"/>
                    </a:cubicBezTo>
                    <a:cubicBezTo>
                      <a:pt x="18014" y="1975"/>
                      <a:pt x="16194" y="4026"/>
                      <a:pt x="14415" y="6181"/>
                    </a:cubicBezTo>
                    <a:cubicBezTo>
                      <a:pt x="14060" y="6537"/>
                      <a:pt x="13746" y="6934"/>
                      <a:pt x="13474" y="7332"/>
                    </a:cubicBezTo>
                    <a:cubicBezTo>
                      <a:pt x="13264" y="7583"/>
                      <a:pt x="13055" y="7876"/>
                      <a:pt x="12846" y="8148"/>
                    </a:cubicBezTo>
                    <a:lnTo>
                      <a:pt x="12804" y="8169"/>
                    </a:lnTo>
                    <a:cubicBezTo>
                      <a:pt x="9561" y="12270"/>
                      <a:pt x="6506" y="16643"/>
                      <a:pt x="3577" y="20911"/>
                    </a:cubicBezTo>
                    <a:cubicBezTo>
                      <a:pt x="3577" y="20911"/>
                      <a:pt x="3577" y="20932"/>
                      <a:pt x="3556" y="20932"/>
                    </a:cubicBezTo>
                    <a:cubicBezTo>
                      <a:pt x="3556" y="20953"/>
                      <a:pt x="3535" y="20953"/>
                      <a:pt x="3535" y="20974"/>
                    </a:cubicBezTo>
                    <a:cubicBezTo>
                      <a:pt x="2447" y="22522"/>
                      <a:pt x="1401" y="24050"/>
                      <a:pt x="355" y="25535"/>
                    </a:cubicBezTo>
                    <a:cubicBezTo>
                      <a:pt x="0" y="26042"/>
                      <a:pt x="531" y="26603"/>
                      <a:pt x="1046" y="26603"/>
                    </a:cubicBezTo>
                    <a:cubicBezTo>
                      <a:pt x="1169" y="26603"/>
                      <a:pt x="1292" y="26571"/>
                      <a:pt x="1401" y="26498"/>
                    </a:cubicBezTo>
                    <a:cubicBezTo>
                      <a:pt x="1987" y="26142"/>
                      <a:pt x="2593" y="25745"/>
                      <a:pt x="3137" y="25347"/>
                    </a:cubicBezTo>
                    <a:cubicBezTo>
                      <a:pt x="3158" y="25347"/>
                      <a:pt x="3158" y="25326"/>
                      <a:pt x="3158" y="25326"/>
                    </a:cubicBezTo>
                    <a:cubicBezTo>
                      <a:pt x="11423" y="19593"/>
                      <a:pt x="18746" y="10177"/>
                      <a:pt x="20274" y="239"/>
                    </a:cubicBezTo>
                    <a:cubicBezTo>
                      <a:pt x="20274" y="155"/>
                      <a:pt x="20232" y="113"/>
                      <a:pt x="20211" y="50"/>
                    </a:cubicBezTo>
                    <a:cubicBezTo>
                      <a:pt x="20180" y="20"/>
                      <a:pt x="20139" y="0"/>
                      <a:pt x="201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4" name="Google Shape;344;p25"/>
              <p:cNvSpPr/>
              <p:nvPr/>
            </p:nvSpPr>
            <p:spPr>
              <a:xfrm>
                <a:off x="20308800" y="28749150"/>
                <a:ext cx="511325" cy="822775"/>
              </a:xfrm>
              <a:custGeom>
                <a:avLst/>
                <a:gdLst/>
                <a:ahLst/>
                <a:cxnLst/>
                <a:rect l="l" t="t" r="r" b="b"/>
                <a:pathLst>
                  <a:path w="20453" h="32911" extrusionOk="0">
                    <a:moveTo>
                      <a:pt x="20227" y="1"/>
                    </a:moveTo>
                    <a:cubicBezTo>
                      <a:pt x="20190" y="1"/>
                      <a:pt x="20153" y="8"/>
                      <a:pt x="20118" y="22"/>
                    </a:cubicBezTo>
                    <a:cubicBezTo>
                      <a:pt x="20097" y="22"/>
                      <a:pt x="20097" y="63"/>
                      <a:pt x="20076" y="84"/>
                    </a:cubicBezTo>
                    <a:cubicBezTo>
                      <a:pt x="19804" y="335"/>
                      <a:pt x="19574" y="607"/>
                      <a:pt x="19302" y="900"/>
                    </a:cubicBezTo>
                    <a:cubicBezTo>
                      <a:pt x="19302" y="900"/>
                      <a:pt x="19302" y="921"/>
                      <a:pt x="19281" y="921"/>
                    </a:cubicBezTo>
                    <a:cubicBezTo>
                      <a:pt x="19051" y="1172"/>
                      <a:pt x="18841" y="1444"/>
                      <a:pt x="18632" y="1695"/>
                    </a:cubicBezTo>
                    <a:cubicBezTo>
                      <a:pt x="18569" y="1758"/>
                      <a:pt x="18528" y="1842"/>
                      <a:pt x="18465" y="1884"/>
                    </a:cubicBezTo>
                    <a:cubicBezTo>
                      <a:pt x="18318" y="2093"/>
                      <a:pt x="18130" y="2302"/>
                      <a:pt x="17984" y="2512"/>
                    </a:cubicBezTo>
                    <a:cubicBezTo>
                      <a:pt x="17921" y="2595"/>
                      <a:pt x="17837" y="2679"/>
                      <a:pt x="17795" y="2784"/>
                    </a:cubicBezTo>
                    <a:cubicBezTo>
                      <a:pt x="17628" y="2993"/>
                      <a:pt x="17502" y="3160"/>
                      <a:pt x="17356" y="3369"/>
                    </a:cubicBezTo>
                    <a:cubicBezTo>
                      <a:pt x="17293" y="3453"/>
                      <a:pt x="17209" y="3558"/>
                      <a:pt x="17168" y="3641"/>
                    </a:cubicBezTo>
                    <a:cubicBezTo>
                      <a:pt x="17000" y="3851"/>
                      <a:pt x="16875" y="4060"/>
                      <a:pt x="16749" y="4269"/>
                    </a:cubicBezTo>
                    <a:cubicBezTo>
                      <a:pt x="16686" y="4353"/>
                      <a:pt x="16644" y="4436"/>
                      <a:pt x="16561" y="4520"/>
                    </a:cubicBezTo>
                    <a:lnTo>
                      <a:pt x="16100" y="5232"/>
                    </a:lnTo>
                    <a:cubicBezTo>
                      <a:pt x="16059" y="5273"/>
                      <a:pt x="16017" y="5336"/>
                      <a:pt x="15996" y="5420"/>
                    </a:cubicBezTo>
                    <a:cubicBezTo>
                      <a:pt x="15598" y="6006"/>
                      <a:pt x="15222" y="6633"/>
                      <a:pt x="14866" y="7282"/>
                    </a:cubicBezTo>
                    <a:cubicBezTo>
                      <a:pt x="14803" y="7345"/>
                      <a:pt x="14782" y="7429"/>
                      <a:pt x="14740" y="7512"/>
                    </a:cubicBezTo>
                    <a:cubicBezTo>
                      <a:pt x="14594" y="7742"/>
                      <a:pt x="14468" y="7973"/>
                      <a:pt x="14322" y="8203"/>
                    </a:cubicBezTo>
                    <a:cubicBezTo>
                      <a:pt x="14259" y="8286"/>
                      <a:pt x="14217" y="8391"/>
                      <a:pt x="14155" y="8475"/>
                    </a:cubicBezTo>
                    <a:lnTo>
                      <a:pt x="13757" y="9186"/>
                    </a:lnTo>
                    <a:cubicBezTo>
                      <a:pt x="13715" y="9249"/>
                      <a:pt x="13652" y="9333"/>
                      <a:pt x="13631" y="9416"/>
                    </a:cubicBezTo>
                    <a:cubicBezTo>
                      <a:pt x="13485" y="9709"/>
                      <a:pt x="13318" y="9960"/>
                      <a:pt x="13171" y="10253"/>
                    </a:cubicBezTo>
                    <a:cubicBezTo>
                      <a:pt x="12962" y="10609"/>
                      <a:pt x="12753" y="10986"/>
                      <a:pt x="12564" y="11341"/>
                    </a:cubicBezTo>
                    <a:cubicBezTo>
                      <a:pt x="12502" y="11488"/>
                      <a:pt x="12439" y="11592"/>
                      <a:pt x="12376" y="11718"/>
                    </a:cubicBezTo>
                    <a:lnTo>
                      <a:pt x="12062" y="12262"/>
                    </a:lnTo>
                    <a:cubicBezTo>
                      <a:pt x="11539" y="13224"/>
                      <a:pt x="10995" y="14166"/>
                      <a:pt x="10409" y="15108"/>
                    </a:cubicBezTo>
                    <a:cubicBezTo>
                      <a:pt x="8568" y="18183"/>
                      <a:pt x="6622" y="21217"/>
                      <a:pt x="4718" y="24251"/>
                    </a:cubicBezTo>
                    <a:lnTo>
                      <a:pt x="4718" y="24272"/>
                    </a:lnTo>
                    <a:lnTo>
                      <a:pt x="4718" y="24293"/>
                    </a:lnTo>
                    <a:lnTo>
                      <a:pt x="4718" y="24314"/>
                    </a:lnTo>
                    <a:lnTo>
                      <a:pt x="4718" y="24356"/>
                    </a:lnTo>
                    <a:lnTo>
                      <a:pt x="4718" y="24377"/>
                    </a:lnTo>
                    <a:cubicBezTo>
                      <a:pt x="3693" y="26030"/>
                      <a:pt x="2668" y="27641"/>
                      <a:pt x="1684" y="29315"/>
                    </a:cubicBezTo>
                    <a:lnTo>
                      <a:pt x="1684" y="29336"/>
                    </a:lnTo>
                    <a:lnTo>
                      <a:pt x="1684" y="29377"/>
                    </a:lnTo>
                    <a:lnTo>
                      <a:pt x="1684" y="29398"/>
                    </a:lnTo>
                    <a:lnTo>
                      <a:pt x="1684" y="29419"/>
                    </a:lnTo>
                    <a:lnTo>
                      <a:pt x="1684" y="29461"/>
                    </a:lnTo>
                    <a:cubicBezTo>
                      <a:pt x="1621" y="29503"/>
                      <a:pt x="1600" y="29587"/>
                      <a:pt x="1559" y="29670"/>
                    </a:cubicBezTo>
                    <a:lnTo>
                      <a:pt x="1559" y="29691"/>
                    </a:lnTo>
                    <a:cubicBezTo>
                      <a:pt x="1140" y="30361"/>
                      <a:pt x="743" y="31072"/>
                      <a:pt x="345" y="31763"/>
                    </a:cubicBezTo>
                    <a:cubicBezTo>
                      <a:pt x="1" y="32365"/>
                      <a:pt x="520" y="32911"/>
                      <a:pt x="1088" y="32911"/>
                    </a:cubicBezTo>
                    <a:cubicBezTo>
                      <a:pt x="1210" y="32911"/>
                      <a:pt x="1335" y="32886"/>
                      <a:pt x="1454" y="32830"/>
                    </a:cubicBezTo>
                    <a:cubicBezTo>
                      <a:pt x="1517" y="32809"/>
                      <a:pt x="1600" y="32746"/>
                      <a:pt x="1684" y="32662"/>
                    </a:cubicBezTo>
                    <a:cubicBezTo>
                      <a:pt x="6476" y="28038"/>
                      <a:pt x="10388" y="22556"/>
                      <a:pt x="13757" y="16844"/>
                    </a:cubicBezTo>
                    <a:cubicBezTo>
                      <a:pt x="16247" y="12408"/>
                      <a:pt x="19051" y="7721"/>
                      <a:pt x="20097" y="2700"/>
                    </a:cubicBezTo>
                    <a:cubicBezTo>
                      <a:pt x="20097" y="2658"/>
                      <a:pt x="20118" y="2616"/>
                      <a:pt x="20118" y="2595"/>
                    </a:cubicBezTo>
                    <a:cubicBezTo>
                      <a:pt x="20160" y="2365"/>
                      <a:pt x="20222" y="2093"/>
                      <a:pt x="20243" y="1863"/>
                    </a:cubicBezTo>
                    <a:cubicBezTo>
                      <a:pt x="20243" y="1800"/>
                      <a:pt x="20264" y="1779"/>
                      <a:pt x="20264" y="1737"/>
                    </a:cubicBezTo>
                    <a:lnTo>
                      <a:pt x="20348" y="1172"/>
                    </a:lnTo>
                    <a:cubicBezTo>
                      <a:pt x="20390" y="1068"/>
                      <a:pt x="20390" y="1005"/>
                      <a:pt x="20390" y="879"/>
                    </a:cubicBezTo>
                    <a:cubicBezTo>
                      <a:pt x="20411" y="733"/>
                      <a:pt x="20411" y="607"/>
                      <a:pt x="20432" y="440"/>
                    </a:cubicBezTo>
                    <a:cubicBezTo>
                      <a:pt x="20432" y="356"/>
                      <a:pt x="20453" y="294"/>
                      <a:pt x="20453" y="210"/>
                    </a:cubicBezTo>
                    <a:lnTo>
                      <a:pt x="20453" y="126"/>
                    </a:lnTo>
                    <a:cubicBezTo>
                      <a:pt x="20453" y="105"/>
                      <a:pt x="20432" y="105"/>
                      <a:pt x="20432" y="84"/>
                    </a:cubicBezTo>
                    <a:cubicBezTo>
                      <a:pt x="20376" y="29"/>
                      <a:pt x="20301" y="1"/>
                      <a:pt x="20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5" name="Google Shape;345;p25"/>
              <p:cNvSpPr/>
              <p:nvPr/>
            </p:nvSpPr>
            <p:spPr>
              <a:xfrm>
                <a:off x="20182700" y="28375125"/>
                <a:ext cx="603425" cy="350075"/>
              </a:xfrm>
              <a:custGeom>
                <a:avLst/>
                <a:gdLst/>
                <a:ahLst/>
                <a:cxnLst/>
                <a:rect l="l" t="t" r="r" b="b"/>
                <a:pathLst>
                  <a:path w="24137" h="14003" extrusionOk="0">
                    <a:moveTo>
                      <a:pt x="808" y="1"/>
                    </a:moveTo>
                    <a:cubicBezTo>
                      <a:pt x="364" y="1"/>
                      <a:pt x="1" y="496"/>
                      <a:pt x="137" y="922"/>
                    </a:cubicBezTo>
                    <a:cubicBezTo>
                      <a:pt x="179" y="1027"/>
                      <a:pt x="263" y="1131"/>
                      <a:pt x="367" y="1215"/>
                    </a:cubicBezTo>
                    <a:cubicBezTo>
                      <a:pt x="6623" y="6404"/>
                      <a:pt x="13131" y="11070"/>
                      <a:pt x="20935" y="13288"/>
                    </a:cubicBezTo>
                    <a:cubicBezTo>
                      <a:pt x="20977" y="13309"/>
                      <a:pt x="21040" y="13309"/>
                      <a:pt x="21103" y="13351"/>
                    </a:cubicBezTo>
                    <a:cubicBezTo>
                      <a:pt x="21500" y="13434"/>
                      <a:pt x="21919" y="13560"/>
                      <a:pt x="22316" y="13643"/>
                    </a:cubicBezTo>
                    <a:cubicBezTo>
                      <a:pt x="22421" y="13685"/>
                      <a:pt x="22484" y="13706"/>
                      <a:pt x="22588" y="13727"/>
                    </a:cubicBezTo>
                    <a:cubicBezTo>
                      <a:pt x="22965" y="13811"/>
                      <a:pt x="23362" y="13895"/>
                      <a:pt x="23718" y="13957"/>
                    </a:cubicBezTo>
                    <a:cubicBezTo>
                      <a:pt x="23781" y="13957"/>
                      <a:pt x="23802" y="13999"/>
                      <a:pt x="23823" y="13999"/>
                    </a:cubicBezTo>
                    <a:cubicBezTo>
                      <a:pt x="23838" y="14001"/>
                      <a:pt x="23852" y="14002"/>
                      <a:pt x="23867" y="14002"/>
                    </a:cubicBezTo>
                    <a:cubicBezTo>
                      <a:pt x="23990" y="14002"/>
                      <a:pt x="24078" y="13923"/>
                      <a:pt x="24116" y="13811"/>
                    </a:cubicBezTo>
                    <a:cubicBezTo>
                      <a:pt x="24137" y="13769"/>
                      <a:pt x="24137" y="13727"/>
                      <a:pt x="24116" y="13685"/>
                    </a:cubicBezTo>
                    <a:cubicBezTo>
                      <a:pt x="24116" y="13643"/>
                      <a:pt x="24095" y="13602"/>
                      <a:pt x="24032" y="13581"/>
                    </a:cubicBezTo>
                    <a:cubicBezTo>
                      <a:pt x="23676" y="13309"/>
                      <a:pt x="23341" y="13037"/>
                      <a:pt x="22965" y="12765"/>
                    </a:cubicBezTo>
                    <a:cubicBezTo>
                      <a:pt x="22923" y="12744"/>
                      <a:pt x="22860" y="12681"/>
                      <a:pt x="22818" y="12660"/>
                    </a:cubicBezTo>
                    <a:cubicBezTo>
                      <a:pt x="22525" y="12451"/>
                      <a:pt x="22212" y="12221"/>
                      <a:pt x="21919" y="12011"/>
                    </a:cubicBezTo>
                    <a:lnTo>
                      <a:pt x="21688" y="11844"/>
                    </a:lnTo>
                    <a:cubicBezTo>
                      <a:pt x="21333" y="11614"/>
                      <a:pt x="21019" y="11384"/>
                      <a:pt x="20684" y="11175"/>
                    </a:cubicBezTo>
                    <a:lnTo>
                      <a:pt x="20663" y="11133"/>
                    </a:lnTo>
                    <a:cubicBezTo>
                      <a:pt x="16876" y="8580"/>
                      <a:pt x="12859" y="6404"/>
                      <a:pt x="8841" y="4228"/>
                    </a:cubicBezTo>
                    <a:cubicBezTo>
                      <a:pt x="8841" y="4228"/>
                      <a:pt x="8820" y="4228"/>
                      <a:pt x="8820" y="4207"/>
                    </a:cubicBezTo>
                    <a:lnTo>
                      <a:pt x="8800" y="4207"/>
                    </a:lnTo>
                    <a:cubicBezTo>
                      <a:pt x="6226" y="2847"/>
                      <a:pt x="3673" y="1508"/>
                      <a:pt x="1121" y="85"/>
                    </a:cubicBezTo>
                    <a:cubicBezTo>
                      <a:pt x="1016" y="27"/>
                      <a:pt x="910" y="1"/>
                      <a:pt x="8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6" name="Google Shape;346;p25"/>
              <p:cNvSpPr/>
              <p:nvPr/>
            </p:nvSpPr>
            <p:spPr>
              <a:xfrm>
                <a:off x="19914100" y="28430850"/>
                <a:ext cx="673250" cy="292175"/>
              </a:xfrm>
              <a:custGeom>
                <a:avLst/>
                <a:gdLst/>
                <a:ahLst/>
                <a:cxnLst/>
                <a:rect l="l" t="t" r="r" b="b"/>
                <a:pathLst>
                  <a:path w="26930" h="11687" extrusionOk="0">
                    <a:moveTo>
                      <a:pt x="1364" y="1"/>
                    </a:moveTo>
                    <a:cubicBezTo>
                      <a:pt x="1157" y="1"/>
                      <a:pt x="953" y="11"/>
                      <a:pt x="754" y="32"/>
                    </a:cubicBezTo>
                    <a:cubicBezTo>
                      <a:pt x="210" y="53"/>
                      <a:pt x="1" y="492"/>
                      <a:pt x="106" y="911"/>
                    </a:cubicBezTo>
                    <a:cubicBezTo>
                      <a:pt x="210" y="1141"/>
                      <a:pt x="357" y="1392"/>
                      <a:pt x="650" y="1476"/>
                    </a:cubicBezTo>
                    <a:cubicBezTo>
                      <a:pt x="3683" y="2522"/>
                      <a:pt x="6696" y="3610"/>
                      <a:pt x="9647" y="4782"/>
                    </a:cubicBezTo>
                    <a:lnTo>
                      <a:pt x="9626" y="4782"/>
                    </a:lnTo>
                    <a:cubicBezTo>
                      <a:pt x="11802" y="5640"/>
                      <a:pt x="13936" y="6581"/>
                      <a:pt x="16091" y="7606"/>
                    </a:cubicBezTo>
                    <a:cubicBezTo>
                      <a:pt x="16970" y="8025"/>
                      <a:pt x="17807" y="8464"/>
                      <a:pt x="18644" y="8925"/>
                    </a:cubicBezTo>
                    <a:cubicBezTo>
                      <a:pt x="21238" y="10222"/>
                      <a:pt x="23770" y="11394"/>
                      <a:pt x="26783" y="11686"/>
                    </a:cubicBezTo>
                    <a:cubicBezTo>
                      <a:pt x="26825" y="11686"/>
                      <a:pt x="26867" y="11686"/>
                      <a:pt x="26888" y="11666"/>
                    </a:cubicBezTo>
                    <a:cubicBezTo>
                      <a:pt x="26909" y="11645"/>
                      <a:pt x="26930" y="11582"/>
                      <a:pt x="26930" y="11498"/>
                    </a:cubicBezTo>
                    <a:cubicBezTo>
                      <a:pt x="26930" y="11414"/>
                      <a:pt x="26888" y="11373"/>
                      <a:pt x="26804" y="11352"/>
                    </a:cubicBezTo>
                    <a:lnTo>
                      <a:pt x="26783" y="11352"/>
                    </a:lnTo>
                    <a:cubicBezTo>
                      <a:pt x="26553" y="11268"/>
                      <a:pt x="26344" y="11184"/>
                      <a:pt x="26093" y="11080"/>
                    </a:cubicBezTo>
                    <a:cubicBezTo>
                      <a:pt x="26051" y="11059"/>
                      <a:pt x="25988" y="11038"/>
                      <a:pt x="25946" y="11038"/>
                    </a:cubicBezTo>
                    <a:cubicBezTo>
                      <a:pt x="25737" y="10954"/>
                      <a:pt x="25528" y="10850"/>
                      <a:pt x="25318" y="10745"/>
                    </a:cubicBezTo>
                    <a:cubicBezTo>
                      <a:pt x="25256" y="10724"/>
                      <a:pt x="25214" y="10682"/>
                      <a:pt x="25130" y="10661"/>
                    </a:cubicBezTo>
                    <a:cubicBezTo>
                      <a:pt x="24921" y="10557"/>
                      <a:pt x="24733" y="10452"/>
                      <a:pt x="24523" y="10347"/>
                    </a:cubicBezTo>
                    <a:lnTo>
                      <a:pt x="24377" y="10264"/>
                    </a:lnTo>
                    <a:cubicBezTo>
                      <a:pt x="24189" y="10159"/>
                      <a:pt x="24042" y="10054"/>
                      <a:pt x="23854" y="9950"/>
                    </a:cubicBezTo>
                    <a:cubicBezTo>
                      <a:pt x="23791" y="9929"/>
                      <a:pt x="23749" y="9908"/>
                      <a:pt x="23686" y="9845"/>
                    </a:cubicBezTo>
                    <a:cubicBezTo>
                      <a:pt x="23519" y="9762"/>
                      <a:pt x="23331" y="9615"/>
                      <a:pt x="23142" y="9510"/>
                    </a:cubicBezTo>
                    <a:cubicBezTo>
                      <a:pt x="23059" y="9469"/>
                      <a:pt x="23017" y="9427"/>
                      <a:pt x="22933" y="9385"/>
                    </a:cubicBezTo>
                    <a:cubicBezTo>
                      <a:pt x="22745" y="9280"/>
                      <a:pt x="22598" y="9155"/>
                      <a:pt x="22410" y="9029"/>
                    </a:cubicBezTo>
                    <a:cubicBezTo>
                      <a:pt x="22326" y="8966"/>
                      <a:pt x="22264" y="8925"/>
                      <a:pt x="22180" y="8841"/>
                    </a:cubicBezTo>
                    <a:cubicBezTo>
                      <a:pt x="22054" y="8757"/>
                      <a:pt x="21950" y="8673"/>
                      <a:pt x="21845" y="8569"/>
                    </a:cubicBezTo>
                    <a:cubicBezTo>
                      <a:pt x="21678" y="8443"/>
                      <a:pt x="21531" y="8339"/>
                      <a:pt x="21364" y="8213"/>
                    </a:cubicBezTo>
                    <a:cubicBezTo>
                      <a:pt x="21343" y="8192"/>
                      <a:pt x="21280" y="8150"/>
                      <a:pt x="21259" y="8129"/>
                    </a:cubicBezTo>
                    <a:cubicBezTo>
                      <a:pt x="18769" y="6246"/>
                      <a:pt x="16363" y="4112"/>
                      <a:pt x="13559" y="2773"/>
                    </a:cubicBezTo>
                    <a:cubicBezTo>
                      <a:pt x="10023" y="1078"/>
                      <a:pt x="6006" y="137"/>
                      <a:pt x="2051" y="32"/>
                    </a:cubicBezTo>
                    <a:lnTo>
                      <a:pt x="1989" y="32"/>
                    </a:lnTo>
                    <a:cubicBezTo>
                      <a:pt x="1779" y="11"/>
                      <a:pt x="1570" y="1"/>
                      <a:pt x="13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7" name="Google Shape;347;p25"/>
              <p:cNvSpPr/>
              <p:nvPr/>
            </p:nvSpPr>
            <p:spPr>
              <a:xfrm>
                <a:off x="19600250" y="28499650"/>
                <a:ext cx="774200" cy="245875"/>
              </a:xfrm>
              <a:custGeom>
                <a:avLst/>
                <a:gdLst/>
                <a:ahLst/>
                <a:cxnLst/>
                <a:rect l="l" t="t" r="r" b="b"/>
                <a:pathLst>
                  <a:path w="30968" h="9835" extrusionOk="0">
                    <a:moveTo>
                      <a:pt x="6613" y="0"/>
                    </a:moveTo>
                    <a:cubicBezTo>
                      <a:pt x="4520" y="0"/>
                      <a:pt x="2532" y="63"/>
                      <a:pt x="733" y="251"/>
                    </a:cubicBezTo>
                    <a:cubicBezTo>
                      <a:pt x="252" y="272"/>
                      <a:pt x="1" y="753"/>
                      <a:pt x="105" y="1151"/>
                    </a:cubicBezTo>
                    <a:cubicBezTo>
                      <a:pt x="105" y="1318"/>
                      <a:pt x="252" y="1507"/>
                      <a:pt x="545" y="1590"/>
                    </a:cubicBezTo>
                    <a:cubicBezTo>
                      <a:pt x="5859" y="2678"/>
                      <a:pt x="11007" y="4080"/>
                      <a:pt x="16154" y="5712"/>
                    </a:cubicBezTo>
                    <a:cubicBezTo>
                      <a:pt x="16509" y="5817"/>
                      <a:pt x="16844" y="5963"/>
                      <a:pt x="17179" y="6068"/>
                    </a:cubicBezTo>
                    <a:lnTo>
                      <a:pt x="17158" y="6068"/>
                    </a:lnTo>
                    <a:cubicBezTo>
                      <a:pt x="18518" y="6528"/>
                      <a:pt x="19878" y="7051"/>
                      <a:pt x="21259" y="7574"/>
                    </a:cubicBezTo>
                    <a:cubicBezTo>
                      <a:pt x="21343" y="7595"/>
                      <a:pt x="21385" y="7637"/>
                      <a:pt x="21468" y="7658"/>
                    </a:cubicBezTo>
                    <a:cubicBezTo>
                      <a:pt x="21489" y="7658"/>
                      <a:pt x="21531" y="7679"/>
                      <a:pt x="21573" y="7679"/>
                    </a:cubicBezTo>
                    <a:cubicBezTo>
                      <a:pt x="24000" y="8579"/>
                      <a:pt x="26490" y="9416"/>
                      <a:pt x="29022" y="9730"/>
                    </a:cubicBezTo>
                    <a:lnTo>
                      <a:pt x="29064" y="9730"/>
                    </a:lnTo>
                    <a:cubicBezTo>
                      <a:pt x="29182" y="9747"/>
                      <a:pt x="29355" y="9777"/>
                      <a:pt x="29528" y="9777"/>
                    </a:cubicBezTo>
                    <a:cubicBezTo>
                      <a:pt x="29569" y="9777"/>
                      <a:pt x="29610" y="9775"/>
                      <a:pt x="29649" y="9771"/>
                    </a:cubicBezTo>
                    <a:cubicBezTo>
                      <a:pt x="29838" y="9792"/>
                      <a:pt x="30026" y="9792"/>
                      <a:pt x="30173" y="9834"/>
                    </a:cubicBezTo>
                    <a:lnTo>
                      <a:pt x="30319" y="9834"/>
                    </a:lnTo>
                    <a:cubicBezTo>
                      <a:pt x="30361" y="9834"/>
                      <a:pt x="30424" y="9834"/>
                      <a:pt x="30466" y="9792"/>
                    </a:cubicBezTo>
                    <a:cubicBezTo>
                      <a:pt x="30758" y="9730"/>
                      <a:pt x="30968" y="9374"/>
                      <a:pt x="30905" y="9060"/>
                    </a:cubicBezTo>
                    <a:cubicBezTo>
                      <a:pt x="30884" y="8997"/>
                      <a:pt x="30884" y="8914"/>
                      <a:pt x="30821" y="8851"/>
                    </a:cubicBezTo>
                    <a:cubicBezTo>
                      <a:pt x="30779" y="8788"/>
                      <a:pt x="30717" y="8725"/>
                      <a:pt x="30675" y="8642"/>
                    </a:cubicBezTo>
                    <a:cubicBezTo>
                      <a:pt x="30445" y="8328"/>
                      <a:pt x="30173" y="8056"/>
                      <a:pt x="29942" y="7763"/>
                    </a:cubicBezTo>
                    <a:cubicBezTo>
                      <a:pt x="29733" y="7428"/>
                      <a:pt x="29440" y="7135"/>
                      <a:pt x="29105" y="6905"/>
                    </a:cubicBezTo>
                    <a:cubicBezTo>
                      <a:pt x="23686" y="1716"/>
                      <a:pt x="14501" y="42"/>
                      <a:pt x="66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8" name="Google Shape;348;p25"/>
              <p:cNvSpPr/>
              <p:nvPr/>
            </p:nvSpPr>
            <p:spPr>
              <a:xfrm>
                <a:off x="20149825" y="28752300"/>
                <a:ext cx="462625" cy="768775"/>
              </a:xfrm>
              <a:custGeom>
                <a:avLst/>
                <a:gdLst/>
                <a:ahLst/>
                <a:cxnLst/>
                <a:rect l="l" t="t" r="r" b="b"/>
                <a:pathLst>
                  <a:path w="18505" h="30751" extrusionOk="0">
                    <a:moveTo>
                      <a:pt x="13598" y="8453"/>
                    </a:moveTo>
                    <a:cubicBezTo>
                      <a:pt x="13593" y="8459"/>
                      <a:pt x="13588" y="8464"/>
                      <a:pt x="13588" y="8474"/>
                    </a:cubicBezTo>
                    <a:lnTo>
                      <a:pt x="13588" y="8474"/>
                    </a:lnTo>
                    <a:cubicBezTo>
                      <a:pt x="13591" y="8467"/>
                      <a:pt x="13595" y="8460"/>
                      <a:pt x="13598" y="8453"/>
                    </a:cubicBezTo>
                    <a:close/>
                    <a:moveTo>
                      <a:pt x="18233" y="0"/>
                    </a:moveTo>
                    <a:cubicBezTo>
                      <a:pt x="18170" y="0"/>
                      <a:pt x="18066" y="42"/>
                      <a:pt x="18003" y="84"/>
                    </a:cubicBezTo>
                    <a:cubicBezTo>
                      <a:pt x="17773" y="293"/>
                      <a:pt x="17563" y="481"/>
                      <a:pt x="17333" y="691"/>
                    </a:cubicBezTo>
                    <a:cubicBezTo>
                      <a:pt x="17255" y="769"/>
                      <a:pt x="17323" y="902"/>
                      <a:pt x="17418" y="902"/>
                    </a:cubicBezTo>
                    <a:cubicBezTo>
                      <a:pt x="17424" y="902"/>
                      <a:pt x="17431" y="901"/>
                      <a:pt x="17438" y="900"/>
                    </a:cubicBezTo>
                    <a:lnTo>
                      <a:pt x="17438" y="900"/>
                    </a:lnTo>
                    <a:cubicBezTo>
                      <a:pt x="17375" y="921"/>
                      <a:pt x="17354" y="942"/>
                      <a:pt x="17291" y="984"/>
                    </a:cubicBezTo>
                    <a:cubicBezTo>
                      <a:pt x="17291" y="984"/>
                      <a:pt x="17270" y="984"/>
                      <a:pt x="17270" y="1005"/>
                    </a:cubicBezTo>
                    <a:cubicBezTo>
                      <a:pt x="17229" y="1025"/>
                      <a:pt x="17187" y="1046"/>
                      <a:pt x="17145" y="1109"/>
                    </a:cubicBezTo>
                    <a:lnTo>
                      <a:pt x="17124" y="1130"/>
                    </a:lnTo>
                    <a:lnTo>
                      <a:pt x="16977" y="1256"/>
                    </a:lnTo>
                    <a:cubicBezTo>
                      <a:pt x="16957" y="1297"/>
                      <a:pt x="16936" y="1318"/>
                      <a:pt x="16915" y="1360"/>
                    </a:cubicBezTo>
                    <a:lnTo>
                      <a:pt x="16852" y="1423"/>
                    </a:lnTo>
                    <a:cubicBezTo>
                      <a:pt x="16203" y="2302"/>
                      <a:pt x="15471" y="4143"/>
                      <a:pt x="14927" y="5524"/>
                    </a:cubicBezTo>
                    <a:cubicBezTo>
                      <a:pt x="14760" y="5922"/>
                      <a:pt x="14613" y="6340"/>
                      <a:pt x="14446" y="6738"/>
                    </a:cubicBezTo>
                    <a:cubicBezTo>
                      <a:pt x="14446" y="6759"/>
                      <a:pt x="14425" y="6779"/>
                      <a:pt x="14425" y="6800"/>
                    </a:cubicBezTo>
                    <a:cubicBezTo>
                      <a:pt x="14425" y="6842"/>
                      <a:pt x="14404" y="6842"/>
                      <a:pt x="14404" y="6863"/>
                    </a:cubicBezTo>
                    <a:cubicBezTo>
                      <a:pt x="14341" y="6968"/>
                      <a:pt x="14320" y="7051"/>
                      <a:pt x="14299" y="7093"/>
                    </a:cubicBezTo>
                    <a:cubicBezTo>
                      <a:pt x="14236" y="7219"/>
                      <a:pt x="14153" y="7365"/>
                      <a:pt x="14111" y="7470"/>
                    </a:cubicBezTo>
                    <a:cubicBezTo>
                      <a:pt x="13930" y="7793"/>
                      <a:pt x="13787" y="8115"/>
                      <a:pt x="13608" y="8438"/>
                    </a:cubicBezTo>
                    <a:lnTo>
                      <a:pt x="13608" y="8438"/>
                    </a:lnTo>
                    <a:cubicBezTo>
                      <a:pt x="13609" y="8436"/>
                      <a:pt x="13609" y="8434"/>
                      <a:pt x="13609" y="8432"/>
                    </a:cubicBezTo>
                    <a:lnTo>
                      <a:pt x="13609" y="8432"/>
                    </a:lnTo>
                    <a:cubicBezTo>
                      <a:pt x="13605" y="8439"/>
                      <a:pt x="13602" y="8446"/>
                      <a:pt x="13598" y="8453"/>
                    </a:cubicBezTo>
                    <a:lnTo>
                      <a:pt x="13598" y="8453"/>
                    </a:lnTo>
                    <a:cubicBezTo>
                      <a:pt x="13599" y="8452"/>
                      <a:pt x="13600" y="8451"/>
                      <a:pt x="13601" y="8450"/>
                    </a:cubicBezTo>
                    <a:lnTo>
                      <a:pt x="13601" y="8450"/>
                    </a:lnTo>
                    <a:cubicBezTo>
                      <a:pt x="13597" y="8458"/>
                      <a:pt x="13592" y="8466"/>
                      <a:pt x="13588" y="8474"/>
                    </a:cubicBezTo>
                    <a:cubicBezTo>
                      <a:pt x="13588" y="8474"/>
                      <a:pt x="13588" y="8474"/>
                      <a:pt x="13588" y="8474"/>
                    </a:cubicBezTo>
                    <a:lnTo>
                      <a:pt x="13588" y="8474"/>
                    </a:lnTo>
                    <a:cubicBezTo>
                      <a:pt x="12527" y="10595"/>
                      <a:pt x="11404" y="12735"/>
                      <a:pt x="10261" y="14814"/>
                    </a:cubicBezTo>
                    <a:cubicBezTo>
                      <a:pt x="8294" y="18308"/>
                      <a:pt x="6181" y="21635"/>
                      <a:pt x="3900" y="24878"/>
                    </a:cubicBezTo>
                    <a:cubicBezTo>
                      <a:pt x="2729" y="26552"/>
                      <a:pt x="1536" y="28226"/>
                      <a:pt x="301" y="29879"/>
                    </a:cubicBezTo>
                    <a:cubicBezTo>
                      <a:pt x="1" y="30291"/>
                      <a:pt x="299" y="30750"/>
                      <a:pt x="688" y="30750"/>
                    </a:cubicBezTo>
                    <a:cubicBezTo>
                      <a:pt x="813" y="30750"/>
                      <a:pt x="948" y="30703"/>
                      <a:pt x="1076" y="30591"/>
                    </a:cubicBezTo>
                    <a:cubicBezTo>
                      <a:pt x="2540" y="29251"/>
                      <a:pt x="4047" y="27787"/>
                      <a:pt x="5532" y="26155"/>
                    </a:cubicBezTo>
                    <a:lnTo>
                      <a:pt x="5532" y="26134"/>
                    </a:lnTo>
                    <a:lnTo>
                      <a:pt x="5616" y="26050"/>
                    </a:lnTo>
                    <a:cubicBezTo>
                      <a:pt x="11726" y="19355"/>
                      <a:pt x="17375" y="10546"/>
                      <a:pt x="18379" y="1988"/>
                    </a:cubicBezTo>
                    <a:lnTo>
                      <a:pt x="18379" y="1883"/>
                    </a:lnTo>
                    <a:cubicBezTo>
                      <a:pt x="18421" y="1360"/>
                      <a:pt x="18484" y="816"/>
                      <a:pt x="18505" y="293"/>
                    </a:cubicBezTo>
                    <a:lnTo>
                      <a:pt x="18505" y="189"/>
                    </a:lnTo>
                    <a:cubicBezTo>
                      <a:pt x="18484" y="84"/>
                      <a:pt x="18379" y="0"/>
                      <a:pt x="18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9" name="Google Shape;349;p25"/>
              <p:cNvSpPr/>
              <p:nvPr/>
            </p:nvSpPr>
            <p:spPr>
              <a:xfrm>
                <a:off x="19279125" y="28273675"/>
                <a:ext cx="2565725" cy="1180375"/>
              </a:xfrm>
              <a:custGeom>
                <a:avLst/>
                <a:gdLst/>
                <a:ahLst/>
                <a:cxnLst/>
                <a:rect l="l" t="t" r="r" b="b"/>
                <a:pathLst>
                  <a:path w="102629" h="47215" extrusionOk="0">
                    <a:moveTo>
                      <a:pt x="72729" y="5754"/>
                    </a:moveTo>
                    <a:lnTo>
                      <a:pt x="72729" y="5754"/>
                    </a:lnTo>
                    <a:cubicBezTo>
                      <a:pt x="73231" y="6277"/>
                      <a:pt x="73733" y="6800"/>
                      <a:pt x="74194" y="7365"/>
                    </a:cubicBezTo>
                    <a:cubicBezTo>
                      <a:pt x="74232" y="7403"/>
                      <a:pt x="74269" y="7419"/>
                      <a:pt x="74305" y="7419"/>
                    </a:cubicBezTo>
                    <a:cubicBezTo>
                      <a:pt x="74369" y="7419"/>
                      <a:pt x="74426" y="7369"/>
                      <a:pt x="74466" y="7302"/>
                    </a:cubicBezTo>
                    <a:cubicBezTo>
                      <a:pt x="76328" y="9144"/>
                      <a:pt x="77918" y="11173"/>
                      <a:pt x="79257" y="13391"/>
                    </a:cubicBezTo>
                    <a:lnTo>
                      <a:pt x="79257" y="13433"/>
                    </a:lnTo>
                    <a:cubicBezTo>
                      <a:pt x="80659" y="15777"/>
                      <a:pt x="81789" y="18371"/>
                      <a:pt x="82626" y="21196"/>
                    </a:cubicBezTo>
                    <a:cubicBezTo>
                      <a:pt x="82103" y="21070"/>
                      <a:pt x="81559" y="20966"/>
                      <a:pt x="81036" y="20819"/>
                    </a:cubicBezTo>
                    <a:lnTo>
                      <a:pt x="81036" y="20777"/>
                    </a:lnTo>
                    <a:cubicBezTo>
                      <a:pt x="80994" y="20756"/>
                      <a:pt x="80931" y="20694"/>
                      <a:pt x="80868" y="20694"/>
                    </a:cubicBezTo>
                    <a:cubicBezTo>
                      <a:pt x="80847" y="20694"/>
                      <a:pt x="80847" y="20694"/>
                      <a:pt x="80827" y="20714"/>
                    </a:cubicBezTo>
                    <a:cubicBezTo>
                      <a:pt x="80785" y="20756"/>
                      <a:pt x="80743" y="20777"/>
                      <a:pt x="80722" y="20798"/>
                    </a:cubicBezTo>
                    <a:cubicBezTo>
                      <a:pt x="79885" y="20610"/>
                      <a:pt x="79006" y="20463"/>
                      <a:pt x="78169" y="20275"/>
                    </a:cubicBezTo>
                    <a:lnTo>
                      <a:pt x="78169" y="20254"/>
                    </a:lnTo>
                    <a:cubicBezTo>
                      <a:pt x="78169" y="20254"/>
                      <a:pt x="78169" y="20233"/>
                      <a:pt x="78211" y="20233"/>
                    </a:cubicBezTo>
                    <a:cubicBezTo>
                      <a:pt x="78839" y="14416"/>
                      <a:pt x="76579" y="9834"/>
                      <a:pt x="73043" y="6152"/>
                    </a:cubicBezTo>
                    <a:lnTo>
                      <a:pt x="72729" y="5754"/>
                    </a:lnTo>
                    <a:close/>
                    <a:moveTo>
                      <a:pt x="72311" y="19857"/>
                    </a:moveTo>
                    <a:cubicBezTo>
                      <a:pt x="73985" y="20066"/>
                      <a:pt x="75637" y="20338"/>
                      <a:pt x="77311" y="20610"/>
                    </a:cubicBezTo>
                    <a:cubicBezTo>
                      <a:pt x="76935" y="21091"/>
                      <a:pt x="76579" y="21531"/>
                      <a:pt x="76223" y="22012"/>
                    </a:cubicBezTo>
                    <a:cubicBezTo>
                      <a:pt x="74884" y="23644"/>
                      <a:pt x="73524" y="25297"/>
                      <a:pt x="72164" y="26929"/>
                    </a:cubicBezTo>
                    <a:lnTo>
                      <a:pt x="72164" y="26950"/>
                    </a:lnTo>
                    <a:cubicBezTo>
                      <a:pt x="71516" y="27703"/>
                      <a:pt x="70867" y="28456"/>
                      <a:pt x="70218" y="29230"/>
                    </a:cubicBezTo>
                    <a:cubicBezTo>
                      <a:pt x="69465" y="30109"/>
                      <a:pt x="68712" y="30967"/>
                      <a:pt x="67917" y="31867"/>
                    </a:cubicBezTo>
                    <a:lnTo>
                      <a:pt x="67896" y="31888"/>
                    </a:lnTo>
                    <a:cubicBezTo>
                      <a:pt x="66640" y="33331"/>
                      <a:pt x="65364" y="34733"/>
                      <a:pt x="64067" y="36156"/>
                    </a:cubicBezTo>
                    <a:cubicBezTo>
                      <a:pt x="65615" y="34210"/>
                      <a:pt x="67080" y="32181"/>
                      <a:pt x="68335" y="30067"/>
                    </a:cubicBezTo>
                    <a:cubicBezTo>
                      <a:pt x="68440" y="29879"/>
                      <a:pt x="68586" y="29670"/>
                      <a:pt x="68691" y="29481"/>
                    </a:cubicBezTo>
                    <a:cubicBezTo>
                      <a:pt x="68754" y="29356"/>
                      <a:pt x="68816" y="29251"/>
                      <a:pt x="68900" y="29126"/>
                    </a:cubicBezTo>
                    <a:cubicBezTo>
                      <a:pt x="69047" y="28854"/>
                      <a:pt x="69172" y="28603"/>
                      <a:pt x="69319" y="28331"/>
                    </a:cubicBezTo>
                    <a:lnTo>
                      <a:pt x="69465" y="28017"/>
                    </a:lnTo>
                    <a:lnTo>
                      <a:pt x="69779" y="27389"/>
                    </a:lnTo>
                    <a:cubicBezTo>
                      <a:pt x="69821" y="27285"/>
                      <a:pt x="69883" y="27201"/>
                      <a:pt x="69904" y="27096"/>
                    </a:cubicBezTo>
                    <a:cubicBezTo>
                      <a:pt x="70051" y="26824"/>
                      <a:pt x="70176" y="26552"/>
                      <a:pt x="70302" y="26259"/>
                    </a:cubicBezTo>
                    <a:cubicBezTo>
                      <a:pt x="70344" y="26155"/>
                      <a:pt x="70386" y="26092"/>
                      <a:pt x="70428" y="25987"/>
                    </a:cubicBezTo>
                    <a:cubicBezTo>
                      <a:pt x="70574" y="25715"/>
                      <a:pt x="70679" y="25422"/>
                      <a:pt x="70783" y="25171"/>
                    </a:cubicBezTo>
                    <a:cubicBezTo>
                      <a:pt x="70804" y="25108"/>
                      <a:pt x="70804" y="25088"/>
                      <a:pt x="70825" y="25046"/>
                    </a:cubicBezTo>
                    <a:cubicBezTo>
                      <a:pt x="70930" y="24753"/>
                      <a:pt x="71055" y="24460"/>
                      <a:pt x="71160" y="24167"/>
                    </a:cubicBezTo>
                    <a:cubicBezTo>
                      <a:pt x="71202" y="24104"/>
                      <a:pt x="71223" y="24041"/>
                      <a:pt x="71244" y="23958"/>
                    </a:cubicBezTo>
                    <a:cubicBezTo>
                      <a:pt x="71348" y="23644"/>
                      <a:pt x="71453" y="23330"/>
                      <a:pt x="71557" y="23058"/>
                    </a:cubicBezTo>
                    <a:cubicBezTo>
                      <a:pt x="71557" y="22995"/>
                      <a:pt x="71578" y="22974"/>
                      <a:pt x="71578" y="22911"/>
                    </a:cubicBezTo>
                    <a:cubicBezTo>
                      <a:pt x="71683" y="22598"/>
                      <a:pt x="71767" y="22326"/>
                      <a:pt x="71850" y="22012"/>
                    </a:cubicBezTo>
                    <a:cubicBezTo>
                      <a:pt x="71850" y="21970"/>
                      <a:pt x="71871" y="21949"/>
                      <a:pt x="71871" y="21928"/>
                    </a:cubicBezTo>
                    <a:cubicBezTo>
                      <a:pt x="71955" y="21593"/>
                      <a:pt x="72039" y="21279"/>
                      <a:pt x="72101" y="20924"/>
                    </a:cubicBezTo>
                    <a:cubicBezTo>
                      <a:pt x="72101" y="20903"/>
                      <a:pt x="72143" y="20882"/>
                      <a:pt x="72143" y="20819"/>
                    </a:cubicBezTo>
                    <a:cubicBezTo>
                      <a:pt x="72206" y="20505"/>
                      <a:pt x="72269" y="20170"/>
                      <a:pt x="72311" y="19857"/>
                    </a:cubicBezTo>
                    <a:close/>
                    <a:moveTo>
                      <a:pt x="64761" y="0"/>
                    </a:moveTo>
                    <a:cubicBezTo>
                      <a:pt x="64113" y="0"/>
                      <a:pt x="63614" y="912"/>
                      <a:pt x="64213" y="1423"/>
                    </a:cubicBezTo>
                    <a:cubicBezTo>
                      <a:pt x="65238" y="2281"/>
                      <a:pt x="66180" y="3243"/>
                      <a:pt x="67059" y="4269"/>
                    </a:cubicBezTo>
                    <a:lnTo>
                      <a:pt x="67080" y="4269"/>
                    </a:lnTo>
                    <a:lnTo>
                      <a:pt x="67122" y="4289"/>
                    </a:lnTo>
                    <a:cubicBezTo>
                      <a:pt x="67122" y="4331"/>
                      <a:pt x="67143" y="4331"/>
                      <a:pt x="67143" y="4331"/>
                    </a:cubicBezTo>
                    <a:lnTo>
                      <a:pt x="67143" y="4352"/>
                    </a:lnTo>
                    <a:lnTo>
                      <a:pt x="67163" y="4373"/>
                    </a:lnTo>
                    <a:cubicBezTo>
                      <a:pt x="69904" y="7574"/>
                      <a:pt x="72143" y="11299"/>
                      <a:pt x="74382" y="14940"/>
                    </a:cubicBezTo>
                    <a:cubicBezTo>
                      <a:pt x="75031" y="16007"/>
                      <a:pt x="75700" y="17053"/>
                      <a:pt x="76349" y="18078"/>
                    </a:cubicBezTo>
                    <a:cubicBezTo>
                      <a:pt x="76433" y="18183"/>
                      <a:pt x="76474" y="18287"/>
                      <a:pt x="76558" y="18392"/>
                    </a:cubicBezTo>
                    <a:cubicBezTo>
                      <a:pt x="76746" y="18664"/>
                      <a:pt x="76893" y="18915"/>
                      <a:pt x="77081" y="19187"/>
                    </a:cubicBezTo>
                    <a:cubicBezTo>
                      <a:pt x="77102" y="19229"/>
                      <a:pt x="77165" y="19292"/>
                      <a:pt x="77186" y="19334"/>
                    </a:cubicBezTo>
                    <a:cubicBezTo>
                      <a:pt x="77374" y="19606"/>
                      <a:pt x="77542" y="19878"/>
                      <a:pt x="77730" y="20150"/>
                    </a:cubicBezTo>
                    <a:cubicBezTo>
                      <a:pt x="77709" y="20150"/>
                      <a:pt x="77688" y="20170"/>
                      <a:pt x="77625" y="20191"/>
                    </a:cubicBezTo>
                    <a:cubicBezTo>
                      <a:pt x="75575" y="19815"/>
                      <a:pt x="73524" y="19501"/>
                      <a:pt x="71453" y="19229"/>
                    </a:cubicBezTo>
                    <a:cubicBezTo>
                      <a:pt x="72039" y="13956"/>
                      <a:pt x="68963" y="9248"/>
                      <a:pt x="64862" y="5796"/>
                    </a:cubicBezTo>
                    <a:lnTo>
                      <a:pt x="64841" y="5754"/>
                    </a:lnTo>
                    <a:lnTo>
                      <a:pt x="64820" y="5754"/>
                    </a:lnTo>
                    <a:cubicBezTo>
                      <a:pt x="62016" y="3411"/>
                      <a:pt x="58710" y="1611"/>
                      <a:pt x="55739" y="565"/>
                    </a:cubicBezTo>
                    <a:cubicBezTo>
                      <a:pt x="55650" y="534"/>
                      <a:pt x="55563" y="520"/>
                      <a:pt x="55478" y="520"/>
                    </a:cubicBezTo>
                    <a:cubicBezTo>
                      <a:pt x="54985" y="520"/>
                      <a:pt x="54588" y="997"/>
                      <a:pt x="54588" y="1444"/>
                    </a:cubicBezTo>
                    <a:cubicBezTo>
                      <a:pt x="54588" y="1674"/>
                      <a:pt x="54693" y="1946"/>
                      <a:pt x="54986" y="2072"/>
                    </a:cubicBezTo>
                    <a:cubicBezTo>
                      <a:pt x="55509" y="2364"/>
                      <a:pt x="55990" y="2678"/>
                      <a:pt x="56492" y="2992"/>
                    </a:cubicBezTo>
                    <a:cubicBezTo>
                      <a:pt x="56513" y="2992"/>
                      <a:pt x="56513" y="3013"/>
                      <a:pt x="56555" y="3034"/>
                    </a:cubicBezTo>
                    <a:cubicBezTo>
                      <a:pt x="57811" y="4038"/>
                      <a:pt x="59087" y="4980"/>
                      <a:pt x="60342" y="5942"/>
                    </a:cubicBezTo>
                    <a:lnTo>
                      <a:pt x="60363" y="5942"/>
                    </a:lnTo>
                    <a:cubicBezTo>
                      <a:pt x="61849" y="7261"/>
                      <a:pt x="63272" y="8683"/>
                      <a:pt x="64611" y="10211"/>
                    </a:cubicBezTo>
                    <a:cubicBezTo>
                      <a:pt x="66619" y="12450"/>
                      <a:pt x="68021" y="15128"/>
                      <a:pt x="69758" y="17576"/>
                    </a:cubicBezTo>
                    <a:cubicBezTo>
                      <a:pt x="69779" y="17618"/>
                      <a:pt x="69800" y="17639"/>
                      <a:pt x="69800" y="17681"/>
                    </a:cubicBezTo>
                    <a:cubicBezTo>
                      <a:pt x="69883" y="17827"/>
                      <a:pt x="69988" y="17932"/>
                      <a:pt x="70072" y="18057"/>
                    </a:cubicBezTo>
                    <a:cubicBezTo>
                      <a:pt x="70114" y="18141"/>
                      <a:pt x="70176" y="18183"/>
                      <a:pt x="70218" y="18266"/>
                    </a:cubicBezTo>
                    <a:cubicBezTo>
                      <a:pt x="70302" y="18371"/>
                      <a:pt x="70344" y="18455"/>
                      <a:pt x="70428" y="18559"/>
                    </a:cubicBezTo>
                    <a:cubicBezTo>
                      <a:pt x="70511" y="18664"/>
                      <a:pt x="70595" y="18769"/>
                      <a:pt x="70700" y="18873"/>
                    </a:cubicBezTo>
                    <a:cubicBezTo>
                      <a:pt x="70741" y="18915"/>
                      <a:pt x="70804" y="18999"/>
                      <a:pt x="70846" y="19041"/>
                    </a:cubicBezTo>
                    <a:cubicBezTo>
                      <a:pt x="70909" y="19103"/>
                      <a:pt x="70930" y="19145"/>
                      <a:pt x="70992" y="19208"/>
                    </a:cubicBezTo>
                    <a:cubicBezTo>
                      <a:pt x="69570" y="19020"/>
                      <a:pt x="68147" y="18894"/>
                      <a:pt x="66745" y="18769"/>
                    </a:cubicBezTo>
                    <a:lnTo>
                      <a:pt x="66766" y="18769"/>
                    </a:lnTo>
                    <a:cubicBezTo>
                      <a:pt x="66763" y="18768"/>
                      <a:pt x="66761" y="18768"/>
                      <a:pt x="66758" y="18768"/>
                    </a:cubicBezTo>
                    <a:lnTo>
                      <a:pt x="66758" y="18768"/>
                    </a:lnTo>
                    <a:cubicBezTo>
                      <a:pt x="66814" y="18763"/>
                      <a:pt x="66854" y="18725"/>
                      <a:pt x="66912" y="18706"/>
                    </a:cubicBezTo>
                    <a:lnTo>
                      <a:pt x="66933" y="18685"/>
                    </a:lnTo>
                    <a:cubicBezTo>
                      <a:pt x="66975" y="18601"/>
                      <a:pt x="67017" y="18497"/>
                      <a:pt x="66954" y="18413"/>
                    </a:cubicBezTo>
                    <a:cubicBezTo>
                      <a:pt x="63837" y="14228"/>
                      <a:pt x="59673" y="10608"/>
                      <a:pt x="55216" y="7512"/>
                    </a:cubicBezTo>
                    <a:cubicBezTo>
                      <a:pt x="55174" y="7491"/>
                      <a:pt x="55153" y="7491"/>
                      <a:pt x="55132" y="7470"/>
                    </a:cubicBezTo>
                    <a:cubicBezTo>
                      <a:pt x="54233" y="6842"/>
                      <a:pt x="53333" y="6256"/>
                      <a:pt x="52412" y="5691"/>
                    </a:cubicBezTo>
                    <a:cubicBezTo>
                      <a:pt x="52391" y="5691"/>
                      <a:pt x="52391" y="5649"/>
                      <a:pt x="52350" y="5629"/>
                    </a:cubicBezTo>
                    <a:cubicBezTo>
                      <a:pt x="51701" y="5210"/>
                      <a:pt x="51052" y="4813"/>
                      <a:pt x="50404" y="4436"/>
                    </a:cubicBezTo>
                    <a:cubicBezTo>
                      <a:pt x="49211" y="3745"/>
                      <a:pt x="48039" y="3076"/>
                      <a:pt x="46888" y="2469"/>
                    </a:cubicBezTo>
                    <a:cubicBezTo>
                      <a:pt x="46771" y="2407"/>
                      <a:pt x="46661" y="2379"/>
                      <a:pt x="46560" y="2379"/>
                    </a:cubicBezTo>
                    <a:cubicBezTo>
                      <a:pt x="46119" y="2379"/>
                      <a:pt x="45860" y="2901"/>
                      <a:pt x="46031" y="3327"/>
                    </a:cubicBezTo>
                    <a:lnTo>
                      <a:pt x="46051" y="3348"/>
                    </a:lnTo>
                    <a:cubicBezTo>
                      <a:pt x="46072" y="3432"/>
                      <a:pt x="46114" y="3515"/>
                      <a:pt x="46177" y="3599"/>
                    </a:cubicBezTo>
                    <a:cubicBezTo>
                      <a:pt x="50445" y="8118"/>
                      <a:pt x="55551" y="12722"/>
                      <a:pt x="61137" y="16007"/>
                    </a:cubicBezTo>
                    <a:cubicBezTo>
                      <a:pt x="61179" y="16049"/>
                      <a:pt x="61200" y="16049"/>
                      <a:pt x="61221" y="16069"/>
                    </a:cubicBezTo>
                    <a:cubicBezTo>
                      <a:pt x="61514" y="16258"/>
                      <a:pt x="61807" y="16404"/>
                      <a:pt x="62121" y="16572"/>
                    </a:cubicBezTo>
                    <a:cubicBezTo>
                      <a:pt x="62184" y="16613"/>
                      <a:pt x="62267" y="16634"/>
                      <a:pt x="62351" y="16697"/>
                    </a:cubicBezTo>
                    <a:cubicBezTo>
                      <a:pt x="62644" y="16844"/>
                      <a:pt x="62916" y="17011"/>
                      <a:pt x="63230" y="17157"/>
                    </a:cubicBezTo>
                    <a:cubicBezTo>
                      <a:pt x="63376" y="17220"/>
                      <a:pt x="63481" y="17304"/>
                      <a:pt x="63606" y="17346"/>
                    </a:cubicBezTo>
                    <a:cubicBezTo>
                      <a:pt x="63816" y="17450"/>
                      <a:pt x="64004" y="17555"/>
                      <a:pt x="64213" y="17639"/>
                    </a:cubicBezTo>
                    <a:cubicBezTo>
                      <a:pt x="64360" y="17722"/>
                      <a:pt x="64548" y="17785"/>
                      <a:pt x="64715" y="17869"/>
                    </a:cubicBezTo>
                    <a:cubicBezTo>
                      <a:pt x="64946" y="17973"/>
                      <a:pt x="65155" y="18078"/>
                      <a:pt x="65385" y="18183"/>
                    </a:cubicBezTo>
                    <a:cubicBezTo>
                      <a:pt x="65531" y="18266"/>
                      <a:pt x="65699" y="18308"/>
                      <a:pt x="65866" y="18392"/>
                    </a:cubicBezTo>
                    <a:lnTo>
                      <a:pt x="66410" y="18622"/>
                    </a:lnTo>
                    <a:cubicBezTo>
                      <a:pt x="66512" y="18683"/>
                      <a:pt x="66615" y="18705"/>
                      <a:pt x="66717" y="18764"/>
                    </a:cubicBezTo>
                    <a:lnTo>
                      <a:pt x="66717" y="18764"/>
                    </a:lnTo>
                    <a:cubicBezTo>
                      <a:pt x="63282" y="18461"/>
                      <a:pt x="59832" y="18310"/>
                      <a:pt x="56381" y="18310"/>
                    </a:cubicBezTo>
                    <a:cubicBezTo>
                      <a:pt x="45847" y="18310"/>
                      <a:pt x="35302" y="19722"/>
                      <a:pt x="25149" y="22556"/>
                    </a:cubicBezTo>
                    <a:cubicBezTo>
                      <a:pt x="25756" y="22221"/>
                      <a:pt x="26341" y="21865"/>
                      <a:pt x="26906" y="21510"/>
                    </a:cubicBezTo>
                    <a:cubicBezTo>
                      <a:pt x="26927" y="21489"/>
                      <a:pt x="26969" y="21447"/>
                      <a:pt x="26969" y="21426"/>
                    </a:cubicBezTo>
                    <a:lnTo>
                      <a:pt x="26969" y="21321"/>
                    </a:lnTo>
                    <a:cubicBezTo>
                      <a:pt x="26969" y="21300"/>
                      <a:pt x="26969" y="21300"/>
                      <a:pt x="26927" y="21279"/>
                    </a:cubicBezTo>
                    <a:cubicBezTo>
                      <a:pt x="27409" y="21196"/>
                      <a:pt x="27848" y="21112"/>
                      <a:pt x="28287" y="21007"/>
                    </a:cubicBezTo>
                    <a:cubicBezTo>
                      <a:pt x="28664" y="20924"/>
                      <a:pt x="28999" y="20861"/>
                      <a:pt x="29375" y="20756"/>
                    </a:cubicBezTo>
                    <a:cubicBezTo>
                      <a:pt x="29396" y="20756"/>
                      <a:pt x="29396" y="20714"/>
                      <a:pt x="29417" y="20714"/>
                    </a:cubicBezTo>
                    <a:cubicBezTo>
                      <a:pt x="29543" y="20673"/>
                      <a:pt x="29543" y="20547"/>
                      <a:pt x="29501" y="20442"/>
                    </a:cubicBezTo>
                    <a:cubicBezTo>
                      <a:pt x="29480" y="20380"/>
                      <a:pt x="29417" y="20338"/>
                      <a:pt x="29375" y="20296"/>
                    </a:cubicBezTo>
                    <a:cubicBezTo>
                      <a:pt x="27701" y="19710"/>
                      <a:pt x="25881" y="19354"/>
                      <a:pt x="23998" y="19208"/>
                    </a:cubicBezTo>
                    <a:lnTo>
                      <a:pt x="23935" y="19208"/>
                    </a:lnTo>
                    <a:cubicBezTo>
                      <a:pt x="23580" y="19187"/>
                      <a:pt x="23224" y="19145"/>
                      <a:pt x="22889" y="19124"/>
                    </a:cubicBezTo>
                    <a:lnTo>
                      <a:pt x="22722" y="19124"/>
                    </a:lnTo>
                    <a:cubicBezTo>
                      <a:pt x="22408" y="19124"/>
                      <a:pt x="22073" y="19103"/>
                      <a:pt x="21759" y="19103"/>
                    </a:cubicBezTo>
                    <a:lnTo>
                      <a:pt x="20295" y="19103"/>
                    </a:lnTo>
                    <a:cubicBezTo>
                      <a:pt x="20002" y="19103"/>
                      <a:pt x="19751" y="19124"/>
                      <a:pt x="19458" y="19124"/>
                    </a:cubicBezTo>
                    <a:cubicBezTo>
                      <a:pt x="19332" y="19124"/>
                      <a:pt x="19186" y="19145"/>
                      <a:pt x="19060" y="19145"/>
                    </a:cubicBezTo>
                    <a:cubicBezTo>
                      <a:pt x="18830" y="19187"/>
                      <a:pt x="18558" y="19187"/>
                      <a:pt x="18328" y="19208"/>
                    </a:cubicBezTo>
                    <a:cubicBezTo>
                      <a:pt x="18181" y="19229"/>
                      <a:pt x="18014" y="19229"/>
                      <a:pt x="17867" y="19250"/>
                    </a:cubicBezTo>
                    <a:cubicBezTo>
                      <a:pt x="17658" y="19292"/>
                      <a:pt x="17407" y="19313"/>
                      <a:pt x="17198" y="19334"/>
                    </a:cubicBezTo>
                    <a:cubicBezTo>
                      <a:pt x="17030" y="19354"/>
                      <a:pt x="16842" y="19396"/>
                      <a:pt x="16654" y="19396"/>
                    </a:cubicBezTo>
                    <a:cubicBezTo>
                      <a:pt x="16466" y="19417"/>
                      <a:pt x="16256" y="19438"/>
                      <a:pt x="16089" y="19459"/>
                    </a:cubicBezTo>
                    <a:cubicBezTo>
                      <a:pt x="15880" y="19501"/>
                      <a:pt x="15670" y="19522"/>
                      <a:pt x="15482" y="19543"/>
                    </a:cubicBezTo>
                    <a:cubicBezTo>
                      <a:pt x="15294" y="19564"/>
                      <a:pt x="15147" y="19606"/>
                      <a:pt x="14959" y="19626"/>
                    </a:cubicBezTo>
                    <a:cubicBezTo>
                      <a:pt x="14750" y="19647"/>
                      <a:pt x="14520" y="19710"/>
                      <a:pt x="14310" y="19731"/>
                    </a:cubicBezTo>
                    <a:cubicBezTo>
                      <a:pt x="14143" y="19752"/>
                      <a:pt x="13955" y="19773"/>
                      <a:pt x="13808" y="19836"/>
                    </a:cubicBezTo>
                    <a:cubicBezTo>
                      <a:pt x="13599" y="19878"/>
                      <a:pt x="13390" y="19919"/>
                      <a:pt x="13181" y="19961"/>
                    </a:cubicBezTo>
                    <a:cubicBezTo>
                      <a:pt x="12971" y="20024"/>
                      <a:pt x="12741" y="20045"/>
                      <a:pt x="12532" y="20087"/>
                    </a:cubicBezTo>
                    <a:cubicBezTo>
                      <a:pt x="12364" y="20129"/>
                      <a:pt x="12218" y="20170"/>
                      <a:pt x="12051" y="20191"/>
                    </a:cubicBezTo>
                    <a:cubicBezTo>
                      <a:pt x="12030" y="20191"/>
                      <a:pt x="12009" y="20191"/>
                      <a:pt x="11967" y="20233"/>
                    </a:cubicBezTo>
                    <a:cubicBezTo>
                      <a:pt x="11611" y="20296"/>
                      <a:pt x="11276" y="20380"/>
                      <a:pt x="10900" y="20484"/>
                    </a:cubicBezTo>
                    <a:cubicBezTo>
                      <a:pt x="10889" y="20474"/>
                      <a:pt x="10863" y="20469"/>
                      <a:pt x="10829" y="20469"/>
                    </a:cubicBezTo>
                    <a:cubicBezTo>
                      <a:pt x="10795" y="20469"/>
                      <a:pt x="10753" y="20474"/>
                      <a:pt x="10712" y="20484"/>
                    </a:cubicBezTo>
                    <a:cubicBezTo>
                      <a:pt x="10544" y="20568"/>
                      <a:pt x="10293" y="20610"/>
                      <a:pt x="10126" y="20694"/>
                    </a:cubicBezTo>
                    <a:cubicBezTo>
                      <a:pt x="7092" y="21489"/>
                      <a:pt x="4204" y="22493"/>
                      <a:pt x="1756" y="23581"/>
                    </a:cubicBezTo>
                    <a:cubicBezTo>
                      <a:pt x="1401" y="23719"/>
                      <a:pt x="1381" y="24341"/>
                      <a:pt x="1801" y="24341"/>
                    </a:cubicBezTo>
                    <a:cubicBezTo>
                      <a:pt x="1826" y="24341"/>
                      <a:pt x="1853" y="24339"/>
                      <a:pt x="1882" y="24334"/>
                    </a:cubicBezTo>
                    <a:cubicBezTo>
                      <a:pt x="2279" y="24272"/>
                      <a:pt x="2656" y="24209"/>
                      <a:pt x="3053" y="24146"/>
                    </a:cubicBezTo>
                    <a:lnTo>
                      <a:pt x="3074" y="24146"/>
                    </a:lnTo>
                    <a:cubicBezTo>
                      <a:pt x="7510" y="23476"/>
                      <a:pt x="11925" y="22786"/>
                      <a:pt x="16340" y="22221"/>
                    </a:cubicBezTo>
                    <a:cubicBezTo>
                      <a:pt x="16926" y="22137"/>
                      <a:pt x="17470" y="22075"/>
                      <a:pt x="18077" y="22033"/>
                    </a:cubicBezTo>
                    <a:lnTo>
                      <a:pt x="18244" y="22033"/>
                    </a:lnTo>
                    <a:cubicBezTo>
                      <a:pt x="19960" y="21907"/>
                      <a:pt x="21696" y="21823"/>
                      <a:pt x="23412" y="21698"/>
                    </a:cubicBezTo>
                    <a:lnTo>
                      <a:pt x="23433" y="21698"/>
                    </a:lnTo>
                    <a:cubicBezTo>
                      <a:pt x="22994" y="21761"/>
                      <a:pt x="22575" y="21844"/>
                      <a:pt x="22115" y="21928"/>
                    </a:cubicBezTo>
                    <a:cubicBezTo>
                      <a:pt x="21906" y="21949"/>
                      <a:pt x="21696" y="22012"/>
                      <a:pt x="21487" y="22054"/>
                    </a:cubicBezTo>
                    <a:cubicBezTo>
                      <a:pt x="21278" y="22116"/>
                      <a:pt x="21069" y="22137"/>
                      <a:pt x="20859" y="22179"/>
                    </a:cubicBezTo>
                    <a:cubicBezTo>
                      <a:pt x="20587" y="22242"/>
                      <a:pt x="20295" y="22284"/>
                      <a:pt x="20002" y="22367"/>
                    </a:cubicBezTo>
                    <a:cubicBezTo>
                      <a:pt x="19897" y="22388"/>
                      <a:pt x="19792" y="22430"/>
                      <a:pt x="19667" y="22451"/>
                    </a:cubicBezTo>
                    <a:cubicBezTo>
                      <a:pt x="13160" y="23811"/>
                      <a:pt x="6631" y="25883"/>
                      <a:pt x="501" y="27829"/>
                    </a:cubicBezTo>
                    <a:cubicBezTo>
                      <a:pt x="292" y="27912"/>
                      <a:pt x="145" y="28080"/>
                      <a:pt x="103" y="28226"/>
                    </a:cubicBezTo>
                    <a:cubicBezTo>
                      <a:pt x="1" y="28615"/>
                      <a:pt x="199" y="29064"/>
                      <a:pt x="677" y="29064"/>
                    </a:cubicBezTo>
                    <a:cubicBezTo>
                      <a:pt x="688" y="29064"/>
                      <a:pt x="699" y="29063"/>
                      <a:pt x="710" y="29063"/>
                    </a:cubicBezTo>
                    <a:cubicBezTo>
                      <a:pt x="1714" y="29021"/>
                      <a:pt x="2761" y="28937"/>
                      <a:pt x="3807" y="28833"/>
                    </a:cubicBezTo>
                    <a:cubicBezTo>
                      <a:pt x="6631" y="28561"/>
                      <a:pt x="9498" y="28101"/>
                      <a:pt x="12281" y="27452"/>
                    </a:cubicBezTo>
                    <a:lnTo>
                      <a:pt x="12323" y="27452"/>
                    </a:lnTo>
                    <a:cubicBezTo>
                      <a:pt x="12657" y="27368"/>
                      <a:pt x="13013" y="27285"/>
                      <a:pt x="13369" y="27180"/>
                    </a:cubicBezTo>
                    <a:cubicBezTo>
                      <a:pt x="13411" y="27159"/>
                      <a:pt x="13473" y="27159"/>
                      <a:pt x="13536" y="27138"/>
                    </a:cubicBezTo>
                    <a:cubicBezTo>
                      <a:pt x="14206" y="26971"/>
                      <a:pt x="14854" y="26782"/>
                      <a:pt x="15482" y="26615"/>
                    </a:cubicBezTo>
                    <a:cubicBezTo>
                      <a:pt x="15524" y="26573"/>
                      <a:pt x="15587" y="26573"/>
                      <a:pt x="15629" y="26552"/>
                    </a:cubicBezTo>
                    <a:cubicBezTo>
                      <a:pt x="15880" y="26468"/>
                      <a:pt x="16089" y="26427"/>
                      <a:pt x="16319" y="26343"/>
                    </a:cubicBezTo>
                    <a:cubicBezTo>
                      <a:pt x="16549" y="26259"/>
                      <a:pt x="16758" y="26217"/>
                      <a:pt x="16989" y="26134"/>
                    </a:cubicBezTo>
                    <a:cubicBezTo>
                      <a:pt x="17177" y="26092"/>
                      <a:pt x="17365" y="26008"/>
                      <a:pt x="17554" y="25945"/>
                    </a:cubicBezTo>
                    <a:cubicBezTo>
                      <a:pt x="17888" y="25841"/>
                      <a:pt x="18223" y="25715"/>
                      <a:pt x="18558" y="25590"/>
                    </a:cubicBezTo>
                    <a:lnTo>
                      <a:pt x="18809" y="25506"/>
                    </a:lnTo>
                    <a:cubicBezTo>
                      <a:pt x="19248" y="25360"/>
                      <a:pt x="19688" y="25171"/>
                      <a:pt x="20127" y="24983"/>
                    </a:cubicBezTo>
                    <a:lnTo>
                      <a:pt x="20295" y="24899"/>
                    </a:lnTo>
                    <a:cubicBezTo>
                      <a:pt x="20713" y="24753"/>
                      <a:pt x="21111" y="24564"/>
                      <a:pt x="21529" y="24376"/>
                    </a:cubicBezTo>
                    <a:cubicBezTo>
                      <a:pt x="21550" y="24355"/>
                      <a:pt x="21592" y="24355"/>
                      <a:pt x="21634" y="24334"/>
                    </a:cubicBezTo>
                    <a:cubicBezTo>
                      <a:pt x="22094" y="24125"/>
                      <a:pt x="22596" y="23895"/>
                      <a:pt x="23036" y="23686"/>
                    </a:cubicBezTo>
                    <a:cubicBezTo>
                      <a:pt x="24458" y="23267"/>
                      <a:pt x="25860" y="22891"/>
                      <a:pt x="27283" y="22535"/>
                    </a:cubicBezTo>
                    <a:lnTo>
                      <a:pt x="27283" y="22535"/>
                    </a:lnTo>
                    <a:cubicBezTo>
                      <a:pt x="25839" y="23414"/>
                      <a:pt x="24458" y="24460"/>
                      <a:pt x="23119" y="25527"/>
                    </a:cubicBezTo>
                    <a:cubicBezTo>
                      <a:pt x="22115" y="26343"/>
                      <a:pt x="21131" y="27180"/>
                      <a:pt x="20127" y="28017"/>
                    </a:cubicBezTo>
                    <a:cubicBezTo>
                      <a:pt x="18558" y="29356"/>
                      <a:pt x="16968" y="30653"/>
                      <a:pt x="15294" y="31804"/>
                    </a:cubicBezTo>
                    <a:cubicBezTo>
                      <a:pt x="15001" y="31992"/>
                      <a:pt x="14750" y="32181"/>
                      <a:pt x="14457" y="32369"/>
                    </a:cubicBezTo>
                    <a:cubicBezTo>
                      <a:pt x="14373" y="32411"/>
                      <a:pt x="14310" y="32474"/>
                      <a:pt x="14206" y="32536"/>
                    </a:cubicBezTo>
                    <a:cubicBezTo>
                      <a:pt x="13934" y="32704"/>
                      <a:pt x="13683" y="32892"/>
                      <a:pt x="13411" y="33038"/>
                    </a:cubicBezTo>
                    <a:cubicBezTo>
                      <a:pt x="13285" y="33122"/>
                      <a:pt x="13118" y="33227"/>
                      <a:pt x="12992" y="33311"/>
                    </a:cubicBezTo>
                    <a:cubicBezTo>
                      <a:pt x="12364" y="33687"/>
                      <a:pt x="11737" y="34085"/>
                      <a:pt x="11109" y="34461"/>
                    </a:cubicBezTo>
                    <a:lnTo>
                      <a:pt x="11130" y="34461"/>
                    </a:lnTo>
                    <a:cubicBezTo>
                      <a:pt x="8787" y="35884"/>
                      <a:pt x="6380" y="37244"/>
                      <a:pt x="4058" y="38667"/>
                    </a:cubicBezTo>
                    <a:cubicBezTo>
                      <a:pt x="4016" y="38667"/>
                      <a:pt x="3995" y="38667"/>
                      <a:pt x="3995" y="38688"/>
                    </a:cubicBezTo>
                    <a:cubicBezTo>
                      <a:pt x="3346" y="39064"/>
                      <a:pt x="2719" y="39441"/>
                      <a:pt x="2091" y="39860"/>
                    </a:cubicBezTo>
                    <a:cubicBezTo>
                      <a:pt x="1453" y="40285"/>
                      <a:pt x="1834" y="41175"/>
                      <a:pt x="2490" y="41175"/>
                    </a:cubicBezTo>
                    <a:cubicBezTo>
                      <a:pt x="2543" y="41175"/>
                      <a:pt x="2599" y="41170"/>
                      <a:pt x="2656" y="41157"/>
                    </a:cubicBezTo>
                    <a:cubicBezTo>
                      <a:pt x="2949" y="41094"/>
                      <a:pt x="3263" y="41010"/>
                      <a:pt x="3556" y="40906"/>
                    </a:cubicBezTo>
                    <a:cubicBezTo>
                      <a:pt x="10168" y="39190"/>
                      <a:pt x="17826" y="34838"/>
                      <a:pt x="22994" y="29272"/>
                    </a:cubicBezTo>
                    <a:lnTo>
                      <a:pt x="23015" y="29251"/>
                    </a:lnTo>
                    <a:cubicBezTo>
                      <a:pt x="23224" y="29021"/>
                      <a:pt x="23454" y="28770"/>
                      <a:pt x="23663" y="28540"/>
                    </a:cubicBezTo>
                    <a:cubicBezTo>
                      <a:pt x="23768" y="28435"/>
                      <a:pt x="23852" y="28331"/>
                      <a:pt x="23956" y="28205"/>
                    </a:cubicBezTo>
                    <a:cubicBezTo>
                      <a:pt x="24040" y="28121"/>
                      <a:pt x="24103" y="28017"/>
                      <a:pt x="24165" y="27933"/>
                    </a:cubicBezTo>
                    <a:cubicBezTo>
                      <a:pt x="24312" y="27724"/>
                      <a:pt x="24479" y="27557"/>
                      <a:pt x="24626" y="27347"/>
                    </a:cubicBezTo>
                    <a:cubicBezTo>
                      <a:pt x="24688" y="27285"/>
                      <a:pt x="24709" y="27243"/>
                      <a:pt x="24772" y="27180"/>
                    </a:cubicBezTo>
                    <a:cubicBezTo>
                      <a:pt x="25128" y="26720"/>
                      <a:pt x="25463" y="26238"/>
                      <a:pt x="25777" y="25778"/>
                    </a:cubicBezTo>
                    <a:cubicBezTo>
                      <a:pt x="25777" y="25778"/>
                      <a:pt x="25777" y="25736"/>
                      <a:pt x="25818" y="25736"/>
                    </a:cubicBezTo>
                    <a:cubicBezTo>
                      <a:pt x="26488" y="24732"/>
                      <a:pt x="27095" y="23644"/>
                      <a:pt x="27555" y="22577"/>
                    </a:cubicBezTo>
                    <a:cubicBezTo>
                      <a:pt x="27597" y="22535"/>
                      <a:pt x="27555" y="22472"/>
                      <a:pt x="27534" y="22451"/>
                    </a:cubicBezTo>
                    <a:cubicBezTo>
                      <a:pt x="29020" y="22075"/>
                      <a:pt x="30526" y="21740"/>
                      <a:pt x="32012" y="21426"/>
                    </a:cubicBezTo>
                    <a:lnTo>
                      <a:pt x="32012" y="21426"/>
                    </a:lnTo>
                    <a:cubicBezTo>
                      <a:pt x="28329" y="25171"/>
                      <a:pt x="25463" y="29649"/>
                      <a:pt x="22052" y="33583"/>
                    </a:cubicBezTo>
                    <a:cubicBezTo>
                      <a:pt x="21947" y="33729"/>
                      <a:pt x="21843" y="33834"/>
                      <a:pt x="21738" y="33959"/>
                    </a:cubicBezTo>
                    <a:cubicBezTo>
                      <a:pt x="21027" y="34775"/>
                      <a:pt x="20315" y="35549"/>
                      <a:pt x="19604" y="36365"/>
                    </a:cubicBezTo>
                    <a:cubicBezTo>
                      <a:pt x="17365" y="38876"/>
                      <a:pt x="15085" y="41366"/>
                      <a:pt x="12804" y="43835"/>
                    </a:cubicBezTo>
                    <a:lnTo>
                      <a:pt x="12783" y="43835"/>
                    </a:lnTo>
                    <a:cubicBezTo>
                      <a:pt x="12323" y="44358"/>
                      <a:pt x="11841" y="44860"/>
                      <a:pt x="11381" y="45383"/>
                    </a:cubicBezTo>
                    <a:cubicBezTo>
                      <a:pt x="11130" y="45655"/>
                      <a:pt x="11297" y="46074"/>
                      <a:pt x="11590" y="46179"/>
                    </a:cubicBezTo>
                    <a:cubicBezTo>
                      <a:pt x="11631" y="46195"/>
                      <a:pt x="11678" y="46205"/>
                      <a:pt x="11727" y="46205"/>
                    </a:cubicBezTo>
                    <a:cubicBezTo>
                      <a:pt x="11805" y="46205"/>
                      <a:pt x="11890" y="46180"/>
                      <a:pt x="11967" y="46116"/>
                    </a:cubicBezTo>
                    <a:cubicBezTo>
                      <a:pt x="20211" y="40173"/>
                      <a:pt x="28873" y="31218"/>
                      <a:pt x="32137" y="21384"/>
                    </a:cubicBezTo>
                    <a:cubicBezTo>
                      <a:pt x="37138" y="20338"/>
                      <a:pt x="42243" y="19626"/>
                      <a:pt x="47391" y="19229"/>
                    </a:cubicBezTo>
                    <a:lnTo>
                      <a:pt x="47391" y="19229"/>
                    </a:lnTo>
                    <a:cubicBezTo>
                      <a:pt x="47370" y="19250"/>
                      <a:pt x="47328" y="19250"/>
                      <a:pt x="47307" y="19292"/>
                    </a:cubicBezTo>
                    <a:cubicBezTo>
                      <a:pt x="46951" y="19543"/>
                      <a:pt x="46596" y="19815"/>
                      <a:pt x="46240" y="20066"/>
                    </a:cubicBezTo>
                    <a:cubicBezTo>
                      <a:pt x="46156" y="20129"/>
                      <a:pt x="46156" y="20254"/>
                      <a:pt x="46261" y="20275"/>
                    </a:cubicBezTo>
                    <a:cubicBezTo>
                      <a:pt x="46344" y="20296"/>
                      <a:pt x="43185" y="26217"/>
                      <a:pt x="41260" y="29691"/>
                    </a:cubicBezTo>
                    <a:cubicBezTo>
                      <a:pt x="40590" y="30946"/>
                      <a:pt x="40067" y="31888"/>
                      <a:pt x="39900" y="32097"/>
                    </a:cubicBezTo>
                    <a:cubicBezTo>
                      <a:pt x="39170" y="33200"/>
                      <a:pt x="38427" y="34291"/>
                      <a:pt x="37682" y="35388"/>
                    </a:cubicBezTo>
                    <a:lnTo>
                      <a:pt x="37682" y="35388"/>
                    </a:lnTo>
                    <a:cubicBezTo>
                      <a:pt x="38801" y="33696"/>
                      <a:pt x="39806" y="31949"/>
                      <a:pt x="40632" y="30172"/>
                    </a:cubicBezTo>
                    <a:cubicBezTo>
                      <a:pt x="40779" y="29900"/>
                      <a:pt x="40883" y="29649"/>
                      <a:pt x="41009" y="29377"/>
                    </a:cubicBezTo>
                    <a:cubicBezTo>
                      <a:pt x="41030" y="29356"/>
                      <a:pt x="41030" y="29293"/>
                      <a:pt x="41051" y="29272"/>
                    </a:cubicBezTo>
                    <a:cubicBezTo>
                      <a:pt x="41155" y="29042"/>
                      <a:pt x="41260" y="28770"/>
                      <a:pt x="41365" y="28540"/>
                    </a:cubicBezTo>
                    <a:cubicBezTo>
                      <a:pt x="41406" y="28498"/>
                      <a:pt x="41427" y="28435"/>
                      <a:pt x="41427" y="28393"/>
                    </a:cubicBezTo>
                    <a:cubicBezTo>
                      <a:pt x="41532" y="28142"/>
                      <a:pt x="41616" y="27912"/>
                      <a:pt x="41720" y="27661"/>
                    </a:cubicBezTo>
                    <a:lnTo>
                      <a:pt x="41720" y="27619"/>
                    </a:lnTo>
                    <a:cubicBezTo>
                      <a:pt x="41867" y="27201"/>
                      <a:pt x="41992" y="26824"/>
                      <a:pt x="42139" y="26406"/>
                    </a:cubicBezTo>
                    <a:cubicBezTo>
                      <a:pt x="42181" y="26238"/>
                      <a:pt x="42243" y="26050"/>
                      <a:pt x="42285" y="25904"/>
                    </a:cubicBezTo>
                    <a:cubicBezTo>
                      <a:pt x="42306" y="25778"/>
                      <a:pt x="42369" y="25632"/>
                      <a:pt x="42390" y="25506"/>
                    </a:cubicBezTo>
                    <a:cubicBezTo>
                      <a:pt x="42453" y="25318"/>
                      <a:pt x="42494" y="25108"/>
                      <a:pt x="42557" y="24941"/>
                    </a:cubicBezTo>
                    <a:cubicBezTo>
                      <a:pt x="42578" y="24795"/>
                      <a:pt x="42599" y="24690"/>
                      <a:pt x="42620" y="24564"/>
                    </a:cubicBezTo>
                    <a:cubicBezTo>
                      <a:pt x="42683" y="24355"/>
                      <a:pt x="42725" y="24146"/>
                      <a:pt x="42766" y="23958"/>
                    </a:cubicBezTo>
                    <a:cubicBezTo>
                      <a:pt x="42787" y="23853"/>
                      <a:pt x="42808" y="23748"/>
                      <a:pt x="42808" y="23644"/>
                    </a:cubicBezTo>
                    <a:cubicBezTo>
                      <a:pt x="42871" y="23435"/>
                      <a:pt x="42892" y="23204"/>
                      <a:pt x="42913" y="22995"/>
                    </a:cubicBezTo>
                    <a:cubicBezTo>
                      <a:pt x="42934" y="22891"/>
                      <a:pt x="42934" y="22807"/>
                      <a:pt x="42976" y="22702"/>
                    </a:cubicBezTo>
                    <a:cubicBezTo>
                      <a:pt x="42997" y="22451"/>
                      <a:pt x="43038" y="22179"/>
                      <a:pt x="43080" y="21949"/>
                    </a:cubicBezTo>
                    <a:cubicBezTo>
                      <a:pt x="43080" y="21907"/>
                      <a:pt x="43101" y="21844"/>
                      <a:pt x="43101" y="21761"/>
                    </a:cubicBezTo>
                    <a:cubicBezTo>
                      <a:pt x="43122" y="21447"/>
                      <a:pt x="43143" y="21112"/>
                      <a:pt x="43185" y="20798"/>
                    </a:cubicBezTo>
                    <a:cubicBezTo>
                      <a:pt x="43185" y="20652"/>
                      <a:pt x="43080" y="20547"/>
                      <a:pt x="42934" y="20484"/>
                    </a:cubicBezTo>
                    <a:cubicBezTo>
                      <a:pt x="42894" y="20471"/>
                      <a:pt x="42852" y="20464"/>
                      <a:pt x="42810" y="20464"/>
                    </a:cubicBezTo>
                    <a:cubicBezTo>
                      <a:pt x="42720" y="20464"/>
                      <a:pt x="42629" y="20497"/>
                      <a:pt x="42557" y="20568"/>
                    </a:cubicBezTo>
                    <a:cubicBezTo>
                      <a:pt x="42474" y="20673"/>
                      <a:pt x="42390" y="20756"/>
                      <a:pt x="42306" y="20861"/>
                    </a:cubicBezTo>
                    <a:cubicBezTo>
                      <a:pt x="42097" y="21091"/>
                      <a:pt x="41930" y="21300"/>
                      <a:pt x="41720" y="21531"/>
                    </a:cubicBezTo>
                    <a:cubicBezTo>
                      <a:pt x="41658" y="21593"/>
                      <a:pt x="41720" y="21656"/>
                      <a:pt x="41783" y="21656"/>
                    </a:cubicBezTo>
                    <a:cubicBezTo>
                      <a:pt x="41344" y="21865"/>
                      <a:pt x="40883" y="22242"/>
                      <a:pt x="40423" y="22744"/>
                    </a:cubicBezTo>
                    <a:cubicBezTo>
                      <a:pt x="38205" y="25192"/>
                      <a:pt x="36134" y="30632"/>
                      <a:pt x="34836" y="32787"/>
                    </a:cubicBezTo>
                    <a:cubicBezTo>
                      <a:pt x="33581" y="34817"/>
                      <a:pt x="32305" y="36826"/>
                      <a:pt x="31007" y="38813"/>
                    </a:cubicBezTo>
                    <a:cubicBezTo>
                      <a:pt x="31070" y="38772"/>
                      <a:pt x="31091" y="38709"/>
                      <a:pt x="31154" y="38667"/>
                    </a:cubicBezTo>
                    <a:lnTo>
                      <a:pt x="31154" y="38667"/>
                    </a:lnTo>
                    <a:cubicBezTo>
                      <a:pt x="30422" y="39818"/>
                      <a:pt x="29647" y="40969"/>
                      <a:pt x="28894" y="42119"/>
                    </a:cubicBezTo>
                    <a:lnTo>
                      <a:pt x="28873" y="42119"/>
                    </a:lnTo>
                    <a:cubicBezTo>
                      <a:pt x="28162" y="43186"/>
                      <a:pt x="27450" y="44254"/>
                      <a:pt x="26718" y="45342"/>
                    </a:cubicBezTo>
                    <a:lnTo>
                      <a:pt x="26697" y="45342"/>
                    </a:lnTo>
                    <a:cubicBezTo>
                      <a:pt x="26509" y="45614"/>
                      <a:pt x="26341" y="45886"/>
                      <a:pt x="26153" y="46137"/>
                    </a:cubicBezTo>
                    <a:cubicBezTo>
                      <a:pt x="26153" y="46179"/>
                      <a:pt x="26132" y="46179"/>
                      <a:pt x="26132" y="46199"/>
                    </a:cubicBezTo>
                    <a:lnTo>
                      <a:pt x="26090" y="46199"/>
                    </a:lnTo>
                    <a:cubicBezTo>
                      <a:pt x="25944" y="46492"/>
                      <a:pt x="26028" y="46764"/>
                      <a:pt x="26195" y="46953"/>
                    </a:cubicBezTo>
                    <a:cubicBezTo>
                      <a:pt x="26237" y="46953"/>
                      <a:pt x="26237" y="46974"/>
                      <a:pt x="26258" y="47015"/>
                    </a:cubicBezTo>
                    <a:cubicBezTo>
                      <a:pt x="26362" y="47120"/>
                      <a:pt x="26488" y="47162"/>
                      <a:pt x="26655" y="47183"/>
                    </a:cubicBezTo>
                    <a:cubicBezTo>
                      <a:pt x="26736" y="47203"/>
                      <a:pt x="26820" y="47215"/>
                      <a:pt x="26902" y="47215"/>
                    </a:cubicBezTo>
                    <a:cubicBezTo>
                      <a:pt x="27075" y="47215"/>
                      <a:pt x="27246" y="47164"/>
                      <a:pt x="27388" y="47036"/>
                    </a:cubicBezTo>
                    <a:cubicBezTo>
                      <a:pt x="30422" y="44358"/>
                      <a:pt x="33665" y="40969"/>
                      <a:pt x="36427" y="37181"/>
                    </a:cubicBezTo>
                    <a:lnTo>
                      <a:pt x="36427" y="37181"/>
                    </a:lnTo>
                    <a:cubicBezTo>
                      <a:pt x="35046" y="39127"/>
                      <a:pt x="33602" y="41073"/>
                      <a:pt x="32137" y="42998"/>
                    </a:cubicBezTo>
                    <a:lnTo>
                      <a:pt x="32137" y="43040"/>
                    </a:lnTo>
                    <a:cubicBezTo>
                      <a:pt x="31635" y="43689"/>
                      <a:pt x="31154" y="44316"/>
                      <a:pt x="30652" y="44965"/>
                    </a:cubicBezTo>
                    <a:cubicBezTo>
                      <a:pt x="30463" y="45195"/>
                      <a:pt x="30484" y="45509"/>
                      <a:pt x="30631" y="45760"/>
                    </a:cubicBezTo>
                    <a:cubicBezTo>
                      <a:pt x="30673" y="45823"/>
                      <a:pt x="30735" y="45886"/>
                      <a:pt x="30798" y="45927"/>
                    </a:cubicBezTo>
                    <a:cubicBezTo>
                      <a:pt x="30895" y="46003"/>
                      <a:pt x="31004" y="46045"/>
                      <a:pt x="31121" y="46045"/>
                    </a:cubicBezTo>
                    <a:cubicBezTo>
                      <a:pt x="31230" y="46045"/>
                      <a:pt x="31346" y="46008"/>
                      <a:pt x="31468" y="45927"/>
                    </a:cubicBezTo>
                    <a:cubicBezTo>
                      <a:pt x="32535" y="45153"/>
                      <a:pt x="33581" y="44337"/>
                      <a:pt x="34606" y="43458"/>
                    </a:cubicBezTo>
                    <a:lnTo>
                      <a:pt x="34606" y="43417"/>
                    </a:lnTo>
                    <a:cubicBezTo>
                      <a:pt x="34920" y="43166"/>
                      <a:pt x="35234" y="42873"/>
                      <a:pt x="35506" y="42622"/>
                    </a:cubicBezTo>
                    <a:cubicBezTo>
                      <a:pt x="35506" y="42622"/>
                      <a:pt x="35506" y="42580"/>
                      <a:pt x="35548" y="42580"/>
                    </a:cubicBezTo>
                    <a:cubicBezTo>
                      <a:pt x="36908" y="41324"/>
                      <a:pt x="38184" y="40006"/>
                      <a:pt x="39377" y="38604"/>
                    </a:cubicBezTo>
                    <a:cubicBezTo>
                      <a:pt x="41762" y="35779"/>
                      <a:pt x="43813" y="32683"/>
                      <a:pt x="45382" y="29356"/>
                    </a:cubicBezTo>
                    <a:cubicBezTo>
                      <a:pt x="45424" y="29251"/>
                      <a:pt x="45487" y="29147"/>
                      <a:pt x="45507" y="29063"/>
                    </a:cubicBezTo>
                    <a:cubicBezTo>
                      <a:pt x="45612" y="28833"/>
                      <a:pt x="45717" y="28624"/>
                      <a:pt x="45821" y="28393"/>
                    </a:cubicBezTo>
                    <a:cubicBezTo>
                      <a:pt x="45863" y="28247"/>
                      <a:pt x="45926" y="28121"/>
                      <a:pt x="46010" y="27975"/>
                    </a:cubicBezTo>
                    <a:cubicBezTo>
                      <a:pt x="46072" y="27766"/>
                      <a:pt x="46177" y="27557"/>
                      <a:pt x="46261" y="27305"/>
                    </a:cubicBezTo>
                    <a:cubicBezTo>
                      <a:pt x="46324" y="27159"/>
                      <a:pt x="46386" y="26992"/>
                      <a:pt x="46449" y="26845"/>
                    </a:cubicBezTo>
                    <a:lnTo>
                      <a:pt x="46679" y="26217"/>
                    </a:lnTo>
                    <a:lnTo>
                      <a:pt x="46993" y="25360"/>
                    </a:lnTo>
                    <a:lnTo>
                      <a:pt x="47223" y="24648"/>
                    </a:lnTo>
                    <a:cubicBezTo>
                      <a:pt x="47286" y="24460"/>
                      <a:pt x="47328" y="24272"/>
                      <a:pt x="47412" y="24104"/>
                    </a:cubicBezTo>
                    <a:cubicBezTo>
                      <a:pt x="47474" y="23895"/>
                      <a:pt x="47516" y="23707"/>
                      <a:pt x="47579" y="23497"/>
                    </a:cubicBezTo>
                    <a:lnTo>
                      <a:pt x="47725" y="22953"/>
                    </a:lnTo>
                    <a:cubicBezTo>
                      <a:pt x="47788" y="22744"/>
                      <a:pt x="47830" y="22556"/>
                      <a:pt x="47893" y="22347"/>
                    </a:cubicBezTo>
                    <a:cubicBezTo>
                      <a:pt x="47935" y="22158"/>
                      <a:pt x="47956" y="21970"/>
                      <a:pt x="48018" y="21823"/>
                    </a:cubicBezTo>
                    <a:cubicBezTo>
                      <a:pt x="48060" y="21614"/>
                      <a:pt x="48123" y="21405"/>
                      <a:pt x="48144" y="21196"/>
                    </a:cubicBezTo>
                    <a:cubicBezTo>
                      <a:pt x="48165" y="21028"/>
                      <a:pt x="48207" y="20861"/>
                      <a:pt x="48248" y="20694"/>
                    </a:cubicBezTo>
                    <a:cubicBezTo>
                      <a:pt x="48269" y="20484"/>
                      <a:pt x="48332" y="20296"/>
                      <a:pt x="48353" y="20087"/>
                    </a:cubicBezTo>
                    <a:cubicBezTo>
                      <a:pt x="48416" y="19752"/>
                      <a:pt x="48207" y="19417"/>
                      <a:pt x="47893" y="19292"/>
                    </a:cubicBezTo>
                    <a:cubicBezTo>
                      <a:pt x="50720" y="19079"/>
                      <a:pt x="53566" y="18973"/>
                      <a:pt x="56425" y="18973"/>
                    </a:cubicBezTo>
                    <a:cubicBezTo>
                      <a:pt x="59744" y="18973"/>
                      <a:pt x="63082" y="19115"/>
                      <a:pt x="66431" y="19396"/>
                    </a:cubicBezTo>
                    <a:cubicBezTo>
                      <a:pt x="66159" y="19647"/>
                      <a:pt x="65908" y="19940"/>
                      <a:pt x="65678" y="20233"/>
                    </a:cubicBezTo>
                    <a:cubicBezTo>
                      <a:pt x="65615" y="20275"/>
                      <a:pt x="65594" y="20338"/>
                      <a:pt x="65531" y="20380"/>
                    </a:cubicBezTo>
                    <a:cubicBezTo>
                      <a:pt x="65406" y="20547"/>
                      <a:pt x="65301" y="20694"/>
                      <a:pt x="65176" y="20861"/>
                    </a:cubicBezTo>
                    <a:cubicBezTo>
                      <a:pt x="65113" y="20924"/>
                      <a:pt x="65071" y="20986"/>
                      <a:pt x="65008" y="21070"/>
                    </a:cubicBezTo>
                    <a:cubicBezTo>
                      <a:pt x="64904" y="21217"/>
                      <a:pt x="64778" y="21384"/>
                      <a:pt x="64674" y="21531"/>
                    </a:cubicBezTo>
                    <a:lnTo>
                      <a:pt x="64527" y="21761"/>
                    </a:lnTo>
                    <a:lnTo>
                      <a:pt x="64213" y="22242"/>
                    </a:lnTo>
                    <a:cubicBezTo>
                      <a:pt x="64150" y="22326"/>
                      <a:pt x="64109" y="22388"/>
                      <a:pt x="64046" y="22493"/>
                    </a:cubicBezTo>
                    <a:cubicBezTo>
                      <a:pt x="63941" y="22660"/>
                      <a:pt x="63837" y="22807"/>
                      <a:pt x="63753" y="22995"/>
                    </a:cubicBezTo>
                    <a:cubicBezTo>
                      <a:pt x="63711" y="23079"/>
                      <a:pt x="63648" y="23183"/>
                      <a:pt x="63606" y="23267"/>
                    </a:cubicBezTo>
                    <a:cubicBezTo>
                      <a:pt x="63502" y="23414"/>
                      <a:pt x="63418" y="23581"/>
                      <a:pt x="63313" y="23748"/>
                    </a:cubicBezTo>
                    <a:cubicBezTo>
                      <a:pt x="63272" y="23853"/>
                      <a:pt x="63209" y="23937"/>
                      <a:pt x="63167" y="24041"/>
                    </a:cubicBezTo>
                    <a:cubicBezTo>
                      <a:pt x="63021" y="24272"/>
                      <a:pt x="62895" y="24523"/>
                      <a:pt x="62790" y="24753"/>
                    </a:cubicBezTo>
                    <a:cubicBezTo>
                      <a:pt x="62686" y="24941"/>
                      <a:pt x="62602" y="25108"/>
                      <a:pt x="62497" y="25297"/>
                    </a:cubicBezTo>
                    <a:cubicBezTo>
                      <a:pt x="62456" y="25380"/>
                      <a:pt x="62435" y="25485"/>
                      <a:pt x="62372" y="25569"/>
                    </a:cubicBezTo>
                    <a:cubicBezTo>
                      <a:pt x="62267" y="25778"/>
                      <a:pt x="62184" y="25945"/>
                      <a:pt x="62079" y="26155"/>
                    </a:cubicBezTo>
                    <a:lnTo>
                      <a:pt x="62016" y="26322"/>
                    </a:lnTo>
                    <a:cubicBezTo>
                      <a:pt x="61430" y="27494"/>
                      <a:pt x="60886" y="28665"/>
                      <a:pt x="60342" y="29795"/>
                    </a:cubicBezTo>
                    <a:cubicBezTo>
                      <a:pt x="60342" y="29816"/>
                      <a:pt x="60300" y="29858"/>
                      <a:pt x="60300" y="29858"/>
                    </a:cubicBezTo>
                    <a:cubicBezTo>
                      <a:pt x="60196" y="30088"/>
                      <a:pt x="60070" y="30298"/>
                      <a:pt x="59966" y="30528"/>
                    </a:cubicBezTo>
                    <a:cubicBezTo>
                      <a:pt x="59715" y="31051"/>
                      <a:pt x="59443" y="31553"/>
                      <a:pt x="59150" y="32013"/>
                    </a:cubicBezTo>
                    <a:cubicBezTo>
                      <a:pt x="57371" y="35110"/>
                      <a:pt x="55446" y="38123"/>
                      <a:pt x="53458" y="41094"/>
                    </a:cubicBezTo>
                    <a:cubicBezTo>
                      <a:pt x="53458" y="41115"/>
                      <a:pt x="53438" y="41115"/>
                      <a:pt x="53396" y="41157"/>
                    </a:cubicBezTo>
                    <a:lnTo>
                      <a:pt x="50257" y="45865"/>
                    </a:lnTo>
                    <a:cubicBezTo>
                      <a:pt x="50071" y="46144"/>
                      <a:pt x="50357" y="46412"/>
                      <a:pt x="50645" y="46412"/>
                    </a:cubicBezTo>
                    <a:cubicBezTo>
                      <a:pt x="50745" y="46412"/>
                      <a:pt x="50846" y="46380"/>
                      <a:pt x="50927" y="46304"/>
                    </a:cubicBezTo>
                    <a:cubicBezTo>
                      <a:pt x="53479" y="43898"/>
                      <a:pt x="55781" y="41261"/>
                      <a:pt x="57852" y="38437"/>
                    </a:cubicBezTo>
                    <a:lnTo>
                      <a:pt x="57852" y="38395"/>
                    </a:lnTo>
                    <a:cubicBezTo>
                      <a:pt x="59087" y="36721"/>
                      <a:pt x="60259" y="34984"/>
                      <a:pt x="61326" y="33143"/>
                    </a:cubicBezTo>
                    <a:cubicBezTo>
                      <a:pt x="62916" y="30444"/>
                      <a:pt x="64966" y="27243"/>
                      <a:pt x="66034" y="23937"/>
                    </a:cubicBezTo>
                    <a:lnTo>
                      <a:pt x="66034" y="23916"/>
                    </a:lnTo>
                    <a:cubicBezTo>
                      <a:pt x="66117" y="23707"/>
                      <a:pt x="66159" y="23497"/>
                      <a:pt x="66222" y="23288"/>
                    </a:cubicBezTo>
                    <a:cubicBezTo>
                      <a:pt x="66222" y="23225"/>
                      <a:pt x="66243" y="23204"/>
                      <a:pt x="66243" y="23163"/>
                    </a:cubicBezTo>
                    <a:cubicBezTo>
                      <a:pt x="66306" y="22995"/>
                      <a:pt x="66326" y="22849"/>
                      <a:pt x="66368" y="22702"/>
                    </a:cubicBezTo>
                    <a:cubicBezTo>
                      <a:pt x="66410" y="22639"/>
                      <a:pt x="66410" y="22577"/>
                      <a:pt x="66431" y="22493"/>
                    </a:cubicBezTo>
                    <a:cubicBezTo>
                      <a:pt x="66452" y="22347"/>
                      <a:pt x="66515" y="22179"/>
                      <a:pt x="66536" y="22054"/>
                    </a:cubicBezTo>
                    <a:cubicBezTo>
                      <a:pt x="66557" y="21928"/>
                      <a:pt x="66578" y="21823"/>
                      <a:pt x="66619" y="21698"/>
                    </a:cubicBezTo>
                    <a:cubicBezTo>
                      <a:pt x="66640" y="21614"/>
                      <a:pt x="66640" y="21531"/>
                      <a:pt x="66661" y="21447"/>
                    </a:cubicBezTo>
                    <a:cubicBezTo>
                      <a:pt x="66682" y="21321"/>
                      <a:pt x="66682" y="21217"/>
                      <a:pt x="66724" y="21091"/>
                    </a:cubicBezTo>
                    <a:lnTo>
                      <a:pt x="66724" y="20986"/>
                    </a:lnTo>
                    <a:cubicBezTo>
                      <a:pt x="66745" y="20714"/>
                      <a:pt x="66766" y="20442"/>
                      <a:pt x="66787" y="20170"/>
                    </a:cubicBezTo>
                    <a:cubicBezTo>
                      <a:pt x="66787" y="19940"/>
                      <a:pt x="66829" y="19668"/>
                      <a:pt x="66787" y="19438"/>
                    </a:cubicBezTo>
                    <a:lnTo>
                      <a:pt x="66787" y="19438"/>
                    </a:lnTo>
                    <a:cubicBezTo>
                      <a:pt x="68565" y="19606"/>
                      <a:pt x="70344" y="19773"/>
                      <a:pt x="72122" y="20024"/>
                    </a:cubicBezTo>
                    <a:cubicBezTo>
                      <a:pt x="72018" y="20129"/>
                      <a:pt x="71955" y="20233"/>
                      <a:pt x="71850" y="20338"/>
                    </a:cubicBezTo>
                    <a:cubicBezTo>
                      <a:pt x="71788" y="20380"/>
                      <a:pt x="71767" y="20442"/>
                      <a:pt x="71704" y="20484"/>
                    </a:cubicBezTo>
                    <a:lnTo>
                      <a:pt x="71390" y="20882"/>
                    </a:lnTo>
                    <a:cubicBezTo>
                      <a:pt x="71348" y="20924"/>
                      <a:pt x="71285" y="21007"/>
                      <a:pt x="71244" y="21070"/>
                    </a:cubicBezTo>
                    <a:cubicBezTo>
                      <a:pt x="71139" y="21196"/>
                      <a:pt x="71034" y="21342"/>
                      <a:pt x="70909" y="21489"/>
                    </a:cubicBezTo>
                    <a:cubicBezTo>
                      <a:pt x="70867" y="21531"/>
                      <a:pt x="70825" y="21593"/>
                      <a:pt x="70804" y="21635"/>
                    </a:cubicBezTo>
                    <a:cubicBezTo>
                      <a:pt x="70658" y="21803"/>
                      <a:pt x="70553" y="21949"/>
                      <a:pt x="70428" y="22116"/>
                    </a:cubicBezTo>
                    <a:cubicBezTo>
                      <a:pt x="70407" y="22137"/>
                      <a:pt x="70407" y="22158"/>
                      <a:pt x="70386" y="22179"/>
                    </a:cubicBezTo>
                    <a:cubicBezTo>
                      <a:pt x="69821" y="22953"/>
                      <a:pt x="69298" y="23748"/>
                      <a:pt x="68775" y="24564"/>
                    </a:cubicBezTo>
                    <a:cubicBezTo>
                      <a:pt x="68356" y="25171"/>
                      <a:pt x="68000" y="25799"/>
                      <a:pt x="67666" y="26448"/>
                    </a:cubicBezTo>
                    <a:cubicBezTo>
                      <a:pt x="66850" y="27829"/>
                      <a:pt x="66034" y="29230"/>
                      <a:pt x="65176" y="30528"/>
                    </a:cubicBezTo>
                    <a:cubicBezTo>
                      <a:pt x="62393" y="34796"/>
                      <a:pt x="59443" y="38918"/>
                      <a:pt x="56492" y="43061"/>
                    </a:cubicBezTo>
                    <a:cubicBezTo>
                      <a:pt x="56492" y="43061"/>
                      <a:pt x="56492" y="43082"/>
                      <a:pt x="56471" y="43082"/>
                    </a:cubicBezTo>
                    <a:lnTo>
                      <a:pt x="56074" y="43626"/>
                    </a:lnTo>
                    <a:cubicBezTo>
                      <a:pt x="55822" y="43988"/>
                      <a:pt x="56079" y="44373"/>
                      <a:pt x="56400" y="44373"/>
                    </a:cubicBezTo>
                    <a:cubicBezTo>
                      <a:pt x="56506" y="44373"/>
                      <a:pt x="56619" y="44331"/>
                      <a:pt x="56723" y="44233"/>
                    </a:cubicBezTo>
                    <a:cubicBezTo>
                      <a:pt x="58668" y="42412"/>
                      <a:pt x="60719" y="40257"/>
                      <a:pt x="62707" y="37956"/>
                    </a:cubicBezTo>
                    <a:cubicBezTo>
                      <a:pt x="62707" y="37935"/>
                      <a:pt x="62749" y="37935"/>
                      <a:pt x="62749" y="37935"/>
                    </a:cubicBezTo>
                    <a:cubicBezTo>
                      <a:pt x="62790" y="37872"/>
                      <a:pt x="62853" y="37830"/>
                      <a:pt x="62895" y="37746"/>
                    </a:cubicBezTo>
                    <a:cubicBezTo>
                      <a:pt x="62895" y="37949"/>
                      <a:pt x="63058" y="38129"/>
                      <a:pt x="63236" y="38129"/>
                    </a:cubicBezTo>
                    <a:cubicBezTo>
                      <a:pt x="63297" y="38129"/>
                      <a:pt x="63360" y="38108"/>
                      <a:pt x="63418" y="38060"/>
                    </a:cubicBezTo>
                    <a:lnTo>
                      <a:pt x="63816" y="37746"/>
                    </a:lnTo>
                    <a:lnTo>
                      <a:pt x="63816" y="37725"/>
                    </a:lnTo>
                    <a:cubicBezTo>
                      <a:pt x="64318" y="37328"/>
                      <a:pt x="64799" y="36909"/>
                      <a:pt x="65301" y="36491"/>
                    </a:cubicBezTo>
                    <a:cubicBezTo>
                      <a:pt x="65406" y="36386"/>
                      <a:pt x="65531" y="36282"/>
                      <a:pt x="65636" y="36198"/>
                    </a:cubicBezTo>
                    <a:lnTo>
                      <a:pt x="65636" y="36198"/>
                    </a:lnTo>
                    <a:cubicBezTo>
                      <a:pt x="65636" y="36240"/>
                      <a:pt x="65615" y="36240"/>
                      <a:pt x="65615" y="36261"/>
                    </a:cubicBezTo>
                    <a:cubicBezTo>
                      <a:pt x="66452" y="35528"/>
                      <a:pt x="67289" y="34733"/>
                      <a:pt x="68084" y="33959"/>
                    </a:cubicBezTo>
                    <a:lnTo>
                      <a:pt x="68126" y="33896"/>
                    </a:lnTo>
                    <a:lnTo>
                      <a:pt x="68879" y="33143"/>
                    </a:lnTo>
                    <a:cubicBezTo>
                      <a:pt x="68942" y="33101"/>
                      <a:pt x="68984" y="33038"/>
                      <a:pt x="69047" y="32955"/>
                    </a:cubicBezTo>
                    <a:cubicBezTo>
                      <a:pt x="69256" y="32725"/>
                      <a:pt x="69465" y="32515"/>
                      <a:pt x="69674" y="32285"/>
                    </a:cubicBezTo>
                    <a:cubicBezTo>
                      <a:pt x="69758" y="32202"/>
                      <a:pt x="69821" y="32097"/>
                      <a:pt x="69925" y="32013"/>
                    </a:cubicBezTo>
                    <a:cubicBezTo>
                      <a:pt x="70114" y="31804"/>
                      <a:pt x="70302" y="31637"/>
                      <a:pt x="70448" y="31427"/>
                    </a:cubicBezTo>
                    <a:cubicBezTo>
                      <a:pt x="70553" y="31281"/>
                      <a:pt x="70658" y="31176"/>
                      <a:pt x="70762" y="31051"/>
                    </a:cubicBezTo>
                    <a:cubicBezTo>
                      <a:pt x="70930" y="30862"/>
                      <a:pt x="71055" y="30716"/>
                      <a:pt x="71223" y="30528"/>
                    </a:cubicBezTo>
                    <a:cubicBezTo>
                      <a:pt x="71348" y="30381"/>
                      <a:pt x="71474" y="30235"/>
                      <a:pt x="71578" y="30088"/>
                    </a:cubicBezTo>
                    <a:cubicBezTo>
                      <a:pt x="71704" y="29921"/>
                      <a:pt x="71850" y="29774"/>
                      <a:pt x="71955" y="29607"/>
                    </a:cubicBezTo>
                    <a:cubicBezTo>
                      <a:pt x="72080" y="29440"/>
                      <a:pt x="72227" y="29272"/>
                      <a:pt x="72373" y="29084"/>
                    </a:cubicBezTo>
                    <a:cubicBezTo>
                      <a:pt x="72478" y="28958"/>
                      <a:pt x="72583" y="28812"/>
                      <a:pt x="72687" y="28665"/>
                    </a:cubicBezTo>
                    <a:cubicBezTo>
                      <a:pt x="72834" y="28498"/>
                      <a:pt x="73001" y="28289"/>
                      <a:pt x="73127" y="28101"/>
                    </a:cubicBezTo>
                    <a:cubicBezTo>
                      <a:pt x="73231" y="27975"/>
                      <a:pt x="73315" y="27829"/>
                      <a:pt x="73420" y="27724"/>
                    </a:cubicBezTo>
                    <a:lnTo>
                      <a:pt x="73880" y="27096"/>
                    </a:lnTo>
                    <a:cubicBezTo>
                      <a:pt x="73964" y="26992"/>
                      <a:pt x="74047" y="26866"/>
                      <a:pt x="74110" y="26761"/>
                    </a:cubicBezTo>
                    <a:cubicBezTo>
                      <a:pt x="74277" y="26531"/>
                      <a:pt x="74424" y="26301"/>
                      <a:pt x="74591" y="26092"/>
                    </a:cubicBezTo>
                    <a:cubicBezTo>
                      <a:pt x="74675" y="25987"/>
                      <a:pt x="74717" y="25883"/>
                      <a:pt x="74801" y="25778"/>
                    </a:cubicBezTo>
                    <a:cubicBezTo>
                      <a:pt x="74947" y="25527"/>
                      <a:pt x="75135" y="25276"/>
                      <a:pt x="75303" y="25046"/>
                    </a:cubicBezTo>
                    <a:cubicBezTo>
                      <a:pt x="75345" y="24962"/>
                      <a:pt x="75407" y="24857"/>
                      <a:pt x="75470" y="24774"/>
                    </a:cubicBezTo>
                    <a:cubicBezTo>
                      <a:pt x="75637" y="24523"/>
                      <a:pt x="75826" y="24251"/>
                      <a:pt x="75972" y="23999"/>
                    </a:cubicBezTo>
                    <a:cubicBezTo>
                      <a:pt x="76035" y="23916"/>
                      <a:pt x="76056" y="23853"/>
                      <a:pt x="76098" y="23790"/>
                    </a:cubicBezTo>
                    <a:cubicBezTo>
                      <a:pt x="76286" y="23497"/>
                      <a:pt x="76454" y="23204"/>
                      <a:pt x="76621" y="22911"/>
                    </a:cubicBezTo>
                    <a:cubicBezTo>
                      <a:pt x="76621" y="22891"/>
                      <a:pt x="76663" y="22891"/>
                      <a:pt x="76663" y="22870"/>
                    </a:cubicBezTo>
                    <a:cubicBezTo>
                      <a:pt x="77018" y="22263"/>
                      <a:pt x="77353" y="21635"/>
                      <a:pt x="77667" y="21028"/>
                    </a:cubicBezTo>
                    <a:cubicBezTo>
                      <a:pt x="78483" y="21196"/>
                      <a:pt x="79299" y="21321"/>
                      <a:pt x="80115" y="21510"/>
                    </a:cubicBezTo>
                    <a:cubicBezTo>
                      <a:pt x="80031" y="21593"/>
                      <a:pt x="79927" y="21656"/>
                      <a:pt x="79843" y="21740"/>
                    </a:cubicBezTo>
                    <a:cubicBezTo>
                      <a:pt x="79801" y="21803"/>
                      <a:pt x="79739" y="21844"/>
                      <a:pt x="79655" y="21907"/>
                    </a:cubicBezTo>
                    <a:cubicBezTo>
                      <a:pt x="79550" y="22012"/>
                      <a:pt x="79446" y="22075"/>
                      <a:pt x="79383" y="22179"/>
                    </a:cubicBezTo>
                    <a:cubicBezTo>
                      <a:pt x="79299" y="22263"/>
                      <a:pt x="79215" y="22347"/>
                      <a:pt x="79174" y="22430"/>
                    </a:cubicBezTo>
                    <a:cubicBezTo>
                      <a:pt x="79090" y="22493"/>
                      <a:pt x="79006" y="22598"/>
                      <a:pt x="78922" y="22681"/>
                    </a:cubicBezTo>
                    <a:cubicBezTo>
                      <a:pt x="78818" y="22786"/>
                      <a:pt x="78755" y="22891"/>
                      <a:pt x="78650" y="22995"/>
                    </a:cubicBezTo>
                    <a:cubicBezTo>
                      <a:pt x="78588" y="23058"/>
                      <a:pt x="78546" y="23121"/>
                      <a:pt x="78483" y="23183"/>
                    </a:cubicBezTo>
                    <a:cubicBezTo>
                      <a:pt x="78337" y="23372"/>
                      <a:pt x="78169" y="23539"/>
                      <a:pt x="78044" y="23727"/>
                    </a:cubicBezTo>
                    <a:lnTo>
                      <a:pt x="77981" y="23790"/>
                    </a:lnTo>
                    <a:cubicBezTo>
                      <a:pt x="77855" y="23958"/>
                      <a:pt x="77709" y="24146"/>
                      <a:pt x="77562" y="24334"/>
                    </a:cubicBezTo>
                    <a:cubicBezTo>
                      <a:pt x="77542" y="24355"/>
                      <a:pt x="77521" y="24418"/>
                      <a:pt x="77500" y="24439"/>
                    </a:cubicBezTo>
                    <a:cubicBezTo>
                      <a:pt x="77353" y="24627"/>
                      <a:pt x="77228" y="24774"/>
                      <a:pt x="77102" y="24962"/>
                    </a:cubicBezTo>
                    <a:cubicBezTo>
                      <a:pt x="77081" y="24983"/>
                      <a:pt x="77081" y="25004"/>
                      <a:pt x="77039" y="25046"/>
                    </a:cubicBezTo>
                    <a:cubicBezTo>
                      <a:pt x="76140" y="26343"/>
                      <a:pt x="75261" y="27766"/>
                      <a:pt x="74403" y="29084"/>
                    </a:cubicBezTo>
                    <a:cubicBezTo>
                      <a:pt x="74005" y="29712"/>
                      <a:pt x="73587" y="30318"/>
                      <a:pt x="73210" y="30904"/>
                    </a:cubicBezTo>
                    <a:cubicBezTo>
                      <a:pt x="70532" y="34629"/>
                      <a:pt x="67687" y="38228"/>
                      <a:pt x="64841" y="41805"/>
                    </a:cubicBezTo>
                    <a:cubicBezTo>
                      <a:pt x="64841" y="41826"/>
                      <a:pt x="64799" y="41826"/>
                      <a:pt x="64778" y="41847"/>
                    </a:cubicBezTo>
                    <a:cubicBezTo>
                      <a:pt x="64653" y="42015"/>
                      <a:pt x="64548" y="42161"/>
                      <a:pt x="64422" y="42329"/>
                    </a:cubicBezTo>
                    <a:cubicBezTo>
                      <a:pt x="64052" y="42766"/>
                      <a:pt x="64426" y="43500"/>
                      <a:pt x="64913" y="43500"/>
                    </a:cubicBezTo>
                    <a:cubicBezTo>
                      <a:pt x="65031" y="43500"/>
                      <a:pt x="65157" y="43457"/>
                      <a:pt x="65280" y="43354"/>
                    </a:cubicBezTo>
                    <a:cubicBezTo>
                      <a:pt x="66368" y="42433"/>
                      <a:pt x="67582" y="41408"/>
                      <a:pt x="68816" y="40257"/>
                    </a:cubicBezTo>
                    <a:cubicBezTo>
                      <a:pt x="68816" y="40257"/>
                      <a:pt x="68816" y="40236"/>
                      <a:pt x="68837" y="40236"/>
                    </a:cubicBezTo>
                    <a:lnTo>
                      <a:pt x="68921" y="40153"/>
                    </a:lnTo>
                    <a:lnTo>
                      <a:pt x="68942" y="40153"/>
                    </a:lnTo>
                    <a:cubicBezTo>
                      <a:pt x="73838" y="35612"/>
                      <a:pt x="79132" y="29440"/>
                      <a:pt x="80575" y="23393"/>
                    </a:cubicBezTo>
                    <a:cubicBezTo>
                      <a:pt x="80596" y="23309"/>
                      <a:pt x="80638" y="23204"/>
                      <a:pt x="80638" y="23121"/>
                    </a:cubicBezTo>
                    <a:cubicBezTo>
                      <a:pt x="80659" y="23058"/>
                      <a:pt x="80659" y="22995"/>
                      <a:pt x="80680" y="22911"/>
                    </a:cubicBezTo>
                    <a:cubicBezTo>
                      <a:pt x="80764" y="22472"/>
                      <a:pt x="80847" y="22054"/>
                      <a:pt x="80889" y="21614"/>
                    </a:cubicBezTo>
                    <a:cubicBezTo>
                      <a:pt x="81894" y="21823"/>
                      <a:pt x="82877" y="22033"/>
                      <a:pt x="83881" y="22263"/>
                    </a:cubicBezTo>
                    <a:cubicBezTo>
                      <a:pt x="83777" y="22451"/>
                      <a:pt x="83693" y="22660"/>
                      <a:pt x="83588" y="22849"/>
                    </a:cubicBezTo>
                    <a:cubicBezTo>
                      <a:pt x="83526" y="22974"/>
                      <a:pt x="83484" y="23079"/>
                      <a:pt x="83400" y="23204"/>
                    </a:cubicBezTo>
                    <a:cubicBezTo>
                      <a:pt x="83275" y="23497"/>
                      <a:pt x="83107" y="23811"/>
                      <a:pt x="82982" y="24125"/>
                    </a:cubicBezTo>
                    <a:cubicBezTo>
                      <a:pt x="82961" y="24167"/>
                      <a:pt x="82940" y="24230"/>
                      <a:pt x="82940" y="24251"/>
                    </a:cubicBezTo>
                    <a:cubicBezTo>
                      <a:pt x="81831" y="26678"/>
                      <a:pt x="80889" y="29168"/>
                      <a:pt x="79529" y="31490"/>
                    </a:cubicBezTo>
                    <a:cubicBezTo>
                      <a:pt x="77521" y="34922"/>
                      <a:pt x="75010" y="37872"/>
                      <a:pt x="72290" y="40759"/>
                    </a:cubicBezTo>
                    <a:lnTo>
                      <a:pt x="72290" y="40780"/>
                    </a:lnTo>
                    <a:lnTo>
                      <a:pt x="72269" y="40801"/>
                    </a:lnTo>
                    <a:cubicBezTo>
                      <a:pt x="72050" y="41105"/>
                      <a:pt x="72320" y="41558"/>
                      <a:pt x="72630" y="41558"/>
                    </a:cubicBezTo>
                    <a:cubicBezTo>
                      <a:pt x="72705" y="41558"/>
                      <a:pt x="72782" y="41532"/>
                      <a:pt x="72855" y="41471"/>
                    </a:cubicBezTo>
                    <a:cubicBezTo>
                      <a:pt x="74257" y="40383"/>
                      <a:pt x="75637" y="39169"/>
                      <a:pt x="76914" y="37746"/>
                    </a:cubicBezTo>
                    <a:cubicBezTo>
                      <a:pt x="76914" y="37746"/>
                      <a:pt x="76914" y="37725"/>
                      <a:pt x="76935" y="37725"/>
                    </a:cubicBezTo>
                    <a:cubicBezTo>
                      <a:pt x="80785" y="33583"/>
                      <a:pt x="83840" y="28205"/>
                      <a:pt x="84216" y="22807"/>
                    </a:cubicBezTo>
                    <a:lnTo>
                      <a:pt x="84216" y="22744"/>
                    </a:lnTo>
                    <a:cubicBezTo>
                      <a:pt x="84216" y="22598"/>
                      <a:pt x="84237" y="22493"/>
                      <a:pt x="84237" y="22367"/>
                    </a:cubicBezTo>
                    <a:cubicBezTo>
                      <a:pt x="85785" y="22744"/>
                      <a:pt x="87355" y="23163"/>
                      <a:pt x="88903" y="23581"/>
                    </a:cubicBezTo>
                    <a:cubicBezTo>
                      <a:pt x="88254" y="24230"/>
                      <a:pt x="87689" y="24941"/>
                      <a:pt x="87166" y="25673"/>
                    </a:cubicBezTo>
                    <a:lnTo>
                      <a:pt x="87145" y="25694"/>
                    </a:lnTo>
                    <a:cubicBezTo>
                      <a:pt x="87062" y="25820"/>
                      <a:pt x="86957" y="25924"/>
                      <a:pt x="86894" y="26050"/>
                    </a:cubicBezTo>
                    <a:cubicBezTo>
                      <a:pt x="86853" y="26113"/>
                      <a:pt x="86832" y="26155"/>
                      <a:pt x="86790" y="26196"/>
                    </a:cubicBezTo>
                    <a:cubicBezTo>
                      <a:pt x="86727" y="26301"/>
                      <a:pt x="86643" y="26364"/>
                      <a:pt x="86601" y="26468"/>
                    </a:cubicBezTo>
                    <a:cubicBezTo>
                      <a:pt x="86539" y="26552"/>
                      <a:pt x="86518" y="26615"/>
                      <a:pt x="86476" y="26678"/>
                    </a:cubicBezTo>
                    <a:cubicBezTo>
                      <a:pt x="86434" y="26740"/>
                      <a:pt x="86413" y="26761"/>
                      <a:pt x="86392" y="26824"/>
                    </a:cubicBezTo>
                    <a:cubicBezTo>
                      <a:pt x="85555" y="28101"/>
                      <a:pt x="84802" y="29398"/>
                      <a:pt x="83944" y="30716"/>
                    </a:cubicBezTo>
                    <a:cubicBezTo>
                      <a:pt x="83254" y="31804"/>
                      <a:pt x="82521" y="32913"/>
                      <a:pt x="81747" y="33980"/>
                    </a:cubicBezTo>
                    <a:cubicBezTo>
                      <a:pt x="81287" y="34671"/>
                      <a:pt x="80806" y="35340"/>
                      <a:pt x="80345" y="35989"/>
                    </a:cubicBezTo>
                    <a:cubicBezTo>
                      <a:pt x="79529" y="37098"/>
                      <a:pt x="78713" y="38186"/>
                      <a:pt x="77876" y="39295"/>
                    </a:cubicBezTo>
                    <a:cubicBezTo>
                      <a:pt x="77834" y="39378"/>
                      <a:pt x="77772" y="39420"/>
                      <a:pt x="77730" y="39504"/>
                    </a:cubicBezTo>
                    <a:cubicBezTo>
                      <a:pt x="77426" y="39909"/>
                      <a:pt x="77735" y="40546"/>
                      <a:pt x="78163" y="40546"/>
                    </a:cubicBezTo>
                    <a:cubicBezTo>
                      <a:pt x="78265" y="40546"/>
                      <a:pt x="78374" y="40509"/>
                      <a:pt x="78483" y="40425"/>
                    </a:cubicBezTo>
                    <a:cubicBezTo>
                      <a:pt x="79885" y="39399"/>
                      <a:pt x="81308" y="38165"/>
                      <a:pt x="82647" y="36826"/>
                    </a:cubicBezTo>
                    <a:cubicBezTo>
                      <a:pt x="86225" y="33206"/>
                      <a:pt x="89175" y="28603"/>
                      <a:pt x="89154" y="23644"/>
                    </a:cubicBezTo>
                    <a:lnTo>
                      <a:pt x="89154" y="23623"/>
                    </a:lnTo>
                    <a:cubicBezTo>
                      <a:pt x="93632" y="24899"/>
                      <a:pt x="98068" y="26448"/>
                      <a:pt x="102420" y="28310"/>
                    </a:cubicBezTo>
                    <a:cubicBezTo>
                      <a:pt x="102545" y="28101"/>
                      <a:pt x="102629" y="27870"/>
                      <a:pt x="102503" y="27808"/>
                    </a:cubicBezTo>
                    <a:cubicBezTo>
                      <a:pt x="97837" y="25778"/>
                      <a:pt x="93025" y="24041"/>
                      <a:pt x="88171" y="22660"/>
                    </a:cubicBezTo>
                    <a:cubicBezTo>
                      <a:pt x="88254" y="22639"/>
                      <a:pt x="88317" y="22598"/>
                      <a:pt x="88380" y="22535"/>
                    </a:cubicBezTo>
                    <a:cubicBezTo>
                      <a:pt x="88401" y="22493"/>
                      <a:pt x="88401" y="22472"/>
                      <a:pt x="88401" y="22451"/>
                    </a:cubicBezTo>
                    <a:cubicBezTo>
                      <a:pt x="88464" y="22137"/>
                      <a:pt x="88485" y="21823"/>
                      <a:pt x="88526" y="21489"/>
                    </a:cubicBezTo>
                    <a:lnTo>
                      <a:pt x="88526" y="21426"/>
                    </a:lnTo>
                    <a:cubicBezTo>
                      <a:pt x="88568" y="21133"/>
                      <a:pt x="88589" y="20819"/>
                      <a:pt x="88589" y="20547"/>
                    </a:cubicBezTo>
                    <a:lnTo>
                      <a:pt x="88589" y="20359"/>
                    </a:lnTo>
                    <a:lnTo>
                      <a:pt x="88589" y="19626"/>
                    </a:lnTo>
                    <a:lnTo>
                      <a:pt x="88589" y="19187"/>
                    </a:lnTo>
                    <a:cubicBezTo>
                      <a:pt x="88589" y="19041"/>
                      <a:pt x="88589" y="18936"/>
                      <a:pt x="88568" y="18810"/>
                    </a:cubicBezTo>
                    <a:cubicBezTo>
                      <a:pt x="88359" y="14730"/>
                      <a:pt x="86790" y="10755"/>
                      <a:pt x="84174" y="7595"/>
                    </a:cubicBezTo>
                    <a:cubicBezTo>
                      <a:pt x="83881" y="7219"/>
                      <a:pt x="83588" y="6884"/>
                      <a:pt x="83254" y="6570"/>
                    </a:cubicBezTo>
                    <a:lnTo>
                      <a:pt x="83065" y="6382"/>
                    </a:lnTo>
                    <a:cubicBezTo>
                      <a:pt x="83024" y="6340"/>
                      <a:pt x="82940" y="6277"/>
                      <a:pt x="82856" y="6256"/>
                    </a:cubicBezTo>
                    <a:cubicBezTo>
                      <a:pt x="82782" y="6226"/>
                      <a:pt x="82702" y="6211"/>
                      <a:pt x="82621" y="6211"/>
                    </a:cubicBezTo>
                    <a:cubicBezTo>
                      <a:pt x="82315" y="6211"/>
                      <a:pt x="81993" y="6414"/>
                      <a:pt x="81894" y="6696"/>
                    </a:cubicBezTo>
                    <a:cubicBezTo>
                      <a:pt x="81873" y="6696"/>
                      <a:pt x="81894" y="6696"/>
                      <a:pt x="81894" y="6738"/>
                    </a:cubicBezTo>
                    <a:cubicBezTo>
                      <a:pt x="81831" y="6842"/>
                      <a:pt x="81831" y="6989"/>
                      <a:pt x="81873" y="7114"/>
                    </a:cubicBezTo>
                    <a:cubicBezTo>
                      <a:pt x="82124" y="7909"/>
                      <a:pt x="82396" y="8725"/>
                      <a:pt x="82668" y="9499"/>
                    </a:cubicBezTo>
                    <a:lnTo>
                      <a:pt x="82668" y="9520"/>
                    </a:lnTo>
                    <a:cubicBezTo>
                      <a:pt x="84195" y="13914"/>
                      <a:pt x="85911" y="18350"/>
                      <a:pt x="87857" y="22535"/>
                    </a:cubicBezTo>
                    <a:cubicBezTo>
                      <a:pt x="87857" y="22550"/>
                      <a:pt x="87867" y="22564"/>
                      <a:pt x="87881" y="22572"/>
                    </a:cubicBezTo>
                    <a:lnTo>
                      <a:pt x="87881" y="22572"/>
                    </a:lnTo>
                    <a:cubicBezTo>
                      <a:pt x="86673" y="22239"/>
                      <a:pt x="85445" y="21926"/>
                      <a:pt x="84216" y="21614"/>
                    </a:cubicBezTo>
                    <a:cubicBezTo>
                      <a:pt x="84205" y="21580"/>
                      <a:pt x="84180" y="21564"/>
                      <a:pt x="84154" y="21564"/>
                    </a:cubicBezTo>
                    <a:cubicBezTo>
                      <a:pt x="84132" y="21564"/>
                      <a:pt x="84109" y="21574"/>
                      <a:pt x="84091" y="21593"/>
                    </a:cubicBezTo>
                    <a:cubicBezTo>
                      <a:pt x="83693" y="21489"/>
                      <a:pt x="83337" y="21405"/>
                      <a:pt x="82940" y="21300"/>
                    </a:cubicBezTo>
                    <a:cubicBezTo>
                      <a:pt x="82961" y="21279"/>
                      <a:pt x="82982" y="21238"/>
                      <a:pt x="82982" y="21196"/>
                    </a:cubicBezTo>
                    <a:cubicBezTo>
                      <a:pt x="83086" y="20568"/>
                      <a:pt x="83149" y="19961"/>
                      <a:pt x="83170" y="19334"/>
                    </a:cubicBezTo>
                    <a:lnTo>
                      <a:pt x="83170" y="19208"/>
                    </a:lnTo>
                    <a:lnTo>
                      <a:pt x="83170" y="18727"/>
                    </a:lnTo>
                    <a:lnTo>
                      <a:pt x="83170" y="18497"/>
                    </a:lnTo>
                    <a:lnTo>
                      <a:pt x="83170" y="18141"/>
                    </a:lnTo>
                    <a:cubicBezTo>
                      <a:pt x="83170" y="17994"/>
                      <a:pt x="83170" y="17890"/>
                      <a:pt x="83149" y="17764"/>
                    </a:cubicBezTo>
                    <a:cubicBezTo>
                      <a:pt x="83149" y="17681"/>
                      <a:pt x="83149" y="17576"/>
                      <a:pt x="83128" y="17513"/>
                    </a:cubicBezTo>
                    <a:cubicBezTo>
                      <a:pt x="83128" y="17346"/>
                      <a:pt x="83086" y="17157"/>
                      <a:pt x="83065" y="17011"/>
                    </a:cubicBezTo>
                    <a:lnTo>
                      <a:pt x="83065" y="16885"/>
                    </a:lnTo>
                    <a:cubicBezTo>
                      <a:pt x="82438" y="11550"/>
                      <a:pt x="79215" y="6758"/>
                      <a:pt x="74549" y="4059"/>
                    </a:cubicBezTo>
                    <a:cubicBezTo>
                      <a:pt x="74131" y="3829"/>
                      <a:pt x="73713" y="3620"/>
                      <a:pt x="73252" y="3411"/>
                    </a:cubicBezTo>
                    <a:cubicBezTo>
                      <a:pt x="73148" y="3348"/>
                      <a:pt x="73085" y="3306"/>
                      <a:pt x="72980" y="3285"/>
                    </a:cubicBezTo>
                    <a:cubicBezTo>
                      <a:pt x="72311" y="2992"/>
                      <a:pt x="71641" y="2720"/>
                      <a:pt x="70930" y="2511"/>
                    </a:cubicBezTo>
                    <a:cubicBezTo>
                      <a:pt x="70873" y="2496"/>
                      <a:pt x="70818" y="2489"/>
                      <a:pt x="70763" y="2489"/>
                    </a:cubicBezTo>
                    <a:cubicBezTo>
                      <a:pt x="70292" y="2489"/>
                      <a:pt x="69915" y="3021"/>
                      <a:pt x="70009" y="3453"/>
                    </a:cubicBezTo>
                    <a:cubicBezTo>
                      <a:pt x="68482" y="2239"/>
                      <a:pt x="66829" y="1130"/>
                      <a:pt x="65134" y="105"/>
                    </a:cubicBezTo>
                    <a:cubicBezTo>
                      <a:pt x="65008" y="32"/>
                      <a:pt x="64882" y="0"/>
                      <a:pt x="647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0" name="Google Shape;350;p25"/>
              <p:cNvSpPr/>
              <p:nvPr/>
            </p:nvSpPr>
            <p:spPr>
              <a:xfrm>
                <a:off x="19388400" y="28623625"/>
                <a:ext cx="714775" cy="158125"/>
              </a:xfrm>
              <a:custGeom>
                <a:avLst/>
                <a:gdLst/>
                <a:ahLst/>
                <a:cxnLst/>
                <a:rect l="l" t="t" r="r" b="b"/>
                <a:pathLst>
                  <a:path w="28591" h="6325" extrusionOk="0">
                    <a:moveTo>
                      <a:pt x="9416" y="0"/>
                    </a:moveTo>
                    <a:cubicBezTo>
                      <a:pt x="6592" y="0"/>
                      <a:pt x="3725" y="272"/>
                      <a:pt x="942" y="711"/>
                    </a:cubicBezTo>
                    <a:cubicBezTo>
                      <a:pt x="1" y="837"/>
                      <a:pt x="1" y="2176"/>
                      <a:pt x="1026" y="2218"/>
                    </a:cubicBezTo>
                    <a:cubicBezTo>
                      <a:pt x="1193" y="2218"/>
                      <a:pt x="1361" y="2260"/>
                      <a:pt x="1549" y="2281"/>
                    </a:cubicBezTo>
                    <a:lnTo>
                      <a:pt x="1675" y="2281"/>
                    </a:lnTo>
                    <a:cubicBezTo>
                      <a:pt x="5336" y="2490"/>
                      <a:pt x="8998" y="3055"/>
                      <a:pt x="12618" y="3683"/>
                    </a:cubicBezTo>
                    <a:lnTo>
                      <a:pt x="12513" y="3683"/>
                    </a:lnTo>
                    <a:cubicBezTo>
                      <a:pt x="16070" y="4310"/>
                      <a:pt x="19606" y="5022"/>
                      <a:pt x="23163" y="5587"/>
                    </a:cubicBezTo>
                    <a:lnTo>
                      <a:pt x="23644" y="5670"/>
                    </a:lnTo>
                    <a:cubicBezTo>
                      <a:pt x="24000" y="5733"/>
                      <a:pt x="24335" y="5775"/>
                      <a:pt x="24711" y="5838"/>
                    </a:cubicBezTo>
                    <a:cubicBezTo>
                      <a:pt x="25130" y="5880"/>
                      <a:pt x="25548" y="5963"/>
                      <a:pt x="25967" y="6026"/>
                    </a:cubicBezTo>
                    <a:cubicBezTo>
                      <a:pt x="26113" y="6047"/>
                      <a:pt x="26302" y="6068"/>
                      <a:pt x="26469" y="6089"/>
                    </a:cubicBezTo>
                    <a:lnTo>
                      <a:pt x="28352" y="6319"/>
                    </a:lnTo>
                    <a:cubicBezTo>
                      <a:pt x="28364" y="6323"/>
                      <a:pt x="28377" y="6325"/>
                      <a:pt x="28389" y="6325"/>
                    </a:cubicBezTo>
                    <a:cubicBezTo>
                      <a:pt x="28500" y="6325"/>
                      <a:pt x="28591" y="6162"/>
                      <a:pt x="28478" y="6068"/>
                    </a:cubicBezTo>
                    <a:cubicBezTo>
                      <a:pt x="23142" y="1716"/>
                      <a:pt x="16760" y="105"/>
                      <a:pt x="10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351" name="Google Shape;351;p25"/>
            <p:cNvGrpSpPr/>
            <p:nvPr/>
          </p:nvGrpSpPr>
          <p:grpSpPr>
            <a:xfrm rot="-2700000" flipH="1">
              <a:off x="4967567" y="4268995"/>
              <a:ext cx="1964461" cy="994012"/>
              <a:chOff x="19279125" y="28273675"/>
              <a:chExt cx="2565725" cy="1298250"/>
            </a:xfrm>
          </p:grpSpPr>
          <p:sp>
            <p:nvSpPr>
              <p:cNvPr id="352" name="Google Shape;352;p25"/>
              <p:cNvSpPr/>
              <p:nvPr/>
            </p:nvSpPr>
            <p:spPr>
              <a:xfrm>
                <a:off x="19715375" y="28798125"/>
                <a:ext cx="506850" cy="665075"/>
              </a:xfrm>
              <a:custGeom>
                <a:avLst/>
                <a:gdLst/>
                <a:ahLst/>
                <a:cxnLst/>
                <a:rect l="l" t="t" r="r" b="b"/>
                <a:pathLst>
                  <a:path w="20274" h="26603" extrusionOk="0">
                    <a:moveTo>
                      <a:pt x="20102" y="0"/>
                    </a:moveTo>
                    <a:cubicBezTo>
                      <a:pt x="20089" y="0"/>
                      <a:pt x="20076" y="3"/>
                      <a:pt x="20065" y="8"/>
                    </a:cubicBezTo>
                    <a:cubicBezTo>
                      <a:pt x="20002" y="8"/>
                      <a:pt x="19981" y="29"/>
                      <a:pt x="19918" y="50"/>
                    </a:cubicBezTo>
                    <a:cubicBezTo>
                      <a:pt x="18014" y="1975"/>
                      <a:pt x="16194" y="4026"/>
                      <a:pt x="14415" y="6181"/>
                    </a:cubicBezTo>
                    <a:cubicBezTo>
                      <a:pt x="14060" y="6537"/>
                      <a:pt x="13746" y="6934"/>
                      <a:pt x="13474" y="7332"/>
                    </a:cubicBezTo>
                    <a:cubicBezTo>
                      <a:pt x="13264" y="7583"/>
                      <a:pt x="13055" y="7876"/>
                      <a:pt x="12846" y="8148"/>
                    </a:cubicBezTo>
                    <a:lnTo>
                      <a:pt x="12804" y="8169"/>
                    </a:lnTo>
                    <a:cubicBezTo>
                      <a:pt x="9561" y="12270"/>
                      <a:pt x="6506" y="16643"/>
                      <a:pt x="3577" y="20911"/>
                    </a:cubicBezTo>
                    <a:cubicBezTo>
                      <a:pt x="3577" y="20911"/>
                      <a:pt x="3577" y="20932"/>
                      <a:pt x="3556" y="20932"/>
                    </a:cubicBezTo>
                    <a:cubicBezTo>
                      <a:pt x="3556" y="20953"/>
                      <a:pt x="3535" y="20953"/>
                      <a:pt x="3535" y="20974"/>
                    </a:cubicBezTo>
                    <a:cubicBezTo>
                      <a:pt x="2447" y="22522"/>
                      <a:pt x="1401" y="24050"/>
                      <a:pt x="355" y="25535"/>
                    </a:cubicBezTo>
                    <a:cubicBezTo>
                      <a:pt x="0" y="26042"/>
                      <a:pt x="531" y="26603"/>
                      <a:pt x="1046" y="26603"/>
                    </a:cubicBezTo>
                    <a:cubicBezTo>
                      <a:pt x="1169" y="26603"/>
                      <a:pt x="1292" y="26571"/>
                      <a:pt x="1401" y="26498"/>
                    </a:cubicBezTo>
                    <a:cubicBezTo>
                      <a:pt x="1987" y="26142"/>
                      <a:pt x="2593" y="25745"/>
                      <a:pt x="3137" y="25347"/>
                    </a:cubicBezTo>
                    <a:cubicBezTo>
                      <a:pt x="3158" y="25347"/>
                      <a:pt x="3158" y="25326"/>
                      <a:pt x="3158" y="25326"/>
                    </a:cubicBezTo>
                    <a:cubicBezTo>
                      <a:pt x="11423" y="19593"/>
                      <a:pt x="18746" y="10177"/>
                      <a:pt x="20274" y="239"/>
                    </a:cubicBezTo>
                    <a:cubicBezTo>
                      <a:pt x="20274" y="155"/>
                      <a:pt x="20232" y="113"/>
                      <a:pt x="20211" y="50"/>
                    </a:cubicBezTo>
                    <a:cubicBezTo>
                      <a:pt x="20180" y="20"/>
                      <a:pt x="20139" y="0"/>
                      <a:pt x="201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3" name="Google Shape;353;p25"/>
              <p:cNvSpPr/>
              <p:nvPr/>
            </p:nvSpPr>
            <p:spPr>
              <a:xfrm>
                <a:off x="20308800" y="28749150"/>
                <a:ext cx="511325" cy="822775"/>
              </a:xfrm>
              <a:custGeom>
                <a:avLst/>
                <a:gdLst/>
                <a:ahLst/>
                <a:cxnLst/>
                <a:rect l="l" t="t" r="r" b="b"/>
                <a:pathLst>
                  <a:path w="20453" h="32911" extrusionOk="0">
                    <a:moveTo>
                      <a:pt x="20227" y="1"/>
                    </a:moveTo>
                    <a:cubicBezTo>
                      <a:pt x="20190" y="1"/>
                      <a:pt x="20153" y="8"/>
                      <a:pt x="20118" y="22"/>
                    </a:cubicBezTo>
                    <a:cubicBezTo>
                      <a:pt x="20097" y="22"/>
                      <a:pt x="20097" y="63"/>
                      <a:pt x="20076" y="84"/>
                    </a:cubicBezTo>
                    <a:cubicBezTo>
                      <a:pt x="19804" y="335"/>
                      <a:pt x="19574" y="607"/>
                      <a:pt x="19302" y="900"/>
                    </a:cubicBezTo>
                    <a:cubicBezTo>
                      <a:pt x="19302" y="900"/>
                      <a:pt x="19302" y="921"/>
                      <a:pt x="19281" y="921"/>
                    </a:cubicBezTo>
                    <a:cubicBezTo>
                      <a:pt x="19051" y="1172"/>
                      <a:pt x="18841" y="1444"/>
                      <a:pt x="18632" y="1695"/>
                    </a:cubicBezTo>
                    <a:cubicBezTo>
                      <a:pt x="18569" y="1758"/>
                      <a:pt x="18528" y="1842"/>
                      <a:pt x="18465" y="1884"/>
                    </a:cubicBezTo>
                    <a:cubicBezTo>
                      <a:pt x="18318" y="2093"/>
                      <a:pt x="18130" y="2302"/>
                      <a:pt x="17984" y="2512"/>
                    </a:cubicBezTo>
                    <a:cubicBezTo>
                      <a:pt x="17921" y="2595"/>
                      <a:pt x="17837" y="2679"/>
                      <a:pt x="17795" y="2784"/>
                    </a:cubicBezTo>
                    <a:cubicBezTo>
                      <a:pt x="17628" y="2993"/>
                      <a:pt x="17502" y="3160"/>
                      <a:pt x="17356" y="3369"/>
                    </a:cubicBezTo>
                    <a:cubicBezTo>
                      <a:pt x="17293" y="3453"/>
                      <a:pt x="17209" y="3558"/>
                      <a:pt x="17168" y="3641"/>
                    </a:cubicBezTo>
                    <a:cubicBezTo>
                      <a:pt x="17000" y="3851"/>
                      <a:pt x="16875" y="4060"/>
                      <a:pt x="16749" y="4269"/>
                    </a:cubicBezTo>
                    <a:cubicBezTo>
                      <a:pt x="16686" y="4353"/>
                      <a:pt x="16644" y="4436"/>
                      <a:pt x="16561" y="4520"/>
                    </a:cubicBezTo>
                    <a:lnTo>
                      <a:pt x="16100" y="5232"/>
                    </a:lnTo>
                    <a:cubicBezTo>
                      <a:pt x="16059" y="5273"/>
                      <a:pt x="16017" y="5336"/>
                      <a:pt x="15996" y="5420"/>
                    </a:cubicBezTo>
                    <a:cubicBezTo>
                      <a:pt x="15598" y="6006"/>
                      <a:pt x="15222" y="6633"/>
                      <a:pt x="14866" y="7282"/>
                    </a:cubicBezTo>
                    <a:cubicBezTo>
                      <a:pt x="14803" y="7345"/>
                      <a:pt x="14782" y="7429"/>
                      <a:pt x="14740" y="7512"/>
                    </a:cubicBezTo>
                    <a:cubicBezTo>
                      <a:pt x="14594" y="7742"/>
                      <a:pt x="14468" y="7973"/>
                      <a:pt x="14322" y="8203"/>
                    </a:cubicBezTo>
                    <a:cubicBezTo>
                      <a:pt x="14259" y="8286"/>
                      <a:pt x="14217" y="8391"/>
                      <a:pt x="14155" y="8475"/>
                    </a:cubicBezTo>
                    <a:lnTo>
                      <a:pt x="13757" y="9186"/>
                    </a:lnTo>
                    <a:cubicBezTo>
                      <a:pt x="13715" y="9249"/>
                      <a:pt x="13652" y="9333"/>
                      <a:pt x="13631" y="9416"/>
                    </a:cubicBezTo>
                    <a:cubicBezTo>
                      <a:pt x="13485" y="9709"/>
                      <a:pt x="13318" y="9960"/>
                      <a:pt x="13171" y="10253"/>
                    </a:cubicBezTo>
                    <a:cubicBezTo>
                      <a:pt x="12962" y="10609"/>
                      <a:pt x="12753" y="10986"/>
                      <a:pt x="12564" y="11341"/>
                    </a:cubicBezTo>
                    <a:cubicBezTo>
                      <a:pt x="12502" y="11488"/>
                      <a:pt x="12439" y="11592"/>
                      <a:pt x="12376" y="11718"/>
                    </a:cubicBezTo>
                    <a:lnTo>
                      <a:pt x="12062" y="12262"/>
                    </a:lnTo>
                    <a:cubicBezTo>
                      <a:pt x="11539" y="13224"/>
                      <a:pt x="10995" y="14166"/>
                      <a:pt x="10409" y="15108"/>
                    </a:cubicBezTo>
                    <a:cubicBezTo>
                      <a:pt x="8568" y="18183"/>
                      <a:pt x="6622" y="21217"/>
                      <a:pt x="4718" y="24251"/>
                    </a:cubicBezTo>
                    <a:lnTo>
                      <a:pt x="4718" y="24272"/>
                    </a:lnTo>
                    <a:lnTo>
                      <a:pt x="4718" y="24293"/>
                    </a:lnTo>
                    <a:lnTo>
                      <a:pt x="4718" y="24314"/>
                    </a:lnTo>
                    <a:lnTo>
                      <a:pt x="4718" y="24356"/>
                    </a:lnTo>
                    <a:lnTo>
                      <a:pt x="4718" y="24377"/>
                    </a:lnTo>
                    <a:cubicBezTo>
                      <a:pt x="3693" y="26030"/>
                      <a:pt x="2668" y="27641"/>
                      <a:pt x="1684" y="29315"/>
                    </a:cubicBezTo>
                    <a:lnTo>
                      <a:pt x="1684" y="29336"/>
                    </a:lnTo>
                    <a:lnTo>
                      <a:pt x="1684" y="29377"/>
                    </a:lnTo>
                    <a:lnTo>
                      <a:pt x="1684" y="29398"/>
                    </a:lnTo>
                    <a:lnTo>
                      <a:pt x="1684" y="29419"/>
                    </a:lnTo>
                    <a:lnTo>
                      <a:pt x="1684" y="29461"/>
                    </a:lnTo>
                    <a:cubicBezTo>
                      <a:pt x="1621" y="29503"/>
                      <a:pt x="1600" y="29587"/>
                      <a:pt x="1559" y="29670"/>
                    </a:cubicBezTo>
                    <a:lnTo>
                      <a:pt x="1559" y="29691"/>
                    </a:lnTo>
                    <a:cubicBezTo>
                      <a:pt x="1140" y="30361"/>
                      <a:pt x="743" y="31072"/>
                      <a:pt x="345" y="31763"/>
                    </a:cubicBezTo>
                    <a:cubicBezTo>
                      <a:pt x="1" y="32365"/>
                      <a:pt x="520" y="32911"/>
                      <a:pt x="1088" y="32911"/>
                    </a:cubicBezTo>
                    <a:cubicBezTo>
                      <a:pt x="1210" y="32911"/>
                      <a:pt x="1335" y="32886"/>
                      <a:pt x="1454" y="32830"/>
                    </a:cubicBezTo>
                    <a:cubicBezTo>
                      <a:pt x="1517" y="32809"/>
                      <a:pt x="1600" y="32746"/>
                      <a:pt x="1684" y="32662"/>
                    </a:cubicBezTo>
                    <a:cubicBezTo>
                      <a:pt x="6476" y="28038"/>
                      <a:pt x="10388" y="22556"/>
                      <a:pt x="13757" y="16844"/>
                    </a:cubicBezTo>
                    <a:cubicBezTo>
                      <a:pt x="16247" y="12408"/>
                      <a:pt x="19051" y="7721"/>
                      <a:pt x="20097" y="2700"/>
                    </a:cubicBezTo>
                    <a:cubicBezTo>
                      <a:pt x="20097" y="2658"/>
                      <a:pt x="20118" y="2616"/>
                      <a:pt x="20118" y="2595"/>
                    </a:cubicBezTo>
                    <a:cubicBezTo>
                      <a:pt x="20160" y="2365"/>
                      <a:pt x="20222" y="2093"/>
                      <a:pt x="20243" y="1863"/>
                    </a:cubicBezTo>
                    <a:cubicBezTo>
                      <a:pt x="20243" y="1800"/>
                      <a:pt x="20264" y="1779"/>
                      <a:pt x="20264" y="1737"/>
                    </a:cubicBezTo>
                    <a:lnTo>
                      <a:pt x="20348" y="1172"/>
                    </a:lnTo>
                    <a:cubicBezTo>
                      <a:pt x="20390" y="1068"/>
                      <a:pt x="20390" y="1005"/>
                      <a:pt x="20390" y="879"/>
                    </a:cubicBezTo>
                    <a:cubicBezTo>
                      <a:pt x="20411" y="733"/>
                      <a:pt x="20411" y="607"/>
                      <a:pt x="20432" y="440"/>
                    </a:cubicBezTo>
                    <a:cubicBezTo>
                      <a:pt x="20432" y="356"/>
                      <a:pt x="20453" y="294"/>
                      <a:pt x="20453" y="210"/>
                    </a:cubicBezTo>
                    <a:lnTo>
                      <a:pt x="20453" y="126"/>
                    </a:lnTo>
                    <a:cubicBezTo>
                      <a:pt x="20453" y="105"/>
                      <a:pt x="20432" y="105"/>
                      <a:pt x="20432" y="84"/>
                    </a:cubicBezTo>
                    <a:cubicBezTo>
                      <a:pt x="20376" y="29"/>
                      <a:pt x="20301" y="1"/>
                      <a:pt x="20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4" name="Google Shape;354;p25"/>
              <p:cNvSpPr/>
              <p:nvPr/>
            </p:nvSpPr>
            <p:spPr>
              <a:xfrm>
                <a:off x="20182700" y="28375125"/>
                <a:ext cx="603425" cy="350075"/>
              </a:xfrm>
              <a:custGeom>
                <a:avLst/>
                <a:gdLst/>
                <a:ahLst/>
                <a:cxnLst/>
                <a:rect l="l" t="t" r="r" b="b"/>
                <a:pathLst>
                  <a:path w="24137" h="14003" extrusionOk="0">
                    <a:moveTo>
                      <a:pt x="808" y="1"/>
                    </a:moveTo>
                    <a:cubicBezTo>
                      <a:pt x="364" y="1"/>
                      <a:pt x="1" y="496"/>
                      <a:pt x="137" y="922"/>
                    </a:cubicBezTo>
                    <a:cubicBezTo>
                      <a:pt x="179" y="1027"/>
                      <a:pt x="263" y="1131"/>
                      <a:pt x="367" y="1215"/>
                    </a:cubicBezTo>
                    <a:cubicBezTo>
                      <a:pt x="6623" y="6404"/>
                      <a:pt x="13131" y="11070"/>
                      <a:pt x="20935" y="13288"/>
                    </a:cubicBezTo>
                    <a:cubicBezTo>
                      <a:pt x="20977" y="13309"/>
                      <a:pt x="21040" y="13309"/>
                      <a:pt x="21103" y="13351"/>
                    </a:cubicBezTo>
                    <a:cubicBezTo>
                      <a:pt x="21500" y="13434"/>
                      <a:pt x="21919" y="13560"/>
                      <a:pt x="22316" y="13643"/>
                    </a:cubicBezTo>
                    <a:cubicBezTo>
                      <a:pt x="22421" y="13685"/>
                      <a:pt x="22484" y="13706"/>
                      <a:pt x="22588" y="13727"/>
                    </a:cubicBezTo>
                    <a:cubicBezTo>
                      <a:pt x="22965" y="13811"/>
                      <a:pt x="23362" y="13895"/>
                      <a:pt x="23718" y="13957"/>
                    </a:cubicBezTo>
                    <a:cubicBezTo>
                      <a:pt x="23781" y="13957"/>
                      <a:pt x="23802" y="13999"/>
                      <a:pt x="23823" y="13999"/>
                    </a:cubicBezTo>
                    <a:cubicBezTo>
                      <a:pt x="23838" y="14001"/>
                      <a:pt x="23852" y="14002"/>
                      <a:pt x="23867" y="14002"/>
                    </a:cubicBezTo>
                    <a:cubicBezTo>
                      <a:pt x="23990" y="14002"/>
                      <a:pt x="24078" y="13923"/>
                      <a:pt x="24116" y="13811"/>
                    </a:cubicBezTo>
                    <a:cubicBezTo>
                      <a:pt x="24137" y="13769"/>
                      <a:pt x="24137" y="13727"/>
                      <a:pt x="24116" y="13685"/>
                    </a:cubicBezTo>
                    <a:cubicBezTo>
                      <a:pt x="24116" y="13643"/>
                      <a:pt x="24095" y="13602"/>
                      <a:pt x="24032" y="13581"/>
                    </a:cubicBezTo>
                    <a:cubicBezTo>
                      <a:pt x="23676" y="13309"/>
                      <a:pt x="23341" y="13037"/>
                      <a:pt x="22965" y="12765"/>
                    </a:cubicBezTo>
                    <a:cubicBezTo>
                      <a:pt x="22923" y="12744"/>
                      <a:pt x="22860" y="12681"/>
                      <a:pt x="22818" y="12660"/>
                    </a:cubicBezTo>
                    <a:cubicBezTo>
                      <a:pt x="22525" y="12451"/>
                      <a:pt x="22212" y="12221"/>
                      <a:pt x="21919" y="12011"/>
                    </a:cubicBezTo>
                    <a:lnTo>
                      <a:pt x="21688" y="11844"/>
                    </a:lnTo>
                    <a:cubicBezTo>
                      <a:pt x="21333" y="11614"/>
                      <a:pt x="21019" y="11384"/>
                      <a:pt x="20684" y="11175"/>
                    </a:cubicBezTo>
                    <a:lnTo>
                      <a:pt x="20663" y="11133"/>
                    </a:lnTo>
                    <a:cubicBezTo>
                      <a:pt x="16876" y="8580"/>
                      <a:pt x="12859" y="6404"/>
                      <a:pt x="8841" y="4228"/>
                    </a:cubicBezTo>
                    <a:cubicBezTo>
                      <a:pt x="8841" y="4228"/>
                      <a:pt x="8820" y="4228"/>
                      <a:pt x="8820" y="4207"/>
                    </a:cubicBezTo>
                    <a:lnTo>
                      <a:pt x="8800" y="4207"/>
                    </a:lnTo>
                    <a:cubicBezTo>
                      <a:pt x="6226" y="2847"/>
                      <a:pt x="3673" y="1508"/>
                      <a:pt x="1121" y="85"/>
                    </a:cubicBezTo>
                    <a:cubicBezTo>
                      <a:pt x="1016" y="27"/>
                      <a:pt x="910" y="1"/>
                      <a:pt x="8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5" name="Google Shape;355;p25"/>
              <p:cNvSpPr/>
              <p:nvPr/>
            </p:nvSpPr>
            <p:spPr>
              <a:xfrm>
                <a:off x="19914100" y="28430850"/>
                <a:ext cx="673250" cy="292175"/>
              </a:xfrm>
              <a:custGeom>
                <a:avLst/>
                <a:gdLst/>
                <a:ahLst/>
                <a:cxnLst/>
                <a:rect l="l" t="t" r="r" b="b"/>
                <a:pathLst>
                  <a:path w="26930" h="11687" extrusionOk="0">
                    <a:moveTo>
                      <a:pt x="1364" y="1"/>
                    </a:moveTo>
                    <a:cubicBezTo>
                      <a:pt x="1157" y="1"/>
                      <a:pt x="953" y="11"/>
                      <a:pt x="754" y="32"/>
                    </a:cubicBezTo>
                    <a:cubicBezTo>
                      <a:pt x="210" y="53"/>
                      <a:pt x="1" y="492"/>
                      <a:pt x="106" y="911"/>
                    </a:cubicBezTo>
                    <a:cubicBezTo>
                      <a:pt x="210" y="1141"/>
                      <a:pt x="357" y="1392"/>
                      <a:pt x="650" y="1476"/>
                    </a:cubicBezTo>
                    <a:cubicBezTo>
                      <a:pt x="3683" y="2522"/>
                      <a:pt x="6696" y="3610"/>
                      <a:pt x="9647" y="4782"/>
                    </a:cubicBezTo>
                    <a:lnTo>
                      <a:pt x="9626" y="4782"/>
                    </a:lnTo>
                    <a:cubicBezTo>
                      <a:pt x="11802" y="5640"/>
                      <a:pt x="13936" y="6581"/>
                      <a:pt x="16091" y="7606"/>
                    </a:cubicBezTo>
                    <a:cubicBezTo>
                      <a:pt x="16970" y="8025"/>
                      <a:pt x="17807" y="8464"/>
                      <a:pt x="18644" y="8925"/>
                    </a:cubicBezTo>
                    <a:cubicBezTo>
                      <a:pt x="21238" y="10222"/>
                      <a:pt x="23770" y="11394"/>
                      <a:pt x="26783" y="11686"/>
                    </a:cubicBezTo>
                    <a:cubicBezTo>
                      <a:pt x="26825" y="11686"/>
                      <a:pt x="26867" y="11686"/>
                      <a:pt x="26888" y="11666"/>
                    </a:cubicBezTo>
                    <a:cubicBezTo>
                      <a:pt x="26909" y="11645"/>
                      <a:pt x="26930" y="11582"/>
                      <a:pt x="26930" y="11498"/>
                    </a:cubicBezTo>
                    <a:cubicBezTo>
                      <a:pt x="26930" y="11414"/>
                      <a:pt x="26888" y="11373"/>
                      <a:pt x="26804" y="11352"/>
                    </a:cubicBezTo>
                    <a:lnTo>
                      <a:pt x="26783" y="11352"/>
                    </a:lnTo>
                    <a:cubicBezTo>
                      <a:pt x="26553" y="11268"/>
                      <a:pt x="26344" y="11184"/>
                      <a:pt x="26093" y="11080"/>
                    </a:cubicBezTo>
                    <a:cubicBezTo>
                      <a:pt x="26051" y="11059"/>
                      <a:pt x="25988" y="11038"/>
                      <a:pt x="25946" y="11038"/>
                    </a:cubicBezTo>
                    <a:cubicBezTo>
                      <a:pt x="25737" y="10954"/>
                      <a:pt x="25528" y="10850"/>
                      <a:pt x="25318" y="10745"/>
                    </a:cubicBezTo>
                    <a:cubicBezTo>
                      <a:pt x="25256" y="10724"/>
                      <a:pt x="25214" y="10682"/>
                      <a:pt x="25130" y="10661"/>
                    </a:cubicBezTo>
                    <a:cubicBezTo>
                      <a:pt x="24921" y="10557"/>
                      <a:pt x="24733" y="10452"/>
                      <a:pt x="24523" y="10347"/>
                    </a:cubicBezTo>
                    <a:lnTo>
                      <a:pt x="24377" y="10264"/>
                    </a:lnTo>
                    <a:cubicBezTo>
                      <a:pt x="24189" y="10159"/>
                      <a:pt x="24042" y="10054"/>
                      <a:pt x="23854" y="9950"/>
                    </a:cubicBezTo>
                    <a:cubicBezTo>
                      <a:pt x="23791" y="9929"/>
                      <a:pt x="23749" y="9908"/>
                      <a:pt x="23686" y="9845"/>
                    </a:cubicBezTo>
                    <a:cubicBezTo>
                      <a:pt x="23519" y="9762"/>
                      <a:pt x="23331" y="9615"/>
                      <a:pt x="23142" y="9510"/>
                    </a:cubicBezTo>
                    <a:cubicBezTo>
                      <a:pt x="23059" y="9469"/>
                      <a:pt x="23017" y="9427"/>
                      <a:pt x="22933" y="9385"/>
                    </a:cubicBezTo>
                    <a:cubicBezTo>
                      <a:pt x="22745" y="9280"/>
                      <a:pt x="22598" y="9155"/>
                      <a:pt x="22410" y="9029"/>
                    </a:cubicBezTo>
                    <a:cubicBezTo>
                      <a:pt x="22326" y="8966"/>
                      <a:pt x="22264" y="8925"/>
                      <a:pt x="22180" y="8841"/>
                    </a:cubicBezTo>
                    <a:cubicBezTo>
                      <a:pt x="22054" y="8757"/>
                      <a:pt x="21950" y="8673"/>
                      <a:pt x="21845" y="8569"/>
                    </a:cubicBezTo>
                    <a:cubicBezTo>
                      <a:pt x="21678" y="8443"/>
                      <a:pt x="21531" y="8339"/>
                      <a:pt x="21364" y="8213"/>
                    </a:cubicBezTo>
                    <a:cubicBezTo>
                      <a:pt x="21343" y="8192"/>
                      <a:pt x="21280" y="8150"/>
                      <a:pt x="21259" y="8129"/>
                    </a:cubicBezTo>
                    <a:cubicBezTo>
                      <a:pt x="18769" y="6246"/>
                      <a:pt x="16363" y="4112"/>
                      <a:pt x="13559" y="2773"/>
                    </a:cubicBezTo>
                    <a:cubicBezTo>
                      <a:pt x="10023" y="1078"/>
                      <a:pt x="6006" y="137"/>
                      <a:pt x="2051" y="32"/>
                    </a:cubicBezTo>
                    <a:lnTo>
                      <a:pt x="1989" y="32"/>
                    </a:lnTo>
                    <a:cubicBezTo>
                      <a:pt x="1779" y="11"/>
                      <a:pt x="1570" y="1"/>
                      <a:pt x="13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6" name="Google Shape;356;p25"/>
              <p:cNvSpPr/>
              <p:nvPr/>
            </p:nvSpPr>
            <p:spPr>
              <a:xfrm>
                <a:off x="19600250" y="28499650"/>
                <a:ext cx="774200" cy="245875"/>
              </a:xfrm>
              <a:custGeom>
                <a:avLst/>
                <a:gdLst/>
                <a:ahLst/>
                <a:cxnLst/>
                <a:rect l="l" t="t" r="r" b="b"/>
                <a:pathLst>
                  <a:path w="30968" h="9835" extrusionOk="0">
                    <a:moveTo>
                      <a:pt x="6613" y="0"/>
                    </a:moveTo>
                    <a:cubicBezTo>
                      <a:pt x="4520" y="0"/>
                      <a:pt x="2532" y="63"/>
                      <a:pt x="733" y="251"/>
                    </a:cubicBezTo>
                    <a:cubicBezTo>
                      <a:pt x="252" y="272"/>
                      <a:pt x="1" y="753"/>
                      <a:pt x="105" y="1151"/>
                    </a:cubicBezTo>
                    <a:cubicBezTo>
                      <a:pt x="105" y="1318"/>
                      <a:pt x="252" y="1507"/>
                      <a:pt x="545" y="1590"/>
                    </a:cubicBezTo>
                    <a:cubicBezTo>
                      <a:pt x="5859" y="2678"/>
                      <a:pt x="11007" y="4080"/>
                      <a:pt x="16154" y="5712"/>
                    </a:cubicBezTo>
                    <a:cubicBezTo>
                      <a:pt x="16509" y="5817"/>
                      <a:pt x="16844" y="5963"/>
                      <a:pt x="17179" y="6068"/>
                    </a:cubicBezTo>
                    <a:lnTo>
                      <a:pt x="17158" y="6068"/>
                    </a:lnTo>
                    <a:cubicBezTo>
                      <a:pt x="18518" y="6528"/>
                      <a:pt x="19878" y="7051"/>
                      <a:pt x="21259" y="7574"/>
                    </a:cubicBezTo>
                    <a:cubicBezTo>
                      <a:pt x="21343" y="7595"/>
                      <a:pt x="21385" y="7637"/>
                      <a:pt x="21468" y="7658"/>
                    </a:cubicBezTo>
                    <a:cubicBezTo>
                      <a:pt x="21489" y="7658"/>
                      <a:pt x="21531" y="7679"/>
                      <a:pt x="21573" y="7679"/>
                    </a:cubicBezTo>
                    <a:cubicBezTo>
                      <a:pt x="24000" y="8579"/>
                      <a:pt x="26490" y="9416"/>
                      <a:pt x="29022" y="9730"/>
                    </a:cubicBezTo>
                    <a:lnTo>
                      <a:pt x="29064" y="9730"/>
                    </a:lnTo>
                    <a:cubicBezTo>
                      <a:pt x="29182" y="9747"/>
                      <a:pt x="29355" y="9777"/>
                      <a:pt x="29528" y="9777"/>
                    </a:cubicBezTo>
                    <a:cubicBezTo>
                      <a:pt x="29569" y="9777"/>
                      <a:pt x="29610" y="9775"/>
                      <a:pt x="29649" y="9771"/>
                    </a:cubicBezTo>
                    <a:cubicBezTo>
                      <a:pt x="29838" y="9792"/>
                      <a:pt x="30026" y="9792"/>
                      <a:pt x="30173" y="9834"/>
                    </a:cubicBezTo>
                    <a:lnTo>
                      <a:pt x="30319" y="9834"/>
                    </a:lnTo>
                    <a:cubicBezTo>
                      <a:pt x="30361" y="9834"/>
                      <a:pt x="30424" y="9834"/>
                      <a:pt x="30466" y="9792"/>
                    </a:cubicBezTo>
                    <a:cubicBezTo>
                      <a:pt x="30758" y="9730"/>
                      <a:pt x="30968" y="9374"/>
                      <a:pt x="30905" y="9060"/>
                    </a:cubicBezTo>
                    <a:cubicBezTo>
                      <a:pt x="30884" y="8997"/>
                      <a:pt x="30884" y="8914"/>
                      <a:pt x="30821" y="8851"/>
                    </a:cubicBezTo>
                    <a:cubicBezTo>
                      <a:pt x="30779" y="8788"/>
                      <a:pt x="30717" y="8725"/>
                      <a:pt x="30675" y="8642"/>
                    </a:cubicBezTo>
                    <a:cubicBezTo>
                      <a:pt x="30445" y="8328"/>
                      <a:pt x="30173" y="8056"/>
                      <a:pt x="29942" y="7763"/>
                    </a:cubicBezTo>
                    <a:cubicBezTo>
                      <a:pt x="29733" y="7428"/>
                      <a:pt x="29440" y="7135"/>
                      <a:pt x="29105" y="6905"/>
                    </a:cubicBezTo>
                    <a:cubicBezTo>
                      <a:pt x="23686" y="1716"/>
                      <a:pt x="14501" y="42"/>
                      <a:pt x="66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7" name="Google Shape;357;p25"/>
              <p:cNvSpPr/>
              <p:nvPr/>
            </p:nvSpPr>
            <p:spPr>
              <a:xfrm>
                <a:off x="20149825" y="28752300"/>
                <a:ext cx="462625" cy="768775"/>
              </a:xfrm>
              <a:custGeom>
                <a:avLst/>
                <a:gdLst/>
                <a:ahLst/>
                <a:cxnLst/>
                <a:rect l="l" t="t" r="r" b="b"/>
                <a:pathLst>
                  <a:path w="18505" h="30751" extrusionOk="0">
                    <a:moveTo>
                      <a:pt x="13598" y="8453"/>
                    </a:moveTo>
                    <a:cubicBezTo>
                      <a:pt x="13593" y="8459"/>
                      <a:pt x="13588" y="8464"/>
                      <a:pt x="13588" y="8474"/>
                    </a:cubicBezTo>
                    <a:lnTo>
                      <a:pt x="13588" y="8474"/>
                    </a:lnTo>
                    <a:cubicBezTo>
                      <a:pt x="13591" y="8467"/>
                      <a:pt x="13595" y="8460"/>
                      <a:pt x="13598" y="8453"/>
                    </a:cubicBezTo>
                    <a:close/>
                    <a:moveTo>
                      <a:pt x="18233" y="0"/>
                    </a:moveTo>
                    <a:cubicBezTo>
                      <a:pt x="18170" y="0"/>
                      <a:pt x="18066" y="42"/>
                      <a:pt x="18003" y="84"/>
                    </a:cubicBezTo>
                    <a:cubicBezTo>
                      <a:pt x="17773" y="293"/>
                      <a:pt x="17563" y="481"/>
                      <a:pt x="17333" y="691"/>
                    </a:cubicBezTo>
                    <a:cubicBezTo>
                      <a:pt x="17255" y="769"/>
                      <a:pt x="17323" y="902"/>
                      <a:pt x="17418" y="902"/>
                    </a:cubicBezTo>
                    <a:cubicBezTo>
                      <a:pt x="17424" y="902"/>
                      <a:pt x="17431" y="901"/>
                      <a:pt x="17438" y="900"/>
                    </a:cubicBezTo>
                    <a:lnTo>
                      <a:pt x="17438" y="900"/>
                    </a:lnTo>
                    <a:cubicBezTo>
                      <a:pt x="17375" y="921"/>
                      <a:pt x="17354" y="942"/>
                      <a:pt x="17291" y="984"/>
                    </a:cubicBezTo>
                    <a:cubicBezTo>
                      <a:pt x="17291" y="984"/>
                      <a:pt x="17270" y="984"/>
                      <a:pt x="17270" y="1005"/>
                    </a:cubicBezTo>
                    <a:cubicBezTo>
                      <a:pt x="17229" y="1025"/>
                      <a:pt x="17187" y="1046"/>
                      <a:pt x="17145" y="1109"/>
                    </a:cubicBezTo>
                    <a:lnTo>
                      <a:pt x="17124" y="1130"/>
                    </a:lnTo>
                    <a:lnTo>
                      <a:pt x="16977" y="1256"/>
                    </a:lnTo>
                    <a:cubicBezTo>
                      <a:pt x="16957" y="1297"/>
                      <a:pt x="16936" y="1318"/>
                      <a:pt x="16915" y="1360"/>
                    </a:cubicBezTo>
                    <a:lnTo>
                      <a:pt x="16852" y="1423"/>
                    </a:lnTo>
                    <a:cubicBezTo>
                      <a:pt x="16203" y="2302"/>
                      <a:pt x="15471" y="4143"/>
                      <a:pt x="14927" y="5524"/>
                    </a:cubicBezTo>
                    <a:cubicBezTo>
                      <a:pt x="14760" y="5922"/>
                      <a:pt x="14613" y="6340"/>
                      <a:pt x="14446" y="6738"/>
                    </a:cubicBezTo>
                    <a:cubicBezTo>
                      <a:pt x="14446" y="6759"/>
                      <a:pt x="14425" y="6779"/>
                      <a:pt x="14425" y="6800"/>
                    </a:cubicBezTo>
                    <a:cubicBezTo>
                      <a:pt x="14425" y="6842"/>
                      <a:pt x="14404" y="6842"/>
                      <a:pt x="14404" y="6863"/>
                    </a:cubicBezTo>
                    <a:cubicBezTo>
                      <a:pt x="14341" y="6968"/>
                      <a:pt x="14320" y="7051"/>
                      <a:pt x="14299" y="7093"/>
                    </a:cubicBezTo>
                    <a:cubicBezTo>
                      <a:pt x="14236" y="7219"/>
                      <a:pt x="14153" y="7365"/>
                      <a:pt x="14111" y="7470"/>
                    </a:cubicBezTo>
                    <a:cubicBezTo>
                      <a:pt x="13930" y="7793"/>
                      <a:pt x="13787" y="8115"/>
                      <a:pt x="13608" y="8438"/>
                    </a:cubicBezTo>
                    <a:lnTo>
                      <a:pt x="13608" y="8438"/>
                    </a:lnTo>
                    <a:cubicBezTo>
                      <a:pt x="13609" y="8436"/>
                      <a:pt x="13609" y="8434"/>
                      <a:pt x="13609" y="8432"/>
                    </a:cubicBezTo>
                    <a:lnTo>
                      <a:pt x="13609" y="8432"/>
                    </a:lnTo>
                    <a:cubicBezTo>
                      <a:pt x="13605" y="8439"/>
                      <a:pt x="13602" y="8446"/>
                      <a:pt x="13598" y="8453"/>
                    </a:cubicBezTo>
                    <a:lnTo>
                      <a:pt x="13598" y="8453"/>
                    </a:lnTo>
                    <a:cubicBezTo>
                      <a:pt x="13599" y="8452"/>
                      <a:pt x="13600" y="8451"/>
                      <a:pt x="13601" y="8450"/>
                    </a:cubicBezTo>
                    <a:lnTo>
                      <a:pt x="13601" y="8450"/>
                    </a:lnTo>
                    <a:cubicBezTo>
                      <a:pt x="13597" y="8458"/>
                      <a:pt x="13592" y="8466"/>
                      <a:pt x="13588" y="8474"/>
                    </a:cubicBezTo>
                    <a:cubicBezTo>
                      <a:pt x="13588" y="8474"/>
                      <a:pt x="13588" y="8474"/>
                      <a:pt x="13588" y="8474"/>
                    </a:cubicBezTo>
                    <a:lnTo>
                      <a:pt x="13588" y="8474"/>
                    </a:lnTo>
                    <a:cubicBezTo>
                      <a:pt x="12527" y="10595"/>
                      <a:pt x="11404" y="12735"/>
                      <a:pt x="10261" y="14814"/>
                    </a:cubicBezTo>
                    <a:cubicBezTo>
                      <a:pt x="8294" y="18308"/>
                      <a:pt x="6181" y="21635"/>
                      <a:pt x="3900" y="24878"/>
                    </a:cubicBezTo>
                    <a:cubicBezTo>
                      <a:pt x="2729" y="26552"/>
                      <a:pt x="1536" y="28226"/>
                      <a:pt x="301" y="29879"/>
                    </a:cubicBezTo>
                    <a:cubicBezTo>
                      <a:pt x="1" y="30291"/>
                      <a:pt x="299" y="30750"/>
                      <a:pt x="688" y="30750"/>
                    </a:cubicBezTo>
                    <a:cubicBezTo>
                      <a:pt x="813" y="30750"/>
                      <a:pt x="948" y="30703"/>
                      <a:pt x="1076" y="30591"/>
                    </a:cubicBezTo>
                    <a:cubicBezTo>
                      <a:pt x="2540" y="29251"/>
                      <a:pt x="4047" y="27787"/>
                      <a:pt x="5532" y="26155"/>
                    </a:cubicBezTo>
                    <a:lnTo>
                      <a:pt x="5532" y="26134"/>
                    </a:lnTo>
                    <a:lnTo>
                      <a:pt x="5616" y="26050"/>
                    </a:lnTo>
                    <a:cubicBezTo>
                      <a:pt x="11726" y="19355"/>
                      <a:pt x="17375" y="10546"/>
                      <a:pt x="18379" y="1988"/>
                    </a:cubicBezTo>
                    <a:lnTo>
                      <a:pt x="18379" y="1883"/>
                    </a:lnTo>
                    <a:cubicBezTo>
                      <a:pt x="18421" y="1360"/>
                      <a:pt x="18484" y="816"/>
                      <a:pt x="18505" y="293"/>
                    </a:cubicBezTo>
                    <a:lnTo>
                      <a:pt x="18505" y="189"/>
                    </a:lnTo>
                    <a:cubicBezTo>
                      <a:pt x="18484" y="84"/>
                      <a:pt x="18379" y="0"/>
                      <a:pt x="18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8" name="Google Shape;358;p25"/>
              <p:cNvSpPr/>
              <p:nvPr/>
            </p:nvSpPr>
            <p:spPr>
              <a:xfrm>
                <a:off x="19279125" y="28273675"/>
                <a:ext cx="2565725" cy="1180375"/>
              </a:xfrm>
              <a:custGeom>
                <a:avLst/>
                <a:gdLst/>
                <a:ahLst/>
                <a:cxnLst/>
                <a:rect l="l" t="t" r="r" b="b"/>
                <a:pathLst>
                  <a:path w="102629" h="47215" extrusionOk="0">
                    <a:moveTo>
                      <a:pt x="72729" y="5754"/>
                    </a:moveTo>
                    <a:lnTo>
                      <a:pt x="72729" y="5754"/>
                    </a:lnTo>
                    <a:cubicBezTo>
                      <a:pt x="73231" y="6277"/>
                      <a:pt x="73733" y="6800"/>
                      <a:pt x="74194" y="7365"/>
                    </a:cubicBezTo>
                    <a:cubicBezTo>
                      <a:pt x="74232" y="7403"/>
                      <a:pt x="74269" y="7419"/>
                      <a:pt x="74305" y="7419"/>
                    </a:cubicBezTo>
                    <a:cubicBezTo>
                      <a:pt x="74369" y="7419"/>
                      <a:pt x="74426" y="7369"/>
                      <a:pt x="74466" y="7302"/>
                    </a:cubicBezTo>
                    <a:cubicBezTo>
                      <a:pt x="76328" y="9144"/>
                      <a:pt x="77918" y="11173"/>
                      <a:pt x="79257" y="13391"/>
                    </a:cubicBezTo>
                    <a:lnTo>
                      <a:pt x="79257" y="13433"/>
                    </a:lnTo>
                    <a:cubicBezTo>
                      <a:pt x="80659" y="15777"/>
                      <a:pt x="81789" y="18371"/>
                      <a:pt x="82626" y="21196"/>
                    </a:cubicBezTo>
                    <a:cubicBezTo>
                      <a:pt x="82103" y="21070"/>
                      <a:pt x="81559" y="20966"/>
                      <a:pt x="81036" y="20819"/>
                    </a:cubicBezTo>
                    <a:lnTo>
                      <a:pt x="81036" y="20777"/>
                    </a:lnTo>
                    <a:cubicBezTo>
                      <a:pt x="80994" y="20756"/>
                      <a:pt x="80931" y="20694"/>
                      <a:pt x="80868" y="20694"/>
                    </a:cubicBezTo>
                    <a:cubicBezTo>
                      <a:pt x="80847" y="20694"/>
                      <a:pt x="80847" y="20694"/>
                      <a:pt x="80827" y="20714"/>
                    </a:cubicBezTo>
                    <a:cubicBezTo>
                      <a:pt x="80785" y="20756"/>
                      <a:pt x="80743" y="20777"/>
                      <a:pt x="80722" y="20798"/>
                    </a:cubicBezTo>
                    <a:cubicBezTo>
                      <a:pt x="79885" y="20610"/>
                      <a:pt x="79006" y="20463"/>
                      <a:pt x="78169" y="20275"/>
                    </a:cubicBezTo>
                    <a:lnTo>
                      <a:pt x="78169" y="20254"/>
                    </a:lnTo>
                    <a:cubicBezTo>
                      <a:pt x="78169" y="20254"/>
                      <a:pt x="78169" y="20233"/>
                      <a:pt x="78211" y="20233"/>
                    </a:cubicBezTo>
                    <a:cubicBezTo>
                      <a:pt x="78839" y="14416"/>
                      <a:pt x="76579" y="9834"/>
                      <a:pt x="73043" y="6152"/>
                    </a:cubicBezTo>
                    <a:lnTo>
                      <a:pt x="72729" y="5754"/>
                    </a:lnTo>
                    <a:close/>
                    <a:moveTo>
                      <a:pt x="72311" y="19857"/>
                    </a:moveTo>
                    <a:cubicBezTo>
                      <a:pt x="73985" y="20066"/>
                      <a:pt x="75637" y="20338"/>
                      <a:pt x="77311" y="20610"/>
                    </a:cubicBezTo>
                    <a:cubicBezTo>
                      <a:pt x="76935" y="21091"/>
                      <a:pt x="76579" y="21531"/>
                      <a:pt x="76223" y="22012"/>
                    </a:cubicBezTo>
                    <a:cubicBezTo>
                      <a:pt x="74884" y="23644"/>
                      <a:pt x="73524" y="25297"/>
                      <a:pt x="72164" y="26929"/>
                    </a:cubicBezTo>
                    <a:lnTo>
                      <a:pt x="72164" y="26950"/>
                    </a:lnTo>
                    <a:cubicBezTo>
                      <a:pt x="71516" y="27703"/>
                      <a:pt x="70867" y="28456"/>
                      <a:pt x="70218" y="29230"/>
                    </a:cubicBezTo>
                    <a:cubicBezTo>
                      <a:pt x="69465" y="30109"/>
                      <a:pt x="68712" y="30967"/>
                      <a:pt x="67917" y="31867"/>
                    </a:cubicBezTo>
                    <a:lnTo>
                      <a:pt x="67896" y="31888"/>
                    </a:lnTo>
                    <a:cubicBezTo>
                      <a:pt x="66640" y="33331"/>
                      <a:pt x="65364" y="34733"/>
                      <a:pt x="64067" y="36156"/>
                    </a:cubicBezTo>
                    <a:cubicBezTo>
                      <a:pt x="65615" y="34210"/>
                      <a:pt x="67080" y="32181"/>
                      <a:pt x="68335" y="30067"/>
                    </a:cubicBezTo>
                    <a:cubicBezTo>
                      <a:pt x="68440" y="29879"/>
                      <a:pt x="68586" y="29670"/>
                      <a:pt x="68691" y="29481"/>
                    </a:cubicBezTo>
                    <a:cubicBezTo>
                      <a:pt x="68754" y="29356"/>
                      <a:pt x="68816" y="29251"/>
                      <a:pt x="68900" y="29126"/>
                    </a:cubicBezTo>
                    <a:cubicBezTo>
                      <a:pt x="69047" y="28854"/>
                      <a:pt x="69172" y="28603"/>
                      <a:pt x="69319" y="28331"/>
                    </a:cubicBezTo>
                    <a:lnTo>
                      <a:pt x="69465" y="28017"/>
                    </a:lnTo>
                    <a:lnTo>
                      <a:pt x="69779" y="27389"/>
                    </a:lnTo>
                    <a:cubicBezTo>
                      <a:pt x="69821" y="27285"/>
                      <a:pt x="69883" y="27201"/>
                      <a:pt x="69904" y="27096"/>
                    </a:cubicBezTo>
                    <a:cubicBezTo>
                      <a:pt x="70051" y="26824"/>
                      <a:pt x="70176" y="26552"/>
                      <a:pt x="70302" y="26259"/>
                    </a:cubicBezTo>
                    <a:cubicBezTo>
                      <a:pt x="70344" y="26155"/>
                      <a:pt x="70386" y="26092"/>
                      <a:pt x="70428" y="25987"/>
                    </a:cubicBezTo>
                    <a:cubicBezTo>
                      <a:pt x="70574" y="25715"/>
                      <a:pt x="70679" y="25422"/>
                      <a:pt x="70783" y="25171"/>
                    </a:cubicBezTo>
                    <a:cubicBezTo>
                      <a:pt x="70804" y="25108"/>
                      <a:pt x="70804" y="25088"/>
                      <a:pt x="70825" y="25046"/>
                    </a:cubicBezTo>
                    <a:cubicBezTo>
                      <a:pt x="70930" y="24753"/>
                      <a:pt x="71055" y="24460"/>
                      <a:pt x="71160" y="24167"/>
                    </a:cubicBezTo>
                    <a:cubicBezTo>
                      <a:pt x="71202" y="24104"/>
                      <a:pt x="71223" y="24041"/>
                      <a:pt x="71244" y="23958"/>
                    </a:cubicBezTo>
                    <a:cubicBezTo>
                      <a:pt x="71348" y="23644"/>
                      <a:pt x="71453" y="23330"/>
                      <a:pt x="71557" y="23058"/>
                    </a:cubicBezTo>
                    <a:cubicBezTo>
                      <a:pt x="71557" y="22995"/>
                      <a:pt x="71578" y="22974"/>
                      <a:pt x="71578" y="22911"/>
                    </a:cubicBezTo>
                    <a:cubicBezTo>
                      <a:pt x="71683" y="22598"/>
                      <a:pt x="71767" y="22326"/>
                      <a:pt x="71850" y="22012"/>
                    </a:cubicBezTo>
                    <a:cubicBezTo>
                      <a:pt x="71850" y="21970"/>
                      <a:pt x="71871" y="21949"/>
                      <a:pt x="71871" y="21928"/>
                    </a:cubicBezTo>
                    <a:cubicBezTo>
                      <a:pt x="71955" y="21593"/>
                      <a:pt x="72039" y="21279"/>
                      <a:pt x="72101" y="20924"/>
                    </a:cubicBezTo>
                    <a:cubicBezTo>
                      <a:pt x="72101" y="20903"/>
                      <a:pt x="72143" y="20882"/>
                      <a:pt x="72143" y="20819"/>
                    </a:cubicBezTo>
                    <a:cubicBezTo>
                      <a:pt x="72206" y="20505"/>
                      <a:pt x="72269" y="20170"/>
                      <a:pt x="72311" y="19857"/>
                    </a:cubicBezTo>
                    <a:close/>
                    <a:moveTo>
                      <a:pt x="64761" y="0"/>
                    </a:moveTo>
                    <a:cubicBezTo>
                      <a:pt x="64113" y="0"/>
                      <a:pt x="63614" y="912"/>
                      <a:pt x="64213" y="1423"/>
                    </a:cubicBezTo>
                    <a:cubicBezTo>
                      <a:pt x="65238" y="2281"/>
                      <a:pt x="66180" y="3243"/>
                      <a:pt x="67059" y="4269"/>
                    </a:cubicBezTo>
                    <a:lnTo>
                      <a:pt x="67080" y="4269"/>
                    </a:lnTo>
                    <a:lnTo>
                      <a:pt x="67122" y="4289"/>
                    </a:lnTo>
                    <a:cubicBezTo>
                      <a:pt x="67122" y="4331"/>
                      <a:pt x="67143" y="4331"/>
                      <a:pt x="67143" y="4331"/>
                    </a:cubicBezTo>
                    <a:lnTo>
                      <a:pt x="67143" y="4352"/>
                    </a:lnTo>
                    <a:lnTo>
                      <a:pt x="67163" y="4373"/>
                    </a:lnTo>
                    <a:cubicBezTo>
                      <a:pt x="69904" y="7574"/>
                      <a:pt x="72143" y="11299"/>
                      <a:pt x="74382" y="14940"/>
                    </a:cubicBezTo>
                    <a:cubicBezTo>
                      <a:pt x="75031" y="16007"/>
                      <a:pt x="75700" y="17053"/>
                      <a:pt x="76349" y="18078"/>
                    </a:cubicBezTo>
                    <a:cubicBezTo>
                      <a:pt x="76433" y="18183"/>
                      <a:pt x="76474" y="18287"/>
                      <a:pt x="76558" y="18392"/>
                    </a:cubicBezTo>
                    <a:cubicBezTo>
                      <a:pt x="76746" y="18664"/>
                      <a:pt x="76893" y="18915"/>
                      <a:pt x="77081" y="19187"/>
                    </a:cubicBezTo>
                    <a:cubicBezTo>
                      <a:pt x="77102" y="19229"/>
                      <a:pt x="77165" y="19292"/>
                      <a:pt x="77186" y="19334"/>
                    </a:cubicBezTo>
                    <a:cubicBezTo>
                      <a:pt x="77374" y="19606"/>
                      <a:pt x="77542" y="19878"/>
                      <a:pt x="77730" y="20150"/>
                    </a:cubicBezTo>
                    <a:cubicBezTo>
                      <a:pt x="77709" y="20150"/>
                      <a:pt x="77688" y="20170"/>
                      <a:pt x="77625" y="20191"/>
                    </a:cubicBezTo>
                    <a:cubicBezTo>
                      <a:pt x="75575" y="19815"/>
                      <a:pt x="73524" y="19501"/>
                      <a:pt x="71453" y="19229"/>
                    </a:cubicBezTo>
                    <a:cubicBezTo>
                      <a:pt x="72039" y="13956"/>
                      <a:pt x="68963" y="9248"/>
                      <a:pt x="64862" y="5796"/>
                    </a:cubicBezTo>
                    <a:lnTo>
                      <a:pt x="64841" y="5754"/>
                    </a:lnTo>
                    <a:lnTo>
                      <a:pt x="64820" y="5754"/>
                    </a:lnTo>
                    <a:cubicBezTo>
                      <a:pt x="62016" y="3411"/>
                      <a:pt x="58710" y="1611"/>
                      <a:pt x="55739" y="565"/>
                    </a:cubicBezTo>
                    <a:cubicBezTo>
                      <a:pt x="55650" y="534"/>
                      <a:pt x="55563" y="520"/>
                      <a:pt x="55478" y="520"/>
                    </a:cubicBezTo>
                    <a:cubicBezTo>
                      <a:pt x="54985" y="520"/>
                      <a:pt x="54588" y="997"/>
                      <a:pt x="54588" y="1444"/>
                    </a:cubicBezTo>
                    <a:cubicBezTo>
                      <a:pt x="54588" y="1674"/>
                      <a:pt x="54693" y="1946"/>
                      <a:pt x="54986" y="2072"/>
                    </a:cubicBezTo>
                    <a:cubicBezTo>
                      <a:pt x="55509" y="2364"/>
                      <a:pt x="55990" y="2678"/>
                      <a:pt x="56492" y="2992"/>
                    </a:cubicBezTo>
                    <a:cubicBezTo>
                      <a:pt x="56513" y="2992"/>
                      <a:pt x="56513" y="3013"/>
                      <a:pt x="56555" y="3034"/>
                    </a:cubicBezTo>
                    <a:cubicBezTo>
                      <a:pt x="57811" y="4038"/>
                      <a:pt x="59087" y="4980"/>
                      <a:pt x="60342" y="5942"/>
                    </a:cubicBezTo>
                    <a:lnTo>
                      <a:pt x="60363" y="5942"/>
                    </a:lnTo>
                    <a:cubicBezTo>
                      <a:pt x="61849" y="7261"/>
                      <a:pt x="63272" y="8683"/>
                      <a:pt x="64611" y="10211"/>
                    </a:cubicBezTo>
                    <a:cubicBezTo>
                      <a:pt x="66619" y="12450"/>
                      <a:pt x="68021" y="15128"/>
                      <a:pt x="69758" y="17576"/>
                    </a:cubicBezTo>
                    <a:cubicBezTo>
                      <a:pt x="69779" y="17618"/>
                      <a:pt x="69800" y="17639"/>
                      <a:pt x="69800" y="17681"/>
                    </a:cubicBezTo>
                    <a:cubicBezTo>
                      <a:pt x="69883" y="17827"/>
                      <a:pt x="69988" y="17932"/>
                      <a:pt x="70072" y="18057"/>
                    </a:cubicBezTo>
                    <a:cubicBezTo>
                      <a:pt x="70114" y="18141"/>
                      <a:pt x="70176" y="18183"/>
                      <a:pt x="70218" y="18266"/>
                    </a:cubicBezTo>
                    <a:cubicBezTo>
                      <a:pt x="70302" y="18371"/>
                      <a:pt x="70344" y="18455"/>
                      <a:pt x="70428" y="18559"/>
                    </a:cubicBezTo>
                    <a:cubicBezTo>
                      <a:pt x="70511" y="18664"/>
                      <a:pt x="70595" y="18769"/>
                      <a:pt x="70700" y="18873"/>
                    </a:cubicBezTo>
                    <a:cubicBezTo>
                      <a:pt x="70741" y="18915"/>
                      <a:pt x="70804" y="18999"/>
                      <a:pt x="70846" y="19041"/>
                    </a:cubicBezTo>
                    <a:cubicBezTo>
                      <a:pt x="70909" y="19103"/>
                      <a:pt x="70930" y="19145"/>
                      <a:pt x="70992" y="19208"/>
                    </a:cubicBezTo>
                    <a:cubicBezTo>
                      <a:pt x="69570" y="19020"/>
                      <a:pt x="68147" y="18894"/>
                      <a:pt x="66745" y="18769"/>
                    </a:cubicBezTo>
                    <a:lnTo>
                      <a:pt x="66766" y="18769"/>
                    </a:lnTo>
                    <a:cubicBezTo>
                      <a:pt x="66763" y="18768"/>
                      <a:pt x="66761" y="18768"/>
                      <a:pt x="66758" y="18768"/>
                    </a:cubicBezTo>
                    <a:lnTo>
                      <a:pt x="66758" y="18768"/>
                    </a:lnTo>
                    <a:cubicBezTo>
                      <a:pt x="66814" y="18763"/>
                      <a:pt x="66854" y="18725"/>
                      <a:pt x="66912" y="18706"/>
                    </a:cubicBezTo>
                    <a:lnTo>
                      <a:pt x="66933" y="18685"/>
                    </a:lnTo>
                    <a:cubicBezTo>
                      <a:pt x="66975" y="18601"/>
                      <a:pt x="67017" y="18497"/>
                      <a:pt x="66954" y="18413"/>
                    </a:cubicBezTo>
                    <a:cubicBezTo>
                      <a:pt x="63837" y="14228"/>
                      <a:pt x="59673" y="10608"/>
                      <a:pt x="55216" y="7512"/>
                    </a:cubicBezTo>
                    <a:cubicBezTo>
                      <a:pt x="55174" y="7491"/>
                      <a:pt x="55153" y="7491"/>
                      <a:pt x="55132" y="7470"/>
                    </a:cubicBezTo>
                    <a:cubicBezTo>
                      <a:pt x="54233" y="6842"/>
                      <a:pt x="53333" y="6256"/>
                      <a:pt x="52412" y="5691"/>
                    </a:cubicBezTo>
                    <a:cubicBezTo>
                      <a:pt x="52391" y="5691"/>
                      <a:pt x="52391" y="5649"/>
                      <a:pt x="52350" y="5629"/>
                    </a:cubicBezTo>
                    <a:cubicBezTo>
                      <a:pt x="51701" y="5210"/>
                      <a:pt x="51052" y="4813"/>
                      <a:pt x="50404" y="4436"/>
                    </a:cubicBezTo>
                    <a:cubicBezTo>
                      <a:pt x="49211" y="3745"/>
                      <a:pt x="48039" y="3076"/>
                      <a:pt x="46888" y="2469"/>
                    </a:cubicBezTo>
                    <a:cubicBezTo>
                      <a:pt x="46771" y="2407"/>
                      <a:pt x="46661" y="2379"/>
                      <a:pt x="46560" y="2379"/>
                    </a:cubicBezTo>
                    <a:cubicBezTo>
                      <a:pt x="46119" y="2379"/>
                      <a:pt x="45860" y="2901"/>
                      <a:pt x="46031" y="3327"/>
                    </a:cubicBezTo>
                    <a:lnTo>
                      <a:pt x="46051" y="3348"/>
                    </a:lnTo>
                    <a:cubicBezTo>
                      <a:pt x="46072" y="3432"/>
                      <a:pt x="46114" y="3515"/>
                      <a:pt x="46177" y="3599"/>
                    </a:cubicBezTo>
                    <a:cubicBezTo>
                      <a:pt x="50445" y="8118"/>
                      <a:pt x="55551" y="12722"/>
                      <a:pt x="61137" y="16007"/>
                    </a:cubicBezTo>
                    <a:cubicBezTo>
                      <a:pt x="61179" y="16049"/>
                      <a:pt x="61200" y="16049"/>
                      <a:pt x="61221" y="16069"/>
                    </a:cubicBezTo>
                    <a:cubicBezTo>
                      <a:pt x="61514" y="16258"/>
                      <a:pt x="61807" y="16404"/>
                      <a:pt x="62121" y="16572"/>
                    </a:cubicBezTo>
                    <a:cubicBezTo>
                      <a:pt x="62184" y="16613"/>
                      <a:pt x="62267" y="16634"/>
                      <a:pt x="62351" y="16697"/>
                    </a:cubicBezTo>
                    <a:cubicBezTo>
                      <a:pt x="62644" y="16844"/>
                      <a:pt x="62916" y="17011"/>
                      <a:pt x="63230" y="17157"/>
                    </a:cubicBezTo>
                    <a:cubicBezTo>
                      <a:pt x="63376" y="17220"/>
                      <a:pt x="63481" y="17304"/>
                      <a:pt x="63606" y="17346"/>
                    </a:cubicBezTo>
                    <a:cubicBezTo>
                      <a:pt x="63816" y="17450"/>
                      <a:pt x="64004" y="17555"/>
                      <a:pt x="64213" y="17639"/>
                    </a:cubicBezTo>
                    <a:cubicBezTo>
                      <a:pt x="64360" y="17722"/>
                      <a:pt x="64548" y="17785"/>
                      <a:pt x="64715" y="17869"/>
                    </a:cubicBezTo>
                    <a:cubicBezTo>
                      <a:pt x="64946" y="17973"/>
                      <a:pt x="65155" y="18078"/>
                      <a:pt x="65385" y="18183"/>
                    </a:cubicBezTo>
                    <a:cubicBezTo>
                      <a:pt x="65531" y="18266"/>
                      <a:pt x="65699" y="18308"/>
                      <a:pt x="65866" y="18392"/>
                    </a:cubicBezTo>
                    <a:lnTo>
                      <a:pt x="66410" y="18622"/>
                    </a:lnTo>
                    <a:cubicBezTo>
                      <a:pt x="66512" y="18683"/>
                      <a:pt x="66615" y="18705"/>
                      <a:pt x="66717" y="18764"/>
                    </a:cubicBezTo>
                    <a:lnTo>
                      <a:pt x="66717" y="18764"/>
                    </a:lnTo>
                    <a:cubicBezTo>
                      <a:pt x="63282" y="18461"/>
                      <a:pt x="59832" y="18310"/>
                      <a:pt x="56381" y="18310"/>
                    </a:cubicBezTo>
                    <a:cubicBezTo>
                      <a:pt x="45847" y="18310"/>
                      <a:pt x="35302" y="19722"/>
                      <a:pt x="25149" y="22556"/>
                    </a:cubicBezTo>
                    <a:cubicBezTo>
                      <a:pt x="25756" y="22221"/>
                      <a:pt x="26341" y="21865"/>
                      <a:pt x="26906" y="21510"/>
                    </a:cubicBezTo>
                    <a:cubicBezTo>
                      <a:pt x="26927" y="21489"/>
                      <a:pt x="26969" y="21447"/>
                      <a:pt x="26969" y="21426"/>
                    </a:cubicBezTo>
                    <a:lnTo>
                      <a:pt x="26969" y="21321"/>
                    </a:lnTo>
                    <a:cubicBezTo>
                      <a:pt x="26969" y="21300"/>
                      <a:pt x="26969" y="21300"/>
                      <a:pt x="26927" y="21279"/>
                    </a:cubicBezTo>
                    <a:cubicBezTo>
                      <a:pt x="27409" y="21196"/>
                      <a:pt x="27848" y="21112"/>
                      <a:pt x="28287" y="21007"/>
                    </a:cubicBezTo>
                    <a:cubicBezTo>
                      <a:pt x="28664" y="20924"/>
                      <a:pt x="28999" y="20861"/>
                      <a:pt x="29375" y="20756"/>
                    </a:cubicBezTo>
                    <a:cubicBezTo>
                      <a:pt x="29396" y="20756"/>
                      <a:pt x="29396" y="20714"/>
                      <a:pt x="29417" y="20714"/>
                    </a:cubicBezTo>
                    <a:cubicBezTo>
                      <a:pt x="29543" y="20673"/>
                      <a:pt x="29543" y="20547"/>
                      <a:pt x="29501" y="20442"/>
                    </a:cubicBezTo>
                    <a:cubicBezTo>
                      <a:pt x="29480" y="20380"/>
                      <a:pt x="29417" y="20338"/>
                      <a:pt x="29375" y="20296"/>
                    </a:cubicBezTo>
                    <a:cubicBezTo>
                      <a:pt x="27701" y="19710"/>
                      <a:pt x="25881" y="19354"/>
                      <a:pt x="23998" y="19208"/>
                    </a:cubicBezTo>
                    <a:lnTo>
                      <a:pt x="23935" y="19208"/>
                    </a:lnTo>
                    <a:cubicBezTo>
                      <a:pt x="23580" y="19187"/>
                      <a:pt x="23224" y="19145"/>
                      <a:pt x="22889" y="19124"/>
                    </a:cubicBezTo>
                    <a:lnTo>
                      <a:pt x="22722" y="19124"/>
                    </a:lnTo>
                    <a:cubicBezTo>
                      <a:pt x="22408" y="19124"/>
                      <a:pt x="22073" y="19103"/>
                      <a:pt x="21759" y="19103"/>
                    </a:cubicBezTo>
                    <a:lnTo>
                      <a:pt x="20295" y="19103"/>
                    </a:lnTo>
                    <a:cubicBezTo>
                      <a:pt x="20002" y="19103"/>
                      <a:pt x="19751" y="19124"/>
                      <a:pt x="19458" y="19124"/>
                    </a:cubicBezTo>
                    <a:cubicBezTo>
                      <a:pt x="19332" y="19124"/>
                      <a:pt x="19186" y="19145"/>
                      <a:pt x="19060" y="19145"/>
                    </a:cubicBezTo>
                    <a:cubicBezTo>
                      <a:pt x="18830" y="19187"/>
                      <a:pt x="18558" y="19187"/>
                      <a:pt x="18328" y="19208"/>
                    </a:cubicBezTo>
                    <a:cubicBezTo>
                      <a:pt x="18181" y="19229"/>
                      <a:pt x="18014" y="19229"/>
                      <a:pt x="17867" y="19250"/>
                    </a:cubicBezTo>
                    <a:cubicBezTo>
                      <a:pt x="17658" y="19292"/>
                      <a:pt x="17407" y="19313"/>
                      <a:pt x="17198" y="19334"/>
                    </a:cubicBezTo>
                    <a:cubicBezTo>
                      <a:pt x="17030" y="19354"/>
                      <a:pt x="16842" y="19396"/>
                      <a:pt x="16654" y="19396"/>
                    </a:cubicBezTo>
                    <a:cubicBezTo>
                      <a:pt x="16466" y="19417"/>
                      <a:pt x="16256" y="19438"/>
                      <a:pt x="16089" y="19459"/>
                    </a:cubicBezTo>
                    <a:cubicBezTo>
                      <a:pt x="15880" y="19501"/>
                      <a:pt x="15670" y="19522"/>
                      <a:pt x="15482" y="19543"/>
                    </a:cubicBezTo>
                    <a:cubicBezTo>
                      <a:pt x="15294" y="19564"/>
                      <a:pt x="15147" y="19606"/>
                      <a:pt x="14959" y="19626"/>
                    </a:cubicBezTo>
                    <a:cubicBezTo>
                      <a:pt x="14750" y="19647"/>
                      <a:pt x="14520" y="19710"/>
                      <a:pt x="14310" y="19731"/>
                    </a:cubicBezTo>
                    <a:cubicBezTo>
                      <a:pt x="14143" y="19752"/>
                      <a:pt x="13955" y="19773"/>
                      <a:pt x="13808" y="19836"/>
                    </a:cubicBezTo>
                    <a:cubicBezTo>
                      <a:pt x="13599" y="19878"/>
                      <a:pt x="13390" y="19919"/>
                      <a:pt x="13181" y="19961"/>
                    </a:cubicBezTo>
                    <a:cubicBezTo>
                      <a:pt x="12971" y="20024"/>
                      <a:pt x="12741" y="20045"/>
                      <a:pt x="12532" y="20087"/>
                    </a:cubicBezTo>
                    <a:cubicBezTo>
                      <a:pt x="12364" y="20129"/>
                      <a:pt x="12218" y="20170"/>
                      <a:pt x="12051" y="20191"/>
                    </a:cubicBezTo>
                    <a:cubicBezTo>
                      <a:pt x="12030" y="20191"/>
                      <a:pt x="12009" y="20191"/>
                      <a:pt x="11967" y="20233"/>
                    </a:cubicBezTo>
                    <a:cubicBezTo>
                      <a:pt x="11611" y="20296"/>
                      <a:pt x="11276" y="20380"/>
                      <a:pt x="10900" y="20484"/>
                    </a:cubicBezTo>
                    <a:cubicBezTo>
                      <a:pt x="10889" y="20474"/>
                      <a:pt x="10863" y="20469"/>
                      <a:pt x="10829" y="20469"/>
                    </a:cubicBezTo>
                    <a:cubicBezTo>
                      <a:pt x="10795" y="20469"/>
                      <a:pt x="10753" y="20474"/>
                      <a:pt x="10712" y="20484"/>
                    </a:cubicBezTo>
                    <a:cubicBezTo>
                      <a:pt x="10544" y="20568"/>
                      <a:pt x="10293" y="20610"/>
                      <a:pt x="10126" y="20694"/>
                    </a:cubicBezTo>
                    <a:cubicBezTo>
                      <a:pt x="7092" y="21489"/>
                      <a:pt x="4204" y="22493"/>
                      <a:pt x="1756" y="23581"/>
                    </a:cubicBezTo>
                    <a:cubicBezTo>
                      <a:pt x="1401" y="23719"/>
                      <a:pt x="1381" y="24341"/>
                      <a:pt x="1801" y="24341"/>
                    </a:cubicBezTo>
                    <a:cubicBezTo>
                      <a:pt x="1826" y="24341"/>
                      <a:pt x="1853" y="24339"/>
                      <a:pt x="1882" y="24334"/>
                    </a:cubicBezTo>
                    <a:cubicBezTo>
                      <a:pt x="2279" y="24272"/>
                      <a:pt x="2656" y="24209"/>
                      <a:pt x="3053" y="24146"/>
                    </a:cubicBezTo>
                    <a:lnTo>
                      <a:pt x="3074" y="24146"/>
                    </a:lnTo>
                    <a:cubicBezTo>
                      <a:pt x="7510" y="23476"/>
                      <a:pt x="11925" y="22786"/>
                      <a:pt x="16340" y="22221"/>
                    </a:cubicBezTo>
                    <a:cubicBezTo>
                      <a:pt x="16926" y="22137"/>
                      <a:pt x="17470" y="22075"/>
                      <a:pt x="18077" y="22033"/>
                    </a:cubicBezTo>
                    <a:lnTo>
                      <a:pt x="18244" y="22033"/>
                    </a:lnTo>
                    <a:cubicBezTo>
                      <a:pt x="19960" y="21907"/>
                      <a:pt x="21696" y="21823"/>
                      <a:pt x="23412" y="21698"/>
                    </a:cubicBezTo>
                    <a:lnTo>
                      <a:pt x="23433" y="21698"/>
                    </a:lnTo>
                    <a:cubicBezTo>
                      <a:pt x="22994" y="21761"/>
                      <a:pt x="22575" y="21844"/>
                      <a:pt x="22115" y="21928"/>
                    </a:cubicBezTo>
                    <a:cubicBezTo>
                      <a:pt x="21906" y="21949"/>
                      <a:pt x="21696" y="22012"/>
                      <a:pt x="21487" y="22054"/>
                    </a:cubicBezTo>
                    <a:cubicBezTo>
                      <a:pt x="21278" y="22116"/>
                      <a:pt x="21069" y="22137"/>
                      <a:pt x="20859" y="22179"/>
                    </a:cubicBezTo>
                    <a:cubicBezTo>
                      <a:pt x="20587" y="22242"/>
                      <a:pt x="20295" y="22284"/>
                      <a:pt x="20002" y="22367"/>
                    </a:cubicBezTo>
                    <a:cubicBezTo>
                      <a:pt x="19897" y="22388"/>
                      <a:pt x="19792" y="22430"/>
                      <a:pt x="19667" y="22451"/>
                    </a:cubicBezTo>
                    <a:cubicBezTo>
                      <a:pt x="13160" y="23811"/>
                      <a:pt x="6631" y="25883"/>
                      <a:pt x="501" y="27829"/>
                    </a:cubicBezTo>
                    <a:cubicBezTo>
                      <a:pt x="292" y="27912"/>
                      <a:pt x="145" y="28080"/>
                      <a:pt x="103" y="28226"/>
                    </a:cubicBezTo>
                    <a:cubicBezTo>
                      <a:pt x="1" y="28615"/>
                      <a:pt x="199" y="29064"/>
                      <a:pt x="677" y="29064"/>
                    </a:cubicBezTo>
                    <a:cubicBezTo>
                      <a:pt x="688" y="29064"/>
                      <a:pt x="699" y="29063"/>
                      <a:pt x="710" y="29063"/>
                    </a:cubicBezTo>
                    <a:cubicBezTo>
                      <a:pt x="1714" y="29021"/>
                      <a:pt x="2761" y="28937"/>
                      <a:pt x="3807" y="28833"/>
                    </a:cubicBezTo>
                    <a:cubicBezTo>
                      <a:pt x="6631" y="28561"/>
                      <a:pt x="9498" y="28101"/>
                      <a:pt x="12281" y="27452"/>
                    </a:cubicBezTo>
                    <a:lnTo>
                      <a:pt x="12323" y="27452"/>
                    </a:lnTo>
                    <a:cubicBezTo>
                      <a:pt x="12657" y="27368"/>
                      <a:pt x="13013" y="27285"/>
                      <a:pt x="13369" y="27180"/>
                    </a:cubicBezTo>
                    <a:cubicBezTo>
                      <a:pt x="13411" y="27159"/>
                      <a:pt x="13473" y="27159"/>
                      <a:pt x="13536" y="27138"/>
                    </a:cubicBezTo>
                    <a:cubicBezTo>
                      <a:pt x="14206" y="26971"/>
                      <a:pt x="14854" y="26782"/>
                      <a:pt x="15482" y="26615"/>
                    </a:cubicBezTo>
                    <a:cubicBezTo>
                      <a:pt x="15524" y="26573"/>
                      <a:pt x="15587" y="26573"/>
                      <a:pt x="15629" y="26552"/>
                    </a:cubicBezTo>
                    <a:cubicBezTo>
                      <a:pt x="15880" y="26468"/>
                      <a:pt x="16089" y="26427"/>
                      <a:pt x="16319" y="26343"/>
                    </a:cubicBezTo>
                    <a:cubicBezTo>
                      <a:pt x="16549" y="26259"/>
                      <a:pt x="16758" y="26217"/>
                      <a:pt x="16989" y="26134"/>
                    </a:cubicBezTo>
                    <a:cubicBezTo>
                      <a:pt x="17177" y="26092"/>
                      <a:pt x="17365" y="26008"/>
                      <a:pt x="17554" y="25945"/>
                    </a:cubicBezTo>
                    <a:cubicBezTo>
                      <a:pt x="17888" y="25841"/>
                      <a:pt x="18223" y="25715"/>
                      <a:pt x="18558" y="25590"/>
                    </a:cubicBezTo>
                    <a:lnTo>
                      <a:pt x="18809" y="25506"/>
                    </a:lnTo>
                    <a:cubicBezTo>
                      <a:pt x="19248" y="25360"/>
                      <a:pt x="19688" y="25171"/>
                      <a:pt x="20127" y="24983"/>
                    </a:cubicBezTo>
                    <a:lnTo>
                      <a:pt x="20295" y="24899"/>
                    </a:lnTo>
                    <a:cubicBezTo>
                      <a:pt x="20713" y="24753"/>
                      <a:pt x="21111" y="24564"/>
                      <a:pt x="21529" y="24376"/>
                    </a:cubicBezTo>
                    <a:cubicBezTo>
                      <a:pt x="21550" y="24355"/>
                      <a:pt x="21592" y="24355"/>
                      <a:pt x="21634" y="24334"/>
                    </a:cubicBezTo>
                    <a:cubicBezTo>
                      <a:pt x="22094" y="24125"/>
                      <a:pt x="22596" y="23895"/>
                      <a:pt x="23036" y="23686"/>
                    </a:cubicBezTo>
                    <a:cubicBezTo>
                      <a:pt x="24458" y="23267"/>
                      <a:pt x="25860" y="22891"/>
                      <a:pt x="27283" y="22535"/>
                    </a:cubicBezTo>
                    <a:lnTo>
                      <a:pt x="27283" y="22535"/>
                    </a:lnTo>
                    <a:cubicBezTo>
                      <a:pt x="25839" y="23414"/>
                      <a:pt x="24458" y="24460"/>
                      <a:pt x="23119" y="25527"/>
                    </a:cubicBezTo>
                    <a:cubicBezTo>
                      <a:pt x="22115" y="26343"/>
                      <a:pt x="21131" y="27180"/>
                      <a:pt x="20127" y="28017"/>
                    </a:cubicBezTo>
                    <a:cubicBezTo>
                      <a:pt x="18558" y="29356"/>
                      <a:pt x="16968" y="30653"/>
                      <a:pt x="15294" y="31804"/>
                    </a:cubicBezTo>
                    <a:cubicBezTo>
                      <a:pt x="15001" y="31992"/>
                      <a:pt x="14750" y="32181"/>
                      <a:pt x="14457" y="32369"/>
                    </a:cubicBezTo>
                    <a:cubicBezTo>
                      <a:pt x="14373" y="32411"/>
                      <a:pt x="14310" y="32474"/>
                      <a:pt x="14206" y="32536"/>
                    </a:cubicBezTo>
                    <a:cubicBezTo>
                      <a:pt x="13934" y="32704"/>
                      <a:pt x="13683" y="32892"/>
                      <a:pt x="13411" y="33038"/>
                    </a:cubicBezTo>
                    <a:cubicBezTo>
                      <a:pt x="13285" y="33122"/>
                      <a:pt x="13118" y="33227"/>
                      <a:pt x="12992" y="33311"/>
                    </a:cubicBezTo>
                    <a:cubicBezTo>
                      <a:pt x="12364" y="33687"/>
                      <a:pt x="11737" y="34085"/>
                      <a:pt x="11109" y="34461"/>
                    </a:cubicBezTo>
                    <a:lnTo>
                      <a:pt x="11130" y="34461"/>
                    </a:lnTo>
                    <a:cubicBezTo>
                      <a:pt x="8787" y="35884"/>
                      <a:pt x="6380" y="37244"/>
                      <a:pt x="4058" y="38667"/>
                    </a:cubicBezTo>
                    <a:cubicBezTo>
                      <a:pt x="4016" y="38667"/>
                      <a:pt x="3995" y="38667"/>
                      <a:pt x="3995" y="38688"/>
                    </a:cubicBezTo>
                    <a:cubicBezTo>
                      <a:pt x="3346" y="39064"/>
                      <a:pt x="2719" y="39441"/>
                      <a:pt x="2091" y="39860"/>
                    </a:cubicBezTo>
                    <a:cubicBezTo>
                      <a:pt x="1453" y="40285"/>
                      <a:pt x="1834" y="41175"/>
                      <a:pt x="2490" y="41175"/>
                    </a:cubicBezTo>
                    <a:cubicBezTo>
                      <a:pt x="2543" y="41175"/>
                      <a:pt x="2599" y="41170"/>
                      <a:pt x="2656" y="41157"/>
                    </a:cubicBezTo>
                    <a:cubicBezTo>
                      <a:pt x="2949" y="41094"/>
                      <a:pt x="3263" y="41010"/>
                      <a:pt x="3556" y="40906"/>
                    </a:cubicBezTo>
                    <a:cubicBezTo>
                      <a:pt x="10168" y="39190"/>
                      <a:pt x="17826" y="34838"/>
                      <a:pt x="22994" y="29272"/>
                    </a:cubicBezTo>
                    <a:lnTo>
                      <a:pt x="23015" y="29251"/>
                    </a:lnTo>
                    <a:cubicBezTo>
                      <a:pt x="23224" y="29021"/>
                      <a:pt x="23454" y="28770"/>
                      <a:pt x="23663" y="28540"/>
                    </a:cubicBezTo>
                    <a:cubicBezTo>
                      <a:pt x="23768" y="28435"/>
                      <a:pt x="23852" y="28331"/>
                      <a:pt x="23956" y="28205"/>
                    </a:cubicBezTo>
                    <a:cubicBezTo>
                      <a:pt x="24040" y="28121"/>
                      <a:pt x="24103" y="28017"/>
                      <a:pt x="24165" y="27933"/>
                    </a:cubicBezTo>
                    <a:cubicBezTo>
                      <a:pt x="24312" y="27724"/>
                      <a:pt x="24479" y="27557"/>
                      <a:pt x="24626" y="27347"/>
                    </a:cubicBezTo>
                    <a:cubicBezTo>
                      <a:pt x="24688" y="27285"/>
                      <a:pt x="24709" y="27243"/>
                      <a:pt x="24772" y="27180"/>
                    </a:cubicBezTo>
                    <a:cubicBezTo>
                      <a:pt x="25128" y="26720"/>
                      <a:pt x="25463" y="26238"/>
                      <a:pt x="25777" y="25778"/>
                    </a:cubicBezTo>
                    <a:cubicBezTo>
                      <a:pt x="25777" y="25778"/>
                      <a:pt x="25777" y="25736"/>
                      <a:pt x="25818" y="25736"/>
                    </a:cubicBezTo>
                    <a:cubicBezTo>
                      <a:pt x="26488" y="24732"/>
                      <a:pt x="27095" y="23644"/>
                      <a:pt x="27555" y="22577"/>
                    </a:cubicBezTo>
                    <a:cubicBezTo>
                      <a:pt x="27597" y="22535"/>
                      <a:pt x="27555" y="22472"/>
                      <a:pt x="27534" y="22451"/>
                    </a:cubicBezTo>
                    <a:cubicBezTo>
                      <a:pt x="29020" y="22075"/>
                      <a:pt x="30526" y="21740"/>
                      <a:pt x="32012" y="21426"/>
                    </a:cubicBezTo>
                    <a:lnTo>
                      <a:pt x="32012" y="21426"/>
                    </a:lnTo>
                    <a:cubicBezTo>
                      <a:pt x="28329" y="25171"/>
                      <a:pt x="25463" y="29649"/>
                      <a:pt x="22052" y="33583"/>
                    </a:cubicBezTo>
                    <a:cubicBezTo>
                      <a:pt x="21947" y="33729"/>
                      <a:pt x="21843" y="33834"/>
                      <a:pt x="21738" y="33959"/>
                    </a:cubicBezTo>
                    <a:cubicBezTo>
                      <a:pt x="21027" y="34775"/>
                      <a:pt x="20315" y="35549"/>
                      <a:pt x="19604" y="36365"/>
                    </a:cubicBezTo>
                    <a:cubicBezTo>
                      <a:pt x="17365" y="38876"/>
                      <a:pt x="15085" y="41366"/>
                      <a:pt x="12804" y="43835"/>
                    </a:cubicBezTo>
                    <a:lnTo>
                      <a:pt x="12783" y="43835"/>
                    </a:lnTo>
                    <a:cubicBezTo>
                      <a:pt x="12323" y="44358"/>
                      <a:pt x="11841" y="44860"/>
                      <a:pt x="11381" y="45383"/>
                    </a:cubicBezTo>
                    <a:cubicBezTo>
                      <a:pt x="11130" y="45655"/>
                      <a:pt x="11297" y="46074"/>
                      <a:pt x="11590" y="46179"/>
                    </a:cubicBezTo>
                    <a:cubicBezTo>
                      <a:pt x="11631" y="46195"/>
                      <a:pt x="11678" y="46205"/>
                      <a:pt x="11727" y="46205"/>
                    </a:cubicBezTo>
                    <a:cubicBezTo>
                      <a:pt x="11805" y="46205"/>
                      <a:pt x="11890" y="46180"/>
                      <a:pt x="11967" y="46116"/>
                    </a:cubicBezTo>
                    <a:cubicBezTo>
                      <a:pt x="20211" y="40173"/>
                      <a:pt x="28873" y="31218"/>
                      <a:pt x="32137" y="21384"/>
                    </a:cubicBezTo>
                    <a:cubicBezTo>
                      <a:pt x="37138" y="20338"/>
                      <a:pt x="42243" y="19626"/>
                      <a:pt x="47391" y="19229"/>
                    </a:cubicBezTo>
                    <a:lnTo>
                      <a:pt x="47391" y="19229"/>
                    </a:lnTo>
                    <a:cubicBezTo>
                      <a:pt x="47370" y="19250"/>
                      <a:pt x="47328" y="19250"/>
                      <a:pt x="47307" y="19292"/>
                    </a:cubicBezTo>
                    <a:cubicBezTo>
                      <a:pt x="46951" y="19543"/>
                      <a:pt x="46596" y="19815"/>
                      <a:pt x="46240" y="20066"/>
                    </a:cubicBezTo>
                    <a:cubicBezTo>
                      <a:pt x="46156" y="20129"/>
                      <a:pt x="46156" y="20254"/>
                      <a:pt x="46261" y="20275"/>
                    </a:cubicBezTo>
                    <a:cubicBezTo>
                      <a:pt x="46344" y="20296"/>
                      <a:pt x="43185" y="26217"/>
                      <a:pt x="41260" y="29691"/>
                    </a:cubicBezTo>
                    <a:cubicBezTo>
                      <a:pt x="40590" y="30946"/>
                      <a:pt x="40067" y="31888"/>
                      <a:pt x="39900" y="32097"/>
                    </a:cubicBezTo>
                    <a:cubicBezTo>
                      <a:pt x="39170" y="33200"/>
                      <a:pt x="38427" y="34291"/>
                      <a:pt x="37682" y="35388"/>
                    </a:cubicBezTo>
                    <a:lnTo>
                      <a:pt x="37682" y="35388"/>
                    </a:lnTo>
                    <a:cubicBezTo>
                      <a:pt x="38801" y="33696"/>
                      <a:pt x="39806" y="31949"/>
                      <a:pt x="40632" y="30172"/>
                    </a:cubicBezTo>
                    <a:cubicBezTo>
                      <a:pt x="40779" y="29900"/>
                      <a:pt x="40883" y="29649"/>
                      <a:pt x="41009" y="29377"/>
                    </a:cubicBezTo>
                    <a:cubicBezTo>
                      <a:pt x="41030" y="29356"/>
                      <a:pt x="41030" y="29293"/>
                      <a:pt x="41051" y="29272"/>
                    </a:cubicBezTo>
                    <a:cubicBezTo>
                      <a:pt x="41155" y="29042"/>
                      <a:pt x="41260" y="28770"/>
                      <a:pt x="41365" y="28540"/>
                    </a:cubicBezTo>
                    <a:cubicBezTo>
                      <a:pt x="41406" y="28498"/>
                      <a:pt x="41427" y="28435"/>
                      <a:pt x="41427" y="28393"/>
                    </a:cubicBezTo>
                    <a:cubicBezTo>
                      <a:pt x="41532" y="28142"/>
                      <a:pt x="41616" y="27912"/>
                      <a:pt x="41720" y="27661"/>
                    </a:cubicBezTo>
                    <a:lnTo>
                      <a:pt x="41720" y="27619"/>
                    </a:lnTo>
                    <a:cubicBezTo>
                      <a:pt x="41867" y="27201"/>
                      <a:pt x="41992" y="26824"/>
                      <a:pt x="42139" y="26406"/>
                    </a:cubicBezTo>
                    <a:cubicBezTo>
                      <a:pt x="42181" y="26238"/>
                      <a:pt x="42243" y="26050"/>
                      <a:pt x="42285" y="25904"/>
                    </a:cubicBezTo>
                    <a:cubicBezTo>
                      <a:pt x="42306" y="25778"/>
                      <a:pt x="42369" y="25632"/>
                      <a:pt x="42390" y="25506"/>
                    </a:cubicBezTo>
                    <a:cubicBezTo>
                      <a:pt x="42453" y="25318"/>
                      <a:pt x="42494" y="25108"/>
                      <a:pt x="42557" y="24941"/>
                    </a:cubicBezTo>
                    <a:cubicBezTo>
                      <a:pt x="42578" y="24795"/>
                      <a:pt x="42599" y="24690"/>
                      <a:pt x="42620" y="24564"/>
                    </a:cubicBezTo>
                    <a:cubicBezTo>
                      <a:pt x="42683" y="24355"/>
                      <a:pt x="42725" y="24146"/>
                      <a:pt x="42766" y="23958"/>
                    </a:cubicBezTo>
                    <a:cubicBezTo>
                      <a:pt x="42787" y="23853"/>
                      <a:pt x="42808" y="23748"/>
                      <a:pt x="42808" y="23644"/>
                    </a:cubicBezTo>
                    <a:cubicBezTo>
                      <a:pt x="42871" y="23435"/>
                      <a:pt x="42892" y="23204"/>
                      <a:pt x="42913" y="22995"/>
                    </a:cubicBezTo>
                    <a:cubicBezTo>
                      <a:pt x="42934" y="22891"/>
                      <a:pt x="42934" y="22807"/>
                      <a:pt x="42976" y="22702"/>
                    </a:cubicBezTo>
                    <a:cubicBezTo>
                      <a:pt x="42997" y="22451"/>
                      <a:pt x="43038" y="22179"/>
                      <a:pt x="43080" y="21949"/>
                    </a:cubicBezTo>
                    <a:cubicBezTo>
                      <a:pt x="43080" y="21907"/>
                      <a:pt x="43101" y="21844"/>
                      <a:pt x="43101" y="21761"/>
                    </a:cubicBezTo>
                    <a:cubicBezTo>
                      <a:pt x="43122" y="21447"/>
                      <a:pt x="43143" y="21112"/>
                      <a:pt x="43185" y="20798"/>
                    </a:cubicBezTo>
                    <a:cubicBezTo>
                      <a:pt x="43185" y="20652"/>
                      <a:pt x="43080" y="20547"/>
                      <a:pt x="42934" y="20484"/>
                    </a:cubicBezTo>
                    <a:cubicBezTo>
                      <a:pt x="42894" y="20471"/>
                      <a:pt x="42852" y="20464"/>
                      <a:pt x="42810" y="20464"/>
                    </a:cubicBezTo>
                    <a:cubicBezTo>
                      <a:pt x="42720" y="20464"/>
                      <a:pt x="42629" y="20497"/>
                      <a:pt x="42557" y="20568"/>
                    </a:cubicBezTo>
                    <a:cubicBezTo>
                      <a:pt x="42474" y="20673"/>
                      <a:pt x="42390" y="20756"/>
                      <a:pt x="42306" y="20861"/>
                    </a:cubicBezTo>
                    <a:cubicBezTo>
                      <a:pt x="42097" y="21091"/>
                      <a:pt x="41930" y="21300"/>
                      <a:pt x="41720" y="21531"/>
                    </a:cubicBezTo>
                    <a:cubicBezTo>
                      <a:pt x="41658" y="21593"/>
                      <a:pt x="41720" y="21656"/>
                      <a:pt x="41783" y="21656"/>
                    </a:cubicBezTo>
                    <a:cubicBezTo>
                      <a:pt x="41344" y="21865"/>
                      <a:pt x="40883" y="22242"/>
                      <a:pt x="40423" y="22744"/>
                    </a:cubicBezTo>
                    <a:cubicBezTo>
                      <a:pt x="38205" y="25192"/>
                      <a:pt x="36134" y="30632"/>
                      <a:pt x="34836" y="32787"/>
                    </a:cubicBezTo>
                    <a:cubicBezTo>
                      <a:pt x="33581" y="34817"/>
                      <a:pt x="32305" y="36826"/>
                      <a:pt x="31007" y="38813"/>
                    </a:cubicBezTo>
                    <a:cubicBezTo>
                      <a:pt x="31070" y="38772"/>
                      <a:pt x="31091" y="38709"/>
                      <a:pt x="31154" y="38667"/>
                    </a:cubicBezTo>
                    <a:lnTo>
                      <a:pt x="31154" y="38667"/>
                    </a:lnTo>
                    <a:cubicBezTo>
                      <a:pt x="30422" y="39818"/>
                      <a:pt x="29647" y="40969"/>
                      <a:pt x="28894" y="42119"/>
                    </a:cubicBezTo>
                    <a:lnTo>
                      <a:pt x="28873" y="42119"/>
                    </a:lnTo>
                    <a:cubicBezTo>
                      <a:pt x="28162" y="43186"/>
                      <a:pt x="27450" y="44254"/>
                      <a:pt x="26718" y="45342"/>
                    </a:cubicBezTo>
                    <a:lnTo>
                      <a:pt x="26697" y="45342"/>
                    </a:lnTo>
                    <a:cubicBezTo>
                      <a:pt x="26509" y="45614"/>
                      <a:pt x="26341" y="45886"/>
                      <a:pt x="26153" y="46137"/>
                    </a:cubicBezTo>
                    <a:cubicBezTo>
                      <a:pt x="26153" y="46179"/>
                      <a:pt x="26132" y="46179"/>
                      <a:pt x="26132" y="46199"/>
                    </a:cubicBezTo>
                    <a:lnTo>
                      <a:pt x="26090" y="46199"/>
                    </a:lnTo>
                    <a:cubicBezTo>
                      <a:pt x="25944" y="46492"/>
                      <a:pt x="26028" y="46764"/>
                      <a:pt x="26195" y="46953"/>
                    </a:cubicBezTo>
                    <a:cubicBezTo>
                      <a:pt x="26237" y="46953"/>
                      <a:pt x="26237" y="46974"/>
                      <a:pt x="26258" y="47015"/>
                    </a:cubicBezTo>
                    <a:cubicBezTo>
                      <a:pt x="26362" y="47120"/>
                      <a:pt x="26488" y="47162"/>
                      <a:pt x="26655" y="47183"/>
                    </a:cubicBezTo>
                    <a:cubicBezTo>
                      <a:pt x="26736" y="47203"/>
                      <a:pt x="26820" y="47215"/>
                      <a:pt x="26902" y="47215"/>
                    </a:cubicBezTo>
                    <a:cubicBezTo>
                      <a:pt x="27075" y="47215"/>
                      <a:pt x="27246" y="47164"/>
                      <a:pt x="27388" y="47036"/>
                    </a:cubicBezTo>
                    <a:cubicBezTo>
                      <a:pt x="30422" y="44358"/>
                      <a:pt x="33665" y="40969"/>
                      <a:pt x="36427" y="37181"/>
                    </a:cubicBezTo>
                    <a:lnTo>
                      <a:pt x="36427" y="37181"/>
                    </a:lnTo>
                    <a:cubicBezTo>
                      <a:pt x="35046" y="39127"/>
                      <a:pt x="33602" y="41073"/>
                      <a:pt x="32137" y="42998"/>
                    </a:cubicBezTo>
                    <a:lnTo>
                      <a:pt x="32137" y="43040"/>
                    </a:lnTo>
                    <a:cubicBezTo>
                      <a:pt x="31635" y="43689"/>
                      <a:pt x="31154" y="44316"/>
                      <a:pt x="30652" y="44965"/>
                    </a:cubicBezTo>
                    <a:cubicBezTo>
                      <a:pt x="30463" y="45195"/>
                      <a:pt x="30484" y="45509"/>
                      <a:pt x="30631" y="45760"/>
                    </a:cubicBezTo>
                    <a:cubicBezTo>
                      <a:pt x="30673" y="45823"/>
                      <a:pt x="30735" y="45886"/>
                      <a:pt x="30798" y="45927"/>
                    </a:cubicBezTo>
                    <a:cubicBezTo>
                      <a:pt x="30895" y="46003"/>
                      <a:pt x="31004" y="46045"/>
                      <a:pt x="31121" y="46045"/>
                    </a:cubicBezTo>
                    <a:cubicBezTo>
                      <a:pt x="31230" y="46045"/>
                      <a:pt x="31346" y="46008"/>
                      <a:pt x="31468" y="45927"/>
                    </a:cubicBezTo>
                    <a:cubicBezTo>
                      <a:pt x="32535" y="45153"/>
                      <a:pt x="33581" y="44337"/>
                      <a:pt x="34606" y="43458"/>
                    </a:cubicBezTo>
                    <a:lnTo>
                      <a:pt x="34606" y="43417"/>
                    </a:lnTo>
                    <a:cubicBezTo>
                      <a:pt x="34920" y="43166"/>
                      <a:pt x="35234" y="42873"/>
                      <a:pt x="35506" y="42622"/>
                    </a:cubicBezTo>
                    <a:cubicBezTo>
                      <a:pt x="35506" y="42622"/>
                      <a:pt x="35506" y="42580"/>
                      <a:pt x="35548" y="42580"/>
                    </a:cubicBezTo>
                    <a:cubicBezTo>
                      <a:pt x="36908" y="41324"/>
                      <a:pt x="38184" y="40006"/>
                      <a:pt x="39377" y="38604"/>
                    </a:cubicBezTo>
                    <a:cubicBezTo>
                      <a:pt x="41762" y="35779"/>
                      <a:pt x="43813" y="32683"/>
                      <a:pt x="45382" y="29356"/>
                    </a:cubicBezTo>
                    <a:cubicBezTo>
                      <a:pt x="45424" y="29251"/>
                      <a:pt x="45487" y="29147"/>
                      <a:pt x="45507" y="29063"/>
                    </a:cubicBezTo>
                    <a:cubicBezTo>
                      <a:pt x="45612" y="28833"/>
                      <a:pt x="45717" y="28624"/>
                      <a:pt x="45821" y="28393"/>
                    </a:cubicBezTo>
                    <a:cubicBezTo>
                      <a:pt x="45863" y="28247"/>
                      <a:pt x="45926" y="28121"/>
                      <a:pt x="46010" y="27975"/>
                    </a:cubicBezTo>
                    <a:cubicBezTo>
                      <a:pt x="46072" y="27766"/>
                      <a:pt x="46177" y="27557"/>
                      <a:pt x="46261" y="27305"/>
                    </a:cubicBezTo>
                    <a:cubicBezTo>
                      <a:pt x="46324" y="27159"/>
                      <a:pt x="46386" y="26992"/>
                      <a:pt x="46449" y="26845"/>
                    </a:cubicBezTo>
                    <a:lnTo>
                      <a:pt x="46679" y="26217"/>
                    </a:lnTo>
                    <a:lnTo>
                      <a:pt x="46993" y="25360"/>
                    </a:lnTo>
                    <a:lnTo>
                      <a:pt x="47223" y="24648"/>
                    </a:lnTo>
                    <a:cubicBezTo>
                      <a:pt x="47286" y="24460"/>
                      <a:pt x="47328" y="24272"/>
                      <a:pt x="47412" y="24104"/>
                    </a:cubicBezTo>
                    <a:cubicBezTo>
                      <a:pt x="47474" y="23895"/>
                      <a:pt x="47516" y="23707"/>
                      <a:pt x="47579" y="23497"/>
                    </a:cubicBezTo>
                    <a:lnTo>
                      <a:pt x="47725" y="22953"/>
                    </a:lnTo>
                    <a:cubicBezTo>
                      <a:pt x="47788" y="22744"/>
                      <a:pt x="47830" y="22556"/>
                      <a:pt x="47893" y="22347"/>
                    </a:cubicBezTo>
                    <a:cubicBezTo>
                      <a:pt x="47935" y="22158"/>
                      <a:pt x="47956" y="21970"/>
                      <a:pt x="48018" y="21823"/>
                    </a:cubicBezTo>
                    <a:cubicBezTo>
                      <a:pt x="48060" y="21614"/>
                      <a:pt x="48123" y="21405"/>
                      <a:pt x="48144" y="21196"/>
                    </a:cubicBezTo>
                    <a:cubicBezTo>
                      <a:pt x="48165" y="21028"/>
                      <a:pt x="48207" y="20861"/>
                      <a:pt x="48248" y="20694"/>
                    </a:cubicBezTo>
                    <a:cubicBezTo>
                      <a:pt x="48269" y="20484"/>
                      <a:pt x="48332" y="20296"/>
                      <a:pt x="48353" y="20087"/>
                    </a:cubicBezTo>
                    <a:cubicBezTo>
                      <a:pt x="48416" y="19752"/>
                      <a:pt x="48207" y="19417"/>
                      <a:pt x="47893" y="19292"/>
                    </a:cubicBezTo>
                    <a:cubicBezTo>
                      <a:pt x="50720" y="19079"/>
                      <a:pt x="53566" y="18973"/>
                      <a:pt x="56425" y="18973"/>
                    </a:cubicBezTo>
                    <a:cubicBezTo>
                      <a:pt x="59744" y="18973"/>
                      <a:pt x="63082" y="19115"/>
                      <a:pt x="66431" y="19396"/>
                    </a:cubicBezTo>
                    <a:cubicBezTo>
                      <a:pt x="66159" y="19647"/>
                      <a:pt x="65908" y="19940"/>
                      <a:pt x="65678" y="20233"/>
                    </a:cubicBezTo>
                    <a:cubicBezTo>
                      <a:pt x="65615" y="20275"/>
                      <a:pt x="65594" y="20338"/>
                      <a:pt x="65531" y="20380"/>
                    </a:cubicBezTo>
                    <a:cubicBezTo>
                      <a:pt x="65406" y="20547"/>
                      <a:pt x="65301" y="20694"/>
                      <a:pt x="65176" y="20861"/>
                    </a:cubicBezTo>
                    <a:cubicBezTo>
                      <a:pt x="65113" y="20924"/>
                      <a:pt x="65071" y="20986"/>
                      <a:pt x="65008" y="21070"/>
                    </a:cubicBezTo>
                    <a:cubicBezTo>
                      <a:pt x="64904" y="21217"/>
                      <a:pt x="64778" y="21384"/>
                      <a:pt x="64674" y="21531"/>
                    </a:cubicBezTo>
                    <a:lnTo>
                      <a:pt x="64527" y="21761"/>
                    </a:lnTo>
                    <a:lnTo>
                      <a:pt x="64213" y="22242"/>
                    </a:lnTo>
                    <a:cubicBezTo>
                      <a:pt x="64150" y="22326"/>
                      <a:pt x="64109" y="22388"/>
                      <a:pt x="64046" y="22493"/>
                    </a:cubicBezTo>
                    <a:cubicBezTo>
                      <a:pt x="63941" y="22660"/>
                      <a:pt x="63837" y="22807"/>
                      <a:pt x="63753" y="22995"/>
                    </a:cubicBezTo>
                    <a:cubicBezTo>
                      <a:pt x="63711" y="23079"/>
                      <a:pt x="63648" y="23183"/>
                      <a:pt x="63606" y="23267"/>
                    </a:cubicBezTo>
                    <a:cubicBezTo>
                      <a:pt x="63502" y="23414"/>
                      <a:pt x="63418" y="23581"/>
                      <a:pt x="63313" y="23748"/>
                    </a:cubicBezTo>
                    <a:cubicBezTo>
                      <a:pt x="63272" y="23853"/>
                      <a:pt x="63209" y="23937"/>
                      <a:pt x="63167" y="24041"/>
                    </a:cubicBezTo>
                    <a:cubicBezTo>
                      <a:pt x="63021" y="24272"/>
                      <a:pt x="62895" y="24523"/>
                      <a:pt x="62790" y="24753"/>
                    </a:cubicBezTo>
                    <a:cubicBezTo>
                      <a:pt x="62686" y="24941"/>
                      <a:pt x="62602" y="25108"/>
                      <a:pt x="62497" y="25297"/>
                    </a:cubicBezTo>
                    <a:cubicBezTo>
                      <a:pt x="62456" y="25380"/>
                      <a:pt x="62435" y="25485"/>
                      <a:pt x="62372" y="25569"/>
                    </a:cubicBezTo>
                    <a:cubicBezTo>
                      <a:pt x="62267" y="25778"/>
                      <a:pt x="62184" y="25945"/>
                      <a:pt x="62079" y="26155"/>
                    </a:cubicBezTo>
                    <a:lnTo>
                      <a:pt x="62016" y="26322"/>
                    </a:lnTo>
                    <a:cubicBezTo>
                      <a:pt x="61430" y="27494"/>
                      <a:pt x="60886" y="28665"/>
                      <a:pt x="60342" y="29795"/>
                    </a:cubicBezTo>
                    <a:cubicBezTo>
                      <a:pt x="60342" y="29816"/>
                      <a:pt x="60300" y="29858"/>
                      <a:pt x="60300" y="29858"/>
                    </a:cubicBezTo>
                    <a:cubicBezTo>
                      <a:pt x="60196" y="30088"/>
                      <a:pt x="60070" y="30298"/>
                      <a:pt x="59966" y="30528"/>
                    </a:cubicBezTo>
                    <a:cubicBezTo>
                      <a:pt x="59715" y="31051"/>
                      <a:pt x="59443" y="31553"/>
                      <a:pt x="59150" y="32013"/>
                    </a:cubicBezTo>
                    <a:cubicBezTo>
                      <a:pt x="57371" y="35110"/>
                      <a:pt x="55446" y="38123"/>
                      <a:pt x="53458" y="41094"/>
                    </a:cubicBezTo>
                    <a:cubicBezTo>
                      <a:pt x="53458" y="41115"/>
                      <a:pt x="53438" y="41115"/>
                      <a:pt x="53396" y="41157"/>
                    </a:cubicBezTo>
                    <a:lnTo>
                      <a:pt x="50257" y="45865"/>
                    </a:lnTo>
                    <a:cubicBezTo>
                      <a:pt x="50071" y="46144"/>
                      <a:pt x="50357" y="46412"/>
                      <a:pt x="50645" y="46412"/>
                    </a:cubicBezTo>
                    <a:cubicBezTo>
                      <a:pt x="50745" y="46412"/>
                      <a:pt x="50846" y="46380"/>
                      <a:pt x="50927" y="46304"/>
                    </a:cubicBezTo>
                    <a:cubicBezTo>
                      <a:pt x="53479" y="43898"/>
                      <a:pt x="55781" y="41261"/>
                      <a:pt x="57852" y="38437"/>
                    </a:cubicBezTo>
                    <a:lnTo>
                      <a:pt x="57852" y="38395"/>
                    </a:lnTo>
                    <a:cubicBezTo>
                      <a:pt x="59087" y="36721"/>
                      <a:pt x="60259" y="34984"/>
                      <a:pt x="61326" y="33143"/>
                    </a:cubicBezTo>
                    <a:cubicBezTo>
                      <a:pt x="62916" y="30444"/>
                      <a:pt x="64966" y="27243"/>
                      <a:pt x="66034" y="23937"/>
                    </a:cubicBezTo>
                    <a:lnTo>
                      <a:pt x="66034" y="23916"/>
                    </a:lnTo>
                    <a:cubicBezTo>
                      <a:pt x="66117" y="23707"/>
                      <a:pt x="66159" y="23497"/>
                      <a:pt x="66222" y="23288"/>
                    </a:cubicBezTo>
                    <a:cubicBezTo>
                      <a:pt x="66222" y="23225"/>
                      <a:pt x="66243" y="23204"/>
                      <a:pt x="66243" y="23163"/>
                    </a:cubicBezTo>
                    <a:cubicBezTo>
                      <a:pt x="66306" y="22995"/>
                      <a:pt x="66326" y="22849"/>
                      <a:pt x="66368" y="22702"/>
                    </a:cubicBezTo>
                    <a:cubicBezTo>
                      <a:pt x="66410" y="22639"/>
                      <a:pt x="66410" y="22577"/>
                      <a:pt x="66431" y="22493"/>
                    </a:cubicBezTo>
                    <a:cubicBezTo>
                      <a:pt x="66452" y="22347"/>
                      <a:pt x="66515" y="22179"/>
                      <a:pt x="66536" y="22054"/>
                    </a:cubicBezTo>
                    <a:cubicBezTo>
                      <a:pt x="66557" y="21928"/>
                      <a:pt x="66578" y="21823"/>
                      <a:pt x="66619" y="21698"/>
                    </a:cubicBezTo>
                    <a:cubicBezTo>
                      <a:pt x="66640" y="21614"/>
                      <a:pt x="66640" y="21531"/>
                      <a:pt x="66661" y="21447"/>
                    </a:cubicBezTo>
                    <a:cubicBezTo>
                      <a:pt x="66682" y="21321"/>
                      <a:pt x="66682" y="21217"/>
                      <a:pt x="66724" y="21091"/>
                    </a:cubicBezTo>
                    <a:lnTo>
                      <a:pt x="66724" y="20986"/>
                    </a:lnTo>
                    <a:cubicBezTo>
                      <a:pt x="66745" y="20714"/>
                      <a:pt x="66766" y="20442"/>
                      <a:pt x="66787" y="20170"/>
                    </a:cubicBezTo>
                    <a:cubicBezTo>
                      <a:pt x="66787" y="19940"/>
                      <a:pt x="66829" y="19668"/>
                      <a:pt x="66787" y="19438"/>
                    </a:cubicBezTo>
                    <a:lnTo>
                      <a:pt x="66787" y="19438"/>
                    </a:lnTo>
                    <a:cubicBezTo>
                      <a:pt x="68565" y="19606"/>
                      <a:pt x="70344" y="19773"/>
                      <a:pt x="72122" y="20024"/>
                    </a:cubicBezTo>
                    <a:cubicBezTo>
                      <a:pt x="72018" y="20129"/>
                      <a:pt x="71955" y="20233"/>
                      <a:pt x="71850" y="20338"/>
                    </a:cubicBezTo>
                    <a:cubicBezTo>
                      <a:pt x="71788" y="20380"/>
                      <a:pt x="71767" y="20442"/>
                      <a:pt x="71704" y="20484"/>
                    </a:cubicBezTo>
                    <a:lnTo>
                      <a:pt x="71390" y="20882"/>
                    </a:lnTo>
                    <a:cubicBezTo>
                      <a:pt x="71348" y="20924"/>
                      <a:pt x="71285" y="21007"/>
                      <a:pt x="71244" y="21070"/>
                    </a:cubicBezTo>
                    <a:cubicBezTo>
                      <a:pt x="71139" y="21196"/>
                      <a:pt x="71034" y="21342"/>
                      <a:pt x="70909" y="21489"/>
                    </a:cubicBezTo>
                    <a:cubicBezTo>
                      <a:pt x="70867" y="21531"/>
                      <a:pt x="70825" y="21593"/>
                      <a:pt x="70804" y="21635"/>
                    </a:cubicBezTo>
                    <a:cubicBezTo>
                      <a:pt x="70658" y="21803"/>
                      <a:pt x="70553" y="21949"/>
                      <a:pt x="70428" y="22116"/>
                    </a:cubicBezTo>
                    <a:cubicBezTo>
                      <a:pt x="70407" y="22137"/>
                      <a:pt x="70407" y="22158"/>
                      <a:pt x="70386" y="22179"/>
                    </a:cubicBezTo>
                    <a:cubicBezTo>
                      <a:pt x="69821" y="22953"/>
                      <a:pt x="69298" y="23748"/>
                      <a:pt x="68775" y="24564"/>
                    </a:cubicBezTo>
                    <a:cubicBezTo>
                      <a:pt x="68356" y="25171"/>
                      <a:pt x="68000" y="25799"/>
                      <a:pt x="67666" y="26448"/>
                    </a:cubicBezTo>
                    <a:cubicBezTo>
                      <a:pt x="66850" y="27829"/>
                      <a:pt x="66034" y="29230"/>
                      <a:pt x="65176" y="30528"/>
                    </a:cubicBezTo>
                    <a:cubicBezTo>
                      <a:pt x="62393" y="34796"/>
                      <a:pt x="59443" y="38918"/>
                      <a:pt x="56492" y="43061"/>
                    </a:cubicBezTo>
                    <a:cubicBezTo>
                      <a:pt x="56492" y="43061"/>
                      <a:pt x="56492" y="43082"/>
                      <a:pt x="56471" y="43082"/>
                    </a:cubicBezTo>
                    <a:lnTo>
                      <a:pt x="56074" y="43626"/>
                    </a:lnTo>
                    <a:cubicBezTo>
                      <a:pt x="55822" y="43988"/>
                      <a:pt x="56079" y="44373"/>
                      <a:pt x="56400" y="44373"/>
                    </a:cubicBezTo>
                    <a:cubicBezTo>
                      <a:pt x="56506" y="44373"/>
                      <a:pt x="56619" y="44331"/>
                      <a:pt x="56723" y="44233"/>
                    </a:cubicBezTo>
                    <a:cubicBezTo>
                      <a:pt x="58668" y="42412"/>
                      <a:pt x="60719" y="40257"/>
                      <a:pt x="62707" y="37956"/>
                    </a:cubicBezTo>
                    <a:cubicBezTo>
                      <a:pt x="62707" y="37935"/>
                      <a:pt x="62749" y="37935"/>
                      <a:pt x="62749" y="37935"/>
                    </a:cubicBezTo>
                    <a:cubicBezTo>
                      <a:pt x="62790" y="37872"/>
                      <a:pt x="62853" y="37830"/>
                      <a:pt x="62895" y="37746"/>
                    </a:cubicBezTo>
                    <a:cubicBezTo>
                      <a:pt x="62895" y="37949"/>
                      <a:pt x="63058" y="38129"/>
                      <a:pt x="63236" y="38129"/>
                    </a:cubicBezTo>
                    <a:cubicBezTo>
                      <a:pt x="63297" y="38129"/>
                      <a:pt x="63360" y="38108"/>
                      <a:pt x="63418" y="38060"/>
                    </a:cubicBezTo>
                    <a:lnTo>
                      <a:pt x="63816" y="37746"/>
                    </a:lnTo>
                    <a:lnTo>
                      <a:pt x="63816" y="37725"/>
                    </a:lnTo>
                    <a:cubicBezTo>
                      <a:pt x="64318" y="37328"/>
                      <a:pt x="64799" y="36909"/>
                      <a:pt x="65301" y="36491"/>
                    </a:cubicBezTo>
                    <a:cubicBezTo>
                      <a:pt x="65406" y="36386"/>
                      <a:pt x="65531" y="36282"/>
                      <a:pt x="65636" y="36198"/>
                    </a:cubicBezTo>
                    <a:lnTo>
                      <a:pt x="65636" y="36198"/>
                    </a:lnTo>
                    <a:cubicBezTo>
                      <a:pt x="65636" y="36240"/>
                      <a:pt x="65615" y="36240"/>
                      <a:pt x="65615" y="36261"/>
                    </a:cubicBezTo>
                    <a:cubicBezTo>
                      <a:pt x="66452" y="35528"/>
                      <a:pt x="67289" y="34733"/>
                      <a:pt x="68084" y="33959"/>
                    </a:cubicBezTo>
                    <a:lnTo>
                      <a:pt x="68126" y="33896"/>
                    </a:lnTo>
                    <a:lnTo>
                      <a:pt x="68879" y="33143"/>
                    </a:lnTo>
                    <a:cubicBezTo>
                      <a:pt x="68942" y="33101"/>
                      <a:pt x="68984" y="33038"/>
                      <a:pt x="69047" y="32955"/>
                    </a:cubicBezTo>
                    <a:cubicBezTo>
                      <a:pt x="69256" y="32725"/>
                      <a:pt x="69465" y="32515"/>
                      <a:pt x="69674" y="32285"/>
                    </a:cubicBezTo>
                    <a:cubicBezTo>
                      <a:pt x="69758" y="32202"/>
                      <a:pt x="69821" y="32097"/>
                      <a:pt x="69925" y="32013"/>
                    </a:cubicBezTo>
                    <a:cubicBezTo>
                      <a:pt x="70114" y="31804"/>
                      <a:pt x="70302" y="31637"/>
                      <a:pt x="70448" y="31427"/>
                    </a:cubicBezTo>
                    <a:cubicBezTo>
                      <a:pt x="70553" y="31281"/>
                      <a:pt x="70658" y="31176"/>
                      <a:pt x="70762" y="31051"/>
                    </a:cubicBezTo>
                    <a:cubicBezTo>
                      <a:pt x="70930" y="30862"/>
                      <a:pt x="71055" y="30716"/>
                      <a:pt x="71223" y="30528"/>
                    </a:cubicBezTo>
                    <a:cubicBezTo>
                      <a:pt x="71348" y="30381"/>
                      <a:pt x="71474" y="30235"/>
                      <a:pt x="71578" y="30088"/>
                    </a:cubicBezTo>
                    <a:cubicBezTo>
                      <a:pt x="71704" y="29921"/>
                      <a:pt x="71850" y="29774"/>
                      <a:pt x="71955" y="29607"/>
                    </a:cubicBezTo>
                    <a:cubicBezTo>
                      <a:pt x="72080" y="29440"/>
                      <a:pt x="72227" y="29272"/>
                      <a:pt x="72373" y="29084"/>
                    </a:cubicBezTo>
                    <a:cubicBezTo>
                      <a:pt x="72478" y="28958"/>
                      <a:pt x="72583" y="28812"/>
                      <a:pt x="72687" y="28665"/>
                    </a:cubicBezTo>
                    <a:cubicBezTo>
                      <a:pt x="72834" y="28498"/>
                      <a:pt x="73001" y="28289"/>
                      <a:pt x="73127" y="28101"/>
                    </a:cubicBezTo>
                    <a:cubicBezTo>
                      <a:pt x="73231" y="27975"/>
                      <a:pt x="73315" y="27829"/>
                      <a:pt x="73420" y="27724"/>
                    </a:cubicBezTo>
                    <a:lnTo>
                      <a:pt x="73880" y="27096"/>
                    </a:lnTo>
                    <a:cubicBezTo>
                      <a:pt x="73964" y="26992"/>
                      <a:pt x="74047" y="26866"/>
                      <a:pt x="74110" y="26761"/>
                    </a:cubicBezTo>
                    <a:cubicBezTo>
                      <a:pt x="74277" y="26531"/>
                      <a:pt x="74424" y="26301"/>
                      <a:pt x="74591" y="26092"/>
                    </a:cubicBezTo>
                    <a:cubicBezTo>
                      <a:pt x="74675" y="25987"/>
                      <a:pt x="74717" y="25883"/>
                      <a:pt x="74801" y="25778"/>
                    </a:cubicBezTo>
                    <a:cubicBezTo>
                      <a:pt x="74947" y="25527"/>
                      <a:pt x="75135" y="25276"/>
                      <a:pt x="75303" y="25046"/>
                    </a:cubicBezTo>
                    <a:cubicBezTo>
                      <a:pt x="75345" y="24962"/>
                      <a:pt x="75407" y="24857"/>
                      <a:pt x="75470" y="24774"/>
                    </a:cubicBezTo>
                    <a:cubicBezTo>
                      <a:pt x="75637" y="24523"/>
                      <a:pt x="75826" y="24251"/>
                      <a:pt x="75972" y="23999"/>
                    </a:cubicBezTo>
                    <a:cubicBezTo>
                      <a:pt x="76035" y="23916"/>
                      <a:pt x="76056" y="23853"/>
                      <a:pt x="76098" y="23790"/>
                    </a:cubicBezTo>
                    <a:cubicBezTo>
                      <a:pt x="76286" y="23497"/>
                      <a:pt x="76454" y="23204"/>
                      <a:pt x="76621" y="22911"/>
                    </a:cubicBezTo>
                    <a:cubicBezTo>
                      <a:pt x="76621" y="22891"/>
                      <a:pt x="76663" y="22891"/>
                      <a:pt x="76663" y="22870"/>
                    </a:cubicBezTo>
                    <a:cubicBezTo>
                      <a:pt x="77018" y="22263"/>
                      <a:pt x="77353" y="21635"/>
                      <a:pt x="77667" y="21028"/>
                    </a:cubicBezTo>
                    <a:cubicBezTo>
                      <a:pt x="78483" y="21196"/>
                      <a:pt x="79299" y="21321"/>
                      <a:pt x="80115" y="21510"/>
                    </a:cubicBezTo>
                    <a:cubicBezTo>
                      <a:pt x="80031" y="21593"/>
                      <a:pt x="79927" y="21656"/>
                      <a:pt x="79843" y="21740"/>
                    </a:cubicBezTo>
                    <a:cubicBezTo>
                      <a:pt x="79801" y="21803"/>
                      <a:pt x="79739" y="21844"/>
                      <a:pt x="79655" y="21907"/>
                    </a:cubicBezTo>
                    <a:cubicBezTo>
                      <a:pt x="79550" y="22012"/>
                      <a:pt x="79446" y="22075"/>
                      <a:pt x="79383" y="22179"/>
                    </a:cubicBezTo>
                    <a:cubicBezTo>
                      <a:pt x="79299" y="22263"/>
                      <a:pt x="79215" y="22347"/>
                      <a:pt x="79174" y="22430"/>
                    </a:cubicBezTo>
                    <a:cubicBezTo>
                      <a:pt x="79090" y="22493"/>
                      <a:pt x="79006" y="22598"/>
                      <a:pt x="78922" y="22681"/>
                    </a:cubicBezTo>
                    <a:cubicBezTo>
                      <a:pt x="78818" y="22786"/>
                      <a:pt x="78755" y="22891"/>
                      <a:pt x="78650" y="22995"/>
                    </a:cubicBezTo>
                    <a:cubicBezTo>
                      <a:pt x="78588" y="23058"/>
                      <a:pt x="78546" y="23121"/>
                      <a:pt x="78483" y="23183"/>
                    </a:cubicBezTo>
                    <a:cubicBezTo>
                      <a:pt x="78337" y="23372"/>
                      <a:pt x="78169" y="23539"/>
                      <a:pt x="78044" y="23727"/>
                    </a:cubicBezTo>
                    <a:lnTo>
                      <a:pt x="77981" y="23790"/>
                    </a:lnTo>
                    <a:cubicBezTo>
                      <a:pt x="77855" y="23958"/>
                      <a:pt x="77709" y="24146"/>
                      <a:pt x="77562" y="24334"/>
                    </a:cubicBezTo>
                    <a:cubicBezTo>
                      <a:pt x="77542" y="24355"/>
                      <a:pt x="77521" y="24418"/>
                      <a:pt x="77500" y="24439"/>
                    </a:cubicBezTo>
                    <a:cubicBezTo>
                      <a:pt x="77353" y="24627"/>
                      <a:pt x="77228" y="24774"/>
                      <a:pt x="77102" y="24962"/>
                    </a:cubicBezTo>
                    <a:cubicBezTo>
                      <a:pt x="77081" y="24983"/>
                      <a:pt x="77081" y="25004"/>
                      <a:pt x="77039" y="25046"/>
                    </a:cubicBezTo>
                    <a:cubicBezTo>
                      <a:pt x="76140" y="26343"/>
                      <a:pt x="75261" y="27766"/>
                      <a:pt x="74403" y="29084"/>
                    </a:cubicBezTo>
                    <a:cubicBezTo>
                      <a:pt x="74005" y="29712"/>
                      <a:pt x="73587" y="30318"/>
                      <a:pt x="73210" y="30904"/>
                    </a:cubicBezTo>
                    <a:cubicBezTo>
                      <a:pt x="70532" y="34629"/>
                      <a:pt x="67687" y="38228"/>
                      <a:pt x="64841" y="41805"/>
                    </a:cubicBezTo>
                    <a:cubicBezTo>
                      <a:pt x="64841" y="41826"/>
                      <a:pt x="64799" y="41826"/>
                      <a:pt x="64778" y="41847"/>
                    </a:cubicBezTo>
                    <a:cubicBezTo>
                      <a:pt x="64653" y="42015"/>
                      <a:pt x="64548" y="42161"/>
                      <a:pt x="64422" y="42329"/>
                    </a:cubicBezTo>
                    <a:cubicBezTo>
                      <a:pt x="64052" y="42766"/>
                      <a:pt x="64426" y="43500"/>
                      <a:pt x="64913" y="43500"/>
                    </a:cubicBezTo>
                    <a:cubicBezTo>
                      <a:pt x="65031" y="43500"/>
                      <a:pt x="65157" y="43457"/>
                      <a:pt x="65280" y="43354"/>
                    </a:cubicBezTo>
                    <a:cubicBezTo>
                      <a:pt x="66368" y="42433"/>
                      <a:pt x="67582" y="41408"/>
                      <a:pt x="68816" y="40257"/>
                    </a:cubicBezTo>
                    <a:cubicBezTo>
                      <a:pt x="68816" y="40257"/>
                      <a:pt x="68816" y="40236"/>
                      <a:pt x="68837" y="40236"/>
                    </a:cubicBezTo>
                    <a:lnTo>
                      <a:pt x="68921" y="40153"/>
                    </a:lnTo>
                    <a:lnTo>
                      <a:pt x="68942" y="40153"/>
                    </a:lnTo>
                    <a:cubicBezTo>
                      <a:pt x="73838" y="35612"/>
                      <a:pt x="79132" y="29440"/>
                      <a:pt x="80575" y="23393"/>
                    </a:cubicBezTo>
                    <a:cubicBezTo>
                      <a:pt x="80596" y="23309"/>
                      <a:pt x="80638" y="23204"/>
                      <a:pt x="80638" y="23121"/>
                    </a:cubicBezTo>
                    <a:cubicBezTo>
                      <a:pt x="80659" y="23058"/>
                      <a:pt x="80659" y="22995"/>
                      <a:pt x="80680" y="22911"/>
                    </a:cubicBezTo>
                    <a:cubicBezTo>
                      <a:pt x="80764" y="22472"/>
                      <a:pt x="80847" y="22054"/>
                      <a:pt x="80889" y="21614"/>
                    </a:cubicBezTo>
                    <a:cubicBezTo>
                      <a:pt x="81894" y="21823"/>
                      <a:pt x="82877" y="22033"/>
                      <a:pt x="83881" y="22263"/>
                    </a:cubicBezTo>
                    <a:cubicBezTo>
                      <a:pt x="83777" y="22451"/>
                      <a:pt x="83693" y="22660"/>
                      <a:pt x="83588" y="22849"/>
                    </a:cubicBezTo>
                    <a:cubicBezTo>
                      <a:pt x="83526" y="22974"/>
                      <a:pt x="83484" y="23079"/>
                      <a:pt x="83400" y="23204"/>
                    </a:cubicBezTo>
                    <a:cubicBezTo>
                      <a:pt x="83275" y="23497"/>
                      <a:pt x="83107" y="23811"/>
                      <a:pt x="82982" y="24125"/>
                    </a:cubicBezTo>
                    <a:cubicBezTo>
                      <a:pt x="82961" y="24167"/>
                      <a:pt x="82940" y="24230"/>
                      <a:pt x="82940" y="24251"/>
                    </a:cubicBezTo>
                    <a:cubicBezTo>
                      <a:pt x="81831" y="26678"/>
                      <a:pt x="80889" y="29168"/>
                      <a:pt x="79529" y="31490"/>
                    </a:cubicBezTo>
                    <a:cubicBezTo>
                      <a:pt x="77521" y="34922"/>
                      <a:pt x="75010" y="37872"/>
                      <a:pt x="72290" y="40759"/>
                    </a:cubicBezTo>
                    <a:lnTo>
                      <a:pt x="72290" y="40780"/>
                    </a:lnTo>
                    <a:lnTo>
                      <a:pt x="72269" y="40801"/>
                    </a:lnTo>
                    <a:cubicBezTo>
                      <a:pt x="72050" y="41105"/>
                      <a:pt x="72320" y="41558"/>
                      <a:pt x="72630" y="41558"/>
                    </a:cubicBezTo>
                    <a:cubicBezTo>
                      <a:pt x="72705" y="41558"/>
                      <a:pt x="72782" y="41532"/>
                      <a:pt x="72855" y="41471"/>
                    </a:cubicBezTo>
                    <a:cubicBezTo>
                      <a:pt x="74257" y="40383"/>
                      <a:pt x="75637" y="39169"/>
                      <a:pt x="76914" y="37746"/>
                    </a:cubicBezTo>
                    <a:cubicBezTo>
                      <a:pt x="76914" y="37746"/>
                      <a:pt x="76914" y="37725"/>
                      <a:pt x="76935" y="37725"/>
                    </a:cubicBezTo>
                    <a:cubicBezTo>
                      <a:pt x="80785" y="33583"/>
                      <a:pt x="83840" y="28205"/>
                      <a:pt x="84216" y="22807"/>
                    </a:cubicBezTo>
                    <a:lnTo>
                      <a:pt x="84216" y="22744"/>
                    </a:lnTo>
                    <a:cubicBezTo>
                      <a:pt x="84216" y="22598"/>
                      <a:pt x="84237" y="22493"/>
                      <a:pt x="84237" y="22367"/>
                    </a:cubicBezTo>
                    <a:cubicBezTo>
                      <a:pt x="85785" y="22744"/>
                      <a:pt x="87355" y="23163"/>
                      <a:pt x="88903" y="23581"/>
                    </a:cubicBezTo>
                    <a:cubicBezTo>
                      <a:pt x="88254" y="24230"/>
                      <a:pt x="87689" y="24941"/>
                      <a:pt x="87166" y="25673"/>
                    </a:cubicBezTo>
                    <a:lnTo>
                      <a:pt x="87145" y="25694"/>
                    </a:lnTo>
                    <a:cubicBezTo>
                      <a:pt x="87062" y="25820"/>
                      <a:pt x="86957" y="25924"/>
                      <a:pt x="86894" y="26050"/>
                    </a:cubicBezTo>
                    <a:cubicBezTo>
                      <a:pt x="86853" y="26113"/>
                      <a:pt x="86832" y="26155"/>
                      <a:pt x="86790" y="26196"/>
                    </a:cubicBezTo>
                    <a:cubicBezTo>
                      <a:pt x="86727" y="26301"/>
                      <a:pt x="86643" y="26364"/>
                      <a:pt x="86601" y="26468"/>
                    </a:cubicBezTo>
                    <a:cubicBezTo>
                      <a:pt x="86539" y="26552"/>
                      <a:pt x="86518" y="26615"/>
                      <a:pt x="86476" y="26678"/>
                    </a:cubicBezTo>
                    <a:cubicBezTo>
                      <a:pt x="86434" y="26740"/>
                      <a:pt x="86413" y="26761"/>
                      <a:pt x="86392" y="26824"/>
                    </a:cubicBezTo>
                    <a:cubicBezTo>
                      <a:pt x="85555" y="28101"/>
                      <a:pt x="84802" y="29398"/>
                      <a:pt x="83944" y="30716"/>
                    </a:cubicBezTo>
                    <a:cubicBezTo>
                      <a:pt x="83254" y="31804"/>
                      <a:pt x="82521" y="32913"/>
                      <a:pt x="81747" y="33980"/>
                    </a:cubicBezTo>
                    <a:cubicBezTo>
                      <a:pt x="81287" y="34671"/>
                      <a:pt x="80806" y="35340"/>
                      <a:pt x="80345" y="35989"/>
                    </a:cubicBezTo>
                    <a:cubicBezTo>
                      <a:pt x="79529" y="37098"/>
                      <a:pt x="78713" y="38186"/>
                      <a:pt x="77876" y="39295"/>
                    </a:cubicBezTo>
                    <a:cubicBezTo>
                      <a:pt x="77834" y="39378"/>
                      <a:pt x="77772" y="39420"/>
                      <a:pt x="77730" y="39504"/>
                    </a:cubicBezTo>
                    <a:cubicBezTo>
                      <a:pt x="77426" y="39909"/>
                      <a:pt x="77735" y="40546"/>
                      <a:pt x="78163" y="40546"/>
                    </a:cubicBezTo>
                    <a:cubicBezTo>
                      <a:pt x="78265" y="40546"/>
                      <a:pt x="78374" y="40509"/>
                      <a:pt x="78483" y="40425"/>
                    </a:cubicBezTo>
                    <a:cubicBezTo>
                      <a:pt x="79885" y="39399"/>
                      <a:pt x="81308" y="38165"/>
                      <a:pt x="82647" y="36826"/>
                    </a:cubicBezTo>
                    <a:cubicBezTo>
                      <a:pt x="86225" y="33206"/>
                      <a:pt x="89175" y="28603"/>
                      <a:pt x="89154" y="23644"/>
                    </a:cubicBezTo>
                    <a:lnTo>
                      <a:pt x="89154" y="23623"/>
                    </a:lnTo>
                    <a:cubicBezTo>
                      <a:pt x="93632" y="24899"/>
                      <a:pt x="98068" y="26448"/>
                      <a:pt x="102420" y="28310"/>
                    </a:cubicBezTo>
                    <a:cubicBezTo>
                      <a:pt x="102545" y="28101"/>
                      <a:pt x="102629" y="27870"/>
                      <a:pt x="102503" y="27808"/>
                    </a:cubicBezTo>
                    <a:cubicBezTo>
                      <a:pt x="97837" y="25778"/>
                      <a:pt x="93025" y="24041"/>
                      <a:pt x="88171" y="22660"/>
                    </a:cubicBezTo>
                    <a:cubicBezTo>
                      <a:pt x="88254" y="22639"/>
                      <a:pt x="88317" y="22598"/>
                      <a:pt x="88380" y="22535"/>
                    </a:cubicBezTo>
                    <a:cubicBezTo>
                      <a:pt x="88401" y="22493"/>
                      <a:pt x="88401" y="22472"/>
                      <a:pt x="88401" y="22451"/>
                    </a:cubicBezTo>
                    <a:cubicBezTo>
                      <a:pt x="88464" y="22137"/>
                      <a:pt x="88485" y="21823"/>
                      <a:pt x="88526" y="21489"/>
                    </a:cubicBezTo>
                    <a:lnTo>
                      <a:pt x="88526" y="21426"/>
                    </a:lnTo>
                    <a:cubicBezTo>
                      <a:pt x="88568" y="21133"/>
                      <a:pt x="88589" y="20819"/>
                      <a:pt x="88589" y="20547"/>
                    </a:cubicBezTo>
                    <a:lnTo>
                      <a:pt x="88589" y="20359"/>
                    </a:lnTo>
                    <a:lnTo>
                      <a:pt x="88589" y="19626"/>
                    </a:lnTo>
                    <a:lnTo>
                      <a:pt x="88589" y="19187"/>
                    </a:lnTo>
                    <a:cubicBezTo>
                      <a:pt x="88589" y="19041"/>
                      <a:pt x="88589" y="18936"/>
                      <a:pt x="88568" y="18810"/>
                    </a:cubicBezTo>
                    <a:cubicBezTo>
                      <a:pt x="88359" y="14730"/>
                      <a:pt x="86790" y="10755"/>
                      <a:pt x="84174" y="7595"/>
                    </a:cubicBezTo>
                    <a:cubicBezTo>
                      <a:pt x="83881" y="7219"/>
                      <a:pt x="83588" y="6884"/>
                      <a:pt x="83254" y="6570"/>
                    </a:cubicBezTo>
                    <a:lnTo>
                      <a:pt x="83065" y="6382"/>
                    </a:lnTo>
                    <a:cubicBezTo>
                      <a:pt x="83024" y="6340"/>
                      <a:pt x="82940" y="6277"/>
                      <a:pt x="82856" y="6256"/>
                    </a:cubicBezTo>
                    <a:cubicBezTo>
                      <a:pt x="82782" y="6226"/>
                      <a:pt x="82702" y="6211"/>
                      <a:pt x="82621" y="6211"/>
                    </a:cubicBezTo>
                    <a:cubicBezTo>
                      <a:pt x="82315" y="6211"/>
                      <a:pt x="81993" y="6414"/>
                      <a:pt x="81894" y="6696"/>
                    </a:cubicBezTo>
                    <a:cubicBezTo>
                      <a:pt x="81873" y="6696"/>
                      <a:pt x="81894" y="6696"/>
                      <a:pt x="81894" y="6738"/>
                    </a:cubicBezTo>
                    <a:cubicBezTo>
                      <a:pt x="81831" y="6842"/>
                      <a:pt x="81831" y="6989"/>
                      <a:pt x="81873" y="7114"/>
                    </a:cubicBezTo>
                    <a:cubicBezTo>
                      <a:pt x="82124" y="7909"/>
                      <a:pt x="82396" y="8725"/>
                      <a:pt x="82668" y="9499"/>
                    </a:cubicBezTo>
                    <a:lnTo>
                      <a:pt x="82668" y="9520"/>
                    </a:lnTo>
                    <a:cubicBezTo>
                      <a:pt x="84195" y="13914"/>
                      <a:pt x="85911" y="18350"/>
                      <a:pt x="87857" y="22535"/>
                    </a:cubicBezTo>
                    <a:cubicBezTo>
                      <a:pt x="87857" y="22550"/>
                      <a:pt x="87867" y="22564"/>
                      <a:pt x="87881" y="22572"/>
                    </a:cubicBezTo>
                    <a:lnTo>
                      <a:pt x="87881" y="22572"/>
                    </a:lnTo>
                    <a:cubicBezTo>
                      <a:pt x="86673" y="22239"/>
                      <a:pt x="85445" y="21926"/>
                      <a:pt x="84216" y="21614"/>
                    </a:cubicBezTo>
                    <a:cubicBezTo>
                      <a:pt x="84205" y="21580"/>
                      <a:pt x="84180" y="21564"/>
                      <a:pt x="84154" y="21564"/>
                    </a:cubicBezTo>
                    <a:cubicBezTo>
                      <a:pt x="84132" y="21564"/>
                      <a:pt x="84109" y="21574"/>
                      <a:pt x="84091" y="21593"/>
                    </a:cubicBezTo>
                    <a:cubicBezTo>
                      <a:pt x="83693" y="21489"/>
                      <a:pt x="83337" y="21405"/>
                      <a:pt x="82940" y="21300"/>
                    </a:cubicBezTo>
                    <a:cubicBezTo>
                      <a:pt x="82961" y="21279"/>
                      <a:pt x="82982" y="21238"/>
                      <a:pt x="82982" y="21196"/>
                    </a:cubicBezTo>
                    <a:cubicBezTo>
                      <a:pt x="83086" y="20568"/>
                      <a:pt x="83149" y="19961"/>
                      <a:pt x="83170" y="19334"/>
                    </a:cubicBezTo>
                    <a:lnTo>
                      <a:pt x="83170" y="19208"/>
                    </a:lnTo>
                    <a:lnTo>
                      <a:pt x="83170" y="18727"/>
                    </a:lnTo>
                    <a:lnTo>
                      <a:pt x="83170" y="18497"/>
                    </a:lnTo>
                    <a:lnTo>
                      <a:pt x="83170" y="18141"/>
                    </a:lnTo>
                    <a:cubicBezTo>
                      <a:pt x="83170" y="17994"/>
                      <a:pt x="83170" y="17890"/>
                      <a:pt x="83149" y="17764"/>
                    </a:cubicBezTo>
                    <a:cubicBezTo>
                      <a:pt x="83149" y="17681"/>
                      <a:pt x="83149" y="17576"/>
                      <a:pt x="83128" y="17513"/>
                    </a:cubicBezTo>
                    <a:cubicBezTo>
                      <a:pt x="83128" y="17346"/>
                      <a:pt x="83086" y="17157"/>
                      <a:pt x="83065" y="17011"/>
                    </a:cubicBezTo>
                    <a:lnTo>
                      <a:pt x="83065" y="16885"/>
                    </a:lnTo>
                    <a:cubicBezTo>
                      <a:pt x="82438" y="11550"/>
                      <a:pt x="79215" y="6758"/>
                      <a:pt x="74549" y="4059"/>
                    </a:cubicBezTo>
                    <a:cubicBezTo>
                      <a:pt x="74131" y="3829"/>
                      <a:pt x="73713" y="3620"/>
                      <a:pt x="73252" y="3411"/>
                    </a:cubicBezTo>
                    <a:cubicBezTo>
                      <a:pt x="73148" y="3348"/>
                      <a:pt x="73085" y="3306"/>
                      <a:pt x="72980" y="3285"/>
                    </a:cubicBezTo>
                    <a:cubicBezTo>
                      <a:pt x="72311" y="2992"/>
                      <a:pt x="71641" y="2720"/>
                      <a:pt x="70930" y="2511"/>
                    </a:cubicBezTo>
                    <a:cubicBezTo>
                      <a:pt x="70873" y="2496"/>
                      <a:pt x="70818" y="2489"/>
                      <a:pt x="70763" y="2489"/>
                    </a:cubicBezTo>
                    <a:cubicBezTo>
                      <a:pt x="70292" y="2489"/>
                      <a:pt x="69915" y="3021"/>
                      <a:pt x="70009" y="3453"/>
                    </a:cubicBezTo>
                    <a:cubicBezTo>
                      <a:pt x="68482" y="2239"/>
                      <a:pt x="66829" y="1130"/>
                      <a:pt x="65134" y="105"/>
                    </a:cubicBezTo>
                    <a:cubicBezTo>
                      <a:pt x="65008" y="32"/>
                      <a:pt x="64882" y="0"/>
                      <a:pt x="647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9" name="Google Shape;359;p25"/>
              <p:cNvSpPr/>
              <p:nvPr/>
            </p:nvSpPr>
            <p:spPr>
              <a:xfrm>
                <a:off x="19388400" y="28623625"/>
                <a:ext cx="714775" cy="158125"/>
              </a:xfrm>
              <a:custGeom>
                <a:avLst/>
                <a:gdLst/>
                <a:ahLst/>
                <a:cxnLst/>
                <a:rect l="l" t="t" r="r" b="b"/>
                <a:pathLst>
                  <a:path w="28591" h="6325" extrusionOk="0">
                    <a:moveTo>
                      <a:pt x="9416" y="0"/>
                    </a:moveTo>
                    <a:cubicBezTo>
                      <a:pt x="6592" y="0"/>
                      <a:pt x="3725" y="272"/>
                      <a:pt x="942" y="711"/>
                    </a:cubicBezTo>
                    <a:cubicBezTo>
                      <a:pt x="1" y="837"/>
                      <a:pt x="1" y="2176"/>
                      <a:pt x="1026" y="2218"/>
                    </a:cubicBezTo>
                    <a:cubicBezTo>
                      <a:pt x="1193" y="2218"/>
                      <a:pt x="1361" y="2260"/>
                      <a:pt x="1549" y="2281"/>
                    </a:cubicBezTo>
                    <a:lnTo>
                      <a:pt x="1675" y="2281"/>
                    </a:lnTo>
                    <a:cubicBezTo>
                      <a:pt x="5336" y="2490"/>
                      <a:pt x="8998" y="3055"/>
                      <a:pt x="12618" y="3683"/>
                    </a:cubicBezTo>
                    <a:lnTo>
                      <a:pt x="12513" y="3683"/>
                    </a:lnTo>
                    <a:cubicBezTo>
                      <a:pt x="16070" y="4310"/>
                      <a:pt x="19606" y="5022"/>
                      <a:pt x="23163" y="5587"/>
                    </a:cubicBezTo>
                    <a:lnTo>
                      <a:pt x="23644" y="5670"/>
                    </a:lnTo>
                    <a:cubicBezTo>
                      <a:pt x="24000" y="5733"/>
                      <a:pt x="24335" y="5775"/>
                      <a:pt x="24711" y="5838"/>
                    </a:cubicBezTo>
                    <a:cubicBezTo>
                      <a:pt x="25130" y="5880"/>
                      <a:pt x="25548" y="5963"/>
                      <a:pt x="25967" y="6026"/>
                    </a:cubicBezTo>
                    <a:cubicBezTo>
                      <a:pt x="26113" y="6047"/>
                      <a:pt x="26302" y="6068"/>
                      <a:pt x="26469" y="6089"/>
                    </a:cubicBezTo>
                    <a:lnTo>
                      <a:pt x="28352" y="6319"/>
                    </a:lnTo>
                    <a:cubicBezTo>
                      <a:pt x="28364" y="6323"/>
                      <a:pt x="28377" y="6325"/>
                      <a:pt x="28389" y="6325"/>
                    </a:cubicBezTo>
                    <a:cubicBezTo>
                      <a:pt x="28500" y="6325"/>
                      <a:pt x="28591" y="6162"/>
                      <a:pt x="28478" y="6068"/>
                    </a:cubicBezTo>
                    <a:cubicBezTo>
                      <a:pt x="23142" y="1716"/>
                      <a:pt x="16760" y="105"/>
                      <a:pt x="10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107846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kcground">
  <p:cSld name="Bakcground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6"/>
          <p:cNvSpPr/>
          <p:nvPr/>
        </p:nvSpPr>
        <p:spPr>
          <a:xfrm>
            <a:off x="5233" y="2414267"/>
            <a:ext cx="12192000" cy="4443600"/>
          </a:xfrm>
          <a:prstGeom prst="rect">
            <a:avLst/>
          </a:prstGeom>
          <a:solidFill>
            <a:srgbClr val="68BDD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2" name="Google Shape;362;p26"/>
          <p:cNvSpPr/>
          <p:nvPr/>
        </p:nvSpPr>
        <p:spPr>
          <a:xfrm>
            <a:off x="-947966" y="4139367"/>
            <a:ext cx="14087900" cy="2718605"/>
          </a:xfrm>
          <a:custGeom>
            <a:avLst/>
            <a:gdLst/>
            <a:ahLst/>
            <a:cxnLst/>
            <a:rect l="l" t="t" r="r" b="b"/>
            <a:pathLst>
              <a:path w="422637" h="62583" extrusionOk="0">
                <a:moveTo>
                  <a:pt x="422636" y="3055"/>
                </a:moveTo>
                <a:lnTo>
                  <a:pt x="422636" y="62583"/>
                </a:lnTo>
                <a:lnTo>
                  <a:pt x="0" y="62583"/>
                </a:lnTo>
                <a:lnTo>
                  <a:pt x="0" y="12471"/>
                </a:lnTo>
                <a:cubicBezTo>
                  <a:pt x="32223" y="0"/>
                  <a:pt x="69781" y="13308"/>
                  <a:pt x="105100" y="11111"/>
                </a:cubicBezTo>
                <a:cubicBezTo>
                  <a:pt x="119579" y="10190"/>
                  <a:pt x="133891" y="6612"/>
                  <a:pt x="148412" y="7051"/>
                </a:cubicBezTo>
                <a:cubicBezTo>
                  <a:pt x="159292" y="7386"/>
                  <a:pt x="169942" y="9960"/>
                  <a:pt x="180739" y="11069"/>
                </a:cubicBezTo>
                <a:cubicBezTo>
                  <a:pt x="198796" y="12952"/>
                  <a:pt x="217167" y="10776"/>
                  <a:pt x="235245" y="12492"/>
                </a:cubicBezTo>
                <a:cubicBezTo>
                  <a:pt x="263303" y="15128"/>
                  <a:pt x="291780" y="27054"/>
                  <a:pt x="318646" y="19229"/>
                </a:cubicBezTo>
                <a:cubicBezTo>
                  <a:pt x="326785" y="16885"/>
                  <a:pt x="334150" y="12784"/>
                  <a:pt x="342227" y="10274"/>
                </a:cubicBezTo>
                <a:cubicBezTo>
                  <a:pt x="352103" y="7198"/>
                  <a:pt x="362669" y="6570"/>
                  <a:pt x="373068" y="5942"/>
                </a:cubicBezTo>
                <a:cubicBezTo>
                  <a:pt x="389598" y="4980"/>
                  <a:pt x="406107" y="4017"/>
                  <a:pt x="422636" y="305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3" name="Google Shape;363;p26"/>
          <p:cNvSpPr/>
          <p:nvPr/>
        </p:nvSpPr>
        <p:spPr>
          <a:xfrm flipH="1">
            <a:off x="8928285" y="1099538"/>
            <a:ext cx="2315887" cy="386433"/>
          </a:xfrm>
          <a:custGeom>
            <a:avLst/>
            <a:gdLst/>
            <a:ahLst/>
            <a:cxnLst/>
            <a:rect l="l" t="t" r="r" b="b"/>
            <a:pathLst>
              <a:path w="129790" h="21657" extrusionOk="0">
                <a:moveTo>
                  <a:pt x="129790" y="21092"/>
                </a:moveTo>
                <a:cubicBezTo>
                  <a:pt x="127467" y="20548"/>
                  <a:pt x="112277" y="19104"/>
                  <a:pt x="109954" y="18623"/>
                </a:cubicBezTo>
                <a:cubicBezTo>
                  <a:pt x="105372" y="17681"/>
                  <a:pt x="101752" y="13894"/>
                  <a:pt x="97944" y="10881"/>
                </a:cubicBezTo>
                <a:cubicBezTo>
                  <a:pt x="94115" y="7889"/>
                  <a:pt x="89093" y="5546"/>
                  <a:pt x="84909" y="7889"/>
                </a:cubicBezTo>
                <a:cubicBezTo>
                  <a:pt x="82816" y="9061"/>
                  <a:pt x="80933" y="11341"/>
                  <a:pt x="78652" y="10923"/>
                </a:cubicBezTo>
                <a:cubicBezTo>
                  <a:pt x="77460" y="10714"/>
                  <a:pt x="76497" y="9730"/>
                  <a:pt x="75556" y="8852"/>
                </a:cubicBezTo>
                <a:cubicBezTo>
                  <a:pt x="72062" y="5546"/>
                  <a:pt x="68149" y="2616"/>
                  <a:pt x="63692" y="1570"/>
                </a:cubicBezTo>
                <a:cubicBezTo>
                  <a:pt x="57101" y="1"/>
                  <a:pt x="53377" y="3453"/>
                  <a:pt x="48732" y="7512"/>
                </a:cubicBezTo>
                <a:cubicBezTo>
                  <a:pt x="48376" y="7826"/>
                  <a:pt x="47978" y="8161"/>
                  <a:pt x="47518" y="8349"/>
                </a:cubicBezTo>
                <a:cubicBezTo>
                  <a:pt x="46639" y="8663"/>
                  <a:pt x="45698" y="8349"/>
                  <a:pt x="44840" y="8056"/>
                </a:cubicBezTo>
                <a:cubicBezTo>
                  <a:pt x="42727" y="7366"/>
                  <a:pt x="40509" y="6738"/>
                  <a:pt x="38270" y="6801"/>
                </a:cubicBezTo>
                <a:cubicBezTo>
                  <a:pt x="36031" y="6885"/>
                  <a:pt x="33729" y="7743"/>
                  <a:pt x="32369" y="9521"/>
                </a:cubicBezTo>
                <a:cubicBezTo>
                  <a:pt x="31512" y="10651"/>
                  <a:pt x="31051" y="12074"/>
                  <a:pt x="30193" y="13162"/>
                </a:cubicBezTo>
                <a:cubicBezTo>
                  <a:pt x="29336" y="14292"/>
                  <a:pt x="27745" y="15087"/>
                  <a:pt x="26511" y="14396"/>
                </a:cubicBezTo>
                <a:cubicBezTo>
                  <a:pt x="26113" y="14166"/>
                  <a:pt x="25799" y="13810"/>
                  <a:pt x="25465" y="13497"/>
                </a:cubicBezTo>
                <a:cubicBezTo>
                  <a:pt x="24188" y="12429"/>
                  <a:pt x="22242" y="12325"/>
                  <a:pt x="20736" y="13036"/>
                </a:cubicBezTo>
                <a:cubicBezTo>
                  <a:pt x="19208" y="13727"/>
                  <a:pt x="18120" y="15150"/>
                  <a:pt x="17493" y="16698"/>
                </a:cubicBezTo>
                <a:cubicBezTo>
                  <a:pt x="17284" y="17179"/>
                  <a:pt x="17116" y="17744"/>
                  <a:pt x="16760" y="18121"/>
                </a:cubicBezTo>
                <a:cubicBezTo>
                  <a:pt x="16447" y="18476"/>
                  <a:pt x="16007" y="18644"/>
                  <a:pt x="15547" y="18790"/>
                </a:cubicBezTo>
                <a:cubicBezTo>
                  <a:pt x="12346" y="19836"/>
                  <a:pt x="9542" y="18309"/>
                  <a:pt x="6340" y="18100"/>
                </a:cubicBezTo>
                <a:cubicBezTo>
                  <a:pt x="4311" y="17974"/>
                  <a:pt x="691" y="17807"/>
                  <a:pt x="147" y="20464"/>
                </a:cubicBezTo>
                <a:cubicBezTo>
                  <a:pt x="1" y="21238"/>
                  <a:pt x="7031" y="20945"/>
                  <a:pt x="7763" y="20924"/>
                </a:cubicBezTo>
                <a:cubicBezTo>
                  <a:pt x="16865" y="20485"/>
                  <a:pt x="26009" y="21134"/>
                  <a:pt x="35152" y="21301"/>
                </a:cubicBezTo>
                <a:cubicBezTo>
                  <a:pt x="44568" y="21448"/>
                  <a:pt x="54004" y="21531"/>
                  <a:pt x="63420" y="21573"/>
                </a:cubicBezTo>
                <a:cubicBezTo>
                  <a:pt x="80347" y="21657"/>
                  <a:pt x="97295" y="21552"/>
                  <a:pt x="114202" y="21301"/>
                </a:cubicBezTo>
                <a:cubicBezTo>
                  <a:pt x="115457" y="21301"/>
                  <a:pt x="124517" y="21322"/>
                  <a:pt x="129790" y="2109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4" name="Google Shape;364;p26"/>
          <p:cNvSpPr/>
          <p:nvPr/>
        </p:nvSpPr>
        <p:spPr>
          <a:xfrm flipH="1">
            <a:off x="-599216" y="399772"/>
            <a:ext cx="2315887" cy="386433"/>
          </a:xfrm>
          <a:custGeom>
            <a:avLst/>
            <a:gdLst/>
            <a:ahLst/>
            <a:cxnLst/>
            <a:rect l="l" t="t" r="r" b="b"/>
            <a:pathLst>
              <a:path w="129790" h="21657" extrusionOk="0">
                <a:moveTo>
                  <a:pt x="129790" y="21092"/>
                </a:moveTo>
                <a:cubicBezTo>
                  <a:pt x="127467" y="20548"/>
                  <a:pt x="112277" y="19104"/>
                  <a:pt x="109954" y="18623"/>
                </a:cubicBezTo>
                <a:cubicBezTo>
                  <a:pt x="105372" y="17681"/>
                  <a:pt x="101752" y="13894"/>
                  <a:pt x="97944" y="10881"/>
                </a:cubicBezTo>
                <a:cubicBezTo>
                  <a:pt x="94115" y="7889"/>
                  <a:pt x="89093" y="5546"/>
                  <a:pt x="84909" y="7889"/>
                </a:cubicBezTo>
                <a:cubicBezTo>
                  <a:pt x="82816" y="9061"/>
                  <a:pt x="80933" y="11341"/>
                  <a:pt x="78652" y="10923"/>
                </a:cubicBezTo>
                <a:cubicBezTo>
                  <a:pt x="77460" y="10714"/>
                  <a:pt x="76497" y="9730"/>
                  <a:pt x="75556" y="8852"/>
                </a:cubicBezTo>
                <a:cubicBezTo>
                  <a:pt x="72062" y="5546"/>
                  <a:pt x="68149" y="2616"/>
                  <a:pt x="63692" y="1570"/>
                </a:cubicBezTo>
                <a:cubicBezTo>
                  <a:pt x="57101" y="1"/>
                  <a:pt x="53377" y="3453"/>
                  <a:pt x="48732" y="7512"/>
                </a:cubicBezTo>
                <a:cubicBezTo>
                  <a:pt x="48376" y="7826"/>
                  <a:pt x="47978" y="8161"/>
                  <a:pt x="47518" y="8349"/>
                </a:cubicBezTo>
                <a:cubicBezTo>
                  <a:pt x="46639" y="8663"/>
                  <a:pt x="45698" y="8349"/>
                  <a:pt x="44840" y="8056"/>
                </a:cubicBezTo>
                <a:cubicBezTo>
                  <a:pt x="42727" y="7366"/>
                  <a:pt x="40509" y="6738"/>
                  <a:pt x="38270" y="6801"/>
                </a:cubicBezTo>
                <a:cubicBezTo>
                  <a:pt x="36031" y="6885"/>
                  <a:pt x="33729" y="7743"/>
                  <a:pt x="32369" y="9521"/>
                </a:cubicBezTo>
                <a:cubicBezTo>
                  <a:pt x="31512" y="10651"/>
                  <a:pt x="31051" y="12074"/>
                  <a:pt x="30193" y="13162"/>
                </a:cubicBezTo>
                <a:cubicBezTo>
                  <a:pt x="29336" y="14292"/>
                  <a:pt x="27745" y="15087"/>
                  <a:pt x="26511" y="14396"/>
                </a:cubicBezTo>
                <a:cubicBezTo>
                  <a:pt x="26113" y="14166"/>
                  <a:pt x="25799" y="13810"/>
                  <a:pt x="25465" y="13497"/>
                </a:cubicBezTo>
                <a:cubicBezTo>
                  <a:pt x="24188" y="12429"/>
                  <a:pt x="22242" y="12325"/>
                  <a:pt x="20736" y="13036"/>
                </a:cubicBezTo>
                <a:cubicBezTo>
                  <a:pt x="19208" y="13727"/>
                  <a:pt x="18120" y="15150"/>
                  <a:pt x="17493" y="16698"/>
                </a:cubicBezTo>
                <a:cubicBezTo>
                  <a:pt x="17284" y="17179"/>
                  <a:pt x="17116" y="17744"/>
                  <a:pt x="16760" y="18121"/>
                </a:cubicBezTo>
                <a:cubicBezTo>
                  <a:pt x="16447" y="18476"/>
                  <a:pt x="16007" y="18644"/>
                  <a:pt x="15547" y="18790"/>
                </a:cubicBezTo>
                <a:cubicBezTo>
                  <a:pt x="12346" y="19836"/>
                  <a:pt x="9542" y="18309"/>
                  <a:pt x="6340" y="18100"/>
                </a:cubicBezTo>
                <a:cubicBezTo>
                  <a:pt x="4311" y="17974"/>
                  <a:pt x="691" y="17807"/>
                  <a:pt x="147" y="20464"/>
                </a:cubicBezTo>
                <a:cubicBezTo>
                  <a:pt x="1" y="21238"/>
                  <a:pt x="7031" y="20945"/>
                  <a:pt x="7763" y="20924"/>
                </a:cubicBezTo>
                <a:cubicBezTo>
                  <a:pt x="16865" y="20485"/>
                  <a:pt x="26009" y="21134"/>
                  <a:pt x="35152" y="21301"/>
                </a:cubicBezTo>
                <a:cubicBezTo>
                  <a:pt x="44568" y="21448"/>
                  <a:pt x="54004" y="21531"/>
                  <a:pt x="63420" y="21573"/>
                </a:cubicBezTo>
                <a:cubicBezTo>
                  <a:pt x="80347" y="21657"/>
                  <a:pt x="97295" y="21552"/>
                  <a:pt x="114202" y="21301"/>
                </a:cubicBezTo>
                <a:cubicBezTo>
                  <a:pt x="115457" y="21301"/>
                  <a:pt x="124517" y="21322"/>
                  <a:pt x="129790" y="2109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12309689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kcground 1">
  <p:cSld name="Bakcground 1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" name="Google Shape;366;p27"/>
          <p:cNvGrpSpPr/>
          <p:nvPr/>
        </p:nvGrpSpPr>
        <p:grpSpPr>
          <a:xfrm>
            <a:off x="-1896033" y="4144468"/>
            <a:ext cx="14087900" cy="2737833"/>
            <a:chOff x="-1422025" y="3108350"/>
            <a:chExt cx="10565925" cy="2053375"/>
          </a:xfrm>
        </p:grpSpPr>
        <p:sp>
          <p:nvSpPr>
            <p:cNvPr id="367" name="Google Shape;367;p27"/>
            <p:cNvSpPr/>
            <p:nvPr/>
          </p:nvSpPr>
          <p:spPr>
            <a:xfrm>
              <a:off x="-62800" y="3108350"/>
              <a:ext cx="9206700" cy="2035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8" name="Google Shape;368;p27"/>
            <p:cNvSpPr/>
            <p:nvPr/>
          </p:nvSpPr>
          <p:spPr>
            <a:xfrm>
              <a:off x="-1422025" y="3597150"/>
              <a:ext cx="10565925" cy="1564575"/>
            </a:xfrm>
            <a:custGeom>
              <a:avLst/>
              <a:gdLst/>
              <a:ahLst/>
              <a:cxnLst/>
              <a:rect l="l" t="t" r="r" b="b"/>
              <a:pathLst>
                <a:path w="422637" h="62583" extrusionOk="0">
                  <a:moveTo>
                    <a:pt x="422636" y="3055"/>
                  </a:moveTo>
                  <a:lnTo>
                    <a:pt x="422636" y="62583"/>
                  </a:lnTo>
                  <a:lnTo>
                    <a:pt x="0" y="62583"/>
                  </a:lnTo>
                  <a:lnTo>
                    <a:pt x="0" y="12471"/>
                  </a:lnTo>
                  <a:cubicBezTo>
                    <a:pt x="32223" y="0"/>
                    <a:pt x="69781" y="13308"/>
                    <a:pt x="105100" y="11111"/>
                  </a:cubicBezTo>
                  <a:cubicBezTo>
                    <a:pt x="119579" y="10190"/>
                    <a:pt x="133891" y="6612"/>
                    <a:pt x="148412" y="7051"/>
                  </a:cubicBezTo>
                  <a:cubicBezTo>
                    <a:pt x="159292" y="7386"/>
                    <a:pt x="169942" y="9960"/>
                    <a:pt x="180739" y="11069"/>
                  </a:cubicBezTo>
                  <a:cubicBezTo>
                    <a:pt x="198796" y="12952"/>
                    <a:pt x="217167" y="10776"/>
                    <a:pt x="235245" y="12492"/>
                  </a:cubicBezTo>
                  <a:cubicBezTo>
                    <a:pt x="263303" y="15128"/>
                    <a:pt x="291780" y="27054"/>
                    <a:pt x="318646" y="19229"/>
                  </a:cubicBezTo>
                  <a:cubicBezTo>
                    <a:pt x="326785" y="16885"/>
                    <a:pt x="334150" y="12784"/>
                    <a:pt x="342227" y="10274"/>
                  </a:cubicBezTo>
                  <a:cubicBezTo>
                    <a:pt x="352103" y="7198"/>
                    <a:pt x="362669" y="6570"/>
                    <a:pt x="373068" y="5942"/>
                  </a:cubicBezTo>
                  <a:cubicBezTo>
                    <a:pt x="389598" y="4980"/>
                    <a:pt x="406107" y="4017"/>
                    <a:pt x="422636" y="305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69" name="Google Shape;369;p27"/>
          <p:cNvGrpSpPr/>
          <p:nvPr/>
        </p:nvGrpSpPr>
        <p:grpSpPr>
          <a:xfrm rot="-5400000" flipH="1">
            <a:off x="9344483" y="-1130796"/>
            <a:ext cx="3802991" cy="3845911"/>
            <a:chOff x="3562648" y="2340104"/>
            <a:chExt cx="3433128" cy="3471874"/>
          </a:xfrm>
        </p:grpSpPr>
        <p:grpSp>
          <p:nvGrpSpPr>
            <p:cNvPr id="370" name="Google Shape;370;p27"/>
            <p:cNvGrpSpPr/>
            <p:nvPr/>
          </p:nvGrpSpPr>
          <p:grpSpPr>
            <a:xfrm rot="-3600335" flipH="1">
              <a:off x="3470222" y="3256143"/>
              <a:ext cx="2988547" cy="1512197"/>
              <a:chOff x="19279125" y="28273675"/>
              <a:chExt cx="2565725" cy="1298250"/>
            </a:xfrm>
          </p:grpSpPr>
          <p:sp>
            <p:nvSpPr>
              <p:cNvPr id="371" name="Google Shape;371;p27"/>
              <p:cNvSpPr/>
              <p:nvPr/>
            </p:nvSpPr>
            <p:spPr>
              <a:xfrm>
                <a:off x="19715375" y="28798125"/>
                <a:ext cx="506850" cy="665075"/>
              </a:xfrm>
              <a:custGeom>
                <a:avLst/>
                <a:gdLst/>
                <a:ahLst/>
                <a:cxnLst/>
                <a:rect l="l" t="t" r="r" b="b"/>
                <a:pathLst>
                  <a:path w="20274" h="26603" extrusionOk="0">
                    <a:moveTo>
                      <a:pt x="20102" y="0"/>
                    </a:moveTo>
                    <a:cubicBezTo>
                      <a:pt x="20089" y="0"/>
                      <a:pt x="20076" y="3"/>
                      <a:pt x="20065" y="8"/>
                    </a:cubicBezTo>
                    <a:cubicBezTo>
                      <a:pt x="20002" y="8"/>
                      <a:pt x="19981" y="29"/>
                      <a:pt x="19918" y="50"/>
                    </a:cubicBezTo>
                    <a:cubicBezTo>
                      <a:pt x="18014" y="1975"/>
                      <a:pt x="16194" y="4026"/>
                      <a:pt x="14415" y="6181"/>
                    </a:cubicBezTo>
                    <a:cubicBezTo>
                      <a:pt x="14060" y="6537"/>
                      <a:pt x="13746" y="6934"/>
                      <a:pt x="13474" y="7332"/>
                    </a:cubicBezTo>
                    <a:cubicBezTo>
                      <a:pt x="13264" y="7583"/>
                      <a:pt x="13055" y="7876"/>
                      <a:pt x="12846" y="8148"/>
                    </a:cubicBezTo>
                    <a:lnTo>
                      <a:pt x="12804" y="8169"/>
                    </a:lnTo>
                    <a:cubicBezTo>
                      <a:pt x="9561" y="12270"/>
                      <a:pt x="6506" y="16643"/>
                      <a:pt x="3577" y="20911"/>
                    </a:cubicBezTo>
                    <a:cubicBezTo>
                      <a:pt x="3577" y="20911"/>
                      <a:pt x="3577" y="20932"/>
                      <a:pt x="3556" y="20932"/>
                    </a:cubicBezTo>
                    <a:cubicBezTo>
                      <a:pt x="3556" y="20953"/>
                      <a:pt x="3535" y="20953"/>
                      <a:pt x="3535" y="20974"/>
                    </a:cubicBezTo>
                    <a:cubicBezTo>
                      <a:pt x="2447" y="22522"/>
                      <a:pt x="1401" y="24050"/>
                      <a:pt x="355" y="25535"/>
                    </a:cubicBezTo>
                    <a:cubicBezTo>
                      <a:pt x="0" y="26042"/>
                      <a:pt x="531" y="26603"/>
                      <a:pt x="1046" y="26603"/>
                    </a:cubicBezTo>
                    <a:cubicBezTo>
                      <a:pt x="1169" y="26603"/>
                      <a:pt x="1292" y="26571"/>
                      <a:pt x="1401" y="26498"/>
                    </a:cubicBezTo>
                    <a:cubicBezTo>
                      <a:pt x="1987" y="26142"/>
                      <a:pt x="2593" y="25745"/>
                      <a:pt x="3137" y="25347"/>
                    </a:cubicBezTo>
                    <a:cubicBezTo>
                      <a:pt x="3158" y="25347"/>
                      <a:pt x="3158" y="25326"/>
                      <a:pt x="3158" y="25326"/>
                    </a:cubicBezTo>
                    <a:cubicBezTo>
                      <a:pt x="11423" y="19593"/>
                      <a:pt x="18746" y="10177"/>
                      <a:pt x="20274" y="239"/>
                    </a:cubicBezTo>
                    <a:cubicBezTo>
                      <a:pt x="20274" y="155"/>
                      <a:pt x="20232" y="113"/>
                      <a:pt x="20211" y="50"/>
                    </a:cubicBezTo>
                    <a:cubicBezTo>
                      <a:pt x="20180" y="20"/>
                      <a:pt x="20139" y="0"/>
                      <a:pt x="201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2" name="Google Shape;372;p27"/>
              <p:cNvSpPr/>
              <p:nvPr/>
            </p:nvSpPr>
            <p:spPr>
              <a:xfrm>
                <a:off x="20308800" y="28749150"/>
                <a:ext cx="511325" cy="822775"/>
              </a:xfrm>
              <a:custGeom>
                <a:avLst/>
                <a:gdLst/>
                <a:ahLst/>
                <a:cxnLst/>
                <a:rect l="l" t="t" r="r" b="b"/>
                <a:pathLst>
                  <a:path w="20453" h="32911" extrusionOk="0">
                    <a:moveTo>
                      <a:pt x="20227" y="1"/>
                    </a:moveTo>
                    <a:cubicBezTo>
                      <a:pt x="20190" y="1"/>
                      <a:pt x="20153" y="8"/>
                      <a:pt x="20118" y="22"/>
                    </a:cubicBezTo>
                    <a:cubicBezTo>
                      <a:pt x="20097" y="22"/>
                      <a:pt x="20097" y="63"/>
                      <a:pt x="20076" y="84"/>
                    </a:cubicBezTo>
                    <a:cubicBezTo>
                      <a:pt x="19804" y="335"/>
                      <a:pt x="19574" y="607"/>
                      <a:pt x="19302" y="900"/>
                    </a:cubicBezTo>
                    <a:cubicBezTo>
                      <a:pt x="19302" y="900"/>
                      <a:pt x="19302" y="921"/>
                      <a:pt x="19281" y="921"/>
                    </a:cubicBezTo>
                    <a:cubicBezTo>
                      <a:pt x="19051" y="1172"/>
                      <a:pt x="18841" y="1444"/>
                      <a:pt x="18632" y="1695"/>
                    </a:cubicBezTo>
                    <a:cubicBezTo>
                      <a:pt x="18569" y="1758"/>
                      <a:pt x="18528" y="1842"/>
                      <a:pt x="18465" y="1884"/>
                    </a:cubicBezTo>
                    <a:cubicBezTo>
                      <a:pt x="18318" y="2093"/>
                      <a:pt x="18130" y="2302"/>
                      <a:pt x="17984" y="2512"/>
                    </a:cubicBezTo>
                    <a:cubicBezTo>
                      <a:pt x="17921" y="2595"/>
                      <a:pt x="17837" y="2679"/>
                      <a:pt x="17795" y="2784"/>
                    </a:cubicBezTo>
                    <a:cubicBezTo>
                      <a:pt x="17628" y="2993"/>
                      <a:pt x="17502" y="3160"/>
                      <a:pt x="17356" y="3369"/>
                    </a:cubicBezTo>
                    <a:cubicBezTo>
                      <a:pt x="17293" y="3453"/>
                      <a:pt x="17209" y="3558"/>
                      <a:pt x="17168" y="3641"/>
                    </a:cubicBezTo>
                    <a:cubicBezTo>
                      <a:pt x="17000" y="3851"/>
                      <a:pt x="16875" y="4060"/>
                      <a:pt x="16749" y="4269"/>
                    </a:cubicBezTo>
                    <a:cubicBezTo>
                      <a:pt x="16686" y="4353"/>
                      <a:pt x="16644" y="4436"/>
                      <a:pt x="16561" y="4520"/>
                    </a:cubicBezTo>
                    <a:lnTo>
                      <a:pt x="16100" y="5232"/>
                    </a:lnTo>
                    <a:cubicBezTo>
                      <a:pt x="16059" y="5273"/>
                      <a:pt x="16017" y="5336"/>
                      <a:pt x="15996" y="5420"/>
                    </a:cubicBezTo>
                    <a:cubicBezTo>
                      <a:pt x="15598" y="6006"/>
                      <a:pt x="15222" y="6633"/>
                      <a:pt x="14866" y="7282"/>
                    </a:cubicBezTo>
                    <a:cubicBezTo>
                      <a:pt x="14803" y="7345"/>
                      <a:pt x="14782" y="7429"/>
                      <a:pt x="14740" y="7512"/>
                    </a:cubicBezTo>
                    <a:cubicBezTo>
                      <a:pt x="14594" y="7742"/>
                      <a:pt x="14468" y="7973"/>
                      <a:pt x="14322" y="8203"/>
                    </a:cubicBezTo>
                    <a:cubicBezTo>
                      <a:pt x="14259" y="8286"/>
                      <a:pt x="14217" y="8391"/>
                      <a:pt x="14155" y="8475"/>
                    </a:cubicBezTo>
                    <a:lnTo>
                      <a:pt x="13757" y="9186"/>
                    </a:lnTo>
                    <a:cubicBezTo>
                      <a:pt x="13715" y="9249"/>
                      <a:pt x="13652" y="9333"/>
                      <a:pt x="13631" y="9416"/>
                    </a:cubicBezTo>
                    <a:cubicBezTo>
                      <a:pt x="13485" y="9709"/>
                      <a:pt x="13318" y="9960"/>
                      <a:pt x="13171" y="10253"/>
                    </a:cubicBezTo>
                    <a:cubicBezTo>
                      <a:pt x="12962" y="10609"/>
                      <a:pt x="12753" y="10986"/>
                      <a:pt x="12564" y="11341"/>
                    </a:cubicBezTo>
                    <a:cubicBezTo>
                      <a:pt x="12502" y="11488"/>
                      <a:pt x="12439" y="11592"/>
                      <a:pt x="12376" y="11718"/>
                    </a:cubicBezTo>
                    <a:lnTo>
                      <a:pt x="12062" y="12262"/>
                    </a:lnTo>
                    <a:cubicBezTo>
                      <a:pt x="11539" y="13224"/>
                      <a:pt x="10995" y="14166"/>
                      <a:pt x="10409" y="15108"/>
                    </a:cubicBezTo>
                    <a:cubicBezTo>
                      <a:pt x="8568" y="18183"/>
                      <a:pt x="6622" y="21217"/>
                      <a:pt x="4718" y="24251"/>
                    </a:cubicBezTo>
                    <a:lnTo>
                      <a:pt x="4718" y="24272"/>
                    </a:lnTo>
                    <a:lnTo>
                      <a:pt x="4718" y="24293"/>
                    </a:lnTo>
                    <a:lnTo>
                      <a:pt x="4718" y="24314"/>
                    </a:lnTo>
                    <a:lnTo>
                      <a:pt x="4718" y="24356"/>
                    </a:lnTo>
                    <a:lnTo>
                      <a:pt x="4718" y="24377"/>
                    </a:lnTo>
                    <a:cubicBezTo>
                      <a:pt x="3693" y="26030"/>
                      <a:pt x="2668" y="27641"/>
                      <a:pt x="1684" y="29315"/>
                    </a:cubicBezTo>
                    <a:lnTo>
                      <a:pt x="1684" y="29336"/>
                    </a:lnTo>
                    <a:lnTo>
                      <a:pt x="1684" y="29377"/>
                    </a:lnTo>
                    <a:lnTo>
                      <a:pt x="1684" y="29398"/>
                    </a:lnTo>
                    <a:lnTo>
                      <a:pt x="1684" y="29419"/>
                    </a:lnTo>
                    <a:lnTo>
                      <a:pt x="1684" y="29461"/>
                    </a:lnTo>
                    <a:cubicBezTo>
                      <a:pt x="1621" y="29503"/>
                      <a:pt x="1600" y="29587"/>
                      <a:pt x="1559" y="29670"/>
                    </a:cubicBezTo>
                    <a:lnTo>
                      <a:pt x="1559" y="29691"/>
                    </a:lnTo>
                    <a:cubicBezTo>
                      <a:pt x="1140" y="30361"/>
                      <a:pt x="743" y="31072"/>
                      <a:pt x="345" y="31763"/>
                    </a:cubicBezTo>
                    <a:cubicBezTo>
                      <a:pt x="1" y="32365"/>
                      <a:pt x="520" y="32911"/>
                      <a:pt x="1088" y="32911"/>
                    </a:cubicBezTo>
                    <a:cubicBezTo>
                      <a:pt x="1210" y="32911"/>
                      <a:pt x="1335" y="32886"/>
                      <a:pt x="1454" y="32830"/>
                    </a:cubicBezTo>
                    <a:cubicBezTo>
                      <a:pt x="1517" y="32809"/>
                      <a:pt x="1600" y="32746"/>
                      <a:pt x="1684" y="32662"/>
                    </a:cubicBezTo>
                    <a:cubicBezTo>
                      <a:pt x="6476" y="28038"/>
                      <a:pt x="10388" y="22556"/>
                      <a:pt x="13757" y="16844"/>
                    </a:cubicBezTo>
                    <a:cubicBezTo>
                      <a:pt x="16247" y="12408"/>
                      <a:pt x="19051" y="7721"/>
                      <a:pt x="20097" y="2700"/>
                    </a:cubicBezTo>
                    <a:cubicBezTo>
                      <a:pt x="20097" y="2658"/>
                      <a:pt x="20118" y="2616"/>
                      <a:pt x="20118" y="2595"/>
                    </a:cubicBezTo>
                    <a:cubicBezTo>
                      <a:pt x="20160" y="2365"/>
                      <a:pt x="20222" y="2093"/>
                      <a:pt x="20243" y="1863"/>
                    </a:cubicBezTo>
                    <a:cubicBezTo>
                      <a:pt x="20243" y="1800"/>
                      <a:pt x="20264" y="1779"/>
                      <a:pt x="20264" y="1737"/>
                    </a:cubicBezTo>
                    <a:lnTo>
                      <a:pt x="20348" y="1172"/>
                    </a:lnTo>
                    <a:cubicBezTo>
                      <a:pt x="20390" y="1068"/>
                      <a:pt x="20390" y="1005"/>
                      <a:pt x="20390" y="879"/>
                    </a:cubicBezTo>
                    <a:cubicBezTo>
                      <a:pt x="20411" y="733"/>
                      <a:pt x="20411" y="607"/>
                      <a:pt x="20432" y="440"/>
                    </a:cubicBezTo>
                    <a:cubicBezTo>
                      <a:pt x="20432" y="356"/>
                      <a:pt x="20453" y="294"/>
                      <a:pt x="20453" y="210"/>
                    </a:cubicBezTo>
                    <a:lnTo>
                      <a:pt x="20453" y="126"/>
                    </a:lnTo>
                    <a:cubicBezTo>
                      <a:pt x="20453" y="105"/>
                      <a:pt x="20432" y="105"/>
                      <a:pt x="20432" y="84"/>
                    </a:cubicBezTo>
                    <a:cubicBezTo>
                      <a:pt x="20376" y="29"/>
                      <a:pt x="20301" y="1"/>
                      <a:pt x="20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3" name="Google Shape;373;p27"/>
              <p:cNvSpPr/>
              <p:nvPr/>
            </p:nvSpPr>
            <p:spPr>
              <a:xfrm>
                <a:off x="20182700" y="28375125"/>
                <a:ext cx="603425" cy="350075"/>
              </a:xfrm>
              <a:custGeom>
                <a:avLst/>
                <a:gdLst/>
                <a:ahLst/>
                <a:cxnLst/>
                <a:rect l="l" t="t" r="r" b="b"/>
                <a:pathLst>
                  <a:path w="24137" h="14003" extrusionOk="0">
                    <a:moveTo>
                      <a:pt x="808" y="1"/>
                    </a:moveTo>
                    <a:cubicBezTo>
                      <a:pt x="364" y="1"/>
                      <a:pt x="1" y="496"/>
                      <a:pt x="137" y="922"/>
                    </a:cubicBezTo>
                    <a:cubicBezTo>
                      <a:pt x="179" y="1027"/>
                      <a:pt x="263" y="1131"/>
                      <a:pt x="367" y="1215"/>
                    </a:cubicBezTo>
                    <a:cubicBezTo>
                      <a:pt x="6623" y="6404"/>
                      <a:pt x="13131" y="11070"/>
                      <a:pt x="20935" y="13288"/>
                    </a:cubicBezTo>
                    <a:cubicBezTo>
                      <a:pt x="20977" y="13309"/>
                      <a:pt x="21040" y="13309"/>
                      <a:pt x="21103" y="13351"/>
                    </a:cubicBezTo>
                    <a:cubicBezTo>
                      <a:pt x="21500" y="13434"/>
                      <a:pt x="21919" y="13560"/>
                      <a:pt x="22316" y="13643"/>
                    </a:cubicBezTo>
                    <a:cubicBezTo>
                      <a:pt x="22421" y="13685"/>
                      <a:pt x="22484" y="13706"/>
                      <a:pt x="22588" y="13727"/>
                    </a:cubicBezTo>
                    <a:cubicBezTo>
                      <a:pt x="22965" y="13811"/>
                      <a:pt x="23362" y="13895"/>
                      <a:pt x="23718" y="13957"/>
                    </a:cubicBezTo>
                    <a:cubicBezTo>
                      <a:pt x="23781" y="13957"/>
                      <a:pt x="23802" y="13999"/>
                      <a:pt x="23823" y="13999"/>
                    </a:cubicBezTo>
                    <a:cubicBezTo>
                      <a:pt x="23838" y="14001"/>
                      <a:pt x="23852" y="14002"/>
                      <a:pt x="23867" y="14002"/>
                    </a:cubicBezTo>
                    <a:cubicBezTo>
                      <a:pt x="23990" y="14002"/>
                      <a:pt x="24078" y="13923"/>
                      <a:pt x="24116" y="13811"/>
                    </a:cubicBezTo>
                    <a:cubicBezTo>
                      <a:pt x="24137" y="13769"/>
                      <a:pt x="24137" y="13727"/>
                      <a:pt x="24116" y="13685"/>
                    </a:cubicBezTo>
                    <a:cubicBezTo>
                      <a:pt x="24116" y="13643"/>
                      <a:pt x="24095" y="13602"/>
                      <a:pt x="24032" y="13581"/>
                    </a:cubicBezTo>
                    <a:cubicBezTo>
                      <a:pt x="23676" y="13309"/>
                      <a:pt x="23341" y="13037"/>
                      <a:pt x="22965" y="12765"/>
                    </a:cubicBezTo>
                    <a:cubicBezTo>
                      <a:pt x="22923" y="12744"/>
                      <a:pt x="22860" y="12681"/>
                      <a:pt x="22818" y="12660"/>
                    </a:cubicBezTo>
                    <a:cubicBezTo>
                      <a:pt x="22525" y="12451"/>
                      <a:pt x="22212" y="12221"/>
                      <a:pt x="21919" y="12011"/>
                    </a:cubicBezTo>
                    <a:lnTo>
                      <a:pt x="21688" y="11844"/>
                    </a:lnTo>
                    <a:cubicBezTo>
                      <a:pt x="21333" y="11614"/>
                      <a:pt x="21019" y="11384"/>
                      <a:pt x="20684" y="11175"/>
                    </a:cubicBezTo>
                    <a:lnTo>
                      <a:pt x="20663" y="11133"/>
                    </a:lnTo>
                    <a:cubicBezTo>
                      <a:pt x="16876" y="8580"/>
                      <a:pt x="12859" y="6404"/>
                      <a:pt x="8841" y="4228"/>
                    </a:cubicBezTo>
                    <a:cubicBezTo>
                      <a:pt x="8841" y="4228"/>
                      <a:pt x="8820" y="4228"/>
                      <a:pt x="8820" y="4207"/>
                    </a:cubicBezTo>
                    <a:lnTo>
                      <a:pt x="8800" y="4207"/>
                    </a:lnTo>
                    <a:cubicBezTo>
                      <a:pt x="6226" y="2847"/>
                      <a:pt x="3673" y="1508"/>
                      <a:pt x="1121" y="85"/>
                    </a:cubicBezTo>
                    <a:cubicBezTo>
                      <a:pt x="1016" y="27"/>
                      <a:pt x="910" y="1"/>
                      <a:pt x="8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4" name="Google Shape;374;p27"/>
              <p:cNvSpPr/>
              <p:nvPr/>
            </p:nvSpPr>
            <p:spPr>
              <a:xfrm>
                <a:off x="19914100" y="28430850"/>
                <a:ext cx="673250" cy="292175"/>
              </a:xfrm>
              <a:custGeom>
                <a:avLst/>
                <a:gdLst/>
                <a:ahLst/>
                <a:cxnLst/>
                <a:rect l="l" t="t" r="r" b="b"/>
                <a:pathLst>
                  <a:path w="26930" h="11687" extrusionOk="0">
                    <a:moveTo>
                      <a:pt x="1364" y="1"/>
                    </a:moveTo>
                    <a:cubicBezTo>
                      <a:pt x="1157" y="1"/>
                      <a:pt x="953" y="11"/>
                      <a:pt x="754" y="32"/>
                    </a:cubicBezTo>
                    <a:cubicBezTo>
                      <a:pt x="210" y="53"/>
                      <a:pt x="1" y="492"/>
                      <a:pt x="106" y="911"/>
                    </a:cubicBezTo>
                    <a:cubicBezTo>
                      <a:pt x="210" y="1141"/>
                      <a:pt x="357" y="1392"/>
                      <a:pt x="650" y="1476"/>
                    </a:cubicBezTo>
                    <a:cubicBezTo>
                      <a:pt x="3683" y="2522"/>
                      <a:pt x="6696" y="3610"/>
                      <a:pt x="9647" y="4782"/>
                    </a:cubicBezTo>
                    <a:lnTo>
                      <a:pt x="9626" y="4782"/>
                    </a:lnTo>
                    <a:cubicBezTo>
                      <a:pt x="11802" y="5640"/>
                      <a:pt x="13936" y="6581"/>
                      <a:pt x="16091" y="7606"/>
                    </a:cubicBezTo>
                    <a:cubicBezTo>
                      <a:pt x="16970" y="8025"/>
                      <a:pt x="17807" y="8464"/>
                      <a:pt x="18644" y="8925"/>
                    </a:cubicBezTo>
                    <a:cubicBezTo>
                      <a:pt x="21238" y="10222"/>
                      <a:pt x="23770" y="11394"/>
                      <a:pt x="26783" y="11686"/>
                    </a:cubicBezTo>
                    <a:cubicBezTo>
                      <a:pt x="26825" y="11686"/>
                      <a:pt x="26867" y="11686"/>
                      <a:pt x="26888" y="11666"/>
                    </a:cubicBezTo>
                    <a:cubicBezTo>
                      <a:pt x="26909" y="11645"/>
                      <a:pt x="26930" y="11582"/>
                      <a:pt x="26930" y="11498"/>
                    </a:cubicBezTo>
                    <a:cubicBezTo>
                      <a:pt x="26930" y="11414"/>
                      <a:pt x="26888" y="11373"/>
                      <a:pt x="26804" y="11352"/>
                    </a:cubicBezTo>
                    <a:lnTo>
                      <a:pt x="26783" y="11352"/>
                    </a:lnTo>
                    <a:cubicBezTo>
                      <a:pt x="26553" y="11268"/>
                      <a:pt x="26344" y="11184"/>
                      <a:pt x="26093" y="11080"/>
                    </a:cubicBezTo>
                    <a:cubicBezTo>
                      <a:pt x="26051" y="11059"/>
                      <a:pt x="25988" y="11038"/>
                      <a:pt x="25946" y="11038"/>
                    </a:cubicBezTo>
                    <a:cubicBezTo>
                      <a:pt x="25737" y="10954"/>
                      <a:pt x="25528" y="10850"/>
                      <a:pt x="25318" y="10745"/>
                    </a:cubicBezTo>
                    <a:cubicBezTo>
                      <a:pt x="25256" y="10724"/>
                      <a:pt x="25214" y="10682"/>
                      <a:pt x="25130" y="10661"/>
                    </a:cubicBezTo>
                    <a:cubicBezTo>
                      <a:pt x="24921" y="10557"/>
                      <a:pt x="24733" y="10452"/>
                      <a:pt x="24523" y="10347"/>
                    </a:cubicBezTo>
                    <a:lnTo>
                      <a:pt x="24377" y="10264"/>
                    </a:lnTo>
                    <a:cubicBezTo>
                      <a:pt x="24189" y="10159"/>
                      <a:pt x="24042" y="10054"/>
                      <a:pt x="23854" y="9950"/>
                    </a:cubicBezTo>
                    <a:cubicBezTo>
                      <a:pt x="23791" y="9929"/>
                      <a:pt x="23749" y="9908"/>
                      <a:pt x="23686" y="9845"/>
                    </a:cubicBezTo>
                    <a:cubicBezTo>
                      <a:pt x="23519" y="9762"/>
                      <a:pt x="23331" y="9615"/>
                      <a:pt x="23142" y="9510"/>
                    </a:cubicBezTo>
                    <a:cubicBezTo>
                      <a:pt x="23059" y="9469"/>
                      <a:pt x="23017" y="9427"/>
                      <a:pt x="22933" y="9385"/>
                    </a:cubicBezTo>
                    <a:cubicBezTo>
                      <a:pt x="22745" y="9280"/>
                      <a:pt x="22598" y="9155"/>
                      <a:pt x="22410" y="9029"/>
                    </a:cubicBezTo>
                    <a:cubicBezTo>
                      <a:pt x="22326" y="8966"/>
                      <a:pt x="22264" y="8925"/>
                      <a:pt x="22180" y="8841"/>
                    </a:cubicBezTo>
                    <a:cubicBezTo>
                      <a:pt x="22054" y="8757"/>
                      <a:pt x="21950" y="8673"/>
                      <a:pt x="21845" y="8569"/>
                    </a:cubicBezTo>
                    <a:cubicBezTo>
                      <a:pt x="21678" y="8443"/>
                      <a:pt x="21531" y="8339"/>
                      <a:pt x="21364" y="8213"/>
                    </a:cubicBezTo>
                    <a:cubicBezTo>
                      <a:pt x="21343" y="8192"/>
                      <a:pt x="21280" y="8150"/>
                      <a:pt x="21259" y="8129"/>
                    </a:cubicBezTo>
                    <a:cubicBezTo>
                      <a:pt x="18769" y="6246"/>
                      <a:pt x="16363" y="4112"/>
                      <a:pt x="13559" y="2773"/>
                    </a:cubicBezTo>
                    <a:cubicBezTo>
                      <a:pt x="10023" y="1078"/>
                      <a:pt x="6006" y="137"/>
                      <a:pt x="2051" y="32"/>
                    </a:cubicBezTo>
                    <a:lnTo>
                      <a:pt x="1989" y="32"/>
                    </a:lnTo>
                    <a:cubicBezTo>
                      <a:pt x="1779" y="11"/>
                      <a:pt x="1570" y="1"/>
                      <a:pt x="13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5" name="Google Shape;375;p27"/>
              <p:cNvSpPr/>
              <p:nvPr/>
            </p:nvSpPr>
            <p:spPr>
              <a:xfrm>
                <a:off x="19600250" y="28499650"/>
                <a:ext cx="774200" cy="245875"/>
              </a:xfrm>
              <a:custGeom>
                <a:avLst/>
                <a:gdLst/>
                <a:ahLst/>
                <a:cxnLst/>
                <a:rect l="l" t="t" r="r" b="b"/>
                <a:pathLst>
                  <a:path w="30968" h="9835" extrusionOk="0">
                    <a:moveTo>
                      <a:pt x="6613" y="0"/>
                    </a:moveTo>
                    <a:cubicBezTo>
                      <a:pt x="4520" y="0"/>
                      <a:pt x="2532" y="63"/>
                      <a:pt x="733" y="251"/>
                    </a:cubicBezTo>
                    <a:cubicBezTo>
                      <a:pt x="252" y="272"/>
                      <a:pt x="1" y="753"/>
                      <a:pt x="105" y="1151"/>
                    </a:cubicBezTo>
                    <a:cubicBezTo>
                      <a:pt x="105" y="1318"/>
                      <a:pt x="252" y="1507"/>
                      <a:pt x="545" y="1590"/>
                    </a:cubicBezTo>
                    <a:cubicBezTo>
                      <a:pt x="5859" y="2678"/>
                      <a:pt x="11007" y="4080"/>
                      <a:pt x="16154" y="5712"/>
                    </a:cubicBezTo>
                    <a:cubicBezTo>
                      <a:pt x="16509" y="5817"/>
                      <a:pt x="16844" y="5963"/>
                      <a:pt x="17179" y="6068"/>
                    </a:cubicBezTo>
                    <a:lnTo>
                      <a:pt x="17158" y="6068"/>
                    </a:lnTo>
                    <a:cubicBezTo>
                      <a:pt x="18518" y="6528"/>
                      <a:pt x="19878" y="7051"/>
                      <a:pt x="21259" y="7574"/>
                    </a:cubicBezTo>
                    <a:cubicBezTo>
                      <a:pt x="21343" y="7595"/>
                      <a:pt x="21385" y="7637"/>
                      <a:pt x="21468" y="7658"/>
                    </a:cubicBezTo>
                    <a:cubicBezTo>
                      <a:pt x="21489" y="7658"/>
                      <a:pt x="21531" y="7679"/>
                      <a:pt x="21573" y="7679"/>
                    </a:cubicBezTo>
                    <a:cubicBezTo>
                      <a:pt x="24000" y="8579"/>
                      <a:pt x="26490" y="9416"/>
                      <a:pt x="29022" y="9730"/>
                    </a:cubicBezTo>
                    <a:lnTo>
                      <a:pt x="29064" y="9730"/>
                    </a:lnTo>
                    <a:cubicBezTo>
                      <a:pt x="29182" y="9747"/>
                      <a:pt x="29355" y="9777"/>
                      <a:pt x="29528" y="9777"/>
                    </a:cubicBezTo>
                    <a:cubicBezTo>
                      <a:pt x="29569" y="9777"/>
                      <a:pt x="29610" y="9775"/>
                      <a:pt x="29649" y="9771"/>
                    </a:cubicBezTo>
                    <a:cubicBezTo>
                      <a:pt x="29838" y="9792"/>
                      <a:pt x="30026" y="9792"/>
                      <a:pt x="30173" y="9834"/>
                    </a:cubicBezTo>
                    <a:lnTo>
                      <a:pt x="30319" y="9834"/>
                    </a:lnTo>
                    <a:cubicBezTo>
                      <a:pt x="30361" y="9834"/>
                      <a:pt x="30424" y="9834"/>
                      <a:pt x="30466" y="9792"/>
                    </a:cubicBezTo>
                    <a:cubicBezTo>
                      <a:pt x="30758" y="9730"/>
                      <a:pt x="30968" y="9374"/>
                      <a:pt x="30905" y="9060"/>
                    </a:cubicBezTo>
                    <a:cubicBezTo>
                      <a:pt x="30884" y="8997"/>
                      <a:pt x="30884" y="8914"/>
                      <a:pt x="30821" y="8851"/>
                    </a:cubicBezTo>
                    <a:cubicBezTo>
                      <a:pt x="30779" y="8788"/>
                      <a:pt x="30717" y="8725"/>
                      <a:pt x="30675" y="8642"/>
                    </a:cubicBezTo>
                    <a:cubicBezTo>
                      <a:pt x="30445" y="8328"/>
                      <a:pt x="30173" y="8056"/>
                      <a:pt x="29942" y="7763"/>
                    </a:cubicBezTo>
                    <a:cubicBezTo>
                      <a:pt x="29733" y="7428"/>
                      <a:pt x="29440" y="7135"/>
                      <a:pt x="29105" y="6905"/>
                    </a:cubicBezTo>
                    <a:cubicBezTo>
                      <a:pt x="23686" y="1716"/>
                      <a:pt x="14501" y="42"/>
                      <a:pt x="66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6" name="Google Shape;376;p27"/>
              <p:cNvSpPr/>
              <p:nvPr/>
            </p:nvSpPr>
            <p:spPr>
              <a:xfrm>
                <a:off x="20149825" y="28752300"/>
                <a:ext cx="462625" cy="768775"/>
              </a:xfrm>
              <a:custGeom>
                <a:avLst/>
                <a:gdLst/>
                <a:ahLst/>
                <a:cxnLst/>
                <a:rect l="l" t="t" r="r" b="b"/>
                <a:pathLst>
                  <a:path w="18505" h="30751" extrusionOk="0">
                    <a:moveTo>
                      <a:pt x="13598" y="8453"/>
                    </a:moveTo>
                    <a:cubicBezTo>
                      <a:pt x="13593" y="8459"/>
                      <a:pt x="13588" y="8464"/>
                      <a:pt x="13588" y="8474"/>
                    </a:cubicBezTo>
                    <a:lnTo>
                      <a:pt x="13588" y="8474"/>
                    </a:lnTo>
                    <a:cubicBezTo>
                      <a:pt x="13591" y="8467"/>
                      <a:pt x="13595" y="8460"/>
                      <a:pt x="13598" y="8453"/>
                    </a:cubicBezTo>
                    <a:close/>
                    <a:moveTo>
                      <a:pt x="18233" y="0"/>
                    </a:moveTo>
                    <a:cubicBezTo>
                      <a:pt x="18170" y="0"/>
                      <a:pt x="18066" y="42"/>
                      <a:pt x="18003" y="84"/>
                    </a:cubicBezTo>
                    <a:cubicBezTo>
                      <a:pt x="17773" y="293"/>
                      <a:pt x="17563" y="481"/>
                      <a:pt x="17333" y="691"/>
                    </a:cubicBezTo>
                    <a:cubicBezTo>
                      <a:pt x="17255" y="769"/>
                      <a:pt x="17323" y="902"/>
                      <a:pt x="17418" y="902"/>
                    </a:cubicBezTo>
                    <a:cubicBezTo>
                      <a:pt x="17424" y="902"/>
                      <a:pt x="17431" y="901"/>
                      <a:pt x="17438" y="900"/>
                    </a:cubicBezTo>
                    <a:lnTo>
                      <a:pt x="17438" y="900"/>
                    </a:lnTo>
                    <a:cubicBezTo>
                      <a:pt x="17375" y="921"/>
                      <a:pt x="17354" y="942"/>
                      <a:pt x="17291" y="984"/>
                    </a:cubicBezTo>
                    <a:cubicBezTo>
                      <a:pt x="17291" y="984"/>
                      <a:pt x="17270" y="984"/>
                      <a:pt x="17270" y="1005"/>
                    </a:cubicBezTo>
                    <a:cubicBezTo>
                      <a:pt x="17229" y="1025"/>
                      <a:pt x="17187" y="1046"/>
                      <a:pt x="17145" y="1109"/>
                    </a:cubicBezTo>
                    <a:lnTo>
                      <a:pt x="17124" y="1130"/>
                    </a:lnTo>
                    <a:lnTo>
                      <a:pt x="16977" y="1256"/>
                    </a:lnTo>
                    <a:cubicBezTo>
                      <a:pt x="16957" y="1297"/>
                      <a:pt x="16936" y="1318"/>
                      <a:pt x="16915" y="1360"/>
                    </a:cubicBezTo>
                    <a:lnTo>
                      <a:pt x="16852" y="1423"/>
                    </a:lnTo>
                    <a:cubicBezTo>
                      <a:pt x="16203" y="2302"/>
                      <a:pt x="15471" y="4143"/>
                      <a:pt x="14927" y="5524"/>
                    </a:cubicBezTo>
                    <a:cubicBezTo>
                      <a:pt x="14760" y="5922"/>
                      <a:pt x="14613" y="6340"/>
                      <a:pt x="14446" y="6738"/>
                    </a:cubicBezTo>
                    <a:cubicBezTo>
                      <a:pt x="14446" y="6759"/>
                      <a:pt x="14425" y="6779"/>
                      <a:pt x="14425" y="6800"/>
                    </a:cubicBezTo>
                    <a:cubicBezTo>
                      <a:pt x="14425" y="6842"/>
                      <a:pt x="14404" y="6842"/>
                      <a:pt x="14404" y="6863"/>
                    </a:cubicBezTo>
                    <a:cubicBezTo>
                      <a:pt x="14341" y="6968"/>
                      <a:pt x="14320" y="7051"/>
                      <a:pt x="14299" y="7093"/>
                    </a:cubicBezTo>
                    <a:cubicBezTo>
                      <a:pt x="14236" y="7219"/>
                      <a:pt x="14153" y="7365"/>
                      <a:pt x="14111" y="7470"/>
                    </a:cubicBezTo>
                    <a:cubicBezTo>
                      <a:pt x="13930" y="7793"/>
                      <a:pt x="13787" y="8115"/>
                      <a:pt x="13608" y="8438"/>
                    </a:cubicBezTo>
                    <a:lnTo>
                      <a:pt x="13608" y="8438"/>
                    </a:lnTo>
                    <a:cubicBezTo>
                      <a:pt x="13609" y="8436"/>
                      <a:pt x="13609" y="8434"/>
                      <a:pt x="13609" y="8432"/>
                    </a:cubicBezTo>
                    <a:lnTo>
                      <a:pt x="13609" y="8432"/>
                    </a:lnTo>
                    <a:cubicBezTo>
                      <a:pt x="13605" y="8439"/>
                      <a:pt x="13602" y="8446"/>
                      <a:pt x="13598" y="8453"/>
                    </a:cubicBezTo>
                    <a:lnTo>
                      <a:pt x="13598" y="8453"/>
                    </a:lnTo>
                    <a:cubicBezTo>
                      <a:pt x="13599" y="8452"/>
                      <a:pt x="13600" y="8451"/>
                      <a:pt x="13601" y="8450"/>
                    </a:cubicBezTo>
                    <a:lnTo>
                      <a:pt x="13601" y="8450"/>
                    </a:lnTo>
                    <a:cubicBezTo>
                      <a:pt x="13597" y="8458"/>
                      <a:pt x="13592" y="8466"/>
                      <a:pt x="13588" y="8474"/>
                    </a:cubicBezTo>
                    <a:cubicBezTo>
                      <a:pt x="13588" y="8474"/>
                      <a:pt x="13588" y="8474"/>
                      <a:pt x="13588" y="8474"/>
                    </a:cubicBezTo>
                    <a:lnTo>
                      <a:pt x="13588" y="8474"/>
                    </a:lnTo>
                    <a:cubicBezTo>
                      <a:pt x="12527" y="10595"/>
                      <a:pt x="11404" y="12735"/>
                      <a:pt x="10261" y="14814"/>
                    </a:cubicBezTo>
                    <a:cubicBezTo>
                      <a:pt x="8294" y="18308"/>
                      <a:pt x="6181" y="21635"/>
                      <a:pt x="3900" y="24878"/>
                    </a:cubicBezTo>
                    <a:cubicBezTo>
                      <a:pt x="2729" y="26552"/>
                      <a:pt x="1536" y="28226"/>
                      <a:pt x="301" y="29879"/>
                    </a:cubicBezTo>
                    <a:cubicBezTo>
                      <a:pt x="1" y="30291"/>
                      <a:pt x="299" y="30750"/>
                      <a:pt x="688" y="30750"/>
                    </a:cubicBezTo>
                    <a:cubicBezTo>
                      <a:pt x="813" y="30750"/>
                      <a:pt x="948" y="30703"/>
                      <a:pt x="1076" y="30591"/>
                    </a:cubicBezTo>
                    <a:cubicBezTo>
                      <a:pt x="2540" y="29251"/>
                      <a:pt x="4047" y="27787"/>
                      <a:pt x="5532" y="26155"/>
                    </a:cubicBezTo>
                    <a:lnTo>
                      <a:pt x="5532" y="26134"/>
                    </a:lnTo>
                    <a:lnTo>
                      <a:pt x="5616" y="26050"/>
                    </a:lnTo>
                    <a:cubicBezTo>
                      <a:pt x="11726" y="19355"/>
                      <a:pt x="17375" y="10546"/>
                      <a:pt x="18379" y="1988"/>
                    </a:cubicBezTo>
                    <a:lnTo>
                      <a:pt x="18379" y="1883"/>
                    </a:lnTo>
                    <a:cubicBezTo>
                      <a:pt x="18421" y="1360"/>
                      <a:pt x="18484" y="816"/>
                      <a:pt x="18505" y="293"/>
                    </a:cubicBezTo>
                    <a:lnTo>
                      <a:pt x="18505" y="189"/>
                    </a:lnTo>
                    <a:cubicBezTo>
                      <a:pt x="18484" y="84"/>
                      <a:pt x="18379" y="0"/>
                      <a:pt x="18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7" name="Google Shape;377;p27"/>
              <p:cNvSpPr/>
              <p:nvPr/>
            </p:nvSpPr>
            <p:spPr>
              <a:xfrm>
                <a:off x="19279125" y="28273675"/>
                <a:ext cx="2565725" cy="1180375"/>
              </a:xfrm>
              <a:custGeom>
                <a:avLst/>
                <a:gdLst/>
                <a:ahLst/>
                <a:cxnLst/>
                <a:rect l="l" t="t" r="r" b="b"/>
                <a:pathLst>
                  <a:path w="102629" h="47215" extrusionOk="0">
                    <a:moveTo>
                      <a:pt x="72729" y="5754"/>
                    </a:moveTo>
                    <a:lnTo>
                      <a:pt x="72729" y="5754"/>
                    </a:lnTo>
                    <a:cubicBezTo>
                      <a:pt x="73231" y="6277"/>
                      <a:pt x="73733" y="6800"/>
                      <a:pt x="74194" y="7365"/>
                    </a:cubicBezTo>
                    <a:cubicBezTo>
                      <a:pt x="74232" y="7403"/>
                      <a:pt x="74269" y="7419"/>
                      <a:pt x="74305" y="7419"/>
                    </a:cubicBezTo>
                    <a:cubicBezTo>
                      <a:pt x="74369" y="7419"/>
                      <a:pt x="74426" y="7369"/>
                      <a:pt x="74466" y="7302"/>
                    </a:cubicBezTo>
                    <a:cubicBezTo>
                      <a:pt x="76328" y="9144"/>
                      <a:pt x="77918" y="11173"/>
                      <a:pt x="79257" y="13391"/>
                    </a:cubicBezTo>
                    <a:lnTo>
                      <a:pt x="79257" y="13433"/>
                    </a:lnTo>
                    <a:cubicBezTo>
                      <a:pt x="80659" y="15777"/>
                      <a:pt x="81789" y="18371"/>
                      <a:pt x="82626" y="21196"/>
                    </a:cubicBezTo>
                    <a:cubicBezTo>
                      <a:pt x="82103" y="21070"/>
                      <a:pt x="81559" y="20966"/>
                      <a:pt x="81036" y="20819"/>
                    </a:cubicBezTo>
                    <a:lnTo>
                      <a:pt x="81036" y="20777"/>
                    </a:lnTo>
                    <a:cubicBezTo>
                      <a:pt x="80994" y="20756"/>
                      <a:pt x="80931" y="20694"/>
                      <a:pt x="80868" y="20694"/>
                    </a:cubicBezTo>
                    <a:cubicBezTo>
                      <a:pt x="80847" y="20694"/>
                      <a:pt x="80847" y="20694"/>
                      <a:pt x="80827" y="20714"/>
                    </a:cubicBezTo>
                    <a:cubicBezTo>
                      <a:pt x="80785" y="20756"/>
                      <a:pt x="80743" y="20777"/>
                      <a:pt x="80722" y="20798"/>
                    </a:cubicBezTo>
                    <a:cubicBezTo>
                      <a:pt x="79885" y="20610"/>
                      <a:pt x="79006" y="20463"/>
                      <a:pt x="78169" y="20275"/>
                    </a:cubicBezTo>
                    <a:lnTo>
                      <a:pt x="78169" y="20254"/>
                    </a:lnTo>
                    <a:cubicBezTo>
                      <a:pt x="78169" y="20254"/>
                      <a:pt x="78169" y="20233"/>
                      <a:pt x="78211" y="20233"/>
                    </a:cubicBezTo>
                    <a:cubicBezTo>
                      <a:pt x="78839" y="14416"/>
                      <a:pt x="76579" y="9834"/>
                      <a:pt x="73043" y="6152"/>
                    </a:cubicBezTo>
                    <a:lnTo>
                      <a:pt x="72729" y="5754"/>
                    </a:lnTo>
                    <a:close/>
                    <a:moveTo>
                      <a:pt x="72311" y="19857"/>
                    </a:moveTo>
                    <a:cubicBezTo>
                      <a:pt x="73985" y="20066"/>
                      <a:pt x="75637" y="20338"/>
                      <a:pt x="77311" y="20610"/>
                    </a:cubicBezTo>
                    <a:cubicBezTo>
                      <a:pt x="76935" y="21091"/>
                      <a:pt x="76579" y="21531"/>
                      <a:pt x="76223" y="22012"/>
                    </a:cubicBezTo>
                    <a:cubicBezTo>
                      <a:pt x="74884" y="23644"/>
                      <a:pt x="73524" y="25297"/>
                      <a:pt x="72164" y="26929"/>
                    </a:cubicBezTo>
                    <a:lnTo>
                      <a:pt x="72164" y="26950"/>
                    </a:lnTo>
                    <a:cubicBezTo>
                      <a:pt x="71516" y="27703"/>
                      <a:pt x="70867" y="28456"/>
                      <a:pt x="70218" y="29230"/>
                    </a:cubicBezTo>
                    <a:cubicBezTo>
                      <a:pt x="69465" y="30109"/>
                      <a:pt x="68712" y="30967"/>
                      <a:pt x="67917" y="31867"/>
                    </a:cubicBezTo>
                    <a:lnTo>
                      <a:pt x="67896" y="31888"/>
                    </a:lnTo>
                    <a:cubicBezTo>
                      <a:pt x="66640" y="33331"/>
                      <a:pt x="65364" y="34733"/>
                      <a:pt x="64067" y="36156"/>
                    </a:cubicBezTo>
                    <a:cubicBezTo>
                      <a:pt x="65615" y="34210"/>
                      <a:pt x="67080" y="32181"/>
                      <a:pt x="68335" y="30067"/>
                    </a:cubicBezTo>
                    <a:cubicBezTo>
                      <a:pt x="68440" y="29879"/>
                      <a:pt x="68586" y="29670"/>
                      <a:pt x="68691" y="29481"/>
                    </a:cubicBezTo>
                    <a:cubicBezTo>
                      <a:pt x="68754" y="29356"/>
                      <a:pt x="68816" y="29251"/>
                      <a:pt x="68900" y="29126"/>
                    </a:cubicBezTo>
                    <a:cubicBezTo>
                      <a:pt x="69047" y="28854"/>
                      <a:pt x="69172" y="28603"/>
                      <a:pt x="69319" y="28331"/>
                    </a:cubicBezTo>
                    <a:lnTo>
                      <a:pt x="69465" y="28017"/>
                    </a:lnTo>
                    <a:lnTo>
                      <a:pt x="69779" y="27389"/>
                    </a:lnTo>
                    <a:cubicBezTo>
                      <a:pt x="69821" y="27285"/>
                      <a:pt x="69883" y="27201"/>
                      <a:pt x="69904" y="27096"/>
                    </a:cubicBezTo>
                    <a:cubicBezTo>
                      <a:pt x="70051" y="26824"/>
                      <a:pt x="70176" y="26552"/>
                      <a:pt x="70302" y="26259"/>
                    </a:cubicBezTo>
                    <a:cubicBezTo>
                      <a:pt x="70344" y="26155"/>
                      <a:pt x="70386" y="26092"/>
                      <a:pt x="70428" y="25987"/>
                    </a:cubicBezTo>
                    <a:cubicBezTo>
                      <a:pt x="70574" y="25715"/>
                      <a:pt x="70679" y="25422"/>
                      <a:pt x="70783" y="25171"/>
                    </a:cubicBezTo>
                    <a:cubicBezTo>
                      <a:pt x="70804" y="25108"/>
                      <a:pt x="70804" y="25088"/>
                      <a:pt x="70825" y="25046"/>
                    </a:cubicBezTo>
                    <a:cubicBezTo>
                      <a:pt x="70930" y="24753"/>
                      <a:pt x="71055" y="24460"/>
                      <a:pt x="71160" y="24167"/>
                    </a:cubicBezTo>
                    <a:cubicBezTo>
                      <a:pt x="71202" y="24104"/>
                      <a:pt x="71223" y="24041"/>
                      <a:pt x="71244" y="23958"/>
                    </a:cubicBezTo>
                    <a:cubicBezTo>
                      <a:pt x="71348" y="23644"/>
                      <a:pt x="71453" y="23330"/>
                      <a:pt x="71557" y="23058"/>
                    </a:cubicBezTo>
                    <a:cubicBezTo>
                      <a:pt x="71557" y="22995"/>
                      <a:pt x="71578" y="22974"/>
                      <a:pt x="71578" y="22911"/>
                    </a:cubicBezTo>
                    <a:cubicBezTo>
                      <a:pt x="71683" y="22598"/>
                      <a:pt x="71767" y="22326"/>
                      <a:pt x="71850" y="22012"/>
                    </a:cubicBezTo>
                    <a:cubicBezTo>
                      <a:pt x="71850" y="21970"/>
                      <a:pt x="71871" y="21949"/>
                      <a:pt x="71871" y="21928"/>
                    </a:cubicBezTo>
                    <a:cubicBezTo>
                      <a:pt x="71955" y="21593"/>
                      <a:pt x="72039" y="21279"/>
                      <a:pt x="72101" y="20924"/>
                    </a:cubicBezTo>
                    <a:cubicBezTo>
                      <a:pt x="72101" y="20903"/>
                      <a:pt x="72143" y="20882"/>
                      <a:pt x="72143" y="20819"/>
                    </a:cubicBezTo>
                    <a:cubicBezTo>
                      <a:pt x="72206" y="20505"/>
                      <a:pt x="72269" y="20170"/>
                      <a:pt x="72311" y="19857"/>
                    </a:cubicBezTo>
                    <a:close/>
                    <a:moveTo>
                      <a:pt x="64761" y="0"/>
                    </a:moveTo>
                    <a:cubicBezTo>
                      <a:pt x="64113" y="0"/>
                      <a:pt x="63614" y="912"/>
                      <a:pt x="64213" y="1423"/>
                    </a:cubicBezTo>
                    <a:cubicBezTo>
                      <a:pt x="65238" y="2281"/>
                      <a:pt x="66180" y="3243"/>
                      <a:pt x="67059" y="4269"/>
                    </a:cubicBezTo>
                    <a:lnTo>
                      <a:pt x="67080" y="4269"/>
                    </a:lnTo>
                    <a:lnTo>
                      <a:pt x="67122" y="4289"/>
                    </a:lnTo>
                    <a:cubicBezTo>
                      <a:pt x="67122" y="4331"/>
                      <a:pt x="67143" y="4331"/>
                      <a:pt x="67143" y="4331"/>
                    </a:cubicBezTo>
                    <a:lnTo>
                      <a:pt x="67143" y="4352"/>
                    </a:lnTo>
                    <a:lnTo>
                      <a:pt x="67163" y="4373"/>
                    </a:lnTo>
                    <a:cubicBezTo>
                      <a:pt x="69904" y="7574"/>
                      <a:pt x="72143" y="11299"/>
                      <a:pt x="74382" y="14940"/>
                    </a:cubicBezTo>
                    <a:cubicBezTo>
                      <a:pt x="75031" y="16007"/>
                      <a:pt x="75700" y="17053"/>
                      <a:pt x="76349" y="18078"/>
                    </a:cubicBezTo>
                    <a:cubicBezTo>
                      <a:pt x="76433" y="18183"/>
                      <a:pt x="76474" y="18287"/>
                      <a:pt x="76558" y="18392"/>
                    </a:cubicBezTo>
                    <a:cubicBezTo>
                      <a:pt x="76746" y="18664"/>
                      <a:pt x="76893" y="18915"/>
                      <a:pt x="77081" y="19187"/>
                    </a:cubicBezTo>
                    <a:cubicBezTo>
                      <a:pt x="77102" y="19229"/>
                      <a:pt x="77165" y="19292"/>
                      <a:pt x="77186" y="19334"/>
                    </a:cubicBezTo>
                    <a:cubicBezTo>
                      <a:pt x="77374" y="19606"/>
                      <a:pt x="77542" y="19878"/>
                      <a:pt x="77730" y="20150"/>
                    </a:cubicBezTo>
                    <a:cubicBezTo>
                      <a:pt x="77709" y="20150"/>
                      <a:pt x="77688" y="20170"/>
                      <a:pt x="77625" y="20191"/>
                    </a:cubicBezTo>
                    <a:cubicBezTo>
                      <a:pt x="75575" y="19815"/>
                      <a:pt x="73524" y="19501"/>
                      <a:pt x="71453" y="19229"/>
                    </a:cubicBezTo>
                    <a:cubicBezTo>
                      <a:pt x="72039" y="13956"/>
                      <a:pt x="68963" y="9248"/>
                      <a:pt x="64862" y="5796"/>
                    </a:cubicBezTo>
                    <a:lnTo>
                      <a:pt x="64841" y="5754"/>
                    </a:lnTo>
                    <a:lnTo>
                      <a:pt x="64820" y="5754"/>
                    </a:lnTo>
                    <a:cubicBezTo>
                      <a:pt x="62016" y="3411"/>
                      <a:pt x="58710" y="1611"/>
                      <a:pt x="55739" y="565"/>
                    </a:cubicBezTo>
                    <a:cubicBezTo>
                      <a:pt x="55650" y="534"/>
                      <a:pt x="55563" y="520"/>
                      <a:pt x="55478" y="520"/>
                    </a:cubicBezTo>
                    <a:cubicBezTo>
                      <a:pt x="54985" y="520"/>
                      <a:pt x="54588" y="997"/>
                      <a:pt x="54588" y="1444"/>
                    </a:cubicBezTo>
                    <a:cubicBezTo>
                      <a:pt x="54588" y="1674"/>
                      <a:pt x="54693" y="1946"/>
                      <a:pt x="54986" y="2072"/>
                    </a:cubicBezTo>
                    <a:cubicBezTo>
                      <a:pt x="55509" y="2364"/>
                      <a:pt x="55990" y="2678"/>
                      <a:pt x="56492" y="2992"/>
                    </a:cubicBezTo>
                    <a:cubicBezTo>
                      <a:pt x="56513" y="2992"/>
                      <a:pt x="56513" y="3013"/>
                      <a:pt x="56555" y="3034"/>
                    </a:cubicBezTo>
                    <a:cubicBezTo>
                      <a:pt x="57811" y="4038"/>
                      <a:pt x="59087" y="4980"/>
                      <a:pt x="60342" y="5942"/>
                    </a:cubicBezTo>
                    <a:lnTo>
                      <a:pt x="60363" y="5942"/>
                    </a:lnTo>
                    <a:cubicBezTo>
                      <a:pt x="61849" y="7261"/>
                      <a:pt x="63272" y="8683"/>
                      <a:pt x="64611" y="10211"/>
                    </a:cubicBezTo>
                    <a:cubicBezTo>
                      <a:pt x="66619" y="12450"/>
                      <a:pt x="68021" y="15128"/>
                      <a:pt x="69758" y="17576"/>
                    </a:cubicBezTo>
                    <a:cubicBezTo>
                      <a:pt x="69779" y="17618"/>
                      <a:pt x="69800" y="17639"/>
                      <a:pt x="69800" y="17681"/>
                    </a:cubicBezTo>
                    <a:cubicBezTo>
                      <a:pt x="69883" y="17827"/>
                      <a:pt x="69988" y="17932"/>
                      <a:pt x="70072" y="18057"/>
                    </a:cubicBezTo>
                    <a:cubicBezTo>
                      <a:pt x="70114" y="18141"/>
                      <a:pt x="70176" y="18183"/>
                      <a:pt x="70218" y="18266"/>
                    </a:cubicBezTo>
                    <a:cubicBezTo>
                      <a:pt x="70302" y="18371"/>
                      <a:pt x="70344" y="18455"/>
                      <a:pt x="70428" y="18559"/>
                    </a:cubicBezTo>
                    <a:cubicBezTo>
                      <a:pt x="70511" y="18664"/>
                      <a:pt x="70595" y="18769"/>
                      <a:pt x="70700" y="18873"/>
                    </a:cubicBezTo>
                    <a:cubicBezTo>
                      <a:pt x="70741" y="18915"/>
                      <a:pt x="70804" y="18999"/>
                      <a:pt x="70846" y="19041"/>
                    </a:cubicBezTo>
                    <a:cubicBezTo>
                      <a:pt x="70909" y="19103"/>
                      <a:pt x="70930" y="19145"/>
                      <a:pt x="70992" y="19208"/>
                    </a:cubicBezTo>
                    <a:cubicBezTo>
                      <a:pt x="69570" y="19020"/>
                      <a:pt x="68147" y="18894"/>
                      <a:pt x="66745" y="18769"/>
                    </a:cubicBezTo>
                    <a:lnTo>
                      <a:pt x="66766" y="18769"/>
                    </a:lnTo>
                    <a:cubicBezTo>
                      <a:pt x="66763" y="18768"/>
                      <a:pt x="66761" y="18768"/>
                      <a:pt x="66758" y="18768"/>
                    </a:cubicBezTo>
                    <a:lnTo>
                      <a:pt x="66758" y="18768"/>
                    </a:lnTo>
                    <a:cubicBezTo>
                      <a:pt x="66814" y="18763"/>
                      <a:pt x="66854" y="18725"/>
                      <a:pt x="66912" y="18706"/>
                    </a:cubicBezTo>
                    <a:lnTo>
                      <a:pt x="66933" y="18685"/>
                    </a:lnTo>
                    <a:cubicBezTo>
                      <a:pt x="66975" y="18601"/>
                      <a:pt x="67017" y="18497"/>
                      <a:pt x="66954" y="18413"/>
                    </a:cubicBezTo>
                    <a:cubicBezTo>
                      <a:pt x="63837" y="14228"/>
                      <a:pt x="59673" y="10608"/>
                      <a:pt x="55216" y="7512"/>
                    </a:cubicBezTo>
                    <a:cubicBezTo>
                      <a:pt x="55174" y="7491"/>
                      <a:pt x="55153" y="7491"/>
                      <a:pt x="55132" y="7470"/>
                    </a:cubicBezTo>
                    <a:cubicBezTo>
                      <a:pt x="54233" y="6842"/>
                      <a:pt x="53333" y="6256"/>
                      <a:pt x="52412" y="5691"/>
                    </a:cubicBezTo>
                    <a:cubicBezTo>
                      <a:pt x="52391" y="5691"/>
                      <a:pt x="52391" y="5649"/>
                      <a:pt x="52350" y="5629"/>
                    </a:cubicBezTo>
                    <a:cubicBezTo>
                      <a:pt x="51701" y="5210"/>
                      <a:pt x="51052" y="4813"/>
                      <a:pt x="50404" y="4436"/>
                    </a:cubicBezTo>
                    <a:cubicBezTo>
                      <a:pt x="49211" y="3745"/>
                      <a:pt x="48039" y="3076"/>
                      <a:pt x="46888" y="2469"/>
                    </a:cubicBezTo>
                    <a:cubicBezTo>
                      <a:pt x="46771" y="2407"/>
                      <a:pt x="46661" y="2379"/>
                      <a:pt x="46560" y="2379"/>
                    </a:cubicBezTo>
                    <a:cubicBezTo>
                      <a:pt x="46119" y="2379"/>
                      <a:pt x="45860" y="2901"/>
                      <a:pt x="46031" y="3327"/>
                    </a:cubicBezTo>
                    <a:lnTo>
                      <a:pt x="46051" y="3348"/>
                    </a:lnTo>
                    <a:cubicBezTo>
                      <a:pt x="46072" y="3432"/>
                      <a:pt x="46114" y="3515"/>
                      <a:pt x="46177" y="3599"/>
                    </a:cubicBezTo>
                    <a:cubicBezTo>
                      <a:pt x="50445" y="8118"/>
                      <a:pt x="55551" y="12722"/>
                      <a:pt x="61137" y="16007"/>
                    </a:cubicBezTo>
                    <a:cubicBezTo>
                      <a:pt x="61179" y="16049"/>
                      <a:pt x="61200" y="16049"/>
                      <a:pt x="61221" y="16069"/>
                    </a:cubicBezTo>
                    <a:cubicBezTo>
                      <a:pt x="61514" y="16258"/>
                      <a:pt x="61807" y="16404"/>
                      <a:pt x="62121" y="16572"/>
                    </a:cubicBezTo>
                    <a:cubicBezTo>
                      <a:pt x="62184" y="16613"/>
                      <a:pt x="62267" y="16634"/>
                      <a:pt x="62351" y="16697"/>
                    </a:cubicBezTo>
                    <a:cubicBezTo>
                      <a:pt x="62644" y="16844"/>
                      <a:pt x="62916" y="17011"/>
                      <a:pt x="63230" y="17157"/>
                    </a:cubicBezTo>
                    <a:cubicBezTo>
                      <a:pt x="63376" y="17220"/>
                      <a:pt x="63481" y="17304"/>
                      <a:pt x="63606" y="17346"/>
                    </a:cubicBezTo>
                    <a:cubicBezTo>
                      <a:pt x="63816" y="17450"/>
                      <a:pt x="64004" y="17555"/>
                      <a:pt x="64213" y="17639"/>
                    </a:cubicBezTo>
                    <a:cubicBezTo>
                      <a:pt x="64360" y="17722"/>
                      <a:pt x="64548" y="17785"/>
                      <a:pt x="64715" y="17869"/>
                    </a:cubicBezTo>
                    <a:cubicBezTo>
                      <a:pt x="64946" y="17973"/>
                      <a:pt x="65155" y="18078"/>
                      <a:pt x="65385" y="18183"/>
                    </a:cubicBezTo>
                    <a:cubicBezTo>
                      <a:pt x="65531" y="18266"/>
                      <a:pt x="65699" y="18308"/>
                      <a:pt x="65866" y="18392"/>
                    </a:cubicBezTo>
                    <a:lnTo>
                      <a:pt x="66410" y="18622"/>
                    </a:lnTo>
                    <a:cubicBezTo>
                      <a:pt x="66512" y="18683"/>
                      <a:pt x="66615" y="18705"/>
                      <a:pt x="66717" y="18764"/>
                    </a:cubicBezTo>
                    <a:lnTo>
                      <a:pt x="66717" y="18764"/>
                    </a:lnTo>
                    <a:cubicBezTo>
                      <a:pt x="63282" y="18461"/>
                      <a:pt x="59832" y="18310"/>
                      <a:pt x="56381" y="18310"/>
                    </a:cubicBezTo>
                    <a:cubicBezTo>
                      <a:pt x="45847" y="18310"/>
                      <a:pt x="35302" y="19722"/>
                      <a:pt x="25149" y="22556"/>
                    </a:cubicBezTo>
                    <a:cubicBezTo>
                      <a:pt x="25756" y="22221"/>
                      <a:pt x="26341" y="21865"/>
                      <a:pt x="26906" y="21510"/>
                    </a:cubicBezTo>
                    <a:cubicBezTo>
                      <a:pt x="26927" y="21489"/>
                      <a:pt x="26969" y="21447"/>
                      <a:pt x="26969" y="21426"/>
                    </a:cubicBezTo>
                    <a:lnTo>
                      <a:pt x="26969" y="21321"/>
                    </a:lnTo>
                    <a:cubicBezTo>
                      <a:pt x="26969" y="21300"/>
                      <a:pt x="26969" y="21300"/>
                      <a:pt x="26927" y="21279"/>
                    </a:cubicBezTo>
                    <a:cubicBezTo>
                      <a:pt x="27409" y="21196"/>
                      <a:pt x="27848" y="21112"/>
                      <a:pt x="28287" y="21007"/>
                    </a:cubicBezTo>
                    <a:cubicBezTo>
                      <a:pt x="28664" y="20924"/>
                      <a:pt x="28999" y="20861"/>
                      <a:pt x="29375" y="20756"/>
                    </a:cubicBezTo>
                    <a:cubicBezTo>
                      <a:pt x="29396" y="20756"/>
                      <a:pt x="29396" y="20714"/>
                      <a:pt x="29417" y="20714"/>
                    </a:cubicBezTo>
                    <a:cubicBezTo>
                      <a:pt x="29543" y="20673"/>
                      <a:pt x="29543" y="20547"/>
                      <a:pt x="29501" y="20442"/>
                    </a:cubicBezTo>
                    <a:cubicBezTo>
                      <a:pt x="29480" y="20380"/>
                      <a:pt x="29417" y="20338"/>
                      <a:pt x="29375" y="20296"/>
                    </a:cubicBezTo>
                    <a:cubicBezTo>
                      <a:pt x="27701" y="19710"/>
                      <a:pt x="25881" y="19354"/>
                      <a:pt x="23998" y="19208"/>
                    </a:cubicBezTo>
                    <a:lnTo>
                      <a:pt x="23935" y="19208"/>
                    </a:lnTo>
                    <a:cubicBezTo>
                      <a:pt x="23580" y="19187"/>
                      <a:pt x="23224" y="19145"/>
                      <a:pt x="22889" y="19124"/>
                    </a:cubicBezTo>
                    <a:lnTo>
                      <a:pt x="22722" y="19124"/>
                    </a:lnTo>
                    <a:cubicBezTo>
                      <a:pt x="22408" y="19124"/>
                      <a:pt x="22073" y="19103"/>
                      <a:pt x="21759" y="19103"/>
                    </a:cubicBezTo>
                    <a:lnTo>
                      <a:pt x="20295" y="19103"/>
                    </a:lnTo>
                    <a:cubicBezTo>
                      <a:pt x="20002" y="19103"/>
                      <a:pt x="19751" y="19124"/>
                      <a:pt x="19458" y="19124"/>
                    </a:cubicBezTo>
                    <a:cubicBezTo>
                      <a:pt x="19332" y="19124"/>
                      <a:pt x="19186" y="19145"/>
                      <a:pt x="19060" y="19145"/>
                    </a:cubicBezTo>
                    <a:cubicBezTo>
                      <a:pt x="18830" y="19187"/>
                      <a:pt x="18558" y="19187"/>
                      <a:pt x="18328" y="19208"/>
                    </a:cubicBezTo>
                    <a:cubicBezTo>
                      <a:pt x="18181" y="19229"/>
                      <a:pt x="18014" y="19229"/>
                      <a:pt x="17867" y="19250"/>
                    </a:cubicBezTo>
                    <a:cubicBezTo>
                      <a:pt x="17658" y="19292"/>
                      <a:pt x="17407" y="19313"/>
                      <a:pt x="17198" y="19334"/>
                    </a:cubicBezTo>
                    <a:cubicBezTo>
                      <a:pt x="17030" y="19354"/>
                      <a:pt x="16842" y="19396"/>
                      <a:pt x="16654" y="19396"/>
                    </a:cubicBezTo>
                    <a:cubicBezTo>
                      <a:pt x="16466" y="19417"/>
                      <a:pt x="16256" y="19438"/>
                      <a:pt x="16089" y="19459"/>
                    </a:cubicBezTo>
                    <a:cubicBezTo>
                      <a:pt x="15880" y="19501"/>
                      <a:pt x="15670" y="19522"/>
                      <a:pt x="15482" y="19543"/>
                    </a:cubicBezTo>
                    <a:cubicBezTo>
                      <a:pt x="15294" y="19564"/>
                      <a:pt x="15147" y="19606"/>
                      <a:pt x="14959" y="19626"/>
                    </a:cubicBezTo>
                    <a:cubicBezTo>
                      <a:pt x="14750" y="19647"/>
                      <a:pt x="14520" y="19710"/>
                      <a:pt x="14310" y="19731"/>
                    </a:cubicBezTo>
                    <a:cubicBezTo>
                      <a:pt x="14143" y="19752"/>
                      <a:pt x="13955" y="19773"/>
                      <a:pt x="13808" y="19836"/>
                    </a:cubicBezTo>
                    <a:cubicBezTo>
                      <a:pt x="13599" y="19878"/>
                      <a:pt x="13390" y="19919"/>
                      <a:pt x="13181" y="19961"/>
                    </a:cubicBezTo>
                    <a:cubicBezTo>
                      <a:pt x="12971" y="20024"/>
                      <a:pt x="12741" y="20045"/>
                      <a:pt x="12532" y="20087"/>
                    </a:cubicBezTo>
                    <a:cubicBezTo>
                      <a:pt x="12364" y="20129"/>
                      <a:pt x="12218" y="20170"/>
                      <a:pt x="12051" y="20191"/>
                    </a:cubicBezTo>
                    <a:cubicBezTo>
                      <a:pt x="12030" y="20191"/>
                      <a:pt x="12009" y="20191"/>
                      <a:pt x="11967" y="20233"/>
                    </a:cubicBezTo>
                    <a:cubicBezTo>
                      <a:pt x="11611" y="20296"/>
                      <a:pt x="11276" y="20380"/>
                      <a:pt x="10900" y="20484"/>
                    </a:cubicBezTo>
                    <a:cubicBezTo>
                      <a:pt x="10889" y="20474"/>
                      <a:pt x="10863" y="20469"/>
                      <a:pt x="10829" y="20469"/>
                    </a:cubicBezTo>
                    <a:cubicBezTo>
                      <a:pt x="10795" y="20469"/>
                      <a:pt x="10753" y="20474"/>
                      <a:pt x="10712" y="20484"/>
                    </a:cubicBezTo>
                    <a:cubicBezTo>
                      <a:pt x="10544" y="20568"/>
                      <a:pt x="10293" y="20610"/>
                      <a:pt x="10126" y="20694"/>
                    </a:cubicBezTo>
                    <a:cubicBezTo>
                      <a:pt x="7092" y="21489"/>
                      <a:pt x="4204" y="22493"/>
                      <a:pt x="1756" y="23581"/>
                    </a:cubicBezTo>
                    <a:cubicBezTo>
                      <a:pt x="1401" y="23719"/>
                      <a:pt x="1381" y="24341"/>
                      <a:pt x="1801" y="24341"/>
                    </a:cubicBezTo>
                    <a:cubicBezTo>
                      <a:pt x="1826" y="24341"/>
                      <a:pt x="1853" y="24339"/>
                      <a:pt x="1882" y="24334"/>
                    </a:cubicBezTo>
                    <a:cubicBezTo>
                      <a:pt x="2279" y="24272"/>
                      <a:pt x="2656" y="24209"/>
                      <a:pt x="3053" y="24146"/>
                    </a:cubicBezTo>
                    <a:lnTo>
                      <a:pt x="3074" y="24146"/>
                    </a:lnTo>
                    <a:cubicBezTo>
                      <a:pt x="7510" y="23476"/>
                      <a:pt x="11925" y="22786"/>
                      <a:pt x="16340" y="22221"/>
                    </a:cubicBezTo>
                    <a:cubicBezTo>
                      <a:pt x="16926" y="22137"/>
                      <a:pt x="17470" y="22075"/>
                      <a:pt x="18077" y="22033"/>
                    </a:cubicBezTo>
                    <a:lnTo>
                      <a:pt x="18244" y="22033"/>
                    </a:lnTo>
                    <a:cubicBezTo>
                      <a:pt x="19960" y="21907"/>
                      <a:pt x="21696" y="21823"/>
                      <a:pt x="23412" y="21698"/>
                    </a:cubicBezTo>
                    <a:lnTo>
                      <a:pt x="23433" y="21698"/>
                    </a:lnTo>
                    <a:cubicBezTo>
                      <a:pt x="22994" y="21761"/>
                      <a:pt x="22575" y="21844"/>
                      <a:pt x="22115" y="21928"/>
                    </a:cubicBezTo>
                    <a:cubicBezTo>
                      <a:pt x="21906" y="21949"/>
                      <a:pt x="21696" y="22012"/>
                      <a:pt x="21487" y="22054"/>
                    </a:cubicBezTo>
                    <a:cubicBezTo>
                      <a:pt x="21278" y="22116"/>
                      <a:pt x="21069" y="22137"/>
                      <a:pt x="20859" y="22179"/>
                    </a:cubicBezTo>
                    <a:cubicBezTo>
                      <a:pt x="20587" y="22242"/>
                      <a:pt x="20295" y="22284"/>
                      <a:pt x="20002" y="22367"/>
                    </a:cubicBezTo>
                    <a:cubicBezTo>
                      <a:pt x="19897" y="22388"/>
                      <a:pt x="19792" y="22430"/>
                      <a:pt x="19667" y="22451"/>
                    </a:cubicBezTo>
                    <a:cubicBezTo>
                      <a:pt x="13160" y="23811"/>
                      <a:pt x="6631" y="25883"/>
                      <a:pt x="501" y="27829"/>
                    </a:cubicBezTo>
                    <a:cubicBezTo>
                      <a:pt x="292" y="27912"/>
                      <a:pt x="145" y="28080"/>
                      <a:pt x="103" y="28226"/>
                    </a:cubicBezTo>
                    <a:cubicBezTo>
                      <a:pt x="1" y="28615"/>
                      <a:pt x="199" y="29064"/>
                      <a:pt x="677" y="29064"/>
                    </a:cubicBezTo>
                    <a:cubicBezTo>
                      <a:pt x="688" y="29064"/>
                      <a:pt x="699" y="29063"/>
                      <a:pt x="710" y="29063"/>
                    </a:cubicBezTo>
                    <a:cubicBezTo>
                      <a:pt x="1714" y="29021"/>
                      <a:pt x="2761" y="28937"/>
                      <a:pt x="3807" y="28833"/>
                    </a:cubicBezTo>
                    <a:cubicBezTo>
                      <a:pt x="6631" y="28561"/>
                      <a:pt x="9498" y="28101"/>
                      <a:pt x="12281" y="27452"/>
                    </a:cubicBezTo>
                    <a:lnTo>
                      <a:pt x="12323" y="27452"/>
                    </a:lnTo>
                    <a:cubicBezTo>
                      <a:pt x="12657" y="27368"/>
                      <a:pt x="13013" y="27285"/>
                      <a:pt x="13369" y="27180"/>
                    </a:cubicBezTo>
                    <a:cubicBezTo>
                      <a:pt x="13411" y="27159"/>
                      <a:pt x="13473" y="27159"/>
                      <a:pt x="13536" y="27138"/>
                    </a:cubicBezTo>
                    <a:cubicBezTo>
                      <a:pt x="14206" y="26971"/>
                      <a:pt x="14854" y="26782"/>
                      <a:pt x="15482" y="26615"/>
                    </a:cubicBezTo>
                    <a:cubicBezTo>
                      <a:pt x="15524" y="26573"/>
                      <a:pt x="15587" y="26573"/>
                      <a:pt x="15629" y="26552"/>
                    </a:cubicBezTo>
                    <a:cubicBezTo>
                      <a:pt x="15880" y="26468"/>
                      <a:pt x="16089" y="26427"/>
                      <a:pt x="16319" y="26343"/>
                    </a:cubicBezTo>
                    <a:cubicBezTo>
                      <a:pt x="16549" y="26259"/>
                      <a:pt x="16758" y="26217"/>
                      <a:pt x="16989" y="26134"/>
                    </a:cubicBezTo>
                    <a:cubicBezTo>
                      <a:pt x="17177" y="26092"/>
                      <a:pt x="17365" y="26008"/>
                      <a:pt x="17554" y="25945"/>
                    </a:cubicBezTo>
                    <a:cubicBezTo>
                      <a:pt x="17888" y="25841"/>
                      <a:pt x="18223" y="25715"/>
                      <a:pt x="18558" y="25590"/>
                    </a:cubicBezTo>
                    <a:lnTo>
                      <a:pt x="18809" y="25506"/>
                    </a:lnTo>
                    <a:cubicBezTo>
                      <a:pt x="19248" y="25360"/>
                      <a:pt x="19688" y="25171"/>
                      <a:pt x="20127" y="24983"/>
                    </a:cubicBezTo>
                    <a:lnTo>
                      <a:pt x="20295" y="24899"/>
                    </a:lnTo>
                    <a:cubicBezTo>
                      <a:pt x="20713" y="24753"/>
                      <a:pt x="21111" y="24564"/>
                      <a:pt x="21529" y="24376"/>
                    </a:cubicBezTo>
                    <a:cubicBezTo>
                      <a:pt x="21550" y="24355"/>
                      <a:pt x="21592" y="24355"/>
                      <a:pt x="21634" y="24334"/>
                    </a:cubicBezTo>
                    <a:cubicBezTo>
                      <a:pt x="22094" y="24125"/>
                      <a:pt x="22596" y="23895"/>
                      <a:pt x="23036" y="23686"/>
                    </a:cubicBezTo>
                    <a:cubicBezTo>
                      <a:pt x="24458" y="23267"/>
                      <a:pt x="25860" y="22891"/>
                      <a:pt x="27283" y="22535"/>
                    </a:cubicBezTo>
                    <a:lnTo>
                      <a:pt x="27283" y="22535"/>
                    </a:lnTo>
                    <a:cubicBezTo>
                      <a:pt x="25839" y="23414"/>
                      <a:pt x="24458" y="24460"/>
                      <a:pt x="23119" y="25527"/>
                    </a:cubicBezTo>
                    <a:cubicBezTo>
                      <a:pt x="22115" y="26343"/>
                      <a:pt x="21131" y="27180"/>
                      <a:pt x="20127" y="28017"/>
                    </a:cubicBezTo>
                    <a:cubicBezTo>
                      <a:pt x="18558" y="29356"/>
                      <a:pt x="16968" y="30653"/>
                      <a:pt x="15294" y="31804"/>
                    </a:cubicBezTo>
                    <a:cubicBezTo>
                      <a:pt x="15001" y="31992"/>
                      <a:pt x="14750" y="32181"/>
                      <a:pt x="14457" y="32369"/>
                    </a:cubicBezTo>
                    <a:cubicBezTo>
                      <a:pt x="14373" y="32411"/>
                      <a:pt x="14310" y="32474"/>
                      <a:pt x="14206" y="32536"/>
                    </a:cubicBezTo>
                    <a:cubicBezTo>
                      <a:pt x="13934" y="32704"/>
                      <a:pt x="13683" y="32892"/>
                      <a:pt x="13411" y="33038"/>
                    </a:cubicBezTo>
                    <a:cubicBezTo>
                      <a:pt x="13285" y="33122"/>
                      <a:pt x="13118" y="33227"/>
                      <a:pt x="12992" y="33311"/>
                    </a:cubicBezTo>
                    <a:cubicBezTo>
                      <a:pt x="12364" y="33687"/>
                      <a:pt x="11737" y="34085"/>
                      <a:pt x="11109" y="34461"/>
                    </a:cubicBezTo>
                    <a:lnTo>
                      <a:pt x="11130" y="34461"/>
                    </a:lnTo>
                    <a:cubicBezTo>
                      <a:pt x="8787" y="35884"/>
                      <a:pt x="6380" y="37244"/>
                      <a:pt x="4058" y="38667"/>
                    </a:cubicBezTo>
                    <a:cubicBezTo>
                      <a:pt x="4016" y="38667"/>
                      <a:pt x="3995" y="38667"/>
                      <a:pt x="3995" y="38688"/>
                    </a:cubicBezTo>
                    <a:cubicBezTo>
                      <a:pt x="3346" y="39064"/>
                      <a:pt x="2719" y="39441"/>
                      <a:pt x="2091" y="39860"/>
                    </a:cubicBezTo>
                    <a:cubicBezTo>
                      <a:pt x="1453" y="40285"/>
                      <a:pt x="1834" y="41175"/>
                      <a:pt x="2490" y="41175"/>
                    </a:cubicBezTo>
                    <a:cubicBezTo>
                      <a:pt x="2543" y="41175"/>
                      <a:pt x="2599" y="41170"/>
                      <a:pt x="2656" y="41157"/>
                    </a:cubicBezTo>
                    <a:cubicBezTo>
                      <a:pt x="2949" y="41094"/>
                      <a:pt x="3263" y="41010"/>
                      <a:pt x="3556" y="40906"/>
                    </a:cubicBezTo>
                    <a:cubicBezTo>
                      <a:pt x="10168" y="39190"/>
                      <a:pt x="17826" y="34838"/>
                      <a:pt x="22994" y="29272"/>
                    </a:cubicBezTo>
                    <a:lnTo>
                      <a:pt x="23015" y="29251"/>
                    </a:lnTo>
                    <a:cubicBezTo>
                      <a:pt x="23224" y="29021"/>
                      <a:pt x="23454" y="28770"/>
                      <a:pt x="23663" y="28540"/>
                    </a:cubicBezTo>
                    <a:cubicBezTo>
                      <a:pt x="23768" y="28435"/>
                      <a:pt x="23852" y="28331"/>
                      <a:pt x="23956" y="28205"/>
                    </a:cubicBezTo>
                    <a:cubicBezTo>
                      <a:pt x="24040" y="28121"/>
                      <a:pt x="24103" y="28017"/>
                      <a:pt x="24165" y="27933"/>
                    </a:cubicBezTo>
                    <a:cubicBezTo>
                      <a:pt x="24312" y="27724"/>
                      <a:pt x="24479" y="27557"/>
                      <a:pt x="24626" y="27347"/>
                    </a:cubicBezTo>
                    <a:cubicBezTo>
                      <a:pt x="24688" y="27285"/>
                      <a:pt x="24709" y="27243"/>
                      <a:pt x="24772" y="27180"/>
                    </a:cubicBezTo>
                    <a:cubicBezTo>
                      <a:pt x="25128" y="26720"/>
                      <a:pt x="25463" y="26238"/>
                      <a:pt x="25777" y="25778"/>
                    </a:cubicBezTo>
                    <a:cubicBezTo>
                      <a:pt x="25777" y="25778"/>
                      <a:pt x="25777" y="25736"/>
                      <a:pt x="25818" y="25736"/>
                    </a:cubicBezTo>
                    <a:cubicBezTo>
                      <a:pt x="26488" y="24732"/>
                      <a:pt x="27095" y="23644"/>
                      <a:pt x="27555" y="22577"/>
                    </a:cubicBezTo>
                    <a:cubicBezTo>
                      <a:pt x="27597" y="22535"/>
                      <a:pt x="27555" y="22472"/>
                      <a:pt x="27534" y="22451"/>
                    </a:cubicBezTo>
                    <a:cubicBezTo>
                      <a:pt x="29020" y="22075"/>
                      <a:pt x="30526" y="21740"/>
                      <a:pt x="32012" y="21426"/>
                    </a:cubicBezTo>
                    <a:lnTo>
                      <a:pt x="32012" y="21426"/>
                    </a:lnTo>
                    <a:cubicBezTo>
                      <a:pt x="28329" y="25171"/>
                      <a:pt x="25463" y="29649"/>
                      <a:pt x="22052" y="33583"/>
                    </a:cubicBezTo>
                    <a:cubicBezTo>
                      <a:pt x="21947" y="33729"/>
                      <a:pt x="21843" y="33834"/>
                      <a:pt x="21738" y="33959"/>
                    </a:cubicBezTo>
                    <a:cubicBezTo>
                      <a:pt x="21027" y="34775"/>
                      <a:pt x="20315" y="35549"/>
                      <a:pt x="19604" y="36365"/>
                    </a:cubicBezTo>
                    <a:cubicBezTo>
                      <a:pt x="17365" y="38876"/>
                      <a:pt x="15085" y="41366"/>
                      <a:pt x="12804" y="43835"/>
                    </a:cubicBezTo>
                    <a:lnTo>
                      <a:pt x="12783" y="43835"/>
                    </a:lnTo>
                    <a:cubicBezTo>
                      <a:pt x="12323" y="44358"/>
                      <a:pt x="11841" y="44860"/>
                      <a:pt x="11381" y="45383"/>
                    </a:cubicBezTo>
                    <a:cubicBezTo>
                      <a:pt x="11130" y="45655"/>
                      <a:pt x="11297" y="46074"/>
                      <a:pt x="11590" y="46179"/>
                    </a:cubicBezTo>
                    <a:cubicBezTo>
                      <a:pt x="11631" y="46195"/>
                      <a:pt x="11678" y="46205"/>
                      <a:pt x="11727" y="46205"/>
                    </a:cubicBezTo>
                    <a:cubicBezTo>
                      <a:pt x="11805" y="46205"/>
                      <a:pt x="11890" y="46180"/>
                      <a:pt x="11967" y="46116"/>
                    </a:cubicBezTo>
                    <a:cubicBezTo>
                      <a:pt x="20211" y="40173"/>
                      <a:pt x="28873" y="31218"/>
                      <a:pt x="32137" y="21384"/>
                    </a:cubicBezTo>
                    <a:cubicBezTo>
                      <a:pt x="37138" y="20338"/>
                      <a:pt x="42243" y="19626"/>
                      <a:pt x="47391" y="19229"/>
                    </a:cubicBezTo>
                    <a:lnTo>
                      <a:pt x="47391" y="19229"/>
                    </a:lnTo>
                    <a:cubicBezTo>
                      <a:pt x="47370" y="19250"/>
                      <a:pt x="47328" y="19250"/>
                      <a:pt x="47307" y="19292"/>
                    </a:cubicBezTo>
                    <a:cubicBezTo>
                      <a:pt x="46951" y="19543"/>
                      <a:pt x="46596" y="19815"/>
                      <a:pt x="46240" y="20066"/>
                    </a:cubicBezTo>
                    <a:cubicBezTo>
                      <a:pt x="46156" y="20129"/>
                      <a:pt x="46156" y="20254"/>
                      <a:pt x="46261" y="20275"/>
                    </a:cubicBezTo>
                    <a:cubicBezTo>
                      <a:pt x="46344" y="20296"/>
                      <a:pt x="43185" y="26217"/>
                      <a:pt x="41260" y="29691"/>
                    </a:cubicBezTo>
                    <a:cubicBezTo>
                      <a:pt x="40590" y="30946"/>
                      <a:pt x="40067" y="31888"/>
                      <a:pt x="39900" y="32097"/>
                    </a:cubicBezTo>
                    <a:cubicBezTo>
                      <a:pt x="39170" y="33200"/>
                      <a:pt x="38427" y="34291"/>
                      <a:pt x="37682" y="35388"/>
                    </a:cubicBezTo>
                    <a:lnTo>
                      <a:pt x="37682" y="35388"/>
                    </a:lnTo>
                    <a:cubicBezTo>
                      <a:pt x="38801" y="33696"/>
                      <a:pt x="39806" y="31949"/>
                      <a:pt x="40632" y="30172"/>
                    </a:cubicBezTo>
                    <a:cubicBezTo>
                      <a:pt x="40779" y="29900"/>
                      <a:pt x="40883" y="29649"/>
                      <a:pt x="41009" y="29377"/>
                    </a:cubicBezTo>
                    <a:cubicBezTo>
                      <a:pt x="41030" y="29356"/>
                      <a:pt x="41030" y="29293"/>
                      <a:pt x="41051" y="29272"/>
                    </a:cubicBezTo>
                    <a:cubicBezTo>
                      <a:pt x="41155" y="29042"/>
                      <a:pt x="41260" y="28770"/>
                      <a:pt x="41365" y="28540"/>
                    </a:cubicBezTo>
                    <a:cubicBezTo>
                      <a:pt x="41406" y="28498"/>
                      <a:pt x="41427" y="28435"/>
                      <a:pt x="41427" y="28393"/>
                    </a:cubicBezTo>
                    <a:cubicBezTo>
                      <a:pt x="41532" y="28142"/>
                      <a:pt x="41616" y="27912"/>
                      <a:pt x="41720" y="27661"/>
                    </a:cubicBezTo>
                    <a:lnTo>
                      <a:pt x="41720" y="27619"/>
                    </a:lnTo>
                    <a:cubicBezTo>
                      <a:pt x="41867" y="27201"/>
                      <a:pt x="41992" y="26824"/>
                      <a:pt x="42139" y="26406"/>
                    </a:cubicBezTo>
                    <a:cubicBezTo>
                      <a:pt x="42181" y="26238"/>
                      <a:pt x="42243" y="26050"/>
                      <a:pt x="42285" y="25904"/>
                    </a:cubicBezTo>
                    <a:cubicBezTo>
                      <a:pt x="42306" y="25778"/>
                      <a:pt x="42369" y="25632"/>
                      <a:pt x="42390" y="25506"/>
                    </a:cubicBezTo>
                    <a:cubicBezTo>
                      <a:pt x="42453" y="25318"/>
                      <a:pt x="42494" y="25108"/>
                      <a:pt x="42557" y="24941"/>
                    </a:cubicBezTo>
                    <a:cubicBezTo>
                      <a:pt x="42578" y="24795"/>
                      <a:pt x="42599" y="24690"/>
                      <a:pt x="42620" y="24564"/>
                    </a:cubicBezTo>
                    <a:cubicBezTo>
                      <a:pt x="42683" y="24355"/>
                      <a:pt x="42725" y="24146"/>
                      <a:pt x="42766" y="23958"/>
                    </a:cubicBezTo>
                    <a:cubicBezTo>
                      <a:pt x="42787" y="23853"/>
                      <a:pt x="42808" y="23748"/>
                      <a:pt x="42808" y="23644"/>
                    </a:cubicBezTo>
                    <a:cubicBezTo>
                      <a:pt x="42871" y="23435"/>
                      <a:pt x="42892" y="23204"/>
                      <a:pt x="42913" y="22995"/>
                    </a:cubicBezTo>
                    <a:cubicBezTo>
                      <a:pt x="42934" y="22891"/>
                      <a:pt x="42934" y="22807"/>
                      <a:pt x="42976" y="22702"/>
                    </a:cubicBezTo>
                    <a:cubicBezTo>
                      <a:pt x="42997" y="22451"/>
                      <a:pt x="43038" y="22179"/>
                      <a:pt x="43080" y="21949"/>
                    </a:cubicBezTo>
                    <a:cubicBezTo>
                      <a:pt x="43080" y="21907"/>
                      <a:pt x="43101" y="21844"/>
                      <a:pt x="43101" y="21761"/>
                    </a:cubicBezTo>
                    <a:cubicBezTo>
                      <a:pt x="43122" y="21447"/>
                      <a:pt x="43143" y="21112"/>
                      <a:pt x="43185" y="20798"/>
                    </a:cubicBezTo>
                    <a:cubicBezTo>
                      <a:pt x="43185" y="20652"/>
                      <a:pt x="43080" y="20547"/>
                      <a:pt x="42934" y="20484"/>
                    </a:cubicBezTo>
                    <a:cubicBezTo>
                      <a:pt x="42894" y="20471"/>
                      <a:pt x="42852" y="20464"/>
                      <a:pt x="42810" y="20464"/>
                    </a:cubicBezTo>
                    <a:cubicBezTo>
                      <a:pt x="42720" y="20464"/>
                      <a:pt x="42629" y="20497"/>
                      <a:pt x="42557" y="20568"/>
                    </a:cubicBezTo>
                    <a:cubicBezTo>
                      <a:pt x="42474" y="20673"/>
                      <a:pt x="42390" y="20756"/>
                      <a:pt x="42306" y="20861"/>
                    </a:cubicBezTo>
                    <a:cubicBezTo>
                      <a:pt x="42097" y="21091"/>
                      <a:pt x="41930" y="21300"/>
                      <a:pt x="41720" y="21531"/>
                    </a:cubicBezTo>
                    <a:cubicBezTo>
                      <a:pt x="41658" y="21593"/>
                      <a:pt x="41720" y="21656"/>
                      <a:pt x="41783" y="21656"/>
                    </a:cubicBezTo>
                    <a:cubicBezTo>
                      <a:pt x="41344" y="21865"/>
                      <a:pt x="40883" y="22242"/>
                      <a:pt x="40423" y="22744"/>
                    </a:cubicBezTo>
                    <a:cubicBezTo>
                      <a:pt x="38205" y="25192"/>
                      <a:pt x="36134" y="30632"/>
                      <a:pt x="34836" y="32787"/>
                    </a:cubicBezTo>
                    <a:cubicBezTo>
                      <a:pt x="33581" y="34817"/>
                      <a:pt x="32305" y="36826"/>
                      <a:pt x="31007" y="38813"/>
                    </a:cubicBezTo>
                    <a:cubicBezTo>
                      <a:pt x="31070" y="38772"/>
                      <a:pt x="31091" y="38709"/>
                      <a:pt x="31154" y="38667"/>
                    </a:cubicBezTo>
                    <a:lnTo>
                      <a:pt x="31154" y="38667"/>
                    </a:lnTo>
                    <a:cubicBezTo>
                      <a:pt x="30422" y="39818"/>
                      <a:pt x="29647" y="40969"/>
                      <a:pt x="28894" y="42119"/>
                    </a:cubicBezTo>
                    <a:lnTo>
                      <a:pt x="28873" y="42119"/>
                    </a:lnTo>
                    <a:cubicBezTo>
                      <a:pt x="28162" y="43186"/>
                      <a:pt x="27450" y="44254"/>
                      <a:pt x="26718" y="45342"/>
                    </a:cubicBezTo>
                    <a:lnTo>
                      <a:pt x="26697" y="45342"/>
                    </a:lnTo>
                    <a:cubicBezTo>
                      <a:pt x="26509" y="45614"/>
                      <a:pt x="26341" y="45886"/>
                      <a:pt x="26153" y="46137"/>
                    </a:cubicBezTo>
                    <a:cubicBezTo>
                      <a:pt x="26153" y="46179"/>
                      <a:pt x="26132" y="46179"/>
                      <a:pt x="26132" y="46199"/>
                    </a:cubicBezTo>
                    <a:lnTo>
                      <a:pt x="26090" y="46199"/>
                    </a:lnTo>
                    <a:cubicBezTo>
                      <a:pt x="25944" y="46492"/>
                      <a:pt x="26028" y="46764"/>
                      <a:pt x="26195" y="46953"/>
                    </a:cubicBezTo>
                    <a:cubicBezTo>
                      <a:pt x="26237" y="46953"/>
                      <a:pt x="26237" y="46974"/>
                      <a:pt x="26258" y="47015"/>
                    </a:cubicBezTo>
                    <a:cubicBezTo>
                      <a:pt x="26362" y="47120"/>
                      <a:pt x="26488" y="47162"/>
                      <a:pt x="26655" y="47183"/>
                    </a:cubicBezTo>
                    <a:cubicBezTo>
                      <a:pt x="26736" y="47203"/>
                      <a:pt x="26820" y="47215"/>
                      <a:pt x="26902" y="47215"/>
                    </a:cubicBezTo>
                    <a:cubicBezTo>
                      <a:pt x="27075" y="47215"/>
                      <a:pt x="27246" y="47164"/>
                      <a:pt x="27388" y="47036"/>
                    </a:cubicBezTo>
                    <a:cubicBezTo>
                      <a:pt x="30422" y="44358"/>
                      <a:pt x="33665" y="40969"/>
                      <a:pt x="36427" y="37181"/>
                    </a:cubicBezTo>
                    <a:lnTo>
                      <a:pt x="36427" y="37181"/>
                    </a:lnTo>
                    <a:cubicBezTo>
                      <a:pt x="35046" y="39127"/>
                      <a:pt x="33602" y="41073"/>
                      <a:pt x="32137" y="42998"/>
                    </a:cubicBezTo>
                    <a:lnTo>
                      <a:pt x="32137" y="43040"/>
                    </a:lnTo>
                    <a:cubicBezTo>
                      <a:pt x="31635" y="43689"/>
                      <a:pt x="31154" y="44316"/>
                      <a:pt x="30652" y="44965"/>
                    </a:cubicBezTo>
                    <a:cubicBezTo>
                      <a:pt x="30463" y="45195"/>
                      <a:pt x="30484" y="45509"/>
                      <a:pt x="30631" y="45760"/>
                    </a:cubicBezTo>
                    <a:cubicBezTo>
                      <a:pt x="30673" y="45823"/>
                      <a:pt x="30735" y="45886"/>
                      <a:pt x="30798" y="45927"/>
                    </a:cubicBezTo>
                    <a:cubicBezTo>
                      <a:pt x="30895" y="46003"/>
                      <a:pt x="31004" y="46045"/>
                      <a:pt x="31121" y="46045"/>
                    </a:cubicBezTo>
                    <a:cubicBezTo>
                      <a:pt x="31230" y="46045"/>
                      <a:pt x="31346" y="46008"/>
                      <a:pt x="31468" y="45927"/>
                    </a:cubicBezTo>
                    <a:cubicBezTo>
                      <a:pt x="32535" y="45153"/>
                      <a:pt x="33581" y="44337"/>
                      <a:pt x="34606" y="43458"/>
                    </a:cubicBezTo>
                    <a:lnTo>
                      <a:pt x="34606" y="43417"/>
                    </a:lnTo>
                    <a:cubicBezTo>
                      <a:pt x="34920" y="43166"/>
                      <a:pt x="35234" y="42873"/>
                      <a:pt x="35506" y="42622"/>
                    </a:cubicBezTo>
                    <a:cubicBezTo>
                      <a:pt x="35506" y="42622"/>
                      <a:pt x="35506" y="42580"/>
                      <a:pt x="35548" y="42580"/>
                    </a:cubicBezTo>
                    <a:cubicBezTo>
                      <a:pt x="36908" y="41324"/>
                      <a:pt x="38184" y="40006"/>
                      <a:pt x="39377" y="38604"/>
                    </a:cubicBezTo>
                    <a:cubicBezTo>
                      <a:pt x="41762" y="35779"/>
                      <a:pt x="43813" y="32683"/>
                      <a:pt x="45382" y="29356"/>
                    </a:cubicBezTo>
                    <a:cubicBezTo>
                      <a:pt x="45424" y="29251"/>
                      <a:pt x="45487" y="29147"/>
                      <a:pt x="45507" y="29063"/>
                    </a:cubicBezTo>
                    <a:cubicBezTo>
                      <a:pt x="45612" y="28833"/>
                      <a:pt x="45717" y="28624"/>
                      <a:pt x="45821" y="28393"/>
                    </a:cubicBezTo>
                    <a:cubicBezTo>
                      <a:pt x="45863" y="28247"/>
                      <a:pt x="45926" y="28121"/>
                      <a:pt x="46010" y="27975"/>
                    </a:cubicBezTo>
                    <a:cubicBezTo>
                      <a:pt x="46072" y="27766"/>
                      <a:pt x="46177" y="27557"/>
                      <a:pt x="46261" y="27305"/>
                    </a:cubicBezTo>
                    <a:cubicBezTo>
                      <a:pt x="46324" y="27159"/>
                      <a:pt x="46386" y="26992"/>
                      <a:pt x="46449" y="26845"/>
                    </a:cubicBezTo>
                    <a:lnTo>
                      <a:pt x="46679" y="26217"/>
                    </a:lnTo>
                    <a:lnTo>
                      <a:pt x="46993" y="25360"/>
                    </a:lnTo>
                    <a:lnTo>
                      <a:pt x="47223" y="24648"/>
                    </a:lnTo>
                    <a:cubicBezTo>
                      <a:pt x="47286" y="24460"/>
                      <a:pt x="47328" y="24272"/>
                      <a:pt x="47412" y="24104"/>
                    </a:cubicBezTo>
                    <a:cubicBezTo>
                      <a:pt x="47474" y="23895"/>
                      <a:pt x="47516" y="23707"/>
                      <a:pt x="47579" y="23497"/>
                    </a:cubicBezTo>
                    <a:lnTo>
                      <a:pt x="47725" y="22953"/>
                    </a:lnTo>
                    <a:cubicBezTo>
                      <a:pt x="47788" y="22744"/>
                      <a:pt x="47830" y="22556"/>
                      <a:pt x="47893" y="22347"/>
                    </a:cubicBezTo>
                    <a:cubicBezTo>
                      <a:pt x="47935" y="22158"/>
                      <a:pt x="47956" y="21970"/>
                      <a:pt x="48018" y="21823"/>
                    </a:cubicBezTo>
                    <a:cubicBezTo>
                      <a:pt x="48060" y="21614"/>
                      <a:pt x="48123" y="21405"/>
                      <a:pt x="48144" y="21196"/>
                    </a:cubicBezTo>
                    <a:cubicBezTo>
                      <a:pt x="48165" y="21028"/>
                      <a:pt x="48207" y="20861"/>
                      <a:pt x="48248" y="20694"/>
                    </a:cubicBezTo>
                    <a:cubicBezTo>
                      <a:pt x="48269" y="20484"/>
                      <a:pt x="48332" y="20296"/>
                      <a:pt x="48353" y="20087"/>
                    </a:cubicBezTo>
                    <a:cubicBezTo>
                      <a:pt x="48416" y="19752"/>
                      <a:pt x="48207" y="19417"/>
                      <a:pt x="47893" y="19292"/>
                    </a:cubicBezTo>
                    <a:cubicBezTo>
                      <a:pt x="50720" y="19079"/>
                      <a:pt x="53566" y="18973"/>
                      <a:pt x="56425" y="18973"/>
                    </a:cubicBezTo>
                    <a:cubicBezTo>
                      <a:pt x="59744" y="18973"/>
                      <a:pt x="63082" y="19115"/>
                      <a:pt x="66431" y="19396"/>
                    </a:cubicBezTo>
                    <a:cubicBezTo>
                      <a:pt x="66159" y="19647"/>
                      <a:pt x="65908" y="19940"/>
                      <a:pt x="65678" y="20233"/>
                    </a:cubicBezTo>
                    <a:cubicBezTo>
                      <a:pt x="65615" y="20275"/>
                      <a:pt x="65594" y="20338"/>
                      <a:pt x="65531" y="20380"/>
                    </a:cubicBezTo>
                    <a:cubicBezTo>
                      <a:pt x="65406" y="20547"/>
                      <a:pt x="65301" y="20694"/>
                      <a:pt x="65176" y="20861"/>
                    </a:cubicBezTo>
                    <a:cubicBezTo>
                      <a:pt x="65113" y="20924"/>
                      <a:pt x="65071" y="20986"/>
                      <a:pt x="65008" y="21070"/>
                    </a:cubicBezTo>
                    <a:cubicBezTo>
                      <a:pt x="64904" y="21217"/>
                      <a:pt x="64778" y="21384"/>
                      <a:pt x="64674" y="21531"/>
                    </a:cubicBezTo>
                    <a:lnTo>
                      <a:pt x="64527" y="21761"/>
                    </a:lnTo>
                    <a:lnTo>
                      <a:pt x="64213" y="22242"/>
                    </a:lnTo>
                    <a:cubicBezTo>
                      <a:pt x="64150" y="22326"/>
                      <a:pt x="64109" y="22388"/>
                      <a:pt x="64046" y="22493"/>
                    </a:cubicBezTo>
                    <a:cubicBezTo>
                      <a:pt x="63941" y="22660"/>
                      <a:pt x="63837" y="22807"/>
                      <a:pt x="63753" y="22995"/>
                    </a:cubicBezTo>
                    <a:cubicBezTo>
                      <a:pt x="63711" y="23079"/>
                      <a:pt x="63648" y="23183"/>
                      <a:pt x="63606" y="23267"/>
                    </a:cubicBezTo>
                    <a:cubicBezTo>
                      <a:pt x="63502" y="23414"/>
                      <a:pt x="63418" y="23581"/>
                      <a:pt x="63313" y="23748"/>
                    </a:cubicBezTo>
                    <a:cubicBezTo>
                      <a:pt x="63272" y="23853"/>
                      <a:pt x="63209" y="23937"/>
                      <a:pt x="63167" y="24041"/>
                    </a:cubicBezTo>
                    <a:cubicBezTo>
                      <a:pt x="63021" y="24272"/>
                      <a:pt x="62895" y="24523"/>
                      <a:pt x="62790" y="24753"/>
                    </a:cubicBezTo>
                    <a:cubicBezTo>
                      <a:pt x="62686" y="24941"/>
                      <a:pt x="62602" y="25108"/>
                      <a:pt x="62497" y="25297"/>
                    </a:cubicBezTo>
                    <a:cubicBezTo>
                      <a:pt x="62456" y="25380"/>
                      <a:pt x="62435" y="25485"/>
                      <a:pt x="62372" y="25569"/>
                    </a:cubicBezTo>
                    <a:cubicBezTo>
                      <a:pt x="62267" y="25778"/>
                      <a:pt x="62184" y="25945"/>
                      <a:pt x="62079" y="26155"/>
                    </a:cubicBezTo>
                    <a:lnTo>
                      <a:pt x="62016" y="26322"/>
                    </a:lnTo>
                    <a:cubicBezTo>
                      <a:pt x="61430" y="27494"/>
                      <a:pt x="60886" y="28665"/>
                      <a:pt x="60342" y="29795"/>
                    </a:cubicBezTo>
                    <a:cubicBezTo>
                      <a:pt x="60342" y="29816"/>
                      <a:pt x="60300" y="29858"/>
                      <a:pt x="60300" y="29858"/>
                    </a:cubicBezTo>
                    <a:cubicBezTo>
                      <a:pt x="60196" y="30088"/>
                      <a:pt x="60070" y="30298"/>
                      <a:pt x="59966" y="30528"/>
                    </a:cubicBezTo>
                    <a:cubicBezTo>
                      <a:pt x="59715" y="31051"/>
                      <a:pt x="59443" y="31553"/>
                      <a:pt x="59150" y="32013"/>
                    </a:cubicBezTo>
                    <a:cubicBezTo>
                      <a:pt x="57371" y="35110"/>
                      <a:pt x="55446" y="38123"/>
                      <a:pt x="53458" y="41094"/>
                    </a:cubicBezTo>
                    <a:cubicBezTo>
                      <a:pt x="53458" y="41115"/>
                      <a:pt x="53438" y="41115"/>
                      <a:pt x="53396" y="41157"/>
                    </a:cubicBezTo>
                    <a:lnTo>
                      <a:pt x="50257" y="45865"/>
                    </a:lnTo>
                    <a:cubicBezTo>
                      <a:pt x="50071" y="46144"/>
                      <a:pt x="50357" y="46412"/>
                      <a:pt x="50645" y="46412"/>
                    </a:cubicBezTo>
                    <a:cubicBezTo>
                      <a:pt x="50745" y="46412"/>
                      <a:pt x="50846" y="46380"/>
                      <a:pt x="50927" y="46304"/>
                    </a:cubicBezTo>
                    <a:cubicBezTo>
                      <a:pt x="53479" y="43898"/>
                      <a:pt x="55781" y="41261"/>
                      <a:pt x="57852" y="38437"/>
                    </a:cubicBezTo>
                    <a:lnTo>
                      <a:pt x="57852" y="38395"/>
                    </a:lnTo>
                    <a:cubicBezTo>
                      <a:pt x="59087" y="36721"/>
                      <a:pt x="60259" y="34984"/>
                      <a:pt x="61326" y="33143"/>
                    </a:cubicBezTo>
                    <a:cubicBezTo>
                      <a:pt x="62916" y="30444"/>
                      <a:pt x="64966" y="27243"/>
                      <a:pt x="66034" y="23937"/>
                    </a:cubicBezTo>
                    <a:lnTo>
                      <a:pt x="66034" y="23916"/>
                    </a:lnTo>
                    <a:cubicBezTo>
                      <a:pt x="66117" y="23707"/>
                      <a:pt x="66159" y="23497"/>
                      <a:pt x="66222" y="23288"/>
                    </a:cubicBezTo>
                    <a:cubicBezTo>
                      <a:pt x="66222" y="23225"/>
                      <a:pt x="66243" y="23204"/>
                      <a:pt x="66243" y="23163"/>
                    </a:cubicBezTo>
                    <a:cubicBezTo>
                      <a:pt x="66306" y="22995"/>
                      <a:pt x="66326" y="22849"/>
                      <a:pt x="66368" y="22702"/>
                    </a:cubicBezTo>
                    <a:cubicBezTo>
                      <a:pt x="66410" y="22639"/>
                      <a:pt x="66410" y="22577"/>
                      <a:pt x="66431" y="22493"/>
                    </a:cubicBezTo>
                    <a:cubicBezTo>
                      <a:pt x="66452" y="22347"/>
                      <a:pt x="66515" y="22179"/>
                      <a:pt x="66536" y="22054"/>
                    </a:cubicBezTo>
                    <a:cubicBezTo>
                      <a:pt x="66557" y="21928"/>
                      <a:pt x="66578" y="21823"/>
                      <a:pt x="66619" y="21698"/>
                    </a:cubicBezTo>
                    <a:cubicBezTo>
                      <a:pt x="66640" y="21614"/>
                      <a:pt x="66640" y="21531"/>
                      <a:pt x="66661" y="21447"/>
                    </a:cubicBezTo>
                    <a:cubicBezTo>
                      <a:pt x="66682" y="21321"/>
                      <a:pt x="66682" y="21217"/>
                      <a:pt x="66724" y="21091"/>
                    </a:cubicBezTo>
                    <a:lnTo>
                      <a:pt x="66724" y="20986"/>
                    </a:lnTo>
                    <a:cubicBezTo>
                      <a:pt x="66745" y="20714"/>
                      <a:pt x="66766" y="20442"/>
                      <a:pt x="66787" y="20170"/>
                    </a:cubicBezTo>
                    <a:cubicBezTo>
                      <a:pt x="66787" y="19940"/>
                      <a:pt x="66829" y="19668"/>
                      <a:pt x="66787" y="19438"/>
                    </a:cubicBezTo>
                    <a:lnTo>
                      <a:pt x="66787" y="19438"/>
                    </a:lnTo>
                    <a:cubicBezTo>
                      <a:pt x="68565" y="19606"/>
                      <a:pt x="70344" y="19773"/>
                      <a:pt x="72122" y="20024"/>
                    </a:cubicBezTo>
                    <a:cubicBezTo>
                      <a:pt x="72018" y="20129"/>
                      <a:pt x="71955" y="20233"/>
                      <a:pt x="71850" y="20338"/>
                    </a:cubicBezTo>
                    <a:cubicBezTo>
                      <a:pt x="71788" y="20380"/>
                      <a:pt x="71767" y="20442"/>
                      <a:pt x="71704" y="20484"/>
                    </a:cubicBezTo>
                    <a:lnTo>
                      <a:pt x="71390" y="20882"/>
                    </a:lnTo>
                    <a:cubicBezTo>
                      <a:pt x="71348" y="20924"/>
                      <a:pt x="71285" y="21007"/>
                      <a:pt x="71244" y="21070"/>
                    </a:cubicBezTo>
                    <a:cubicBezTo>
                      <a:pt x="71139" y="21196"/>
                      <a:pt x="71034" y="21342"/>
                      <a:pt x="70909" y="21489"/>
                    </a:cubicBezTo>
                    <a:cubicBezTo>
                      <a:pt x="70867" y="21531"/>
                      <a:pt x="70825" y="21593"/>
                      <a:pt x="70804" y="21635"/>
                    </a:cubicBezTo>
                    <a:cubicBezTo>
                      <a:pt x="70658" y="21803"/>
                      <a:pt x="70553" y="21949"/>
                      <a:pt x="70428" y="22116"/>
                    </a:cubicBezTo>
                    <a:cubicBezTo>
                      <a:pt x="70407" y="22137"/>
                      <a:pt x="70407" y="22158"/>
                      <a:pt x="70386" y="22179"/>
                    </a:cubicBezTo>
                    <a:cubicBezTo>
                      <a:pt x="69821" y="22953"/>
                      <a:pt x="69298" y="23748"/>
                      <a:pt x="68775" y="24564"/>
                    </a:cubicBezTo>
                    <a:cubicBezTo>
                      <a:pt x="68356" y="25171"/>
                      <a:pt x="68000" y="25799"/>
                      <a:pt x="67666" y="26448"/>
                    </a:cubicBezTo>
                    <a:cubicBezTo>
                      <a:pt x="66850" y="27829"/>
                      <a:pt x="66034" y="29230"/>
                      <a:pt x="65176" y="30528"/>
                    </a:cubicBezTo>
                    <a:cubicBezTo>
                      <a:pt x="62393" y="34796"/>
                      <a:pt x="59443" y="38918"/>
                      <a:pt x="56492" y="43061"/>
                    </a:cubicBezTo>
                    <a:cubicBezTo>
                      <a:pt x="56492" y="43061"/>
                      <a:pt x="56492" y="43082"/>
                      <a:pt x="56471" y="43082"/>
                    </a:cubicBezTo>
                    <a:lnTo>
                      <a:pt x="56074" y="43626"/>
                    </a:lnTo>
                    <a:cubicBezTo>
                      <a:pt x="55822" y="43988"/>
                      <a:pt x="56079" y="44373"/>
                      <a:pt x="56400" y="44373"/>
                    </a:cubicBezTo>
                    <a:cubicBezTo>
                      <a:pt x="56506" y="44373"/>
                      <a:pt x="56619" y="44331"/>
                      <a:pt x="56723" y="44233"/>
                    </a:cubicBezTo>
                    <a:cubicBezTo>
                      <a:pt x="58668" y="42412"/>
                      <a:pt x="60719" y="40257"/>
                      <a:pt x="62707" y="37956"/>
                    </a:cubicBezTo>
                    <a:cubicBezTo>
                      <a:pt x="62707" y="37935"/>
                      <a:pt x="62749" y="37935"/>
                      <a:pt x="62749" y="37935"/>
                    </a:cubicBezTo>
                    <a:cubicBezTo>
                      <a:pt x="62790" y="37872"/>
                      <a:pt x="62853" y="37830"/>
                      <a:pt x="62895" y="37746"/>
                    </a:cubicBezTo>
                    <a:cubicBezTo>
                      <a:pt x="62895" y="37949"/>
                      <a:pt x="63058" y="38129"/>
                      <a:pt x="63236" y="38129"/>
                    </a:cubicBezTo>
                    <a:cubicBezTo>
                      <a:pt x="63297" y="38129"/>
                      <a:pt x="63360" y="38108"/>
                      <a:pt x="63418" y="38060"/>
                    </a:cubicBezTo>
                    <a:lnTo>
                      <a:pt x="63816" y="37746"/>
                    </a:lnTo>
                    <a:lnTo>
                      <a:pt x="63816" y="37725"/>
                    </a:lnTo>
                    <a:cubicBezTo>
                      <a:pt x="64318" y="37328"/>
                      <a:pt x="64799" y="36909"/>
                      <a:pt x="65301" y="36491"/>
                    </a:cubicBezTo>
                    <a:cubicBezTo>
                      <a:pt x="65406" y="36386"/>
                      <a:pt x="65531" y="36282"/>
                      <a:pt x="65636" y="36198"/>
                    </a:cubicBezTo>
                    <a:lnTo>
                      <a:pt x="65636" y="36198"/>
                    </a:lnTo>
                    <a:cubicBezTo>
                      <a:pt x="65636" y="36240"/>
                      <a:pt x="65615" y="36240"/>
                      <a:pt x="65615" y="36261"/>
                    </a:cubicBezTo>
                    <a:cubicBezTo>
                      <a:pt x="66452" y="35528"/>
                      <a:pt x="67289" y="34733"/>
                      <a:pt x="68084" y="33959"/>
                    </a:cubicBezTo>
                    <a:lnTo>
                      <a:pt x="68126" y="33896"/>
                    </a:lnTo>
                    <a:lnTo>
                      <a:pt x="68879" y="33143"/>
                    </a:lnTo>
                    <a:cubicBezTo>
                      <a:pt x="68942" y="33101"/>
                      <a:pt x="68984" y="33038"/>
                      <a:pt x="69047" y="32955"/>
                    </a:cubicBezTo>
                    <a:cubicBezTo>
                      <a:pt x="69256" y="32725"/>
                      <a:pt x="69465" y="32515"/>
                      <a:pt x="69674" y="32285"/>
                    </a:cubicBezTo>
                    <a:cubicBezTo>
                      <a:pt x="69758" y="32202"/>
                      <a:pt x="69821" y="32097"/>
                      <a:pt x="69925" y="32013"/>
                    </a:cubicBezTo>
                    <a:cubicBezTo>
                      <a:pt x="70114" y="31804"/>
                      <a:pt x="70302" y="31637"/>
                      <a:pt x="70448" y="31427"/>
                    </a:cubicBezTo>
                    <a:cubicBezTo>
                      <a:pt x="70553" y="31281"/>
                      <a:pt x="70658" y="31176"/>
                      <a:pt x="70762" y="31051"/>
                    </a:cubicBezTo>
                    <a:cubicBezTo>
                      <a:pt x="70930" y="30862"/>
                      <a:pt x="71055" y="30716"/>
                      <a:pt x="71223" y="30528"/>
                    </a:cubicBezTo>
                    <a:cubicBezTo>
                      <a:pt x="71348" y="30381"/>
                      <a:pt x="71474" y="30235"/>
                      <a:pt x="71578" y="30088"/>
                    </a:cubicBezTo>
                    <a:cubicBezTo>
                      <a:pt x="71704" y="29921"/>
                      <a:pt x="71850" y="29774"/>
                      <a:pt x="71955" y="29607"/>
                    </a:cubicBezTo>
                    <a:cubicBezTo>
                      <a:pt x="72080" y="29440"/>
                      <a:pt x="72227" y="29272"/>
                      <a:pt x="72373" y="29084"/>
                    </a:cubicBezTo>
                    <a:cubicBezTo>
                      <a:pt x="72478" y="28958"/>
                      <a:pt x="72583" y="28812"/>
                      <a:pt x="72687" y="28665"/>
                    </a:cubicBezTo>
                    <a:cubicBezTo>
                      <a:pt x="72834" y="28498"/>
                      <a:pt x="73001" y="28289"/>
                      <a:pt x="73127" y="28101"/>
                    </a:cubicBezTo>
                    <a:cubicBezTo>
                      <a:pt x="73231" y="27975"/>
                      <a:pt x="73315" y="27829"/>
                      <a:pt x="73420" y="27724"/>
                    </a:cubicBezTo>
                    <a:lnTo>
                      <a:pt x="73880" y="27096"/>
                    </a:lnTo>
                    <a:cubicBezTo>
                      <a:pt x="73964" y="26992"/>
                      <a:pt x="74047" y="26866"/>
                      <a:pt x="74110" y="26761"/>
                    </a:cubicBezTo>
                    <a:cubicBezTo>
                      <a:pt x="74277" y="26531"/>
                      <a:pt x="74424" y="26301"/>
                      <a:pt x="74591" y="26092"/>
                    </a:cubicBezTo>
                    <a:cubicBezTo>
                      <a:pt x="74675" y="25987"/>
                      <a:pt x="74717" y="25883"/>
                      <a:pt x="74801" y="25778"/>
                    </a:cubicBezTo>
                    <a:cubicBezTo>
                      <a:pt x="74947" y="25527"/>
                      <a:pt x="75135" y="25276"/>
                      <a:pt x="75303" y="25046"/>
                    </a:cubicBezTo>
                    <a:cubicBezTo>
                      <a:pt x="75345" y="24962"/>
                      <a:pt x="75407" y="24857"/>
                      <a:pt x="75470" y="24774"/>
                    </a:cubicBezTo>
                    <a:cubicBezTo>
                      <a:pt x="75637" y="24523"/>
                      <a:pt x="75826" y="24251"/>
                      <a:pt x="75972" y="23999"/>
                    </a:cubicBezTo>
                    <a:cubicBezTo>
                      <a:pt x="76035" y="23916"/>
                      <a:pt x="76056" y="23853"/>
                      <a:pt x="76098" y="23790"/>
                    </a:cubicBezTo>
                    <a:cubicBezTo>
                      <a:pt x="76286" y="23497"/>
                      <a:pt x="76454" y="23204"/>
                      <a:pt x="76621" y="22911"/>
                    </a:cubicBezTo>
                    <a:cubicBezTo>
                      <a:pt x="76621" y="22891"/>
                      <a:pt x="76663" y="22891"/>
                      <a:pt x="76663" y="22870"/>
                    </a:cubicBezTo>
                    <a:cubicBezTo>
                      <a:pt x="77018" y="22263"/>
                      <a:pt x="77353" y="21635"/>
                      <a:pt x="77667" y="21028"/>
                    </a:cubicBezTo>
                    <a:cubicBezTo>
                      <a:pt x="78483" y="21196"/>
                      <a:pt x="79299" y="21321"/>
                      <a:pt x="80115" y="21510"/>
                    </a:cubicBezTo>
                    <a:cubicBezTo>
                      <a:pt x="80031" y="21593"/>
                      <a:pt x="79927" y="21656"/>
                      <a:pt x="79843" y="21740"/>
                    </a:cubicBezTo>
                    <a:cubicBezTo>
                      <a:pt x="79801" y="21803"/>
                      <a:pt x="79739" y="21844"/>
                      <a:pt x="79655" y="21907"/>
                    </a:cubicBezTo>
                    <a:cubicBezTo>
                      <a:pt x="79550" y="22012"/>
                      <a:pt x="79446" y="22075"/>
                      <a:pt x="79383" y="22179"/>
                    </a:cubicBezTo>
                    <a:cubicBezTo>
                      <a:pt x="79299" y="22263"/>
                      <a:pt x="79215" y="22347"/>
                      <a:pt x="79174" y="22430"/>
                    </a:cubicBezTo>
                    <a:cubicBezTo>
                      <a:pt x="79090" y="22493"/>
                      <a:pt x="79006" y="22598"/>
                      <a:pt x="78922" y="22681"/>
                    </a:cubicBezTo>
                    <a:cubicBezTo>
                      <a:pt x="78818" y="22786"/>
                      <a:pt x="78755" y="22891"/>
                      <a:pt x="78650" y="22995"/>
                    </a:cubicBezTo>
                    <a:cubicBezTo>
                      <a:pt x="78588" y="23058"/>
                      <a:pt x="78546" y="23121"/>
                      <a:pt x="78483" y="23183"/>
                    </a:cubicBezTo>
                    <a:cubicBezTo>
                      <a:pt x="78337" y="23372"/>
                      <a:pt x="78169" y="23539"/>
                      <a:pt x="78044" y="23727"/>
                    </a:cubicBezTo>
                    <a:lnTo>
                      <a:pt x="77981" y="23790"/>
                    </a:lnTo>
                    <a:cubicBezTo>
                      <a:pt x="77855" y="23958"/>
                      <a:pt x="77709" y="24146"/>
                      <a:pt x="77562" y="24334"/>
                    </a:cubicBezTo>
                    <a:cubicBezTo>
                      <a:pt x="77542" y="24355"/>
                      <a:pt x="77521" y="24418"/>
                      <a:pt x="77500" y="24439"/>
                    </a:cubicBezTo>
                    <a:cubicBezTo>
                      <a:pt x="77353" y="24627"/>
                      <a:pt x="77228" y="24774"/>
                      <a:pt x="77102" y="24962"/>
                    </a:cubicBezTo>
                    <a:cubicBezTo>
                      <a:pt x="77081" y="24983"/>
                      <a:pt x="77081" y="25004"/>
                      <a:pt x="77039" y="25046"/>
                    </a:cubicBezTo>
                    <a:cubicBezTo>
                      <a:pt x="76140" y="26343"/>
                      <a:pt x="75261" y="27766"/>
                      <a:pt x="74403" y="29084"/>
                    </a:cubicBezTo>
                    <a:cubicBezTo>
                      <a:pt x="74005" y="29712"/>
                      <a:pt x="73587" y="30318"/>
                      <a:pt x="73210" y="30904"/>
                    </a:cubicBezTo>
                    <a:cubicBezTo>
                      <a:pt x="70532" y="34629"/>
                      <a:pt x="67687" y="38228"/>
                      <a:pt x="64841" y="41805"/>
                    </a:cubicBezTo>
                    <a:cubicBezTo>
                      <a:pt x="64841" y="41826"/>
                      <a:pt x="64799" y="41826"/>
                      <a:pt x="64778" y="41847"/>
                    </a:cubicBezTo>
                    <a:cubicBezTo>
                      <a:pt x="64653" y="42015"/>
                      <a:pt x="64548" y="42161"/>
                      <a:pt x="64422" y="42329"/>
                    </a:cubicBezTo>
                    <a:cubicBezTo>
                      <a:pt x="64052" y="42766"/>
                      <a:pt x="64426" y="43500"/>
                      <a:pt x="64913" y="43500"/>
                    </a:cubicBezTo>
                    <a:cubicBezTo>
                      <a:pt x="65031" y="43500"/>
                      <a:pt x="65157" y="43457"/>
                      <a:pt x="65280" y="43354"/>
                    </a:cubicBezTo>
                    <a:cubicBezTo>
                      <a:pt x="66368" y="42433"/>
                      <a:pt x="67582" y="41408"/>
                      <a:pt x="68816" y="40257"/>
                    </a:cubicBezTo>
                    <a:cubicBezTo>
                      <a:pt x="68816" y="40257"/>
                      <a:pt x="68816" y="40236"/>
                      <a:pt x="68837" y="40236"/>
                    </a:cubicBezTo>
                    <a:lnTo>
                      <a:pt x="68921" y="40153"/>
                    </a:lnTo>
                    <a:lnTo>
                      <a:pt x="68942" y="40153"/>
                    </a:lnTo>
                    <a:cubicBezTo>
                      <a:pt x="73838" y="35612"/>
                      <a:pt x="79132" y="29440"/>
                      <a:pt x="80575" y="23393"/>
                    </a:cubicBezTo>
                    <a:cubicBezTo>
                      <a:pt x="80596" y="23309"/>
                      <a:pt x="80638" y="23204"/>
                      <a:pt x="80638" y="23121"/>
                    </a:cubicBezTo>
                    <a:cubicBezTo>
                      <a:pt x="80659" y="23058"/>
                      <a:pt x="80659" y="22995"/>
                      <a:pt x="80680" y="22911"/>
                    </a:cubicBezTo>
                    <a:cubicBezTo>
                      <a:pt x="80764" y="22472"/>
                      <a:pt x="80847" y="22054"/>
                      <a:pt x="80889" y="21614"/>
                    </a:cubicBezTo>
                    <a:cubicBezTo>
                      <a:pt x="81894" y="21823"/>
                      <a:pt x="82877" y="22033"/>
                      <a:pt x="83881" y="22263"/>
                    </a:cubicBezTo>
                    <a:cubicBezTo>
                      <a:pt x="83777" y="22451"/>
                      <a:pt x="83693" y="22660"/>
                      <a:pt x="83588" y="22849"/>
                    </a:cubicBezTo>
                    <a:cubicBezTo>
                      <a:pt x="83526" y="22974"/>
                      <a:pt x="83484" y="23079"/>
                      <a:pt x="83400" y="23204"/>
                    </a:cubicBezTo>
                    <a:cubicBezTo>
                      <a:pt x="83275" y="23497"/>
                      <a:pt x="83107" y="23811"/>
                      <a:pt x="82982" y="24125"/>
                    </a:cubicBezTo>
                    <a:cubicBezTo>
                      <a:pt x="82961" y="24167"/>
                      <a:pt x="82940" y="24230"/>
                      <a:pt x="82940" y="24251"/>
                    </a:cubicBezTo>
                    <a:cubicBezTo>
                      <a:pt x="81831" y="26678"/>
                      <a:pt x="80889" y="29168"/>
                      <a:pt x="79529" y="31490"/>
                    </a:cubicBezTo>
                    <a:cubicBezTo>
                      <a:pt x="77521" y="34922"/>
                      <a:pt x="75010" y="37872"/>
                      <a:pt x="72290" y="40759"/>
                    </a:cubicBezTo>
                    <a:lnTo>
                      <a:pt x="72290" y="40780"/>
                    </a:lnTo>
                    <a:lnTo>
                      <a:pt x="72269" y="40801"/>
                    </a:lnTo>
                    <a:cubicBezTo>
                      <a:pt x="72050" y="41105"/>
                      <a:pt x="72320" y="41558"/>
                      <a:pt x="72630" y="41558"/>
                    </a:cubicBezTo>
                    <a:cubicBezTo>
                      <a:pt x="72705" y="41558"/>
                      <a:pt x="72782" y="41532"/>
                      <a:pt x="72855" y="41471"/>
                    </a:cubicBezTo>
                    <a:cubicBezTo>
                      <a:pt x="74257" y="40383"/>
                      <a:pt x="75637" y="39169"/>
                      <a:pt x="76914" y="37746"/>
                    </a:cubicBezTo>
                    <a:cubicBezTo>
                      <a:pt x="76914" y="37746"/>
                      <a:pt x="76914" y="37725"/>
                      <a:pt x="76935" y="37725"/>
                    </a:cubicBezTo>
                    <a:cubicBezTo>
                      <a:pt x="80785" y="33583"/>
                      <a:pt x="83840" y="28205"/>
                      <a:pt x="84216" y="22807"/>
                    </a:cubicBezTo>
                    <a:lnTo>
                      <a:pt x="84216" y="22744"/>
                    </a:lnTo>
                    <a:cubicBezTo>
                      <a:pt x="84216" y="22598"/>
                      <a:pt x="84237" y="22493"/>
                      <a:pt x="84237" y="22367"/>
                    </a:cubicBezTo>
                    <a:cubicBezTo>
                      <a:pt x="85785" y="22744"/>
                      <a:pt x="87355" y="23163"/>
                      <a:pt x="88903" y="23581"/>
                    </a:cubicBezTo>
                    <a:cubicBezTo>
                      <a:pt x="88254" y="24230"/>
                      <a:pt x="87689" y="24941"/>
                      <a:pt x="87166" y="25673"/>
                    </a:cubicBezTo>
                    <a:lnTo>
                      <a:pt x="87145" y="25694"/>
                    </a:lnTo>
                    <a:cubicBezTo>
                      <a:pt x="87062" y="25820"/>
                      <a:pt x="86957" y="25924"/>
                      <a:pt x="86894" y="26050"/>
                    </a:cubicBezTo>
                    <a:cubicBezTo>
                      <a:pt x="86853" y="26113"/>
                      <a:pt x="86832" y="26155"/>
                      <a:pt x="86790" y="26196"/>
                    </a:cubicBezTo>
                    <a:cubicBezTo>
                      <a:pt x="86727" y="26301"/>
                      <a:pt x="86643" y="26364"/>
                      <a:pt x="86601" y="26468"/>
                    </a:cubicBezTo>
                    <a:cubicBezTo>
                      <a:pt x="86539" y="26552"/>
                      <a:pt x="86518" y="26615"/>
                      <a:pt x="86476" y="26678"/>
                    </a:cubicBezTo>
                    <a:cubicBezTo>
                      <a:pt x="86434" y="26740"/>
                      <a:pt x="86413" y="26761"/>
                      <a:pt x="86392" y="26824"/>
                    </a:cubicBezTo>
                    <a:cubicBezTo>
                      <a:pt x="85555" y="28101"/>
                      <a:pt x="84802" y="29398"/>
                      <a:pt x="83944" y="30716"/>
                    </a:cubicBezTo>
                    <a:cubicBezTo>
                      <a:pt x="83254" y="31804"/>
                      <a:pt x="82521" y="32913"/>
                      <a:pt x="81747" y="33980"/>
                    </a:cubicBezTo>
                    <a:cubicBezTo>
                      <a:pt x="81287" y="34671"/>
                      <a:pt x="80806" y="35340"/>
                      <a:pt x="80345" y="35989"/>
                    </a:cubicBezTo>
                    <a:cubicBezTo>
                      <a:pt x="79529" y="37098"/>
                      <a:pt x="78713" y="38186"/>
                      <a:pt x="77876" y="39295"/>
                    </a:cubicBezTo>
                    <a:cubicBezTo>
                      <a:pt x="77834" y="39378"/>
                      <a:pt x="77772" y="39420"/>
                      <a:pt x="77730" y="39504"/>
                    </a:cubicBezTo>
                    <a:cubicBezTo>
                      <a:pt x="77426" y="39909"/>
                      <a:pt x="77735" y="40546"/>
                      <a:pt x="78163" y="40546"/>
                    </a:cubicBezTo>
                    <a:cubicBezTo>
                      <a:pt x="78265" y="40546"/>
                      <a:pt x="78374" y="40509"/>
                      <a:pt x="78483" y="40425"/>
                    </a:cubicBezTo>
                    <a:cubicBezTo>
                      <a:pt x="79885" y="39399"/>
                      <a:pt x="81308" y="38165"/>
                      <a:pt x="82647" y="36826"/>
                    </a:cubicBezTo>
                    <a:cubicBezTo>
                      <a:pt x="86225" y="33206"/>
                      <a:pt x="89175" y="28603"/>
                      <a:pt x="89154" y="23644"/>
                    </a:cubicBezTo>
                    <a:lnTo>
                      <a:pt x="89154" y="23623"/>
                    </a:lnTo>
                    <a:cubicBezTo>
                      <a:pt x="93632" y="24899"/>
                      <a:pt x="98068" y="26448"/>
                      <a:pt x="102420" y="28310"/>
                    </a:cubicBezTo>
                    <a:cubicBezTo>
                      <a:pt x="102545" y="28101"/>
                      <a:pt x="102629" y="27870"/>
                      <a:pt x="102503" y="27808"/>
                    </a:cubicBezTo>
                    <a:cubicBezTo>
                      <a:pt x="97837" y="25778"/>
                      <a:pt x="93025" y="24041"/>
                      <a:pt x="88171" y="22660"/>
                    </a:cubicBezTo>
                    <a:cubicBezTo>
                      <a:pt x="88254" y="22639"/>
                      <a:pt x="88317" y="22598"/>
                      <a:pt x="88380" y="22535"/>
                    </a:cubicBezTo>
                    <a:cubicBezTo>
                      <a:pt x="88401" y="22493"/>
                      <a:pt x="88401" y="22472"/>
                      <a:pt x="88401" y="22451"/>
                    </a:cubicBezTo>
                    <a:cubicBezTo>
                      <a:pt x="88464" y="22137"/>
                      <a:pt x="88485" y="21823"/>
                      <a:pt x="88526" y="21489"/>
                    </a:cubicBezTo>
                    <a:lnTo>
                      <a:pt x="88526" y="21426"/>
                    </a:lnTo>
                    <a:cubicBezTo>
                      <a:pt x="88568" y="21133"/>
                      <a:pt x="88589" y="20819"/>
                      <a:pt x="88589" y="20547"/>
                    </a:cubicBezTo>
                    <a:lnTo>
                      <a:pt x="88589" y="20359"/>
                    </a:lnTo>
                    <a:lnTo>
                      <a:pt x="88589" y="19626"/>
                    </a:lnTo>
                    <a:lnTo>
                      <a:pt x="88589" y="19187"/>
                    </a:lnTo>
                    <a:cubicBezTo>
                      <a:pt x="88589" y="19041"/>
                      <a:pt x="88589" y="18936"/>
                      <a:pt x="88568" y="18810"/>
                    </a:cubicBezTo>
                    <a:cubicBezTo>
                      <a:pt x="88359" y="14730"/>
                      <a:pt x="86790" y="10755"/>
                      <a:pt x="84174" y="7595"/>
                    </a:cubicBezTo>
                    <a:cubicBezTo>
                      <a:pt x="83881" y="7219"/>
                      <a:pt x="83588" y="6884"/>
                      <a:pt x="83254" y="6570"/>
                    </a:cubicBezTo>
                    <a:lnTo>
                      <a:pt x="83065" y="6382"/>
                    </a:lnTo>
                    <a:cubicBezTo>
                      <a:pt x="83024" y="6340"/>
                      <a:pt x="82940" y="6277"/>
                      <a:pt x="82856" y="6256"/>
                    </a:cubicBezTo>
                    <a:cubicBezTo>
                      <a:pt x="82782" y="6226"/>
                      <a:pt x="82702" y="6211"/>
                      <a:pt x="82621" y="6211"/>
                    </a:cubicBezTo>
                    <a:cubicBezTo>
                      <a:pt x="82315" y="6211"/>
                      <a:pt x="81993" y="6414"/>
                      <a:pt x="81894" y="6696"/>
                    </a:cubicBezTo>
                    <a:cubicBezTo>
                      <a:pt x="81873" y="6696"/>
                      <a:pt x="81894" y="6696"/>
                      <a:pt x="81894" y="6738"/>
                    </a:cubicBezTo>
                    <a:cubicBezTo>
                      <a:pt x="81831" y="6842"/>
                      <a:pt x="81831" y="6989"/>
                      <a:pt x="81873" y="7114"/>
                    </a:cubicBezTo>
                    <a:cubicBezTo>
                      <a:pt x="82124" y="7909"/>
                      <a:pt x="82396" y="8725"/>
                      <a:pt x="82668" y="9499"/>
                    </a:cubicBezTo>
                    <a:lnTo>
                      <a:pt x="82668" y="9520"/>
                    </a:lnTo>
                    <a:cubicBezTo>
                      <a:pt x="84195" y="13914"/>
                      <a:pt x="85911" y="18350"/>
                      <a:pt x="87857" y="22535"/>
                    </a:cubicBezTo>
                    <a:cubicBezTo>
                      <a:pt x="87857" y="22550"/>
                      <a:pt x="87867" y="22564"/>
                      <a:pt x="87881" y="22572"/>
                    </a:cubicBezTo>
                    <a:lnTo>
                      <a:pt x="87881" y="22572"/>
                    </a:lnTo>
                    <a:cubicBezTo>
                      <a:pt x="86673" y="22239"/>
                      <a:pt x="85445" y="21926"/>
                      <a:pt x="84216" y="21614"/>
                    </a:cubicBezTo>
                    <a:cubicBezTo>
                      <a:pt x="84205" y="21580"/>
                      <a:pt x="84180" y="21564"/>
                      <a:pt x="84154" y="21564"/>
                    </a:cubicBezTo>
                    <a:cubicBezTo>
                      <a:pt x="84132" y="21564"/>
                      <a:pt x="84109" y="21574"/>
                      <a:pt x="84091" y="21593"/>
                    </a:cubicBezTo>
                    <a:cubicBezTo>
                      <a:pt x="83693" y="21489"/>
                      <a:pt x="83337" y="21405"/>
                      <a:pt x="82940" y="21300"/>
                    </a:cubicBezTo>
                    <a:cubicBezTo>
                      <a:pt x="82961" y="21279"/>
                      <a:pt x="82982" y="21238"/>
                      <a:pt x="82982" y="21196"/>
                    </a:cubicBezTo>
                    <a:cubicBezTo>
                      <a:pt x="83086" y="20568"/>
                      <a:pt x="83149" y="19961"/>
                      <a:pt x="83170" y="19334"/>
                    </a:cubicBezTo>
                    <a:lnTo>
                      <a:pt x="83170" y="19208"/>
                    </a:lnTo>
                    <a:lnTo>
                      <a:pt x="83170" y="18727"/>
                    </a:lnTo>
                    <a:lnTo>
                      <a:pt x="83170" y="18497"/>
                    </a:lnTo>
                    <a:lnTo>
                      <a:pt x="83170" y="18141"/>
                    </a:lnTo>
                    <a:cubicBezTo>
                      <a:pt x="83170" y="17994"/>
                      <a:pt x="83170" y="17890"/>
                      <a:pt x="83149" y="17764"/>
                    </a:cubicBezTo>
                    <a:cubicBezTo>
                      <a:pt x="83149" y="17681"/>
                      <a:pt x="83149" y="17576"/>
                      <a:pt x="83128" y="17513"/>
                    </a:cubicBezTo>
                    <a:cubicBezTo>
                      <a:pt x="83128" y="17346"/>
                      <a:pt x="83086" y="17157"/>
                      <a:pt x="83065" y="17011"/>
                    </a:cubicBezTo>
                    <a:lnTo>
                      <a:pt x="83065" y="16885"/>
                    </a:lnTo>
                    <a:cubicBezTo>
                      <a:pt x="82438" y="11550"/>
                      <a:pt x="79215" y="6758"/>
                      <a:pt x="74549" y="4059"/>
                    </a:cubicBezTo>
                    <a:cubicBezTo>
                      <a:pt x="74131" y="3829"/>
                      <a:pt x="73713" y="3620"/>
                      <a:pt x="73252" y="3411"/>
                    </a:cubicBezTo>
                    <a:cubicBezTo>
                      <a:pt x="73148" y="3348"/>
                      <a:pt x="73085" y="3306"/>
                      <a:pt x="72980" y="3285"/>
                    </a:cubicBezTo>
                    <a:cubicBezTo>
                      <a:pt x="72311" y="2992"/>
                      <a:pt x="71641" y="2720"/>
                      <a:pt x="70930" y="2511"/>
                    </a:cubicBezTo>
                    <a:cubicBezTo>
                      <a:pt x="70873" y="2496"/>
                      <a:pt x="70818" y="2489"/>
                      <a:pt x="70763" y="2489"/>
                    </a:cubicBezTo>
                    <a:cubicBezTo>
                      <a:pt x="70292" y="2489"/>
                      <a:pt x="69915" y="3021"/>
                      <a:pt x="70009" y="3453"/>
                    </a:cubicBezTo>
                    <a:cubicBezTo>
                      <a:pt x="68482" y="2239"/>
                      <a:pt x="66829" y="1130"/>
                      <a:pt x="65134" y="105"/>
                    </a:cubicBezTo>
                    <a:cubicBezTo>
                      <a:pt x="65008" y="32"/>
                      <a:pt x="64882" y="0"/>
                      <a:pt x="647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8" name="Google Shape;378;p27"/>
              <p:cNvSpPr/>
              <p:nvPr/>
            </p:nvSpPr>
            <p:spPr>
              <a:xfrm>
                <a:off x="19388400" y="28623625"/>
                <a:ext cx="714775" cy="158125"/>
              </a:xfrm>
              <a:custGeom>
                <a:avLst/>
                <a:gdLst/>
                <a:ahLst/>
                <a:cxnLst/>
                <a:rect l="l" t="t" r="r" b="b"/>
                <a:pathLst>
                  <a:path w="28591" h="6325" extrusionOk="0">
                    <a:moveTo>
                      <a:pt x="9416" y="0"/>
                    </a:moveTo>
                    <a:cubicBezTo>
                      <a:pt x="6592" y="0"/>
                      <a:pt x="3725" y="272"/>
                      <a:pt x="942" y="711"/>
                    </a:cubicBezTo>
                    <a:cubicBezTo>
                      <a:pt x="1" y="837"/>
                      <a:pt x="1" y="2176"/>
                      <a:pt x="1026" y="2218"/>
                    </a:cubicBezTo>
                    <a:cubicBezTo>
                      <a:pt x="1193" y="2218"/>
                      <a:pt x="1361" y="2260"/>
                      <a:pt x="1549" y="2281"/>
                    </a:cubicBezTo>
                    <a:lnTo>
                      <a:pt x="1675" y="2281"/>
                    </a:lnTo>
                    <a:cubicBezTo>
                      <a:pt x="5336" y="2490"/>
                      <a:pt x="8998" y="3055"/>
                      <a:pt x="12618" y="3683"/>
                    </a:cubicBezTo>
                    <a:lnTo>
                      <a:pt x="12513" y="3683"/>
                    </a:lnTo>
                    <a:cubicBezTo>
                      <a:pt x="16070" y="4310"/>
                      <a:pt x="19606" y="5022"/>
                      <a:pt x="23163" y="5587"/>
                    </a:cubicBezTo>
                    <a:lnTo>
                      <a:pt x="23644" y="5670"/>
                    </a:lnTo>
                    <a:cubicBezTo>
                      <a:pt x="24000" y="5733"/>
                      <a:pt x="24335" y="5775"/>
                      <a:pt x="24711" y="5838"/>
                    </a:cubicBezTo>
                    <a:cubicBezTo>
                      <a:pt x="25130" y="5880"/>
                      <a:pt x="25548" y="5963"/>
                      <a:pt x="25967" y="6026"/>
                    </a:cubicBezTo>
                    <a:cubicBezTo>
                      <a:pt x="26113" y="6047"/>
                      <a:pt x="26302" y="6068"/>
                      <a:pt x="26469" y="6089"/>
                    </a:cubicBezTo>
                    <a:lnTo>
                      <a:pt x="28352" y="6319"/>
                    </a:lnTo>
                    <a:cubicBezTo>
                      <a:pt x="28364" y="6323"/>
                      <a:pt x="28377" y="6325"/>
                      <a:pt x="28389" y="6325"/>
                    </a:cubicBezTo>
                    <a:cubicBezTo>
                      <a:pt x="28500" y="6325"/>
                      <a:pt x="28591" y="6162"/>
                      <a:pt x="28478" y="6068"/>
                    </a:cubicBezTo>
                    <a:cubicBezTo>
                      <a:pt x="23142" y="1716"/>
                      <a:pt x="16760" y="105"/>
                      <a:pt x="10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379" name="Google Shape;379;p27"/>
            <p:cNvGrpSpPr/>
            <p:nvPr/>
          </p:nvGrpSpPr>
          <p:grpSpPr>
            <a:xfrm rot="-2700000" flipH="1">
              <a:off x="4967567" y="4268995"/>
              <a:ext cx="1964461" cy="994012"/>
              <a:chOff x="19279125" y="28273675"/>
              <a:chExt cx="2565725" cy="1298250"/>
            </a:xfrm>
          </p:grpSpPr>
          <p:sp>
            <p:nvSpPr>
              <p:cNvPr id="380" name="Google Shape;380;p27"/>
              <p:cNvSpPr/>
              <p:nvPr/>
            </p:nvSpPr>
            <p:spPr>
              <a:xfrm>
                <a:off x="19715375" y="28798125"/>
                <a:ext cx="506850" cy="665075"/>
              </a:xfrm>
              <a:custGeom>
                <a:avLst/>
                <a:gdLst/>
                <a:ahLst/>
                <a:cxnLst/>
                <a:rect l="l" t="t" r="r" b="b"/>
                <a:pathLst>
                  <a:path w="20274" h="26603" extrusionOk="0">
                    <a:moveTo>
                      <a:pt x="20102" y="0"/>
                    </a:moveTo>
                    <a:cubicBezTo>
                      <a:pt x="20089" y="0"/>
                      <a:pt x="20076" y="3"/>
                      <a:pt x="20065" y="8"/>
                    </a:cubicBezTo>
                    <a:cubicBezTo>
                      <a:pt x="20002" y="8"/>
                      <a:pt x="19981" y="29"/>
                      <a:pt x="19918" y="50"/>
                    </a:cubicBezTo>
                    <a:cubicBezTo>
                      <a:pt x="18014" y="1975"/>
                      <a:pt x="16194" y="4026"/>
                      <a:pt x="14415" y="6181"/>
                    </a:cubicBezTo>
                    <a:cubicBezTo>
                      <a:pt x="14060" y="6537"/>
                      <a:pt x="13746" y="6934"/>
                      <a:pt x="13474" y="7332"/>
                    </a:cubicBezTo>
                    <a:cubicBezTo>
                      <a:pt x="13264" y="7583"/>
                      <a:pt x="13055" y="7876"/>
                      <a:pt x="12846" y="8148"/>
                    </a:cubicBezTo>
                    <a:lnTo>
                      <a:pt x="12804" y="8169"/>
                    </a:lnTo>
                    <a:cubicBezTo>
                      <a:pt x="9561" y="12270"/>
                      <a:pt x="6506" y="16643"/>
                      <a:pt x="3577" y="20911"/>
                    </a:cubicBezTo>
                    <a:cubicBezTo>
                      <a:pt x="3577" y="20911"/>
                      <a:pt x="3577" y="20932"/>
                      <a:pt x="3556" y="20932"/>
                    </a:cubicBezTo>
                    <a:cubicBezTo>
                      <a:pt x="3556" y="20953"/>
                      <a:pt x="3535" y="20953"/>
                      <a:pt x="3535" y="20974"/>
                    </a:cubicBezTo>
                    <a:cubicBezTo>
                      <a:pt x="2447" y="22522"/>
                      <a:pt x="1401" y="24050"/>
                      <a:pt x="355" y="25535"/>
                    </a:cubicBezTo>
                    <a:cubicBezTo>
                      <a:pt x="0" y="26042"/>
                      <a:pt x="531" y="26603"/>
                      <a:pt x="1046" y="26603"/>
                    </a:cubicBezTo>
                    <a:cubicBezTo>
                      <a:pt x="1169" y="26603"/>
                      <a:pt x="1292" y="26571"/>
                      <a:pt x="1401" y="26498"/>
                    </a:cubicBezTo>
                    <a:cubicBezTo>
                      <a:pt x="1987" y="26142"/>
                      <a:pt x="2593" y="25745"/>
                      <a:pt x="3137" y="25347"/>
                    </a:cubicBezTo>
                    <a:cubicBezTo>
                      <a:pt x="3158" y="25347"/>
                      <a:pt x="3158" y="25326"/>
                      <a:pt x="3158" y="25326"/>
                    </a:cubicBezTo>
                    <a:cubicBezTo>
                      <a:pt x="11423" y="19593"/>
                      <a:pt x="18746" y="10177"/>
                      <a:pt x="20274" y="239"/>
                    </a:cubicBezTo>
                    <a:cubicBezTo>
                      <a:pt x="20274" y="155"/>
                      <a:pt x="20232" y="113"/>
                      <a:pt x="20211" y="50"/>
                    </a:cubicBezTo>
                    <a:cubicBezTo>
                      <a:pt x="20180" y="20"/>
                      <a:pt x="20139" y="0"/>
                      <a:pt x="201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1" name="Google Shape;381;p27"/>
              <p:cNvSpPr/>
              <p:nvPr/>
            </p:nvSpPr>
            <p:spPr>
              <a:xfrm>
                <a:off x="20308800" y="28749150"/>
                <a:ext cx="511325" cy="822775"/>
              </a:xfrm>
              <a:custGeom>
                <a:avLst/>
                <a:gdLst/>
                <a:ahLst/>
                <a:cxnLst/>
                <a:rect l="l" t="t" r="r" b="b"/>
                <a:pathLst>
                  <a:path w="20453" h="32911" extrusionOk="0">
                    <a:moveTo>
                      <a:pt x="20227" y="1"/>
                    </a:moveTo>
                    <a:cubicBezTo>
                      <a:pt x="20190" y="1"/>
                      <a:pt x="20153" y="8"/>
                      <a:pt x="20118" y="22"/>
                    </a:cubicBezTo>
                    <a:cubicBezTo>
                      <a:pt x="20097" y="22"/>
                      <a:pt x="20097" y="63"/>
                      <a:pt x="20076" y="84"/>
                    </a:cubicBezTo>
                    <a:cubicBezTo>
                      <a:pt x="19804" y="335"/>
                      <a:pt x="19574" y="607"/>
                      <a:pt x="19302" y="900"/>
                    </a:cubicBezTo>
                    <a:cubicBezTo>
                      <a:pt x="19302" y="900"/>
                      <a:pt x="19302" y="921"/>
                      <a:pt x="19281" y="921"/>
                    </a:cubicBezTo>
                    <a:cubicBezTo>
                      <a:pt x="19051" y="1172"/>
                      <a:pt x="18841" y="1444"/>
                      <a:pt x="18632" y="1695"/>
                    </a:cubicBezTo>
                    <a:cubicBezTo>
                      <a:pt x="18569" y="1758"/>
                      <a:pt x="18528" y="1842"/>
                      <a:pt x="18465" y="1884"/>
                    </a:cubicBezTo>
                    <a:cubicBezTo>
                      <a:pt x="18318" y="2093"/>
                      <a:pt x="18130" y="2302"/>
                      <a:pt x="17984" y="2512"/>
                    </a:cubicBezTo>
                    <a:cubicBezTo>
                      <a:pt x="17921" y="2595"/>
                      <a:pt x="17837" y="2679"/>
                      <a:pt x="17795" y="2784"/>
                    </a:cubicBezTo>
                    <a:cubicBezTo>
                      <a:pt x="17628" y="2993"/>
                      <a:pt x="17502" y="3160"/>
                      <a:pt x="17356" y="3369"/>
                    </a:cubicBezTo>
                    <a:cubicBezTo>
                      <a:pt x="17293" y="3453"/>
                      <a:pt x="17209" y="3558"/>
                      <a:pt x="17168" y="3641"/>
                    </a:cubicBezTo>
                    <a:cubicBezTo>
                      <a:pt x="17000" y="3851"/>
                      <a:pt x="16875" y="4060"/>
                      <a:pt x="16749" y="4269"/>
                    </a:cubicBezTo>
                    <a:cubicBezTo>
                      <a:pt x="16686" y="4353"/>
                      <a:pt x="16644" y="4436"/>
                      <a:pt x="16561" y="4520"/>
                    </a:cubicBezTo>
                    <a:lnTo>
                      <a:pt x="16100" y="5232"/>
                    </a:lnTo>
                    <a:cubicBezTo>
                      <a:pt x="16059" y="5273"/>
                      <a:pt x="16017" y="5336"/>
                      <a:pt x="15996" y="5420"/>
                    </a:cubicBezTo>
                    <a:cubicBezTo>
                      <a:pt x="15598" y="6006"/>
                      <a:pt x="15222" y="6633"/>
                      <a:pt x="14866" y="7282"/>
                    </a:cubicBezTo>
                    <a:cubicBezTo>
                      <a:pt x="14803" y="7345"/>
                      <a:pt x="14782" y="7429"/>
                      <a:pt x="14740" y="7512"/>
                    </a:cubicBezTo>
                    <a:cubicBezTo>
                      <a:pt x="14594" y="7742"/>
                      <a:pt x="14468" y="7973"/>
                      <a:pt x="14322" y="8203"/>
                    </a:cubicBezTo>
                    <a:cubicBezTo>
                      <a:pt x="14259" y="8286"/>
                      <a:pt x="14217" y="8391"/>
                      <a:pt x="14155" y="8475"/>
                    </a:cubicBezTo>
                    <a:lnTo>
                      <a:pt x="13757" y="9186"/>
                    </a:lnTo>
                    <a:cubicBezTo>
                      <a:pt x="13715" y="9249"/>
                      <a:pt x="13652" y="9333"/>
                      <a:pt x="13631" y="9416"/>
                    </a:cubicBezTo>
                    <a:cubicBezTo>
                      <a:pt x="13485" y="9709"/>
                      <a:pt x="13318" y="9960"/>
                      <a:pt x="13171" y="10253"/>
                    </a:cubicBezTo>
                    <a:cubicBezTo>
                      <a:pt x="12962" y="10609"/>
                      <a:pt x="12753" y="10986"/>
                      <a:pt x="12564" y="11341"/>
                    </a:cubicBezTo>
                    <a:cubicBezTo>
                      <a:pt x="12502" y="11488"/>
                      <a:pt x="12439" y="11592"/>
                      <a:pt x="12376" y="11718"/>
                    </a:cubicBezTo>
                    <a:lnTo>
                      <a:pt x="12062" y="12262"/>
                    </a:lnTo>
                    <a:cubicBezTo>
                      <a:pt x="11539" y="13224"/>
                      <a:pt x="10995" y="14166"/>
                      <a:pt x="10409" y="15108"/>
                    </a:cubicBezTo>
                    <a:cubicBezTo>
                      <a:pt x="8568" y="18183"/>
                      <a:pt x="6622" y="21217"/>
                      <a:pt x="4718" y="24251"/>
                    </a:cubicBezTo>
                    <a:lnTo>
                      <a:pt x="4718" y="24272"/>
                    </a:lnTo>
                    <a:lnTo>
                      <a:pt x="4718" y="24293"/>
                    </a:lnTo>
                    <a:lnTo>
                      <a:pt x="4718" y="24314"/>
                    </a:lnTo>
                    <a:lnTo>
                      <a:pt x="4718" y="24356"/>
                    </a:lnTo>
                    <a:lnTo>
                      <a:pt x="4718" y="24377"/>
                    </a:lnTo>
                    <a:cubicBezTo>
                      <a:pt x="3693" y="26030"/>
                      <a:pt x="2668" y="27641"/>
                      <a:pt x="1684" y="29315"/>
                    </a:cubicBezTo>
                    <a:lnTo>
                      <a:pt x="1684" y="29336"/>
                    </a:lnTo>
                    <a:lnTo>
                      <a:pt x="1684" y="29377"/>
                    </a:lnTo>
                    <a:lnTo>
                      <a:pt x="1684" y="29398"/>
                    </a:lnTo>
                    <a:lnTo>
                      <a:pt x="1684" y="29419"/>
                    </a:lnTo>
                    <a:lnTo>
                      <a:pt x="1684" y="29461"/>
                    </a:lnTo>
                    <a:cubicBezTo>
                      <a:pt x="1621" y="29503"/>
                      <a:pt x="1600" y="29587"/>
                      <a:pt x="1559" y="29670"/>
                    </a:cubicBezTo>
                    <a:lnTo>
                      <a:pt x="1559" y="29691"/>
                    </a:lnTo>
                    <a:cubicBezTo>
                      <a:pt x="1140" y="30361"/>
                      <a:pt x="743" y="31072"/>
                      <a:pt x="345" y="31763"/>
                    </a:cubicBezTo>
                    <a:cubicBezTo>
                      <a:pt x="1" y="32365"/>
                      <a:pt x="520" y="32911"/>
                      <a:pt x="1088" y="32911"/>
                    </a:cubicBezTo>
                    <a:cubicBezTo>
                      <a:pt x="1210" y="32911"/>
                      <a:pt x="1335" y="32886"/>
                      <a:pt x="1454" y="32830"/>
                    </a:cubicBezTo>
                    <a:cubicBezTo>
                      <a:pt x="1517" y="32809"/>
                      <a:pt x="1600" y="32746"/>
                      <a:pt x="1684" y="32662"/>
                    </a:cubicBezTo>
                    <a:cubicBezTo>
                      <a:pt x="6476" y="28038"/>
                      <a:pt x="10388" y="22556"/>
                      <a:pt x="13757" y="16844"/>
                    </a:cubicBezTo>
                    <a:cubicBezTo>
                      <a:pt x="16247" y="12408"/>
                      <a:pt x="19051" y="7721"/>
                      <a:pt x="20097" y="2700"/>
                    </a:cubicBezTo>
                    <a:cubicBezTo>
                      <a:pt x="20097" y="2658"/>
                      <a:pt x="20118" y="2616"/>
                      <a:pt x="20118" y="2595"/>
                    </a:cubicBezTo>
                    <a:cubicBezTo>
                      <a:pt x="20160" y="2365"/>
                      <a:pt x="20222" y="2093"/>
                      <a:pt x="20243" y="1863"/>
                    </a:cubicBezTo>
                    <a:cubicBezTo>
                      <a:pt x="20243" y="1800"/>
                      <a:pt x="20264" y="1779"/>
                      <a:pt x="20264" y="1737"/>
                    </a:cubicBezTo>
                    <a:lnTo>
                      <a:pt x="20348" y="1172"/>
                    </a:lnTo>
                    <a:cubicBezTo>
                      <a:pt x="20390" y="1068"/>
                      <a:pt x="20390" y="1005"/>
                      <a:pt x="20390" y="879"/>
                    </a:cubicBezTo>
                    <a:cubicBezTo>
                      <a:pt x="20411" y="733"/>
                      <a:pt x="20411" y="607"/>
                      <a:pt x="20432" y="440"/>
                    </a:cubicBezTo>
                    <a:cubicBezTo>
                      <a:pt x="20432" y="356"/>
                      <a:pt x="20453" y="294"/>
                      <a:pt x="20453" y="210"/>
                    </a:cubicBezTo>
                    <a:lnTo>
                      <a:pt x="20453" y="126"/>
                    </a:lnTo>
                    <a:cubicBezTo>
                      <a:pt x="20453" y="105"/>
                      <a:pt x="20432" y="105"/>
                      <a:pt x="20432" y="84"/>
                    </a:cubicBezTo>
                    <a:cubicBezTo>
                      <a:pt x="20376" y="29"/>
                      <a:pt x="20301" y="1"/>
                      <a:pt x="20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2" name="Google Shape;382;p27"/>
              <p:cNvSpPr/>
              <p:nvPr/>
            </p:nvSpPr>
            <p:spPr>
              <a:xfrm>
                <a:off x="20182700" y="28375125"/>
                <a:ext cx="603425" cy="350075"/>
              </a:xfrm>
              <a:custGeom>
                <a:avLst/>
                <a:gdLst/>
                <a:ahLst/>
                <a:cxnLst/>
                <a:rect l="l" t="t" r="r" b="b"/>
                <a:pathLst>
                  <a:path w="24137" h="14003" extrusionOk="0">
                    <a:moveTo>
                      <a:pt x="808" y="1"/>
                    </a:moveTo>
                    <a:cubicBezTo>
                      <a:pt x="364" y="1"/>
                      <a:pt x="1" y="496"/>
                      <a:pt x="137" y="922"/>
                    </a:cubicBezTo>
                    <a:cubicBezTo>
                      <a:pt x="179" y="1027"/>
                      <a:pt x="263" y="1131"/>
                      <a:pt x="367" y="1215"/>
                    </a:cubicBezTo>
                    <a:cubicBezTo>
                      <a:pt x="6623" y="6404"/>
                      <a:pt x="13131" y="11070"/>
                      <a:pt x="20935" y="13288"/>
                    </a:cubicBezTo>
                    <a:cubicBezTo>
                      <a:pt x="20977" y="13309"/>
                      <a:pt x="21040" y="13309"/>
                      <a:pt x="21103" y="13351"/>
                    </a:cubicBezTo>
                    <a:cubicBezTo>
                      <a:pt x="21500" y="13434"/>
                      <a:pt x="21919" y="13560"/>
                      <a:pt x="22316" y="13643"/>
                    </a:cubicBezTo>
                    <a:cubicBezTo>
                      <a:pt x="22421" y="13685"/>
                      <a:pt x="22484" y="13706"/>
                      <a:pt x="22588" y="13727"/>
                    </a:cubicBezTo>
                    <a:cubicBezTo>
                      <a:pt x="22965" y="13811"/>
                      <a:pt x="23362" y="13895"/>
                      <a:pt x="23718" y="13957"/>
                    </a:cubicBezTo>
                    <a:cubicBezTo>
                      <a:pt x="23781" y="13957"/>
                      <a:pt x="23802" y="13999"/>
                      <a:pt x="23823" y="13999"/>
                    </a:cubicBezTo>
                    <a:cubicBezTo>
                      <a:pt x="23838" y="14001"/>
                      <a:pt x="23852" y="14002"/>
                      <a:pt x="23867" y="14002"/>
                    </a:cubicBezTo>
                    <a:cubicBezTo>
                      <a:pt x="23990" y="14002"/>
                      <a:pt x="24078" y="13923"/>
                      <a:pt x="24116" y="13811"/>
                    </a:cubicBezTo>
                    <a:cubicBezTo>
                      <a:pt x="24137" y="13769"/>
                      <a:pt x="24137" y="13727"/>
                      <a:pt x="24116" y="13685"/>
                    </a:cubicBezTo>
                    <a:cubicBezTo>
                      <a:pt x="24116" y="13643"/>
                      <a:pt x="24095" y="13602"/>
                      <a:pt x="24032" y="13581"/>
                    </a:cubicBezTo>
                    <a:cubicBezTo>
                      <a:pt x="23676" y="13309"/>
                      <a:pt x="23341" y="13037"/>
                      <a:pt x="22965" y="12765"/>
                    </a:cubicBezTo>
                    <a:cubicBezTo>
                      <a:pt x="22923" y="12744"/>
                      <a:pt x="22860" y="12681"/>
                      <a:pt x="22818" y="12660"/>
                    </a:cubicBezTo>
                    <a:cubicBezTo>
                      <a:pt x="22525" y="12451"/>
                      <a:pt x="22212" y="12221"/>
                      <a:pt x="21919" y="12011"/>
                    </a:cubicBezTo>
                    <a:lnTo>
                      <a:pt x="21688" y="11844"/>
                    </a:lnTo>
                    <a:cubicBezTo>
                      <a:pt x="21333" y="11614"/>
                      <a:pt x="21019" y="11384"/>
                      <a:pt x="20684" y="11175"/>
                    </a:cubicBezTo>
                    <a:lnTo>
                      <a:pt x="20663" y="11133"/>
                    </a:lnTo>
                    <a:cubicBezTo>
                      <a:pt x="16876" y="8580"/>
                      <a:pt x="12859" y="6404"/>
                      <a:pt x="8841" y="4228"/>
                    </a:cubicBezTo>
                    <a:cubicBezTo>
                      <a:pt x="8841" y="4228"/>
                      <a:pt x="8820" y="4228"/>
                      <a:pt x="8820" y="4207"/>
                    </a:cubicBezTo>
                    <a:lnTo>
                      <a:pt x="8800" y="4207"/>
                    </a:lnTo>
                    <a:cubicBezTo>
                      <a:pt x="6226" y="2847"/>
                      <a:pt x="3673" y="1508"/>
                      <a:pt x="1121" y="85"/>
                    </a:cubicBezTo>
                    <a:cubicBezTo>
                      <a:pt x="1016" y="27"/>
                      <a:pt x="910" y="1"/>
                      <a:pt x="8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3" name="Google Shape;383;p27"/>
              <p:cNvSpPr/>
              <p:nvPr/>
            </p:nvSpPr>
            <p:spPr>
              <a:xfrm>
                <a:off x="19914100" y="28430850"/>
                <a:ext cx="673250" cy="292175"/>
              </a:xfrm>
              <a:custGeom>
                <a:avLst/>
                <a:gdLst/>
                <a:ahLst/>
                <a:cxnLst/>
                <a:rect l="l" t="t" r="r" b="b"/>
                <a:pathLst>
                  <a:path w="26930" h="11687" extrusionOk="0">
                    <a:moveTo>
                      <a:pt x="1364" y="1"/>
                    </a:moveTo>
                    <a:cubicBezTo>
                      <a:pt x="1157" y="1"/>
                      <a:pt x="953" y="11"/>
                      <a:pt x="754" y="32"/>
                    </a:cubicBezTo>
                    <a:cubicBezTo>
                      <a:pt x="210" y="53"/>
                      <a:pt x="1" y="492"/>
                      <a:pt x="106" y="911"/>
                    </a:cubicBezTo>
                    <a:cubicBezTo>
                      <a:pt x="210" y="1141"/>
                      <a:pt x="357" y="1392"/>
                      <a:pt x="650" y="1476"/>
                    </a:cubicBezTo>
                    <a:cubicBezTo>
                      <a:pt x="3683" y="2522"/>
                      <a:pt x="6696" y="3610"/>
                      <a:pt x="9647" y="4782"/>
                    </a:cubicBezTo>
                    <a:lnTo>
                      <a:pt x="9626" y="4782"/>
                    </a:lnTo>
                    <a:cubicBezTo>
                      <a:pt x="11802" y="5640"/>
                      <a:pt x="13936" y="6581"/>
                      <a:pt x="16091" y="7606"/>
                    </a:cubicBezTo>
                    <a:cubicBezTo>
                      <a:pt x="16970" y="8025"/>
                      <a:pt x="17807" y="8464"/>
                      <a:pt x="18644" y="8925"/>
                    </a:cubicBezTo>
                    <a:cubicBezTo>
                      <a:pt x="21238" y="10222"/>
                      <a:pt x="23770" y="11394"/>
                      <a:pt x="26783" y="11686"/>
                    </a:cubicBezTo>
                    <a:cubicBezTo>
                      <a:pt x="26825" y="11686"/>
                      <a:pt x="26867" y="11686"/>
                      <a:pt x="26888" y="11666"/>
                    </a:cubicBezTo>
                    <a:cubicBezTo>
                      <a:pt x="26909" y="11645"/>
                      <a:pt x="26930" y="11582"/>
                      <a:pt x="26930" y="11498"/>
                    </a:cubicBezTo>
                    <a:cubicBezTo>
                      <a:pt x="26930" y="11414"/>
                      <a:pt x="26888" y="11373"/>
                      <a:pt x="26804" y="11352"/>
                    </a:cubicBezTo>
                    <a:lnTo>
                      <a:pt x="26783" y="11352"/>
                    </a:lnTo>
                    <a:cubicBezTo>
                      <a:pt x="26553" y="11268"/>
                      <a:pt x="26344" y="11184"/>
                      <a:pt x="26093" y="11080"/>
                    </a:cubicBezTo>
                    <a:cubicBezTo>
                      <a:pt x="26051" y="11059"/>
                      <a:pt x="25988" y="11038"/>
                      <a:pt x="25946" y="11038"/>
                    </a:cubicBezTo>
                    <a:cubicBezTo>
                      <a:pt x="25737" y="10954"/>
                      <a:pt x="25528" y="10850"/>
                      <a:pt x="25318" y="10745"/>
                    </a:cubicBezTo>
                    <a:cubicBezTo>
                      <a:pt x="25256" y="10724"/>
                      <a:pt x="25214" y="10682"/>
                      <a:pt x="25130" y="10661"/>
                    </a:cubicBezTo>
                    <a:cubicBezTo>
                      <a:pt x="24921" y="10557"/>
                      <a:pt x="24733" y="10452"/>
                      <a:pt x="24523" y="10347"/>
                    </a:cubicBezTo>
                    <a:lnTo>
                      <a:pt x="24377" y="10264"/>
                    </a:lnTo>
                    <a:cubicBezTo>
                      <a:pt x="24189" y="10159"/>
                      <a:pt x="24042" y="10054"/>
                      <a:pt x="23854" y="9950"/>
                    </a:cubicBezTo>
                    <a:cubicBezTo>
                      <a:pt x="23791" y="9929"/>
                      <a:pt x="23749" y="9908"/>
                      <a:pt x="23686" y="9845"/>
                    </a:cubicBezTo>
                    <a:cubicBezTo>
                      <a:pt x="23519" y="9762"/>
                      <a:pt x="23331" y="9615"/>
                      <a:pt x="23142" y="9510"/>
                    </a:cubicBezTo>
                    <a:cubicBezTo>
                      <a:pt x="23059" y="9469"/>
                      <a:pt x="23017" y="9427"/>
                      <a:pt x="22933" y="9385"/>
                    </a:cubicBezTo>
                    <a:cubicBezTo>
                      <a:pt x="22745" y="9280"/>
                      <a:pt x="22598" y="9155"/>
                      <a:pt x="22410" y="9029"/>
                    </a:cubicBezTo>
                    <a:cubicBezTo>
                      <a:pt x="22326" y="8966"/>
                      <a:pt x="22264" y="8925"/>
                      <a:pt x="22180" y="8841"/>
                    </a:cubicBezTo>
                    <a:cubicBezTo>
                      <a:pt x="22054" y="8757"/>
                      <a:pt x="21950" y="8673"/>
                      <a:pt x="21845" y="8569"/>
                    </a:cubicBezTo>
                    <a:cubicBezTo>
                      <a:pt x="21678" y="8443"/>
                      <a:pt x="21531" y="8339"/>
                      <a:pt x="21364" y="8213"/>
                    </a:cubicBezTo>
                    <a:cubicBezTo>
                      <a:pt x="21343" y="8192"/>
                      <a:pt x="21280" y="8150"/>
                      <a:pt x="21259" y="8129"/>
                    </a:cubicBezTo>
                    <a:cubicBezTo>
                      <a:pt x="18769" y="6246"/>
                      <a:pt x="16363" y="4112"/>
                      <a:pt x="13559" y="2773"/>
                    </a:cubicBezTo>
                    <a:cubicBezTo>
                      <a:pt x="10023" y="1078"/>
                      <a:pt x="6006" y="137"/>
                      <a:pt x="2051" y="32"/>
                    </a:cubicBezTo>
                    <a:lnTo>
                      <a:pt x="1989" y="32"/>
                    </a:lnTo>
                    <a:cubicBezTo>
                      <a:pt x="1779" y="11"/>
                      <a:pt x="1570" y="1"/>
                      <a:pt x="13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4" name="Google Shape;384;p27"/>
              <p:cNvSpPr/>
              <p:nvPr/>
            </p:nvSpPr>
            <p:spPr>
              <a:xfrm>
                <a:off x="19600250" y="28499650"/>
                <a:ext cx="774200" cy="245875"/>
              </a:xfrm>
              <a:custGeom>
                <a:avLst/>
                <a:gdLst/>
                <a:ahLst/>
                <a:cxnLst/>
                <a:rect l="l" t="t" r="r" b="b"/>
                <a:pathLst>
                  <a:path w="30968" h="9835" extrusionOk="0">
                    <a:moveTo>
                      <a:pt x="6613" y="0"/>
                    </a:moveTo>
                    <a:cubicBezTo>
                      <a:pt x="4520" y="0"/>
                      <a:pt x="2532" y="63"/>
                      <a:pt x="733" y="251"/>
                    </a:cubicBezTo>
                    <a:cubicBezTo>
                      <a:pt x="252" y="272"/>
                      <a:pt x="1" y="753"/>
                      <a:pt x="105" y="1151"/>
                    </a:cubicBezTo>
                    <a:cubicBezTo>
                      <a:pt x="105" y="1318"/>
                      <a:pt x="252" y="1507"/>
                      <a:pt x="545" y="1590"/>
                    </a:cubicBezTo>
                    <a:cubicBezTo>
                      <a:pt x="5859" y="2678"/>
                      <a:pt x="11007" y="4080"/>
                      <a:pt x="16154" y="5712"/>
                    </a:cubicBezTo>
                    <a:cubicBezTo>
                      <a:pt x="16509" y="5817"/>
                      <a:pt x="16844" y="5963"/>
                      <a:pt x="17179" y="6068"/>
                    </a:cubicBezTo>
                    <a:lnTo>
                      <a:pt x="17158" y="6068"/>
                    </a:lnTo>
                    <a:cubicBezTo>
                      <a:pt x="18518" y="6528"/>
                      <a:pt x="19878" y="7051"/>
                      <a:pt x="21259" y="7574"/>
                    </a:cubicBezTo>
                    <a:cubicBezTo>
                      <a:pt x="21343" y="7595"/>
                      <a:pt x="21385" y="7637"/>
                      <a:pt x="21468" y="7658"/>
                    </a:cubicBezTo>
                    <a:cubicBezTo>
                      <a:pt x="21489" y="7658"/>
                      <a:pt x="21531" y="7679"/>
                      <a:pt x="21573" y="7679"/>
                    </a:cubicBezTo>
                    <a:cubicBezTo>
                      <a:pt x="24000" y="8579"/>
                      <a:pt x="26490" y="9416"/>
                      <a:pt x="29022" y="9730"/>
                    </a:cubicBezTo>
                    <a:lnTo>
                      <a:pt x="29064" y="9730"/>
                    </a:lnTo>
                    <a:cubicBezTo>
                      <a:pt x="29182" y="9747"/>
                      <a:pt x="29355" y="9777"/>
                      <a:pt x="29528" y="9777"/>
                    </a:cubicBezTo>
                    <a:cubicBezTo>
                      <a:pt x="29569" y="9777"/>
                      <a:pt x="29610" y="9775"/>
                      <a:pt x="29649" y="9771"/>
                    </a:cubicBezTo>
                    <a:cubicBezTo>
                      <a:pt x="29838" y="9792"/>
                      <a:pt x="30026" y="9792"/>
                      <a:pt x="30173" y="9834"/>
                    </a:cubicBezTo>
                    <a:lnTo>
                      <a:pt x="30319" y="9834"/>
                    </a:lnTo>
                    <a:cubicBezTo>
                      <a:pt x="30361" y="9834"/>
                      <a:pt x="30424" y="9834"/>
                      <a:pt x="30466" y="9792"/>
                    </a:cubicBezTo>
                    <a:cubicBezTo>
                      <a:pt x="30758" y="9730"/>
                      <a:pt x="30968" y="9374"/>
                      <a:pt x="30905" y="9060"/>
                    </a:cubicBezTo>
                    <a:cubicBezTo>
                      <a:pt x="30884" y="8997"/>
                      <a:pt x="30884" y="8914"/>
                      <a:pt x="30821" y="8851"/>
                    </a:cubicBezTo>
                    <a:cubicBezTo>
                      <a:pt x="30779" y="8788"/>
                      <a:pt x="30717" y="8725"/>
                      <a:pt x="30675" y="8642"/>
                    </a:cubicBezTo>
                    <a:cubicBezTo>
                      <a:pt x="30445" y="8328"/>
                      <a:pt x="30173" y="8056"/>
                      <a:pt x="29942" y="7763"/>
                    </a:cubicBezTo>
                    <a:cubicBezTo>
                      <a:pt x="29733" y="7428"/>
                      <a:pt x="29440" y="7135"/>
                      <a:pt x="29105" y="6905"/>
                    </a:cubicBezTo>
                    <a:cubicBezTo>
                      <a:pt x="23686" y="1716"/>
                      <a:pt x="14501" y="42"/>
                      <a:pt x="66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5" name="Google Shape;385;p27"/>
              <p:cNvSpPr/>
              <p:nvPr/>
            </p:nvSpPr>
            <p:spPr>
              <a:xfrm>
                <a:off x="20149825" y="28752300"/>
                <a:ext cx="462625" cy="768775"/>
              </a:xfrm>
              <a:custGeom>
                <a:avLst/>
                <a:gdLst/>
                <a:ahLst/>
                <a:cxnLst/>
                <a:rect l="l" t="t" r="r" b="b"/>
                <a:pathLst>
                  <a:path w="18505" h="30751" extrusionOk="0">
                    <a:moveTo>
                      <a:pt x="13598" y="8453"/>
                    </a:moveTo>
                    <a:cubicBezTo>
                      <a:pt x="13593" y="8459"/>
                      <a:pt x="13588" y="8464"/>
                      <a:pt x="13588" y="8474"/>
                    </a:cubicBezTo>
                    <a:lnTo>
                      <a:pt x="13588" y="8474"/>
                    </a:lnTo>
                    <a:cubicBezTo>
                      <a:pt x="13591" y="8467"/>
                      <a:pt x="13595" y="8460"/>
                      <a:pt x="13598" y="8453"/>
                    </a:cubicBezTo>
                    <a:close/>
                    <a:moveTo>
                      <a:pt x="18233" y="0"/>
                    </a:moveTo>
                    <a:cubicBezTo>
                      <a:pt x="18170" y="0"/>
                      <a:pt x="18066" y="42"/>
                      <a:pt x="18003" y="84"/>
                    </a:cubicBezTo>
                    <a:cubicBezTo>
                      <a:pt x="17773" y="293"/>
                      <a:pt x="17563" y="481"/>
                      <a:pt x="17333" y="691"/>
                    </a:cubicBezTo>
                    <a:cubicBezTo>
                      <a:pt x="17255" y="769"/>
                      <a:pt x="17323" y="902"/>
                      <a:pt x="17418" y="902"/>
                    </a:cubicBezTo>
                    <a:cubicBezTo>
                      <a:pt x="17424" y="902"/>
                      <a:pt x="17431" y="901"/>
                      <a:pt x="17438" y="900"/>
                    </a:cubicBezTo>
                    <a:lnTo>
                      <a:pt x="17438" y="900"/>
                    </a:lnTo>
                    <a:cubicBezTo>
                      <a:pt x="17375" y="921"/>
                      <a:pt x="17354" y="942"/>
                      <a:pt x="17291" y="984"/>
                    </a:cubicBezTo>
                    <a:cubicBezTo>
                      <a:pt x="17291" y="984"/>
                      <a:pt x="17270" y="984"/>
                      <a:pt x="17270" y="1005"/>
                    </a:cubicBezTo>
                    <a:cubicBezTo>
                      <a:pt x="17229" y="1025"/>
                      <a:pt x="17187" y="1046"/>
                      <a:pt x="17145" y="1109"/>
                    </a:cubicBezTo>
                    <a:lnTo>
                      <a:pt x="17124" y="1130"/>
                    </a:lnTo>
                    <a:lnTo>
                      <a:pt x="16977" y="1256"/>
                    </a:lnTo>
                    <a:cubicBezTo>
                      <a:pt x="16957" y="1297"/>
                      <a:pt x="16936" y="1318"/>
                      <a:pt x="16915" y="1360"/>
                    </a:cubicBezTo>
                    <a:lnTo>
                      <a:pt x="16852" y="1423"/>
                    </a:lnTo>
                    <a:cubicBezTo>
                      <a:pt x="16203" y="2302"/>
                      <a:pt x="15471" y="4143"/>
                      <a:pt x="14927" y="5524"/>
                    </a:cubicBezTo>
                    <a:cubicBezTo>
                      <a:pt x="14760" y="5922"/>
                      <a:pt x="14613" y="6340"/>
                      <a:pt x="14446" y="6738"/>
                    </a:cubicBezTo>
                    <a:cubicBezTo>
                      <a:pt x="14446" y="6759"/>
                      <a:pt x="14425" y="6779"/>
                      <a:pt x="14425" y="6800"/>
                    </a:cubicBezTo>
                    <a:cubicBezTo>
                      <a:pt x="14425" y="6842"/>
                      <a:pt x="14404" y="6842"/>
                      <a:pt x="14404" y="6863"/>
                    </a:cubicBezTo>
                    <a:cubicBezTo>
                      <a:pt x="14341" y="6968"/>
                      <a:pt x="14320" y="7051"/>
                      <a:pt x="14299" y="7093"/>
                    </a:cubicBezTo>
                    <a:cubicBezTo>
                      <a:pt x="14236" y="7219"/>
                      <a:pt x="14153" y="7365"/>
                      <a:pt x="14111" y="7470"/>
                    </a:cubicBezTo>
                    <a:cubicBezTo>
                      <a:pt x="13930" y="7793"/>
                      <a:pt x="13787" y="8115"/>
                      <a:pt x="13608" y="8438"/>
                    </a:cubicBezTo>
                    <a:lnTo>
                      <a:pt x="13608" y="8438"/>
                    </a:lnTo>
                    <a:cubicBezTo>
                      <a:pt x="13609" y="8436"/>
                      <a:pt x="13609" y="8434"/>
                      <a:pt x="13609" y="8432"/>
                    </a:cubicBezTo>
                    <a:lnTo>
                      <a:pt x="13609" y="8432"/>
                    </a:lnTo>
                    <a:cubicBezTo>
                      <a:pt x="13605" y="8439"/>
                      <a:pt x="13602" y="8446"/>
                      <a:pt x="13598" y="8453"/>
                    </a:cubicBezTo>
                    <a:lnTo>
                      <a:pt x="13598" y="8453"/>
                    </a:lnTo>
                    <a:cubicBezTo>
                      <a:pt x="13599" y="8452"/>
                      <a:pt x="13600" y="8451"/>
                      <a:pt x="13601" y="8450"/>
                    </a:cubicBezTo>
                    <a:lnTo>
                      <a:pt x="13601" y="8450"/>
                    </a:lnTo>
                    <a:cubicBezTo>
                      <a:pt x="13597" y="8458"/>
                      <a:pt x="13592" y="8466"/>
                      <a:pt x="13588" y="8474"/>
                    </a:cubicBezTo>
                    <a:cubicBezTo>
                      <a:pt x="13588" y="8474"/>
                      <a:pt x="13588" y="8474"/>
                      <a:pt x="13588" y="8474"/>
                    </a:cubicBezTo>
                    <a:lnTo>
                      <a:pt x="13588" y="8474"/>
                    </a:lnTo>
                    <a:cubicBezTo>
                      <a:pt x="12527" y="10595"/>
                      <a:pt x="11404" y="12735"/>
                      <a:pt x="10261" y="14814"/>
                    </a:cubicBezTo>
                    <a:cubicBezTo>
                      <a:pt x="8294" y="18308"/>
                      <a:pt x="6181" y="21635"/>
                      <a:pt x="3900" y="24878"/>
                    </a:cubicBezTo>
                    <a:cubicBezTo>
                      <a:pt x="2729" y="26552"/>
                      <a:pt x="1536" y="28226"/>
                      <a:pt x="301" y="29879"/>
                    </a:cubicBezTo>
                    <a:cubicBezTo>
                      <a:pt x="1" y="30291"/>
                      <a:pt x="299" y="30750"/>
                      <a:pt x="688" y="30750"/>
                    </a:cubicBezTo>
                    <a:cubicBezTo>
                      <a:pt x="813" y="30750"/>
                      <a:pt x="948" y="30703"/>
                      <a:pt x="1076" y="30591"/>
                    </a:cubicBezTo>
                    <a:cubicBezTo>
                      <a:pt x="2540" y="29251"/>
                      <a:pt x="4047" y="27787"/>
                      <a:pt x="5532" y="26155"/>
                    </a:cubicBezTo>
                    <a:lnTo>
                      <a:pt x="5532" y="26134"/>
                    </a:lnTo>
                    <a:lnTo>
                      <a:pt x="5616" y="26050"/>
                    </a:lnTo>
                    <a:cubicBezTo>
                      <a:pt x="11726" y="19355"/>
                      <a:pt x="17375" y="10546"/>
                      <a:pt x="18379" y="1988"/>
                    </a:cubicBezTo>
                    <a:lnTo>
                      <a:pt x="18379" y="1883"/>
                    </a:lnTo>
                    <a:cubicBezTo>
                      <a:pt x="18421" y="1360"/>
                      <a:pt x="18484" y="816"/>
                      <a:pt x="18505" y="293"/>
                    </a:cubicBezTo>
                    <a:lnTo>
                      <a:pt x="18505" y="189"/>
                    </a:lnTo>
                    <a:cubicBezTo>
                      <a:pt x="18484" y="84"/>
                      <a:pt x="18379" y="0"/>
                      <a:pt x="18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6" name="Google Shape;386;p27"/>
              <p:cNvSpPr/>
              <p:nvPr/>
            </p:nvSpPr>
            <p:spPr>
              <a:xfrm>
                <a:off x="19279125" y="28273675"/>
                <a:ext cx="2565725" cy="1180375"/>
              </a:xfrm>
              <a:custGeom>
                <a:avLst/>
                <a:gdLst/>
                <a:ahLst/>
                <a:cxnLst/>
                <a:rect l="l" t="t" r="r" b="b"/>
                <a:pathLst>
                  <a:path w="102629" h="47215" extrusionOk="0">
                    <a:moveTo>
                      <a:pt x="72729" y="5754"/>
                    </a:moveTo>
                    <a:lnTo>
                      <a:pt x="72729" y="5754"/>
                    </a:lnTo>
                    <a:cubicBezTo>
                      <a:pt x="73231" y="6277"/>
                      <a:pt x="73733" y="6800"/>
                      <a:pt x="74194" y="7365"/>
                    </a:cubicBezTo>
                    <a:cubicBezTo>
                      <a:pt x="74232" y="7403"/>
                      <a:pt x="74269" y="7419"/>
                      <a:pt x="74305" y="7419"/>
                    </a:cubicBezTo>
                    <a:cubicBezTo>
                      <a:pt x="74369" y="7419"/>
                      <a:pt x="74426" y="7369"/>
                      <a:pt x="74466" y="7302"/>
                    </a:cubicBezTo>
                    <a:cubicBezTo>
                      <a:pt x="76328" y="9144"/>
                      <a:pt x="77918" y="11173"/>
                      <a:pt x="79257" y="13391"/>
                    </a:cubicBezTo>
                    <a:lnTo>
                      <a:pt x="79257" y="13433"/>
                    </a:lnTo>
                    <a:cubicBezTo>
                      <a:pt x="80659" y="15777"/>
                      <a:pt x="81789" y="18371"/>
                      <a:pt x="82626" y="21196"/>
                    </a:cubicBezTo>
                    <a:cubicBezTo>
                      <a:pt x="82103" y="21070"/>
                      <a:pt x="81559" y="20966"/>
                      <a:pt x="81036" y="20819"/>
                    </a:cubicBezTo>
                    <a:lnTo>
                      <a:pt x="81036" y="20777"/>
                    </a:lnTo>
                    <a:cubicBezTo>
                      <a:pt x="80994" y="20756"/>
                      <a:pt x="80931" y="20694"/>
                      <a:pt x="80868" y="20694"/>
                    </a:cubicBezTo>
                    <a:cubicBezTo>
                      <a:pt x="80847" y="20694"/>
                      <a:pt x="80847" y="20694"/>
                      <a:pt x="80827" y="20714"/>
                    </a:cubicBezTo>
                    <a:cubicBezTo>
                      <a:pt x="80785" y="20756"/>
                      <a:pt x="80743" y="20777"/>
                      <a:pt x="80722" y="20798"/>
                    </a:cubicBezTo>
                    <a:cubicBezTo>
                      <a:pt x="79885" y="20610"/>
                      <a:pt x="79006" y="20463"/>
                      <a:pt x="78169" y="20275"/>
                    </a:cubicBezTo>
                    <a:lnTo>
                      <a:pt x="78169" y="20254"/>
                    </a:lnTo>
                    <a:cubicBezTo>
                      <a:pt x="78169" y="20254"/>
                      <a:pt x="78169" y="20233"/>
                      <a:pt x="78211" y="20233"/>
                    </a:cubicBezTo>
                    <a:cubicBezTo>
                      <a:pt x="78839" y="14416"/>
                      <a:pt x="76579" y="9834"/>
                      <a:pt x="73043" y="6152"/>
                    </a:cubicBezTo>
                    <a:lnTo>
                      <a:pt x="72729" y="5754"/>
                    </a:lnTo>
                    <a:close/>
                    <a:moveTo>
                      <a:pt x="72311" y="19857"/>
                    </a:moveTo>
                    <a:cubicBezTo>
                      <a:pt x="73985" y="20066"/>
                      <a:pt x="75637" y="20338"/>
                      <a:pt x="77311" y="20610"/>
                    </a:cubicBezTo>
                    <a:cubicBezTo>
                      <a:pt x="76935" y="21091"/>
                      <a:pt x="76579" y="21531"/>
                      <a:pt x="76223" y="22012"/>
                    </a:cubicBezTo>
                    <a:cubicBezTo>
                      <a:pt x="74884" y="23644"/>
                      <a:pt x="73524" y="25297"/>
                      <a:pt x="72164" y="26929"/>
                    </a:cubicBezTo>
                    <a:lnTo>
                      <a:pt x="72164" y="26950"/>
                    </a:lnTo>
                    <a:cubicBezTo>
                      <a:pt x="71516" y="27703"/>
                      <a:pt x="70867" y="28456"/>
                      <a:pt x="70218" y="29230"/>
                    </a:cubicBezTo>
                    <a:cubicBezTo>
                      <a:pt x="69465" y="30109"/>
                      <a:pt x="68712" y="30967"/>
                      <a:pt x="67917" y="31867"/>
                    </a:cubicBezTo>
                    <a:lnTo>
                      <a:pt x="67896" y="31888"/>
                    </a:lnTo>
                    <a:cubicBezTo>
                      <a:pt x="66640" y="33331"/>
                      <a:pt x="65364" y="34733"/>
                      <a:pt x="64067" y="36156"/>
                    </a:cubicBezTo>
                    <a:cubicBezTo>
                      <a:pt x="65615" y="34210"/>
                      <a:pt x="67080" y="32181"/>
                      <a:pt x="68335" y="30067"/>
                    </a:cubicBezTo>
                    <a:cubicBezTo>
                      <a:pt x="68440" y="29879"/>
                      <a:pt x="68586" y="29670"/>
                      <a:pt x="68691" y="29481"/>
                    </a:cubicBezTo>
                    <a:cubicBezTo>
                      <a:pt x="68754" y="29356"/>
                      <a:pt x="68816" y="29251"/>
                      <a:pt x="68900" y="29126"/>
                    </a:cubicBezTo>
                    <a:cubicBezTo>
                      <a:pt x="69047" y="28854"/>
                      <a:pt x="69172" y="28603"/>
                      <a:pt x="69319" y="28331"/>
                    </a:cubicBezTo>
                    <a:lnTo>
                      <a:pt x="69465" y="28017"/>
                    </a:lnTo>
                    <a:lnTo>
                      <a:pt x="69779" y="27389"/>
                    </a:lnTo>
                    <a:cubicBezTo>
                      <a:pt x="69821" y="27285"/>
                      <a:pt x="69883" y="27201"/>
                      <a:pt x="69904" y="27096"/>
                    </a:cubicBezTo>
                    <a:cubicBezTo>
                      <a:pt x="70051" y="26824"/>
                      <a:pt x="70176" y="26552"/>
                      <a:pt x="70302" y="26259"/>
                    </a:cubicBezTo>
                    <a:cubicBezTo>
                      <a:pt x="70344" y="26155"/>
                      <a:pt x="70386" y="26092"/>
                      <a:pt x="70428" y="25987"/>
                    </a:cubicBezTo>
                    <a:cubicBezTo>
                      <a:pt x="70574" y="25715"/>
                      <a:pt x="70679" y="25422"/>
                      <a:pt x="70783" y="25171"/>
                    </a:cubicBezTo>
                    <a:cubicBezTo>
                      <a:pt x="70804" y="25108"/>
                      <a:pt x="70804" y="25088"/>
                      <a:pt x="70825" y="25046"/>
                    </a:cubicBezTo>
                    <a:cubicBezTo>
                      <a:pt x="70930" y="24753"/>
                      <a:pt x="71055" y="24460"/>
                      <a:pt x="71160" y="24167"/>
                    </a:cubicBezTo>
                    <a:cubicBezTo>
                      <a:pt x="71202" y="24104"/>
                      <a:pt x="71223" y="24041"/>
                      <a:pt x="71244" y="23958"/>
                    </a:cubicBezTo>
                    <a:cubicBezTo>
                      <a:pt x="71348" y="23644"/>
                      <a:pt x="71453" y="23330"/>
                      <a:pt x="71557" y="23058"/>
                    </a:cubicBezTo>
                    <a:cubicBezTo>
                      <a:pt x="71557" y="22995"/>
                      <a:pt x="71578" y="22974"/>
                      <a:pt x="71578" y="22911"/>
                    </a:cubicBezTo>
                    <a:cubicBezTo>
                      <a:pt x="71683" y="22598"/>
                      <a:pt x="71767" y="22326"/>
                      <a:pt x="71850" y="22012"/>
                    </a:cubicBezTo>
                    <a:cubicBezTo>
                      <a:pt x="71850" y="21970"/>
                      <a:pt x="71871" y="21949"/>
                      <a:pt x="71871" y="21928"/>
                    </a:cubicBezTo>
                    <a:cubicBezTo>
                      <a:pt x="71955" y="21593"/>
                      <a:pt x="72039" y="21279"/>
                      <a:pt x="72101" y="20924"/>
                    </a:cubicBezTo>
                    <a:cubicBezTo>
                      <a:pt x="72101" y="20903"/>
                      <a:pt x="72143" y="20882"/>
                      <a:pt x="72143" y="20819"/>
                    </a:cubicBezTo>
                    <a:cubicBezTo>
                      <a:pt x="72206" y="20505"/>
                      <a:pt x="72269" y="20170"/>
                      <a:pt x="72311" y="19857"/>
                    </a:cubicBezTo>
                    <a:close/>
                    <a:moveTo>
                      <a:pt x="64761" y="0"/>
                    </a:moveTo>
                    <a:cubicBezTo>
                      <a:pt x="64113" y="0"/>
                      <a:pt x="63614" y="912"/>
                      <a:pt x="64213" y="1423"/>
                    </a:cubicBezTo>
                    <a:cubicBezTo>
                      <a:pt x="65238" y="2281"/>
                      <a:pt x="66180" y="3243"/>
                      <a:pt x="67059" y="4269"/>
                    </a:cubicBezTo>
                    <a:lnTo>
                      <a:pt x="67080" y="4269"/>
                    </a:lnTo>
                    <a:lnTo>
                      <a:pt x="67122" y="4289"/>
                    </a:lnTo>
                    <a:cubicBezTo>
                      <a:pt x="67122" y="4331"/>
                      <a:pt x="67143" y="4331"/>
                      <a:pt x="67143" y="4331"/>
                    </a:cubicBezTo>
                    <a:lnTo>
                      <a:pt x="67143" y="4352"/>
                    </a:lnTo>
                    <a:lnTo>
                      <a:pt x="67163" y="4373"/>
                    </a:lnTo>
                    <a:cubicBezTo>
                      <a:pt x="69904" y="7574"/>
                      <a:pt x="72143" y="11299"/>
                      <a:pt x="74382" y="14940"/>
                    </a:cubicBezTo>
                    <a:cubicBezTo>
                      <a:pt x="75031" y="16007"/>
                      <a:pt x="75700" y="17053"/>
                      <a:pt x="76349" y="18078"/>
                    </a:cubicBezTo>
                    <a:cubicBezTo>
                      <a:pt x="76433" y="18183"/>
                      <a:pt x="76474" y="18287"/>
                      <a:pt x="76558" y="18392"/>
                    </a:cubicBezTo>
                    <a:cubicBezTo>
                      <a:pt x="76746" y="18664"/>
                      <a:pt x="76893" y="18915"/>
                      <a:pt x="77081" y="19187"/>
                    </a:cubicBezTo>
                    <a:cubicBezTo>
                      <a:pt x="77102" y="19229"/>
                      <a:pt x="77165" y="19292"/>
                      <a:pt x="77186" y="19334"/>
                    </a:cubicBezTo>
                    <a:cubicBezTo>
                      <a:pt x="77374" y="19606"/>
                      <a:pt x="77542" y="19878"/>
                      <a:pt x="77730" y="20150"/>
                    </a:cubicBezTo>
                    <a:cubicBezTo>
                      <a:pt x="77709" y="20150"/>
                      <a:pt x="77688" y="20170"/>
                      <a:pt x="77625" y="20191"/>
                    </a:cubicBezTo>
                    <a:cubicBezTo>
                      <a:pt x="75575" y="19815"/>
                      <a:pt x="73524" y="19501"/>
                      <a:pt x="71453" y="19229"/>
                    </a:cubicBezTo>
                    <a:cubicBezTo>
                      <a:pt x="72039" y="13956"/>
                      <a:pt x="68963" y="9248"/>
                      <a:pt x="64862" y="5796"/>
                    </a:cubicBezTo>
                    <a:lnTo>
                      <a:pt x="64841" y="5754"/>
                    </a:lnTo>
                    <a:lnTo>
                      <a:pt x="64820" y="5754"/>
                    </a:lnTo>
                    <a:cubicBezTo>
                      <a:pt x="62016" y="3411"/>
                      <a:pt x="58710" y="1611"/>
                      <a:pt x="55739" y="565"/>
                    </a:cubicBezTo>
                    <a:cubicBezTo>
                      <a:pt x="55650" y="534"/>
                      <a:pt x="55563" y="520"/>
                      <a:pt x="55478" y="520"/>
                    </a:cubicBezTo>
                    <a:cubicBezTo>
                      <a:pt x="54985" y="520"/>
                      <a:pt x="54588" y="997"/>
                      <a:pt x="54588" y="1444"/>
                    </a:cubicBezTo>
                    <a:cubicBezTo>
                      <a:pt x="54588" y="1674"/>
                      <a:pt x="54693" y="1946"/>
                      <a:pt x="54986" y="2072"/>
                    </a:cubicBezTo>
                    <a:cubicBezTo>
                      <a:pt x="55509" y="2364"/>
                      <a:pt x="55990" y="2678"/>
                      <a:pt x="56492" y="2992"/>
                    </a:cubicBezTo>
                    <a:cubicBezTo>
                      <a:pt x="56513" y="2992"/>
                      <a:pt x="56513" y="3013"/>
                      <a:pt x="56555" y="3034"/>
                    </a:cubicBezTo>
                    <a:cubicBezTo>
                      <a:pt x="57811" y="4038"/>
                      <a:pt x="59087" y="4980"/>
                      <a:pt x="60342" y="5942"/>
                    </a:cubicBezTo>
                    <a:lnTo>
                      <a:pt x="60363" y="5942"/>
                    </a:lnTo>
                    <a:cubicBezTo>
                      <a:pt x="61849" y="7261"/>
                      <a:pt x="63272" y="8683"/>
                      <a:pt x="64611" y="10211"/>
                    </a:cubicBezTo>
                    <a:cubicBezTo>
                      <a:pt x="66619" y="12450"/>
                      <a:pt x="68021" y="15128"/>
                      <a:pt x="69758" y="17576"/>
                    </a:cubicBezTo>
                    <a:cubicBezTo>
                      <a:pt x="69779" y="17618"/>
                      <a:pt x="69800" y="17639"/>
                      <a:pt x="69800" y="17681"/>
                    </a:cubicBezTo>
                    <a:cubicBezTo>
                      <a:pt x="69883" y="17827"/>
                      <a:pt x="69988" y="17932"/>
                      <a:pt x="70072" y="18057"/>
                    </a:cubicBezTo>
                    <a:cubicBezTo>
                      <a:pt x="70114" y="18141"/>
                      <a:pt x="70176" y="18183"/>
                      <a:pt x="70218" y="18266"/>
                    </a:cubicBezTo>
                    <a:cubicBezTo>
                      <a:pt x="70302" y="18371"/>
                      <a:pt x="70344" y="18455"/>
                      <a:pt x="70428" y="18559"/>
                    </a:cubicBezTo>
                    <a:cubicBezTo>
                      <a:pt x="70511" y="18664"/>
                      <a:pt x="70595" y="18769"/>
                      <a:pt x="70700" y="18873"/>
                    </a:cubicBezTo>
                    <a:cubicBezTo>
                      <a:pt x="70741" y="18915"/>
                      <a:pt x="70804" y="18999"/>
                      <a:pt x="70846" y="19041"/>
                    </a:cubicBezTo>
                    <a:cubicBezTo>
                      <a:pt x="70909" y="19103"/>
                      <a:pt x="70930" y="19145"/>
                      <a:pt x="70992" y="19208"/>
                    </a:cubicBezTo>
                    <a:cubicBezTo>
                      <a:pt x="69570" y="19020"/>
                      <a:pt x="68147" y="18894"/>
                      <a:pt x="66745" y="18769"/>
                    </a:cubicBezTo>
                    <a:lnTo>
                      <a:pt x="66766" y="18769"/>
                    </a:lnTo>
                    <a:cubicBezTo>
                      <a:pt x="66763" y="18768"/>
                      <a:pt x="66761" y="18768"/>
                      <a:pt x="66758" y="18768"/>
                    </a:cubicBezTo>
                    <a:lnTo>
                      <a:pt x="66758" y="18768"/>
                    </a:lnTo>
                    <a:cubicBezTo>
                      <a:pt x="66814" y="18763"/>
                      <a:pt x="66854" y="18725"/>
                      <a:pt x="66912" y="18706"/>
                    </a:cubicBezTo>
                    <a:lnTo>
                      <a:pt x="66933" y="18685"/>
                    </a:lnTo>
                    <a:cubicBezTo>
                      <a:pt x="66975" y="18601"/>
                      <a:pt x="67017" y="18497"/>
                      <a:pt x="66954" y="18413"/>
                    </a:cubicBezTo>
                    <a:cubicBezTo>
                      <a:pt x="63837" y="14228"/>
                      <a:pt x="59673" y="10608"/>
                      <a:pt x="55216" y="7512"/>
                    </a:cubicBezTo>
                    <a:cubicBezTo>
                      <a:pt x="55174" y="7491"/>
                      <a:pt x="55153" y="7491"/>
                      <a:pt x="55132" y="7470"/>
                    </a:cubicBezTo>
                    <a:cubicBezTo>
                      <a:pt x="54233" y="6842"/>
                      <a:pt x="53333" y="6256"/>
                      <a:pt x="52412" y="5691"/>
                    </a:cubicBezTo>
                    <a:cubicBezTo>
                      <a:pt x="52391" y="5691"/>
                      <a:pt x="52391" y="5649"/>
                      <a:pt x="52350" y="5629"/>
                    </a:cubicBezTo>
                    <a:cubicBezTo>
                      <a:pt x="51701" y="5210"/>
                      <a:pt x="51052" y="4813"/>
                      <a:pt x="50404" y="4436"/>
                    </a:cubicBezTo>
                    <a:cubicBezTo>
                      <a:pt x="49211" y="3745"/>
                      <a:pt x="48039" y="3076"/>
                      <a:pt x="46888" y="2469"/>
                    </a:cubicBezTo>
                    <a:cubicBezTo>
                      <a:pt x="46771" y="2407"/>
                      <a:pt x="46661" y="2379"/>
                      <a:pt x="46560" y="2379"/>
                    </a:cubicBezTo>
                    <a:cubicBezTo>
                      <a:pt x="46119" y="2379"/>
                      <a:pt x="45860" y="2901"/>
                      <a:pt x="46031" y="3327"/>
                    </a:cubicBezTo>
                    <a:lnTo>
                      <a:pt x="46051" y="3348"/>
                    </a:lnTo>
                    <a:cubicBezTo>
                      <a:pt x="46072" y="3432"/>
                      <a:pt x="46114" y="3515"/>
                      <a:pt x="46177" y="3599"/>
                    </a:cubicBezTo>
                    <a:cubicBezTo>
                      <a:pt x="50445" y="8118"/>
                      <a:pt x="55551" y="12722"/>
                      <a:pt x="61137" y="16007"/>
                    </a:cubicBezTo>
                    <a:cubicBezTo>
                      <a:pt x="61179" y="16049"/>
                      <a:pt x="61200" y="16049"/>
                      <a:pt x="61221" y="16069"/>
                    </a:cubicBezTo>
                    <a:cubicBezTo>
                      <a:pt x="61514" y="16258"/>
                      <a:pt x="61807" y="16404"/>
                      <a:pt x="62121" y="16572"/>
                    </a:cubicBezTo>
                    <a:cubicBezTo>
                      <a:pt x="62184" y="16613"/>
                      <a:pt x="62267" y="16634"/>
                      <a:pt x="62351" y="16697"/>
                    </a:cubicBezTo>
                    <a:cubicBezTo>
                      <a:pt x="62644" y="16844"/>
                      <a:pt x="62916" y="17011"/>
                      <a:pt x="63230" y="17157"/>
                    </a:cubicBezTo>
                    <a:cubicBezTo>
                      <a:pt x="63376" y="17220"/>
                      <a:pt x="63481" y="17304"/>
                      <a:pt x="63606" y="17346"/>
                    </a:cubicBezTo>
                    <a:cubicBezTo>
                      <a:pt x="63816" y="17450"/>
                      <a:pt x="64004" y="17555"/>
                      <a:pt x="64213" y="17639"/>
                    </a:cubicBezTo>
                    <a:cubicBezTo>
                      <a:pt x="64360" y="17722"/>
                      <a:pt x="64548" y="17785"/>
                      <a:pt x="64715" y="17869"/>
                    </a:cubicBezTo>
                    <a:cubicBezTo>
                      <a:pt x="64946" y="17973"/>
                      <a:pt x="65155" y="18078"/>
                      <a:pt x="65385" y="18183"/>
                    </a:cubicBezTo>
                    <a:cubicBezTo>
                      <a:pt x="65531" y="18266"/>
                      <a:pt x="65699" y="18308"/>
                      <a:pt x="65866" y="18392"/>
                    </a:cubicBezTo>
                    <a:lnTo>
                      <a:pt x="66410" y="18622"/>
                    </a:lnTo>
                    <a:cubicBezTo>
                      <a:pt x="66512" y="18683"/>
                      <a:pt x="66615" y="18705"/>
                      <a:pt x="66717" y="18764"/>
                    </a:cubicBezTo>
                    <a:lnTo>
                      <a:pt x="66717" y="18764"/>
                    </a:lnTo>
                    <a:cubicBezTo>
                      <a:pt x="63282" y="18461"/>
                      <a:pt x="59832" y="18310"/>
                      <a:pt x="56381" y="18310"/>
                    </a:cubicBezTo>
                    <a:cubicBezTo>
                      <a:pt x="45847" y="18310"/>
                      <a:pt x="35302" y="19722"/>
                      <a:pt x="25149" y="22556"/>
                    </a:cubicBezTo>
                    <a:cubicBezTo>
                      <a:pt x="25756" y="22221"/>
                      <a:pt x="26341" y="21865"/>
                      <a:pt x="26906" y="21510"/>
                    </a:cubicBezTo>
                    <a:cubicBezTo>
                      <a:pt x="26927" y="21489"/>
                      <a:pt x="26969" y="21447"/>
                      <a:pt x="26969" y="21426"/>
                    </a:cubicBezTo>
                    <a:lnTo>
                      <a:pt x="26969" y="21321"/>
                    </a:lnTo>
                    <a:cubicBezTo>
                      <a:pt x="26969" y="21300"/>
                      <a:pt x="26969" y="21300"/>
                      <a:pt x="26927" y="21279"/>
                    </a:cubicBezTo>
                    <a:cubicBezTo>
                      <a:pt x="27409" y="21196"/>
                      <a:pt x="27848" y="21112"/>
                      <a:pt x="28287" y="21007"/>
                    </a:cubicBezTo>
                    <a:cubicBezTo>
                      <a:pt x="28664" y="20924"/>
                      <a:pt x="28999" y="20861"/>
                      <a:pt x="29375" y="20756"/>
                    </a:cubicBezTo>
                    <a:cubicBezTo>
                      <a:pt x="29396" y="20756"/>
                      <a:pt x="29396" y="20714"/>
                      <a:pt x="29417" y="20714"/>
                    </a:cubicBezTo>
                    <a:cubicBezTo>
                      <a:pt x="29543" y="20673"/>
                      <a:pt x="29543" y="20547"/>
                      <a:pt x="29501" y="20442"/>
                    </a:cubicBezTo>
                    <a:cubicBezTo>
                      <a:pt x="29480" y="20380"/>
                      <a:pt x="29417" y="20338"/>
                      <a:pt x="29375" y="20296"/>
                    </a:cubicBezTo>
                    <a:cubicBezTo>
                      <a:pt x="27701" y="19710"/>
                      <a:pt x="25881" y="19354"/>
                      <a:pt x="23998" y="19208"/>
                    </a:cubicBezTo>
                    <a:lnTo>
                      <a:pt x="23935" y="19208"/>
                    </a:lnTo>
                    <a:cubicBezTo>
                      <a:pt x="23580" y="19187"/>
                      <a:pt x="23224" y="19145"/>
                      <a:pt x="22889" y="19124"/>
                    </a:cubicBezTo>
                    <a:lnTo>
                      <a:pt x="22722" y="19124"/>
                    </a:lnTo>
                    <a:cubicBezTo>
                      <a:pt x="22408" y="19124"/>
                      <a:pt x="22073" y="19103"/>
                      <a:pt x="21759" y="19103"/>
                    </a:cubicBezTo>
                    <a:lnTo>
                      <a:pt x="20295" y="19103"/>
                    </a:lnTo>
                    <a:cubicBezTo>
                      <a:pt x="20002" y="19103"/>
                      <a:pt x="19751" y="19124"/>
                      <a:pt x="19458" y="19124"/>
                    </a:cubicBezTo>
                    <a:cubicBezTo>
                      <a:pt x="19332" y="19124"/>
                      <a:pt x="19186" y="19145"/>
                      <a:pt x="19060" y="19145"/>
                    </a:cubicBezTo>
                    <a:cubicBezTo>
                      <a:pt x="18830" y="19187"/>
                      <a:pt x="18558" y="19187"/>
                      <a:pt x="18328" y="19208"/>
                    </a:cubicBezTo>
                    <a:cubicBezTo>
                      <a:pt x="18181" y="19229"/>
                      <a:pt x="18014" y="19229"/>
                      <a:pt x="17867" y="19250"/>
                    </a:cubicBezTo>
                    <a:cubicBezTo>
                      <a:pt x="17658" y="19292"/>
                      <a:pt x="17407" y="19313"/>
                      <a:pt x="17198" y="19334"/>
                    </a:cubicBezTo>
                    <a:cubicBezTo>
                      <a:pt x="17030" y="19354"/>
                      <a:pt x="16842" y="19396"/>
                      <a:pt x="16654" y="19396"/>
                    </a:cubicBezTo>
                    <a:cubicBezTo>
                      <a:pt x="16466" y="19417"/>
                      <a:pt x="16256" y="19438"/>
                      <a:pt x="16089" y="19459"/>
                    </a:cubicBezTo>
                    <a:cubicBezTo>
                      <a:pt x="15880" y="19501"/>
                      <a:pt x="15670" y="19522"/>
                      <a:pt x="15482" y="19543"/>
                    </a:cubicBezTo>
                    <a:cubicBezTo>
                      <a:pt x="15294" y="19564"/>
                      <a:pt x="15147" y="19606"/>
                      <a:pt x="14959" y="19626"/>
                    </a:cubicBezTo>
                    <a:cubicBezTo>
                      <a:pt x="14750" y="19647"/>
                      <a:pt x="14520" y="19710"/>
                      <a:pt x="14310" y="19731"/>
                    </a:cubicBezTo>
                    <a:cubicBezTo>
                      <a:pt x="14143" y="19752"/>
                      <a:pt x="13955" y="19773"/>
                      <a:pt x="13808" y="19836"/>
                    </a:cubicBezTo>
                    <a:cubicBezTo>
                      <a:pt x="13599" y="19878"/>
                      <a:pt x="13390" y="19919"/>
                      <a:pt x="13181" y="19961"/>
                    </a:cubicBezTo>
                    <a:cubicBezTo>
                      <a:pt x="12971" y="20024"/>
                      <a:pt x="12741" y="20045"/>
                      <a:pt x="12532" y="20087"/>
                    </a:cubicBezTo>
                    <a:cubicBezTo>
                      <a:pt x="12364" y="20129"/>
                      <a:pt x="12218" y="20170"/>
                      <a:pt x="12051" y="20191"/>
                    </a:cubicBezTo>
                    <a:cubicBezTo>
                      <a:pt x="12030" y="20191"/>
                      <a:pt x="12009" y="20191"/>
                      <a:pt x="11967" y="20233"/>
                    </a:cubicBezTo>
                    <a:cubicBezTo>
                      <a:pt x="11611" y="20296"/>
                      <a:pt x="11276" y="20380"/>
                      <a:pt x="10900" y="20484"/>
                    </a:cubicBezTo>
                    <a:cubicBezTo>
                      <a:pt x="10889" y="20474"/>
                      <a:pt x="10863" y="20469"/>
                      <a:pt x="10829" y="20469"/>
                    </a:cubicBezTo>
                    <a:cubicBezTo>
                      <a:pt x="10795" y="20469"/>
                      <a:pt x="10753" y="20474"/>
                      <a:pt x="10712" y="20484"/>
                    </a:cubicBezTo>
                    <a:cubicBezTo>
                      <a:pt x="10544" y="20568"/>
                      <a:pt x="10293" y="20610"/>
                      <a:pt x="10126" y="20694"/>
                    </a:cubicBezTo>
                    <a:cubicBezTo>
                      <a:pt x="7092" y="21489"/>
                      <a:pt x="4204" y="22493"/>
                      <a:pt x="1756" y="23581"/>
                    </a:cubicBezTo>
                    <a:cubicBezTo>
                      <a:pt x="1401" y="23719"/>
                      <a:pt x="1381" y="24341"/>
                      <a:pt x="1801" y="24341"/>
                    </a:cubicBezTo>
                    <a:cubicBezTo>
                      <a:pt x="1826" y="24341"/>
                      <a:pt x="1853" y="24339"/>
                      <a:pt x="1882" y="24334"/>
                    </a:cubicBezTo>
                    <a:cubicBezTo>
                      <a:pt x="2279" y="24272"/>
                      <a:pt x="2656" y="24209"/>
                      <a:pt x="3053" y="24146"/>
                    </a:cubicBezTo>
                    <a:lnTo>
                      <a:pt x="3074" y="24146"/>
                    </a:lnTo>
                    <a:cubicBezTo>
                      <a:pt x="7510" y="23476"/>
                      <a:pt x="11925" y="22786"/>
                      <a:pt x="16340" y="22221"/>
                    </a:cubicBezTo>
                    <a:cubicBezTo>
                      <a:pt x="16926" y="22137"/>
                      <a:pt x="17470" y="22075"/>
                      <a:pt x="18077" y="22033"/>
                    </a:cubicBezTo>
                    <a:lnTo>
                      <a:pt x="18244" y="22033"/>
                    </a:lnTo>
                    <a:cubicBezTo>
                      <a:pt x="19960" y="21907"/>
                      <a:pt x="21696" y="21823"/>
                      <a:pt x="23412" y="21698"/>
                    </a:cubicBezTo>
                    <a:lnTo>
                      <a:pt x="23433" y="21698"/>
                    </a:lnTo>
                    <a:cubicBezTo>
                      <a:pt x="22994" y="21761"/>
                      <a:pt x="22575" y="21844"/>
                      <a:pt x="22115" y="21928"/>
                    </a:cubicBezTo>
                    <a:cubicBezTo>
                      <a:pt x="21906" y="21949"/>
                      <a:pt x="21696" y="22012"/>
                      <a:pt x="21487" y="22054"/>
                    </a:cubicBezTo>
                    <a:cubicBezTo>
                      <a:pt x="21278" y="22116"/>
                      <a:pt x="21069" y="22137"/>
                      <a:pt x="20859" y="22179"/>
                    </a:cubicBezTo>
                    <a:cubicBezTo>
                      <a:pt x="20587" y="22242"/>
                      <a:pt x="20295" y="22284"/>
                      <a:pt x="20002" y="22367"/>
                    </a:cubicBezTo>
                    <a:cubicBezTo>
                      <a:pt x="19897" y="22388"/>
                      <a:pt x="19792" y="22430"/>
                      <a:pt x="19667" y="22451"/>
                    </a:cubicBezTo>
                    <a:cubicBezTo>
                      <a:pt x="13160" y="23811"/>
                      <a:pt x="6631" y="25883"/>
                      <a:pt x="501" y="27829"/>
                    </a:cubicBezTo>
                    <a:cubicBezTo>
                      <a:pt x="292" y="27912"/>
                      <a:pt x="145" y="28080"/>
                      <a:pt x="103" y="28226"/>
                    </a:cubicBezTo>
                    <a:cubicBezTo>
                      <a:pt x="1" y="28615"/>
                      <a:pt x="199" y="29064"/>
                      <a:pt x="677" y="29064"/>
                    </a:cubicBezTo>
                    <a:cubicBezTo>
                      <a:pt x="688" y="29064"/>
                      <a:pt x="699" y="29063"/>
                      <a:pt x="710" y="29063"/>
                    </a:cubicBezTo>
                    <a:cubicBezTo>
                      <a:pt x="1714" y="29021"/>
                      <a:pt x="2761" y="28937"/>
                      <a:pt x="3807" y="28833"/>
                    </a:cubicBezTo>
                    <a:cubicBezTo>
                      <a:pt x="6631" y="28561"/>
                      <a:pt x="9498" y="28101"/>
                      <a:pt x="12281" y="27452"/>
                    </a:cubicBezTo>
                    <a:lnTo>
                      <a:pt x="12323" y="27452"/>
                    </a:lnTo>
                    <a:cubicBezTo>
                      <a:pt x="12657" y="27368"/>
                      <a:pt x="13013" y="27285"/>
                      <a:pt x="13369" y="27180"/>
                    </a:cubicBezTo>
                    <a:cubicBezTo>
                      <a:pt x="13411" y="27159"/>
                      <a:pt x="13473" y="27159"/>
                      <a:pt x="13536" y="27138"/>
                    </a:cubicBezTo>
                    <a:cubicBezTo>
                      <a:pt x="14206" y="26971"/>
                      <a:pt x="14854" y="26782"/>
                      <a:pt x="15482" y="26615"/>
                    </a:cubicBezTo>
                    <a:cubicBezTo>
                      <a:pt x="15524" y="26573"/>
                      <a:pt x="15587" y="26573"/>
                      <a:pt x="15629" y="26552"/>
                    </a:cubicBezTo>
                    <a:cubicBezTo>
                      <a:pt x="15880" y="26468"/>
                      <a:pt x="16089" y="26427"/>
                      <a:pt x="16319" y="26343"/>
                    </a:cubicBezTo>
                    <a:cubicBezTo>
                      <a:pt x="16549" y="26259"/>
                      <a:pt x="16758" y="26217"/>
                      <a:pt x="16989" y="26134"/>
                    </a:cubicBezTo>
                    <a:cubicBezTo>
                      <a:pt x="17177" y="26092"/>
                      <a:pt x="17365" y="26008"/>
                      <a:pt x="17554" y="25945"/>
                    </a:cubicBezTo>
                    <a:cubicBezTo>
                      <a:pt x="17888" y="25841"/>
                      <a:pt x="18223" y="25715"/>
                      <a:pt x="18558" y="25590"/>
                    </a:cubicBezTo>
                    <a:lnTo>
                      <a:pt x="18809" y="25506"/>
                    </a:lnTo>
                    <a:cubicBezTo>
                      <a:pt x="19248" y="25360"/>
                      <a:pt x="19688" y="25171"/>
                      <a:pt x="20127" y="24983"/>
                    </a:cubicBezTo>
                    <a:lnTo>
                      <a:pt x="20295" y="24899"/>
                    </a:lnTo>
                    <a:cubicBezTo>
                      <a:pt x="20713" y="24753"/>
                      <a:pt x="21111" y="24564"/>
                      <a:pt x="21529" y="24376"/>
                    </a:cubicBezTo>
                    <a:cubicBezTo>
                      <a:pt x="21550" y="24355"/>
                      <a:pt x="21592" y="24355"/>
                      <a:pt x="21634" y="24334"/>
                    </a:cubicBezTo>
                    <a:cubicBezTo>
                      <a:pt x="22094" y="24125"/>
                      <a:pt x="22596" y="23895"/>
                      <a:pt x="23036" y="23686"/>
                    </a:cubicBezTo>
                    <a:cubicBezTo>
                      <a:pt x="24458" y="23267"/>
                      <a:pt x="25860" y="22891"/>
                      <a:pt x="27283" y="22535"/>
                    </a:cubicBezTo>
                    <a:lnTo>
                      <a:pt x="27283" y="22535"/>
                    </a:lnTo>
                    <a:cubicBezTo>
                      <a:pt x="25839" y="23414"/>
                      <a:pt x="24458" y="24460"/>
                      <a:pt x="23119" y="25527"/>
                    </a:cubicBezTo>
                    <a:cubicBezTo>
                      <a:pt x="22115" y="26343"/>
                      <a:pt x="21131" y="27180"/>
                      <a:pt x="20127" y="28017"/>
                    </a:cubicBezTo>
                    <a:cubicBezTo>
                      <a:pt x="18558" y="29356"/>
                      <a:pt x="16968" y="30653"/>
                      <a:pt x="15294" y="31804"/>
                    </a:cubicBezTo>
                    <a:cubicBezTo>
                      <a:pt x="15001" y="31992"/>
                      <a:pt x="14750" y="32181"/>
                      <a:pt x="14457" y="32369"/>
                    </a:cubicBezTo>
                    <a:cubicBezTo>
                      <a:pt x="14373" y="32411"/>
                      <a:pt x="14310" y="32474"/>
                      <a:pt x="14206" y="32536"/>
                    </a:cubicBezTo>
                    <a:cubicBezTo>
                      <a:pt x="13934" y="32704"/>
                      <a:pt x="13683" y="32892"/>
                      <a:pt x="13411" y="33038"/>
                    </a:cubicBezTo>
                    <a:cubicBezTo>
                      <a:pt x="13285" y="33122"/>
                      <a:pt x="13118" y="33227"/>
                      <a:pt x="12992" y="33311"/>
                    </a:cubicBezTo>
                    <a:cubicBezTo>
                      <a:pt x="12364" y="33687"/>
                      <a:pt x="11737" y="34085"/>
                      <a:pt x="11109" y="34461"/>
                    </a:cubicBezTo>
                    <a:lnTo>
                      <a:pt x="11130" y="34461"/>
                    </a:lnTo>
                    <a:cubicBezTo>
                      <a:pt x="8787" y="35884"/>
                      <a:pt x="6380" y="37244"/>
                      <a:pt x="4058" y="38667"/>
                    </a:cubicBezTo>
                    <a:cubicBezTo>
                      <a:pt x="4016" y="38667"/>
                      <a:pt x="3995" y="38667"/>
                      <a:pt x="3995" y="38688"/>
                    </a:cubicBezTo>
                    <a:cubicBezTo>
                      <a:pt x="3346" y="39064"/>
                      <a:pt x="2719" y="39441"/>
                      <a:pt x="2091" y="39860"/>
                    </a:cubicBezTo>
                    <a:cubicBezTo>
                      <a:pt x="1453" y="40285"/>
                      <a:pt x="1834" y="41175"/>
                      <a:pt x="2490" y="41175"/>
                    </a:cubicBezTo>
                    <a:cubicBezTo>
                      <a:pt x="2543" y="41175"/>
                      <a:pt x="2599" y="41170"/>
                      <a:pt x="2656" y="41157"/>
                    </a:cubicBezTo>
                    <a:cubicBezTo>
                      <a:pt x="2949" y="41094"/>
                      <a:pt x="3263" y="41010"/>
                      <a:pt x="3556" y="40906"/>
                    </a:cubicBezTo>
                    <a:cubicBezTo>
                      <a:pt x="10168" y="39190"/>
                      <a:pt x="17826" y="34838"/>
                      <a:pt x="22994" y="29272"/>
                    </a:cubicBezTo>
                    <a:lnTo>
                      <a:pt x="23015" y="29251"/>
                    </a:lnTo>
                    <a:cubicBezTo>
                      <a:pt x="23224" y="29021"/>
                      <a:pt x="23454" y="28770"/>
                      <a:pt x="23663" y="28540"/>
                    </a:cubicBezTo>
                    <a:cubicBezTo>
                      <a:pt x="23768" y="28435"/>
                      <a:pt x="23852" y="28331"/>
                      <a:pt x="23956" y="28205"/>
                    </a:cubicBezTo>
                    <a:cubicBezTo>
                      <a:pt x="24040" y="28121"/>
                      <a:pt x="24103" y="28017"/>
                      <a:pt x="24165" y="27933"/>
                    </a:cubicBezTo>
                    <a:cubicBezTo>
                      <a:pt x="24312" y="27724"/>
                      <a:pt x="24479" y="27557"/>
                      <a:pt x="24626" y="27347"/>
                    </a:cubicBezTo>
                    <a:cubicBezTo>
                      <a:pt x="24688" y="27285"/>
                      <a:pt x="24709" y="27243"/>
                      <a:pt x="24772" y="27180"/>
                    </a:cubicBezTo>
                    <a:cubicBezTo>
                      <a:pt x="25128" y="26720"/>
                      <a:pt x="25463" y="26238"/>
                      <a:pt x="25777" y="25778"/>
                    </a:cubicBezTo>
                    <a:cubicBezTo>
                      <a:pt x="25777" y="25778"/>
                      <a:pt x="25777" y="25736"/>
                      <a:pt x="25818" y="25736"/>
                    </a:cubicBezTo>
                    <a:cubicBezTo>
                      <a:pt x="26488" y="24732"/>
                      <a:pt x="27095" y="23644"/>
                      <a:pt x="27555" y="22577"/>
                    </a:cubicBezTo>
                    <a:cubicBezTo>
                      <a:pt x="27597" y="22535"/>
                      <a:pt x="27555" y="22472"/>
                      <a:pt x="27534" y="22451"/>
                    </a:cubicBezTo>
                    <a:cubicBezTo>
                      <a:pt x="29020" y="22075"/>
                      <a:pt x="30526" y="21740"/>
                      <a:pt x="32012" y="21426"/>
                    </a:cubicBezTo>
                    <a:lnTo>
                      <a:pt x="32012" y="21426"/>
                    </a:lnTo>
                    <a:cubicBezTo>
                      <a:pt x="28329" y="25171"/>
                      <a:pt x="25463" y="29649"/>
                      <a:pt x="22052" y="33583"/>
                    </a:cubicBezTo>
                    <a:cubicBezTo>
                      <a:pt x="21947" y="33729"/>
                      <a:pt x="21843" y="33834"/>
                      <a:pt x="21738" y="33959"/>
                    </a:cubicBezTo>
                    <a:cubicBezTo>
                      <a:pt x="21027" y="34775"/>
                      <a:pt x="20315" y="35549"/>
                      <a:pt x="19604" y="36365"/>
                    </a:cubicBezTo>
                    <a:cubicBezTo>
                      <a:pt x="17365" y="38876"/>
                      <a:pt x="15085" y="41366"/>
                      <a:pt x="12804" y="43835"/>
                    </a:cubicBezTo>
                    <a:lnTo>
                      <a:pt x="12783" y="43835"/>
                    </a:lnTo>
                    <a:cubicBezTo>
                      <a:pt x="12323" y="44358"/>
                      <a:pt x="11841" y="44860"/>
                      <a:pt x="11381" y="45383"/>
                    </a:cubicBezTo>
                    <a:cubicBezTo>
                      <a:pt x="11130" y="45655"/>
                      <a:pt x="11297" y="46074"/>
                      <a:pt x="11590" y="46179"/>
                    </a:cubicBezTo>
                    <a:cubicBezTo>
                      <a:pt x="11631" y="46195"/>
                      <a:pt x="11678" y="46205"/>
                      <a:pt x="11727" y="46205"/>
                    </a:cubicBezTo>
                    <a:cubicBezTo>
                      <a:pt x="11805" y="46205"/>
                      <a:pt x="11890" y="46180"/>
                      <a:pt x="11967" y="46116"/>
                    </a:cubicBezTo>
                    <a:cubicBezTo>
                      <a:pt x="20211" y="40173"/>
                      <a:pt x="28873" y="31218"/>
                      <a:pt x="32137" y="21384"/>
                    </a:cubicBezTo>
                    <a:cubicBezTo>
                      <a:pt x="37138" y="20338"/>
                      <a:pt x="42243" y="19626"/>
                      <a:pt x="47391" y="19229"/>
                    </a:cubicBezTo>
                    <a:lnTo>
                      <a:pt x="47391" y="19229"/>
                    </a:lnTo>
                    <a:cubicBezTo>
                      <a:pt x="47370" y="19250"/>
                      <a:pt x="47328" y="19250"/>
                      <a:pt x="47307" y="19292"/>
                    </a:cubicBezTo>
                    <a:cubicBezTo>
                      <a:pt x="46951" y="19543"/>
                      <a:pt x="46596" y="19815"/>
                      <a:pt x="46240" y="20066"/>
                    </a:cubicBezTo>
                    <a:cubicBezTo>
                      <a:pt x="46156" y="20129"/>
                      <a:pt x="46156" y="20254"/>
                      <a:pt x="46261" y="20275"/>
                    </a:cubicBezTo>
                    <a:cubicBezTo>
                      <a:pt x="46344" y="20296"/>
                      <a:pt x="43185" y="26217"/>
                      <a:pt x="41260" y="29691"/>
                    </a:cubicBezTo>
                    <a:cubicBezTo>
                      <a:pt x="40590" y="30946"/>
                      <a:pt x="40067" y="31888"/>
                      <a:pt x="39900" y="32097"/>
                    </a:cubicBezTo>
                    <a:cubicBezTo>
                      <a:pt x="39170" y="33200"/>
                      <a:pt x="38427" y="34291"/>
                      <a:pt x="37682" y="35388"/>
                    </a:cubicBezTo>
                    <a:lnTo>
                      <a:pt x="37682" y="35388"/>
                    </a:lnTo>
                    <a:cubicBezTo>
                      <a:pt x="38801" y="33696"/>
                      <a:pt x="39806" y="31949"/>
                      <a:pt x="40632" y="30172"/>
                    </a:cubicBezTo>
                    <a:cubicBezTo>
                      <a:pt x="40779" y="29900"/>
                      <a:pt x="40883" y="29649"/>
                      <a:pt x="41009" y="29377"/>
                    </a:cubicBezTo>
                    <a:cubicBezTo>
                      <a:pt x="41030" y="29356"/>
                      <a:pt x="41030" y="29293"/>
                      <a:pt x="41051" y="29272"/>
                    </a:cubicBezTo>
                    <a:cubicBezTo>
                      <a:pt x="41155" y="29042"/>
                      <a:pt x="41260" y="28770"/>
                      <a:pt x="41365" y="28540"/>
                    </a:cubicBezTo>
                    <a:cubicBezTo>
                      <a:pt x="41406" y="28498"/>
                      <a:pt x="41427" y="28435"/>
                      <a:pt x="41427" y="28393"/>
                    </a:cubicBezTo>
                    <a:cubicBezTo>
                      <a:pt x="41532" y="28142"/>
                      <a:pt x="41616" y="27912"/>
                      <a:pt x="41720" y="27661"/>
                    </a:cubicBezTo>
                    <a:lnTo>
                      <a:pt x="41720" y="27619"/>
                    </a:lnTo>
                    <a:cubicBezTo>
                      <a:pt x="41867" y="27201"/>
                      <a:pt x="41992" y="26824"/>
                      <a:pt x="42139" y="26406"/>
                    </a:cubicBezTo>
                    <a:cubicBezTo>
                      <a:pt x="42181" y="26238"/>
                      <a:pt x="42243" y="26050"/>
                      <a:pt x="42285" y="25904"/>
                    </a:cubicBezTo>
                    <a:cubicBezTo>
                      <a:pt x="42306" y="25778"/>
                      <a:pt x="42369" y="25632"/>
                      <a:pt x="42390" y="25506"/>
                    </a:cubicBezTo>
                    <a:cubicBezTo>
                      <a:pt x="42453" y="25318"/>
                      <a:pt x="42494" y="25108"/>
                      <a:pt x="42557" y="24941"/>
                    </a:cubicBezTo>
                    <a:cubicBezTo>
                      <a:pt x="42578" y="24795"/>
                      <a:pt x="42599" y="24690"/>
                      <a:pt x="42620" y="24564"/>
                    </a:cubicBezTo>
                    <a:cubicBezTo>
                      <a:pt x="42683" y="24355"/>
                      <a:pt x="42725" y="24146"/>
                      <a:pt x="42766" y="23958"/>
                    </a:cubicBezTo>
                    <a:cubicBezTo>
                      <a:pt x="42787" y="23853"/>
                      <a:pt x="42808" y="23748"/>
                      <a:pt x="42808" y="23644"/>
                    </a:cubicBezTo>
                    <a:cubicBezTo>
                      <a:pt x="42871" y="23435"/>
                      <a:pt x="42892" y="23204"/>
                      <a:pt x="42913" y="22995"/>
                    </a:cubicBezTo>
                    <a:cubicBezTo>
                      <a:pt x="42934" y="22891"/>
                      <a:pt x="42934" y="22807"/>
                      <a:pt x="42976" y="22702"/>
                    </a:cubicBezTo>
                    <a:cubicBezTo>
                      <a:pt x="42997" y="22451"/>
                      <a:pt x="43038" y="22179"/>
                      <a:pt x="43080" y="21949"/>
                    </a:cubicBezTo>
                    <a:cubicBezTo>
                      <a:pt x="43080" y="21907"/>
                      <a:pt x="43101" y="21844"/>
                      <a:pt x="43101" y="21761"/>
                    </a:cubicBezTo>
                    <a:cubicBezTo>
                      <a:pt x="43122" y="21447"/>
                      <a:pt x="43143" y="21112"/>
                      <a:pt x="43185" y="20798"/>
                    </a:cubicBezTo>
                    <a:cubicBezTo>
                      <a:pt x="43185" y="20652"/>
                      <a:pt x="43080" y="20547"/>
                      <a:pt x="42934" y="20484"/>
                    </a:cubicBezTo>
                    <a:cubicBezTo>
                      <a:pt x="42894" y="20471"/>
                      <a:pt x="42852" y="20464"/>
                      <a:pt x="42810" y="20464"/>
                    </a:cubicBezTo>
                    <a:cubicBezTo>
                      <a:pt x="42720" y="20464"/>
                      <a:pt x="42629" y="20497"/>
                      <a:pt x="42557" y="20568"/>
                    </a:cubicBezTo>
                    <a:cubicBezTo>
                      <a:pt x="42474" y="20673"/>
                      <a:pt x="42390" y="20756"/>
                      <a:pt x="42306" y="20861"/>
                    </a:cubicBezTo>
                    <a:cubicBezTo>
                      <a:pt x="42097" y="21091"/>
                      <a:pt x="41930" y="21300"/>
                      <a:pt x="41720" y="21531"/>
                    </a:cubicBezTo>
                    <a:cubicBezTo>
                      <a:pt x="41658" y="21593"/>
                      <a:pt x="41720" y="21656"/>
                      <a:pt x="41783" y="21656"/>
                    </a:cubicBezTo>
                    <a:cubicBezTo>
                      <a:pt x="41344" y="21865"/>
                      <a:pt x="40883" y="22242"/>
                      <a:pt x="40423" y="22744"/>
                    </a:cubicBezTo>
                    <a:cubicBezTo>
                      <a:pt x="38205" y="25192"/>
                      <a:pt x="36134" y="30632"/>
                      <a:pt x="34836" y="32787"/>
                    </a:cubicBezTo>
                    <a:cubicBezTo>
                      <a:pt x="33581" y="34817"/>
                      <a:pt x="32305" y="36826"/>
                      <a:pt x="31007" y="38813"/>
                    </a:cubicBezTo>
                    <a:cubicBezTo>
                      <a:pt x="31070" y="38772"/>
                      <a:pt x="31091" y="38709"/>
                      <a:pt x="31154" y="38667"/>
                    </a:cubicBezTo>
                    <a:lnTo>
                      <a:pt x="31154" y="38667"/>
                    </a:lnTo>
                    <a:cubicBezTo>
                      <a:pt x="30422" y="39818"/>
                      <a:pt x="29647" y="40969"/>
                      <a:pt x="28894" y="42119"/>
                    </a:cubicBezTo>
                    <a:lnTo>
                      <a:pt x="28873" y="42119"/>
                    </a:lnTo>
                    <a:cubicBezTo>
                      <a:pt x="28162" y="43186"/>
                      <a:pt x="27450" y="44254"/>
                      <a:pt x="26718" y="45342"/>
                    </a:cubicBezTo>
                    <a:lnTo>
                      <a:pt x="26697" y="45342"/>
                    </a:lnTo>
                    <a:cubicBezTo>
                      <a:pt x="26509" y="45614"/>
                      <a:pt x="26341" y="45886"/>
                      <a:pt x="26153" y="46137"/>
                    </a:cubicBezTo>
                    <a:cubicBezTo>
                      <a:pt x="26153" y="46179"/>
                      <a:pt x="26132" y="46179"/>
                      <a:pt x="26132" y="46199"/>
                    </a:cubicBezTo>
                    <a:lnTo>
                      <a:pt x="26090" y="46199"/>
                    </a:lnTo>
                    <a:cubicBezTo>
                      <a:pt x="25944" y="46492"/>
                      <a:pt x="26028" y="46764"/>
                      <a:pt x="26195" y="46953"/>
                    </a:cubicBezTo>
                    <a:cubicBezTo>
                      <a:pt x="26237" y="46953"/>
                      <a:pt x="26237" y="46974"/>
                      <a:pt x="26258" y="47015"/>
                    </a:cubicBezTo>
                    <a:cubicBezTo>
                      <a:pt x="26362" y="47120"/>
                      <a:pt x="26488" y="47162"/>
                      <a:pt x="26655" y="47183"/>
                    </a:cubicBezTo>
                    <a:cubicBezTo>
                      <a:pt x="26736" y="47203"/>
                      <a:pt x="26820" y="47215"/>
                      <a:pt x="26902" y="47215"/>
                    </a:cubicBezTo>
                    <a:cubicBezTo>
                      <a:pt x="27075" y="47215"/>
                      <a:pt x="27246" y="47164"/>
                      <a:pt x="27388" y="47036"/>
                    </a:cubicBezTo>
                    <a:cubicBezTo>
                      <a:pt x="30422" y="44358"/>
                      <a:pt x="33665" y="40969"/>
                      <a:pt x="36427" y="37181"/>
                    </a:cubicBezTo>
                    <a:lnTo>
                      <a:pt x="36427" y="37181"/>
                    </a:lnTo>
                    <a:cubicBezTo>
                      <a:pt x="35046" y="39127"/>
                      <a:pt x="33602" y="41073"/>
                      <a:pt x="32137" y="42998"/>
                    </a:cubicBezTo>
                    <a:lnTo>
                      <a:pt x="32137" y="43040"/>
                    </a:lnTo>
                    <a:cubicBezTo>
                      <a:pt x="31635" y="43689"/>
                      <a:pt x="31154" y="44316"/>
                      <a:pt x="30652" y="44965"/>
                    </a:cubicBezTo>
                    <a:cubicBezTo>
                      <a:pt x="30463" y="45195"/>
                      <a:pt x="30484" y="45509"/>
                      <a:pt x="30631" y="45760"/>
                    </a:cubicBezTo>
                    <a:cubicBezTo>
                      <a:pt x="30673" y="45823"/>
                      <a:pt x="30735" y="45886"/>
                      <a:pt x="30798" y="45927"/>
                    </a:cubicBezTo>
                    <a:cubicBezTo>
                      <a:pt x="30895" y="46003"/>
                      <a:pt x="31004" y="46045"/>
                      <a:pt x="31121" y="46045"/>
                    </a:cubicBezTo>
                    <a:cubicBezTo>
                      <a:pt x="31230" y="46045"/>
                      <a:pt x="31346" y="46008"/>
                      <a:pt x="31468" y="45927"/>
                    </a:cubicBezTo>
                    <a:cubicBezTo>
                      <a:pt x="32535" y="45153"/>
                      <a:pt x="33581" y="44337"/>
                      <a:pt x="34606" y="43458"/>
                    </a:cubicBezTo>
                    <a:lnTo>
                      <a:pt x="34606" y="43417"/>
                    </a:lnTo>
                    <a:cubicBezTo>
                      <a:pt x="34920" y="43166"/>
                      <a:pt x="35234" y="42873"/>
                      <a:pt x="35506" y="42622"/>
                    </a:cubicBezTo>
                    <a:cubicBezTo>
                      <a:pt x="35506" y="42622"/>
                      <a:pt x="35506" y="42580"/>
                      <a:pt x="35548" y="42580"/>
                    </a:cubicBezTo>
                    <a:cubicBezTo>
                      <a:pt x="36908" y="41324"/>
                      <a:pt x="38184" y="40006"/>
                      <a:pt x="39377" y="38604"/>
                    </a:cubicBezTo>
                    <a:cubicBezTo>
                      <a:pt x="41762" y="35779"/>
                      <a:pt x="43813" y="32683"/>
                      <a:pt x="45382" y="29356"/>
                    </a:cubicBezTo>
                    <a:cubicBezTo>
                      <a:pt x="45424" y="29251"/>
                      <a:pt x="45487" y="29147"/>
                      <a:pt x="45507" y="29063"/>
                    </a:cubicBezTo>
                    <a:cubicBezTo>
                      <a:pt x="45612" y="28833"/>
                      <a:pt x="45717" y="28624"/>
                      <a:pt x="45821" y="28393"/>
                    </a:cubicBezTo>
                    <a:cubicBezTo>
                      <a:pt x="45863" y="28247"/>
                      <a:pt x="45926" y="28121"/>
                      <a:pt x="46010" y="27975"/>
                    </a:cubicBezTo>
                    <a:cubicBezTo>
                      <a:pt x="46072" y="27766"/>
                      <a:pt x="46177" y="27557"/>
                      <a:pt x="46261" y="27305"/>
                    </a:cubicBezTo>
                    <a:cubicBezTo>
                      <a:pt x="46324" y="27159"/>
                      <a:pt x="46386" y="26992"/>
                      <a:pt x="46449" y="26845"/>
                    </a:cubicBezTo>
                    <a:lnTo>
                      <a:pt x="46679" y="26217"/>
                    </a:lnTo>
                    <a:lnTo>
                      <a:pt x="46993" y="25360"/>
                    </a:lnTo>
                    <a:lnTo>
                      <a:pt x="47223" y="24648"/>
                    </a:lnTo>
                    <a:cubicBezTo>
                      <a:pt x="47286" y="24460"/>
                      <a:pt x="47328" y="24272"/>
                      <a:pt x="47412" y="24104"/>
                    </a:cubicBezTo>
                    <a:cubicBezTo>
                      <a:pt x="47474" y="23895"/>
                      <a:pt x="47516" y="23707"/>
                      <a:pt x="47579" y="23497"/>
                    </a:cubicBezTo>
                    <a:lnTo>
                      <a:pt x="47725" y="22953"/>
                    </a:lnTo>
                    <a:cubicBezTo>
                      <a:pt x="47788" y="22744"/>
                      <a:pt x="47830" y="22556"/>
                      <a:pt x="47893" y="22347"/>
                    </a:cubicBezTo>
                    <a:cubicBezTo>
                      <a:pt x="47935" y="22158"/>
                      <a:pt x="47956" y="21970"/>
                      <a:pt x="48018" y="21823"/>
                    </a:cubicBezTo>
                    <a:cubicBezTo>
                      <a:pt x="48060" y="21614"/>
                      <a:pt x="48123" y="21405"/>
                      <a:pt x="48144" y="21196"/>
                    </a:cubicBezTo>
                    <a:cubicBezTo>
                      <a:pt x="48165" y="21028"/>
                      <a:pt x="48207" y="20861"/>
                      <a:pt x="48248" y="20694"/>
                    </a:cubicBezTo>
                    <a:cubicBezTo>
                      <a:pt x="48269" y="20484"/>
                      <a:pt x="48332" y="20296"/>
                      <a:pt x="48353" y="20087"/>
                    </a:cubicBezTo>
                    <a:cubicBezTo>
                      <a:pt x="48416" y="19752"/>
                      <a:pt x="48207" y="19417"/>
                      <a:pt x="47893" y="19292"/>
                    </a:cubicBezTo>
                    <a:cubicBezTo>
                      <a:pt x="50720" y="19079"/>
                      <a:pt x="53566" y="18973"/>
                      <a:pt x="56425" y="18973"/>
                    </a:cubicBezTo>
                    <a:cubicBezTo>
                      <a:pt x="59744" y="18973"/>
                      <a:pt x="63082" y="19115"/>
                      <a:pt x="66431" y="19396"/>
                    </a:cubicBezTo>
                    <a:cubicBezTo>
                      <a:pt x="66159" y="19647"/>
                      <a:pt x="65908" y="19940"/>
                      <a:pt x="65678" y="20233"/>
                    </a:cubicBezTo>
                    <a:cubicBezTo>
                      <a:pt x="65615" y="20275"/>
                      <a:pt x="65594" y="20338"/>
                      <a:pt x="65531" y="20380"/>
                    </a:cubicBezTo>
                    <a:cubicBezTo>
                      <a:pt x="65406" y="20547"/>
                      <a:pt x="65301" y="20694"/>
                      <a:pt x="65176" y="20861"/>
                    </a:cubicBezTo>
                    <a:cubicBezTo>
                      <a:pt x="65113" y="20924"/>
                      <a:pt x="65071" y="20986"/>
                      <a:pt x="65008" y="21070"/>
                    </a:cubicBezTo>
                    <a:cubicBezTo>
                      <a:pt x="64904" y="21217"/>
                      <a:pt x="64778" y="21384"/>
                      <a:pt x="64674" y="21531"/>
                    </a:cubicBezTo>
                    <a:lnTo>
                      <a:pt x="64527" y="21761"/>
                    </a:lnTo>
                    <a:lnTo>
                      <a:pt x="64213" y="22242"/>
                    </a:lnTo>
                    <a:cubicBezTo>
                      <a:pt x="64150" y="22326"/>
                      <a:pt x="64109" y="22388"/>
                      <a:pt x="64046" y="22493"/>
                    </a:cubicBezTo>
                    <a:cubicBezTo>
                      <a:pt x="63941" y="22660"/>
                      <a:pt x="63837" y="22807"/>
                      <a:pt x="63753" y="22995"/>
                    </a:cubicBezTo>
                    <a:cubicBezTo>
                      <a:pt x="63711" y="23079"/>
                      <a:pt x="63648" y="23183"/>
                      <a:pt x="63606" y="23267"/>
                    </a:cubicBezTo>
                    <a:cubicBezTo>
                      <a:pt x="63502" y="23414"/>
                      <a:pt x="63418" y="23581"/>
                      <a:pt x="63313" y="23748"/>
                    </a:cubicBezTo>
                    <a:cubicBezTo>
                      <a:pt x="63272" y="23853"/>
                      <a:pt x="63209" y="23937"/>
                      <a:pt x="63167" y="24041"/>
                    </a:cubicBezTo>
                    <a:cubicBezTo>
                      <a:pt x="63021" y="24272"/>
                      <a:pt x="62895" y="24523"/>
                      <a:pt x="62790" y="24753"/>
                    </a:cubicBezTo>
                    <a:cubicBezTo>
                      <a:pt x="62686" y="24941"/>
                      <a:pt x="62602" y="25108"/>
                      <a:pt x="62497" y="25297"/>
                    </a:cubicBezTo>
                    <a:cubicBezTo>
                      <a:pt x="62456" y="25380"/>
                      <a:pt x="62435" y="25485"/>
                      <a:pt x="62372" y="25569"/>
                    </a:cubicBezTo>
                    <a:cubicBezTo>
                      <a:pt x="62267" y="25778"/>
                      <a:pt x="62184" y="25945"/>
                      <a:pt x="62079" y="26155"/>
                    </a:cubicBezTo>
                    <a:lnTo>
                      <a:pt x="62016" y="26322"/>
                    </a:lnTo>
                    <a:cubicBezTo>
                      <a:pt x="61430" y="27494"/>
                      <a:pt x="60886" y="28665"/>
                      <a:pt x="60342" y="29795"/>
                    </a:cubicBezTo>
                    <a:cubicBezTo>
                      <a:pt x="60342" y="29816"/>
                      <a:pt x="60300" y="29858"/>
                      <a:pt x="60300" y="29858"/>
                    </a:cubicBezTo>
                    <a:cubicBezTo>
                      <a:pt x="60196" y="30088"/>
                      <a:pt x="60070" y="30298"/>
                      <a:pt x="59966" y="30528"/>
                    </a:cubicBezTo>
                    <a:cubicBezTo>
                      <a:pt x="59715" y="31051"/>
                      <a:pt x="59443" y="31553"/>
                      <a:pt x="59150" y="32013"/>
                    </a:cubicBezTo>
                    <a:cubicBezTo>
                      <a:pt x="57371" y="35110"/>
                      <a:pt x="55446" y="38123"/>
                      <a:pt x="53458" y="41094"/>
                    </a:cubicBezTo>
                    <a:cubicBezTo>
                      <a:pt x="53458" y="41115"/>
                      <a:pt x="53438" y="41115"/>
                      <a:pt x="53396" y="41157"/>
                    </a:cubicBezTo>
                    <a:lnTo>
                      <a:pt x="50257" y="45865"/>
                    </a:lnTo>
                    <a:cubicBezTo>
                      <a:pt x="50071" y="46144"/>
                      <a:pt x="50357" y="46412"/>
                      <a:pt x="50645" y="46412"/>
                    </a:cubicBezTo>
                    <a:cubicBezTo>
                      <a:pt x="50745" y="46412"/>
                      <a:pt x="50846" y="46380"/>
                      <a:pt x="50927" y="46304"/>
                    </a:cubicBezTo>
                    <a:cubicBezTo>
                      <a:pt x="53479" y="43898"/>
                      <a:pt x="55781" y="41261"/>
                      <a:pt x="57852" y="38437"/>
                    </a:cubicBezTo>
                    <a:lnTo>
                      <a:pt x="57852" y="38395"/>
                    </a:lnTo>
                    <a:cubicBezTo>
                      <a:pt x="59087" y="36721"/>
                      <a:pt x="60259" y="34984"/>
                      <a:pt x="61326" y="33143"/>
                    </a:cubicBezTo>
                    <a:cubicBezTo>
                      <a:pt x="62916" y="30444"/>
                      <a:pt x="64966" y="27243"/>
                      <a:pt x="66034" y="23937"/>
                    </a:cubicBezTo>
                    <a:lnTo>
                      <a:pt x="66034" y="23916"/>
                    </a:lnTo>
                    <a:cubicBezTo>
                      <a:pt x="66117" y="23707"/>
                      <a:pt x="66159" y="23497"/>
                      <a:pt x="66222" y="23288"/>
                    </a:cubicBezTo>
                    <a:cubicBezTo>
                      <a:pt x="66222" y="23225"/>
                      <a:pt x="66243" y="23204"/>
                      <a:pt x="66243" y="23163"/>
                    </a:cubicBezTo>
                    <a:cubicBezTo>
                      <a:pt x="66306" y="22995"/>
                      <a:pt x="66326" y="22849"/>
                      <a:pt x="66368" y="22702"/>
                    </a:cubicBezTo>
                    <a:cubicBezTo>
                      <a:pt x="66410" y="22639"/>
                      <a:pt x="66410" y="22577"/>
                      <a:pt x="66431" y="22493"/>
                    </a:cubicBezTo>
                    <a:cubicBezTo>
                      <a:pt x="66452" y="22347"/>
                      <a:pt x="66515" y="22179"/>
                      <a:pt x="66536" y="22054"/>
                    </a:cubicBezTo>
                    <a:cubicBezTo>
                      <a:pt x="66557" y="21928"/>
                      <a:pt x="66578" y="21823"/>
                      <a:pt x="66619" y="21698"/>
                    </a:cubicBezTo>
                    <a:cubicBezTo>
                      <a:pt x="66640" y="21614"/>
                      <a:pt x="66640" y="21531"/>
                      <a:pt x="66661" y="21447"/>
                    </a:cubicBezTo>
                    <a:cubicBezTo>
                      <a:pt x="66682" y="21321"/>
                      <a:pt x="66682" y="21217"/>
                      <a:pt x="66724" y="21091"/>
                    </a:cubicBezTo>
                    <a:lnTo>
                      <a:pt x="66724" y="20986"/>
                    </a:lnTo>
                    <a:cubicBezTo>
                      <a:pt x="66745" y="20714"/>
                      <a:pt x="66766" y="20442"/>
                      <a:pt x="66787" y="20170"/>
                    </a:cubicBezTo>
                    <a:cubicBezTo>
                      <a:pt x="66787" y="19940"/>
                      <a:pt x="66829" y="19668"/>
                      <a:pt x="66787" y="19438"/>
                    </a:cubicBezTo>
                    <a:lnTo>
                      <a:pt x="66787" y="19438"/>
                    </a:lnTo>
                    <a:cubicBezTo>
                      <a:pt x="68565" y="19606"/>
                      <a:pt x="70344" y="19773"/>
                      <a:pt x="72122" y="20024"/>
                    </a:cubicBezTo>
                    <a:cubicBezTo>
                      <a:pt x="72018" y="20129"/>
                      <a:pt x="71955" y="20233"/>
                      <a:pt x="71850" y="20338"/>
                    </a:cubicBezTo>
                    <a:cubicBezTo>
                      <a:pt x="71788" y="20380"/>
                      <a:pt x="71767" y="20442"/>
                      <a:pt x="71704" y="20484"/>
                    </a:cubicBezTo>
                    <a:lnTo>
                      <a:pt x="71390" y="20882"/>
                    </a:lnTo>
                    <a:cubicBezTo>
                      <a:pt x="71348" y="20924"/>
                      <a:pt x="71285" y="21007"/>
                      <a:pt x="71244" y="21070"/>
                    </a:cubicBezTo>
                    <a:cubicBezTo>
                      <a:pt x="71139" y="21196"/>
                      <a:pt x="71034" y="21342"/>
                      <a:pt x="70909" y="21489"/>
                    </a:cubicBezTo>
                    <a:cubicBezTo>
                      <a:pt x="70867" y="21531"/>
                      <a:pt x="70825" y="21593"/>
                      <a:pt x="70804" y="21635"/>
                    </a:cubicBezTo>
                    <a:cubicBezTo>
                      <a:pt x="70658" y="21803"/>
                      <a:pt x="70553" y="21949"/>
                      <a:pt x="70428" y="22116"/>
                    </a:cubicBezTo>
                    <a:cubicBezTo>
                      <a:pt x="70407" y="22137"/>
                      <a:pt x="70407" y="22158"/>
                      <a:pt x="70386" y="22179"/>
                    </a:cubicBezTo>
                    <a:cubicBezTo>
                      <a:pt x="69821" y="22953"/>
                      <a:pt x="69298" y="23748"/>
                      <a:pt x="68775" y="24564"/>
                    </a:cubicBezTo>
                    <a:cubicBezTo>
                      <a:pt x="68356" y="25171"/>
                      <a:pt x="68000" y="25799"/>
                      <a:pt x="67666" y="26448"/>
                    </a:cubicBezTo>
                    <a:cubicBezTo>
                      <a:pt x="66850" y="27829"/>
                      <a:pt x="66034" y="29230"/>
                      <a:pt x="65176" y="30528"/>
                    </a:cubicBezTo>
                    <a:cubicBezTo>
                      <a:pt x="62393" y="34796"/>
                      <a:pt x="59443" y="38918"/>
                      <a:pt x="56492" y="43061"/>
                    </a:cubicBezTo>
                    <a:cubicBezTo>
                      <a:pt x="56492" y="43061"/>
                      <a:pt x="56492" y="43082"/>
                      <a:pt x="56471" y="43082"/>
                    </a:cubicBezTo>
                    <a:lnTo>
                      <a:pt x="56074" y="43626"/>
                    </a:lnTo>
                    <a:cubicBezTo>
                      <a:pt x="55822" y="43988"/>
                      <a:pt x="56079" y="44373"/>
                      <a:pt x="56400" y="44373"/>
                    </a:cubicBezTo>
                    <a:cubicBezTo>
                      <a:pt x="56506" y="44373"/>
                      <a:pt x="56619" y="44331"/>
                      <a:pt x="56723" y="44233"/>
                    </a:cubicBezTo>
                    <a:cubicBezTo>
                      <a:pt x="58668" y="42412"/>
                      <a:pt x="60719" y="40257"/>
                      <a:pt x="62707" y="37956"/>
                    </a:cubicBezTo>
                    <a:cubicBezTo>
                      <a:pt x="62707" y="37935"/>
                      <a:pt x="62749" y="37935"/>
                      <a:pt x="62749" y="37935"/>
                    </a:cubicBezTo>
                    <a:cubicBezTo>
                      <a:pt x="62790" y="37872"/>
                      <a:pt x="62853" y="37830"/>
                      <a:pt x="62895" y="37746"/>
                    </a:cubicBezTo>
                    <a:cubicBezTo>
                      <a:pt x="62895" y="37949"/>
                      <a:pt x="63058" y="38129"/>
                      <a:pt x="63236" y="38129"/>
                    </a:cubicBezTo>
                    <a:cubicBezTo>
                      <a:pt x="63297" y="38129"/>
                      <a:pt x="63360" y="38108"/>
                      <a:pt x="63418" y="38060"/>
                    </a:cubicBezTo>
                    <a:lnTo>
                      <a:pt x="63816" y="37746"/>
                    </a:lnTo>
                    <a:lnTo>
                      <a:pt x="63816" y="37725"/>
                    </a:lnTo>
                    <a:cubicBezTo>
                      <a:pt x="64318" y="37328"/>
                      <a:pt x="64799" y="36909"/>
                      <a:pt x="65301" y="36491"/>
                    </a:cubicBezTo>
                    <a:cubicBezTo>
                      <a:pt x="65406" y="36386"/>
                      <a:pt x="65531" y="36282"/>
                      <a:pt x="65636" y="36198"/>
                    </a:cubicBezTo>
                    <a:lnTo>
                      <a:pt x="65636" y="36198"/>
                    </a:lnTo>
                    <a:cubicBezTo>
                      <a:pt x="65636" y="36240"/>
                      <a:pt x="65615" y="36240"/>
                      <a:pt x="65615" y="36261"/>
                    </a:cubicBezTo>
                    <a:cubicBezTo>
                      <a:pt x="66452" y="35528"/>
                      <a:pt x="67289" y="34733"/>
                      <a:pt x="68084" y="33959"/>
                    </a:cubicBezTo>
                    <a:lnTo>
                      <a:pt x="68126" y="33896"/>
                    </a:lnTo>
                    <a:lnTo>
                      <a:pt x="68879" y="33143"/>
                    </a:lnTo>
                    <a:cubicBezTo>
                      <a:pt x="68942" y="33101"/>
                      <a:pt x="68984" y="33038"/>
                      <a:pt x="69047" y="32955"/>
                    </a:cubicBezTo>
                    <a:cubicBezTo>
                      <a:pt x="69256" y="32725"/>
                      <a:pt x="69465" y="32515"/>
                      <a:pt x="69674" y="32285"/>
                    </a:cubicBezTo>
                    <a:cubicBezTo>
                      <a:pt x="69758" y="32202"/>
                      <a:pt x="69821" y="32097"/>
                      <a:pt x="69925" y="32013"/>
                    </a:cubicBezTo>
                    <a:cubicBezTo>
                      <a:pt x="70114" y="31804"/>
                      <a:pt x="70302" y="31637"/>
                      <a:pt x="70448" y="31427"/>
                    </a:cubicBezTo>
                    <a:cubicBezTo>
                      <a:pt x="70553" y="31281"/>
                      <a:pt x="70658" y="31176"/>
                      <a:pt x="70762" y="31051"/>
                    </a:cubicBezTo>
                    <a:cubicBezTo>
                      <a:pt x="70930" y="30862"/>
                      <a:pt x="71055" y="30716"/>
                      <a:pt x="71223" y="30528"/>
                    </a:cubicBezTo>
                    <a:cubicBezTo>
                      <a:pt x="71348" y="30381"/>
                      <a:pt x="71474" y="30235"/>
                      <a:pt x="71578" y="30088"/>
                    </a:cubicBezTo>
                    <a:cubicBezTo>
                      <a:pt x="71704" y="29921"/>
                      <a:pt x="71850" y="29774"/>
                      <a:pt x="71955" y="29607"/>
                    </a:cubicBezTo>
                    <a:cubicBezTo>
                      <a:pt x="72080" y="29440"/>
                      <a:pt x="72227" y="29272"/>
                      <a:pt x="72373" y="29084"/>
                    </a:cubicBezTo>
                    <a:cubicBezTo>
                      <a:pt x="72478" y="28958"/>
                      <a:pt x="72583" y="28812"/>
                      <a:pt x="72687" y="28665"/>
                    </a:cubicBezTo>
                    <a:cubicBezTo>
                      <a:pt x="72834" y="28498"/>
                      <a:pt x="73001" y="28289"/>
                      <a:pt x="73127" y="28101"/>
                    </a:cubicBezTo>
                    <a:cubicBezTo>
                      <a:pt x="73231" y="27975"/>
                      <a:pt x="73315" y="27829"/>
                      <a:pt x="73420" y="27724"/>
                    </a:cubicBezTo>
                    <a:lnTo>
                      <a:pt x="73880" y="27096"/>
                    </a:lnTo>
                    <a:cubicBezTo>
                      <a:pt x="73964" y="26992"/>
                      <a:pt x="74047" y="26866"/>
                      <a:pt x="74110" y="26761"/>
                    </a:cubicBezTo>
                    <a:cubicBezTo>
                      <a:pt x="74277" y="26531"/>
                      <a:pt x="74424" y="26301"/>
                      <a:pt x="74591" y="26092"/>
                    </a:cubicBezTo>
                    <a:cubicBezTo>
                      <a:pt x="74675" y="25987"/>
                      <a:pt x="74717" y="25883"/>
                      <a:pt x="74801" y="25778"/>
                    </a:cubicBezTo>
                    <a:cubicBezTo>
                      <a:pt x="74947" y="25527"/>
                      <a:pt x="75135" y="25276"/>
                      <a:pt x="75303" y="25046"/>
                    </a:cubicBezTo>
                    <a:cubicBezTo>
                      <a:pt x="75345" y="24962"/>
                      <a:pt x="75407" y="24857"/>
                      <a:pt x="75470" y="24774"/>
                    </a:cubicBezTo>
                    <a:cubicBezTo>
                      <a:pt x="75637" y="24523"/>
                      <a:pt x="75826" y="24251"/>
                      <a:pt x="75972" y="23999"/>
                    </a:cubicBezTo>
                    <a:cubicBezTo>
                      <a:pt x="76035" y="23916"/>
                      <a:pt x="76056" y="23853"/>
                      <a:pt x="76098" y="23790"/>
                    </a:cubicBezTo>
                    <a:cubicBezTo>
                      <a:pt x="76286" y="23497"/>
                      <a:pt x="76454" y="23204"/>
                      <a:pt x="76621" y="22911"/>
                    </a:cubicBezTo>
                    <a:cubicBezTo>
                      <a:pt x="76621" y="22891"/>
                      <a:pt x="76663" y="22891"/>
                      <a:pt x="76663" y="22870"/>
                    </a:cubicBezTo>
                    <a:cubicBezTo>
                      <a:pt x="77018" y="22263"/>
                      <a:pt x="77353" y="21635"/>
                      <a:pt x="77667" y="21028"/>
                    </a:cubicBezTo>
                    <a:cubicBezTo>
                      <a:pt x="78483" y="21196"/>
                      <a:pt x="79299" y="21321"/>
                      <a:pt x="80115" y="21510"/>
                    </a:cubicBezTo>
                    <a:cubicBezTo>
                      <a:pt x="80031" y="21593"/>
                      <a:pt x="79927" y="21656"/>
                      <a:pt x="79843" y="21740"/>
                    </a:cubicBezTo>
                    <a:cubicBezTo>
                      <a:pt x="79801" y="21803"/>
                      <a:pt x="79739" y="21844"/>
                      <a:pt x="79655" y="21907"/>
                    </a:cubicBezTo>
                    <a:cubicBezTo>
                      <a:pt x="79550" y="22012"/>
                      <a:pt x="79446" y="22075"/>
                      <a:pt x="79383" y="22179"/>
                    </a:cubicBezTo>
                    <a:cubicBezTo>
                      <a:pt x="79299" y="22263"/>
                      <a:pt x="79215" y="22347"/>
                      <a:pt x="79174" y="22430"/>
                    </a:cubicBezTo>
                    <a:cubicBezTo>
                      <a:pt x="79090" y="22493"/>
                      <a:pt x="79006" y="22598"/>
                      <a:pt x="78922" y="22681"/>
                    </a:cubicBezTo>
                    <a:cubicBezTo>
                      <a:pt x="78818" y="22786"/>
                      <a:pt x="78755" y="22891"/>
                      <a:pt x="78650" y="22995"/>
                    </a:cubicBezTo>
                    <a:cubicBezTo>
                      <a:pt x="78588" y="23058"/>
                      <a:pt x="78546" y="23121"/>
                      <a:pt x="78483" y="23183"/>
                    </a:cubicBezTo>
                    <a:cubicBezTo>
                      <a:pt x="78337" y="23372"/>
                      <a:pt x="78169" y="23539"/>
                      <a:pt x="78044" y="23727"/>
                    </a:cubicBezTo>
                    <a:lnTo>
                      <a:pt x="77981" y="23790"/>
                    </a:lnTo>
                    <a:cubicBezTo>
                      <a:pt x="77855" y="23958"/>
                      <a:pt x="77709" y="24146"/>
                      <a:pt x="77562" y="24334"/>
                    </a:cubicBezTo>
                    <a:cubicBezTo>
                      <a:pt x="77542" y="24355"/>
                      <a:pt x="77521" y="24418"/>
                      <a:pt x="77500" y="24439"/>
                    </a:cubicBezTo>
                    <a:cubicBezTo>
                      <a:pt x="77353" y="24627"/>
                      <a:pt x="77228" y="24774"/>
                      <a:pt x="77102" y="24962"/>
                    </a:cubicBezTo>
                    <a:cubicBezTo>
                      <a:pt x="77081" y="24983"/>
                      <a:pt x="77081" y="25004"/>
                      <a:pt x="77039" y="25046"/>
                    </a:cubicBezTo>
                    <a:cubicBezTo>
                      <a:pt x="76140" y="26343"/>
                      <a:pt x="75261" y="27766"/>
                      <a:pt x="74403" y="29084"/>
                    </a:cubicBezTo>
                    <a:cubicBezTo>
                      <a:pt x="74005" y="29712"/>
                      <a:pt x="73587" y="30318"/>
                      <a:pt x="73210" y="30904"/>
                    </a:cubicBezTo>
                    <a:cubicBezTo>
                      <a:pt x="70532" y="34629"/>
                      <a:pt x="67687" y="38228"/>
                      <a:pt x="64841" y="41805"/>
                    </a:cubicBezTo>
                    <a:cubicBezTo>
                      <a:pt x="64841" y="41826"/>
                      <a:pt x="64799" y="41826"/>
                      <a:pt x="64778" y="41847"/>
                    </a:cubicBezTo>
                    <a:cubicBezTo>
                      <a:pt x="64653" y="42015"/>
                      <a:pt x="64548" y="42161"/>
                      <a:pt x="64422" y="42329"/>
                    </a:cubicBezTo>
                    <a:cubicBezTo>
                      <a:pt x="64052" y="42766"/>
                      <a:pt x="64426" y="43500"/>
                      <a:pt x="64913" y="43500"/>
                    </a:cubicBezTo>
                    <a:cubicBezTo>
                      <a:pt x="65031" y="43500"/>
                      <a:pt x="65157" y="43457"/>
                      <a:pt x="65280" y="43354"/>
                    </a:cubicBezTo>
                    <a:cubicBezTo>
                      <a:pt x="66368" y="42433"/>
                      <a:pt x="67582" y="41408"/>
                      <a:pt x="68816" y="40257"/>
                    </a:cubicBezTo>
                    <a:cubicBezTo>
                      <a:pt x="68816" y="40257"/>
                      <a:pt x="68816" y="40236"/>
                      <a:pt x="68837" y="40236"/>
                    </a:cubicBezTo>
                    <a:lnTo>
                      <a:pt x="68921" y="40153"/>
                    </a:lnTo>
                    <a:lnTo>
                      <a:pt x="68942" y="40153"/>
                    </a:lnTo>
                    <a:cubicBezTo>
                      <a:pt x="73838" y="35612"/>
                      <a:pt x="79132" y="29440"/>
                      <a:pt x="80575" y="23393"/>
                    </a:cubicBezTo>
                    <a:cubicBezTo>
                      <a:pt x="80596" y="23309"/>
                      <a:pt x="80638" y="23204"/>
                      <a:pt x="80638" y="23121"/>
                    </a:cubicBezTo>
                    <a:cubicBezTo>
                      <a:pt x="80659" y="23058"/>
                      <a:pt x="80659" y="22995"/>
                      <a:pt x="80680" y="22911"/>
                    </a:cubicBezTo>
                    <a:cubicBezTo>
                      <a:pt x="80764" y="22472"/>
                      <a:pt x="80847" y="22054"/>
                      <a:pt x="80889" y="21614"/>
                    </a:cubicBezTo>
                    <a:cubicBezTo>
                      <a:pt x="81894" y="21823"/>
                      <a:pt x="82877" y="22033"/>
                      <a:pt x="83881" y="22263"/>
                    </a:cubicBezTo>
                    <a:cubicBezTo>
                      <a:pt x="83777" y="22451"/>
                      <a:pt x="83693" y="22660"/>
                      <a:pt x="83588" y="22849"/>
                    </a:cubicBezTo>
                    <a:cubicBezTo>
                      <a:pt x="83526" y="22974"/>
                      <a:pt x="83484" y="23079"/>
                      <a:pt x="83400" y="23204"/>
                    </a:cubicBezTo>
                    <a:cubicBezTo>
                      <a:pt x="83275" y="23497"/>
                      <a:pt x="83107" y="23811"/>
                      <a:pt x="82982" y="24125"/>
                    </a:cubicBezTo>
                    <a:cubicBezTo>
                      <a:pt x="82961" y="24167"/>
                      <a:pt x="82940" y="24230"/>
                      <a:pt x="82940" y="24251"/>
                    </a:cubicBezTo>
                    <a:cubicBezTo>
                      <a:pt x="81831" y="26678"/>
                      <a:pt x="80889" y="29168"/>
                      <a:pt x="79529" y="31490"/>
                    </a:cubicBezTo>
                    <a:cubicBezTo>
                      <a:pt x="77521" y="34922"/>
                      <a:pt x="75010" y="37872"/>
                      <a:pt x="72290" y="40759"/>
                    </a:cubicBezTo>
                    <a:lnTo>
                      <a:pt x="72290" y="40780"/>
                    </a:lnTo>
                    <a:lnTo>
                      <a:pt x="72269" y="40801"/>
                    </a:lnTo>
                    <a:cubicBezTo>
                      <a:pt x="72050" y="41105"/>
                      <a:pt x="72320" y="41558"/>
                      <a:pt x="72630" y="41558"/>
                    </a:cubicBezTo>
                    <a:cubicBezTo>
                      <a:pt x="72705" y="41558"/>
                      <a:pt x="72782" y="41532"/>
                      <a:pt x="72855" y="41471"/>
                    </a:cubicBezTo>
                    <a:cubicBezTo>
                      <a:pt x="74257" y="40383"/>
                      <a:pt x="75637" y="39169"/>
                      <a:pt x="76914" y="37746"/>
                    </a:cubicBezTo>
                    <a:cubicBezTo>
                      <a:pt x="76914" y="37746"/>
                      <a:pt x="76914" y="37725"/>
                      <a:pt x="76935" y="37725"/>
                    </a:cubicBezTo>
                    <a:cubicBezTo>
                      <a:pt x="80785" y="33583"/>
                      <a:pt x="83840" y="28205"/>
                      <a:pt x="84216" y="22807"/>
                    </a:cubicBezTo>
                    <a:lnTo>
                      <a:pt x="84216" y="22744"/>
                    </a:lnTo>
                    <a:cubicBezTo>
                      <a:pt x="84216" y="22598"/>
                      <a:pt x="84237" y="22493"/>
                      <a:pt x="84237" y="22367"/>
                    </a:cubicBezTo>
                    <a:cubicBezTo>
                      <a:pt x="85785" y="22744"/>
                      <a:pt x="87355" y="23163"/>
                      <a:pt x="88903" y="23581"/>
                    </a:cubicBezTo>
                    <a:cubicBezTo>
                      <a:pt x="88254" y="24230"/>
                      <a:pt x="87689" y="24941"/>
                      <a:pt x="87166" y="25673"/>
                    </a:cubicBezTo>
                    <a:lnTo>
                      <a:pt x="87145" y="25694"/>
                    </a:lnTo>
                    <a:cubicBezTo>
                      <a:pt x="87062" y="25820"/>
                      <a:pt x="86957" y="25924"/>
                      <a:pt x="86894" y="26050"/>
                    </a:cubicBezTo>
                    <a:cubicBezTo>
                      <a:pt x="86853" y="26113"/>
                      <a:pt x="86832" y="26155"/>
                      <a:pt x="86790" y="26196"/>
                    </a:cubicBezTo>
                    <a:cubicBezTo>
                      <a:pt x="86727" y="26301"/>
                      <a:pt x="86643" y="26364"/>
                      <a:pt x="86601" y="26468"/>
                    </a:cubicBezTo>
                    <a:cubicBezTo>
                      <a:pt x="86539" y="26552"/>
                      <a:pt x="86518" y="26615"/>
                      <a:pt x="86476" y="26678"/>
                    </a:cubicBezTo>
                    <a:cubicBezTo>
                      <a:pt x="86434" y="26740"/>
                      <a:pt x="86413" y="26761"/>
                      <a:pt x="86392" y="26824"/>
                    </a:cubicBezTo>
                    <a:cubicBezTo>
                      <a:pt x="85555" y="28101"/>
                      <a:pt x="84802" y="29398"/>
                      <a:pt x="83944" y="30716"/>
                    </a:cubicBezTo>
                    <a:cubicBezTo>
                      <a:pt x="83254" y="31804"/>
                      <a:pt x="82521" y="32913"/>
                      <a:pt x="81747" y="33980"/>
                    </a:cubicBezTo>
                    <a:cubicBezTo>
                      <a:pt x="81287" y="34671"/>
                      <a:pt x="80806" y="35340"/>
                      <a:pt x="80345" y="35989"/>
                    </a:cubicBezTo>
                    <a:cubicBezTo>
                      <a:pt x="79529" y="37098"/>
                      <a:pt x="78713" y="38186"/>
                      <a:pt x="77876" y="39295"/>
                    </a:cubicBezTo>
                    <a:cubicBezTo>
                      <a:pt x="77834" y="39378"/>
                      <a:pt x="77772" y="39420"/>
                      <a:pt x="77730" y="39504"/>
                    </a:cubicBezTo>
                    <a:cubicBezTo>
                      <a:pt x="77426" y="39909"/>
                      <a:pt x="77735" y="40546"/>
                      <a:pt x="78163" y="40546"/>
                    </a:cubicBezTo>
                    <a:cubicBezTo>
                      <a:pt x="78265" y="40546"/>
                      <a:pt x="78374" y="40509"/>
                      <a:pt x="78483" y="40425"/>
                    </a:cubicBezTo>
                    <a:cubicBezTo>
                      <a:pt x="79885" y="39399"/>
                      <a:pt x="81308" y="38165"/>
                      <a:pt x="82647" y="36826"/>
                    </a:cubicBezTo>
                    <a:cubicBezTo>
                      <a:pt x="86225" y="33206"/>
                      <a:pt x="89175" y="28603"/>
                      <a:pt x="89154" y="23644"/>
                    </a:cubicBezTo>
                    <a:lnTo>
                      <a:pt x="89154" y="23623"/>
                    </a:lnTo>
                    <a:cubicBezTo>
                      <a:pt x="93632" y="24899"/>
                      <a:pt x="98068" y="26448"/>
                      <a:pt x="102420" y="28310"/>
                    </a:cubicBezTo>
                    <a:cubicBezTo>
                      <a:pt x="102545" y="28101"/>
                      <a:pt x="102629" y="27870"/>
                      <a:pt x="102503" y="27808"/>
                    </a:cubicBezTo>
                    <a:cubicBezTo>
                      <a:pt x="97837" y="25778"/>
                      <a:pt x="93025" y="24041"/>
                      <a:pt x="88171" y="22660"/>
                    </a:cubicBezTo>
                    <a:cubicBezTo>
                      <a:pt x="88254" y="22639"/>
                      <a:pt x="88317" y="22598"/>
                      <a:pt x="88380" y="22535"/>
                    </a:cubicBezTo>
                    <a:cubicBezTo>
                      <a:pt x="88401" y="22493"/>
                      <a:pt x="88401" y="22472"/>
                      <a:pt x="88401" y="22451"/>
                    </a:cubicBezTo>
                    <a:cubicBezTo>
                      <a:pt x="88464" y="22137"/>
                      <a:pt x="88485" y="21823"/>
                      <a:pt x="88526" y="21489"/>
                    </a:cubicBezTo>
                    <a:lnTo>
                      <a:pt x="88526" y="21426"/>
                    </a:lnTo>
                    <a:cubicBezTo>
                      <a:pt x="88568" y="21133"/>
                      <a:pt x="88589" y="20819"/>
                      <a:pt x="88589" y="20547"/>
                    </a:cubicBezTo>
                    <a:lnTo>
                      <a:pt x="88589" y="20359"/>
                    </a:lnTo>
                    <a:lnTo>
                      <a:pt x="88589" y="19626"/>
                    </a:lnTo>
                    <a:lnTo>
                      <a:pt x="88589" y="19187"/>
                    </a:lnTo>
                    <a:cubicBezTo>
                      <a:pt x="88589" y="19041"/>
                      <a:pt x="88589" y="18936"/>
                      <a:pt x="88568" y="18810"/>
                    </a:cubicBezTo>
                    <a:cubicBezTo>
                      <a:pt x="88359" y="14730"/>
                      <a:pt x="86790" y="10755"/>
                      <a:pt x="84174" y="7595"/>
                    </a:cubicBezTo>
                    <a:cubicBezTo>
                      <a:pt x="83881" y="7219"/>
                      <a:pt x="83588" y="6884"/>
                      <a:pt x="83254" y="6570"/>
                    </a:cubicBezTo>
                    <a:lnTo>
                      <a:pt x="83065" y="6382"/>
                    </a:lnTo>
                    <a:cubicBezTo>
                      <a:pt x="83024" y="6340"/>
                      <a:pt x="82940" y="6277"/>
                      <a:pt x="82856" y="6256"/>
                    </a:cubicBezTo>
                    <a:cubicBezTo>
                      <a:pt x="82782" y="6226"/>
                      <a:pt x="82702" y="6211"/>
                      <a:pt x="82621" y="6211"/>
                    </a:cubicBezTo>
                    <a:cubicBezTo>
                      <a:pt x="82315" y="6211"/>
                      <a:pt x="81993" y="6414"/>
                      <a:pt x="81894" y="6696"/>
                    </a:cubicBezTo>
                    <a:cubicBezTo>
                      <a:pt x="81873" y="6696"/>
                      <a:pt x="81894" y="6696"/>
                      <a:pt x="81894" y="6738"/>
                    </a:cubicBezTo>
                    <a:cubicBezTo>
                      <a:pt x="81831" y="6842"/>
                      <a:pt x="81831" y="6989"/>
                      <a:pt x="81873" y="7114"/>
                    </a:cubicBezTo>
                    <a:cubicBezTo>
                      <a:pt x="82124" y="7909"/>
                      <a:pt x="82396" y="8725"/>
                      <a:pt x="82668" y="9499"/>
                    </a:cubicBezTo>
                    <a:lnTo>
                      <a:pt x="82668" y="9520"/>
                    </a:lnTo>
                    <a:cubicBezTo>
                      <a:pt x="84195" y="13914"/>
                      <a:pt x="85911" y="18350"/>
                      <a:pt x="87857" y="22535"/>
                    </a:cubicBezTo>
                    <a:cubicBezTo>
                      <a:pt x="87857" y="22550"/>
                      <a:pt x="87867" y="22564"/>
                      <a:pt x="87881" y="22572"/>
                    </a:cubicBezTo>
                    <a:lnTo>
                      <a:pt x="87881" y="22572"/>
                    </a:lnTo>
                    <a:cubicBezTo>
                      <a:pt x="86673" y="22239"/>
                      <a:pt x="85445" y="21926"/>
                      <a:pt x="84216" y="21614"/>
                    </a:cubicBezTo>
                    <a:cubicBezTo>
                      <a:pt x="84205" y="21580"/>
                      <a:pt x="84180" y="21564"/>
                      <a:pt x="84154" y="21564"/>
                    </a:cubicBezTo>
                    <a:cubicBezTo>
                      <a:pt x="84132" y="21564"/>
                      <a:pt x="84109" y="21574"/>
                      <a:pt x="84091" y="21593"/>
                    </a:cubicBezTo>
                    <a:cubicBezTo>
                      <a:pt x="83693" y="21489"/>
                      <a:pt x="83337" y="21405"/>
                      <a:pt x="82940" y="21300"/>
                    </a:cubicBezTo>
                    <a:cubicBezTo>
                      <a:pt x="82961" y="21279"/>
                      <a:pt x="82982" y="21238"/>
                      <a:pt x="82982" y="21196"/>
                    </a:cubicBezTo>
                    <a:cubicBezTo>
                      <a:pt x="83086" y="20568"/>
                      <a:pt x="83149" y="19961"/>
                      <a:pt x="83170" y="19334"/>
                    </a:cubicBezTo>
                    <a:lnTo>
                      <a:pt x="83170" y="19208"/>
                    </a:lnTo>
                    <a:lnTo>
                      <a:pt x="83170" y="18727"/>
                    </a:lnTo>
                    <a:lnTo>
                      <a:pt x="83170" y="18497"/>
                    </a:lnTo>
                    <a:lnTo>
                      <a:pt x="83170" y="18141"/>
                    </a:lnTo>
                    <a:cubicBezTo>
                      <a:pt x="83170" y="17994"/>
                      <a:pt x="83170" y="17890"/>
                      <a:pt x="83149" y="17764"/>
                    </a:cubicBezTo>
                    <a:cubicBezTo>
                      <a:pt x="83149" y="17681"/>
                      <a:pt x="83149" y="17576"/>
                      <a:pt x="83128" y="17513"/>
                    </a:cubicBezTo>
                    <a:cubicBezTo>
                      <a:pt x="83128" y="17346"/>
                      <a:pt x="83086" y="17157"/>
                      <a:pt x="83065" y="17011"/>
                    </a:cubicBezTo>
                    <a:lnTo>
                      <a:pt x="83065" y="16885"/>
                    </a:lnTo>
                    <a:cubicBezTo>
                      <a:pt x="82438" y="11550"/>
                      <a:pt x="79215" y="6758"/>
                      <a:pt x="74549" y="4059"/>
                    </a:cubicBezTo>
                    <a:cubicBezTo>
                      <a:pt x="74131" y="3829"/>
                      <a:pt x="73713" y="3620"/>
                      <a:pt x="73252" y="3411"/>
                    </a:cubicBezTo>
                    <a:cubicBezTo>
                      <a:pt x="73148" y="3348"/>
                      <a:pt x="73085" y="3306"/>
                      <a:pt x="72980" y="3285"/>
                    </a:cubicBezTo>
                    <a:cubicBezTo>
                      <a:pt x="72311" y="2992"/>
                      <a:pt x="71641" y="2720"/>
                      <a:pt x="70930" y="2511"/>
                    </a:cubicBezTo>
                    <a:cubicBezTo>
                      <a:pt x="70873" y="2496"/>
                      <a:pt x="70818" y="2489"/>
                      <a:pt x="70763" y="2489"/>
                    </a:cubicBezTo>
                    <a:cubicBezTo>
                      <a:pt x="70292" y="2489"/>
                      <a:pt x="69915" y="3021"/>
                      <a:pt x="70009" y="3453"/>
                    </a:cubicBezTo>
                    <a:cubicBezTo>
                      <a:pt x="68482" y="2239"/>
                      <a:pt x="66829" y="1130"/>
                      <a:pt x="65134" y="105"/>
                    </a:cubicBezTo>
                    <a:cubicBezTo>
                      <a:pt x="65008" y="32"/>
                      <a:pt x="64882" y="0"/>
                      <a:pt x="647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7" name="Google Shape;387;p27"/>
              <p:cNvSpPr/>
              <p:nvPr/>
            </p:nvSpPr>
            <p:spPr>
              <a:xfrm>
                <a:off x="19388400" y="28623625"/>
                <a:ext cx="714775" cy="158125"/>
              </a:xfrm>
              <a:custGeom>
                <a:avLst/>
                <a:gdLst/>
                <a:ahLst/>
                <a:cxnLst/>
                <a:rect l="l" t="t" r="r" b="b"/>
                <a:pathLst>
                  <a:path w="28591" h="6325" extrusionOk="0">
                    <a:moveTo>
                      <a:pt x="9416" y="0"/>
                    </a:moveTo>
                    <a:cubicBezTo>
                      <a:pt x="6592" y="0"/>
                      <a:pt x="3725" y="272"/>
                      <a:pt x="942" y="711"/>
                    </a:cubicBezTo>
                    <a:cubicBezTo>
                      <a:pt x="1" y="837"/>
                      <a:pt x="1" y="2176"/>
                      <a:pt x="1026" y="2218"/>
                    </a:cubicBezTo>
                    <a:cubicBezTo>
                      <a:pt x="1193" y="2218"/>
                      <a:pt x="1361" y="2260"/>
                      <a:pt x="1549" y="2281"/>
                    </a:cubicBezTo>
                    <a:lnTo>
                      <a:pt x="1675" y="2281"/>
                    </a:lnTo>
                    <a:cubicBezTo>
                      <a:pt x="5336" y="2490"/>
                      <a:pt x="8998" y="3055"/>
                      <a:pt x="12618" y="3683"/>
                    </a:cubicBezTo>
                    <a:lnTo>
                      <a:pt x="12513" y="3683"/>
                    </a:lnTo>
                    <a:cubicBezTo>
                      <a:pt x="16070" y="4310"/>
                      <a:pt x="19606" y="5022"/>
                      <a:pt x="23163" y="5587"/>
                    </a:cubicBezTo>
                    <a:lnTo>
                      <a:pt x="23644" y="5670"/>
                    </a:lnTo>
                    <a:cubicBezTo>
                      <a:pt x="24000" y="5733"/>
                      <a:pt x="24335" y="5775"/>
                      <a:pt x="24711" y="5838"/>
                    </a:cubicBezTo>
                    <a:cubicBezTo>
                      <a:pt x="25130" y="5880"/>
                      <a:pt x="25548" y="5963"/>
                      <a:pt x="25967" y="6026"/>
                    </a:cubicBezTo>
                    <a:cubicBezTo>
                      <a:pt x="26113" y="6047"/>
                      <a:pt x="26302" y="6068"/>
                      <a:pt x="26469" y="6089"/>
                    </a:cubicBezTo>
                    <a:lnTo>
                      <a:pt x="28352" y="6319"/>
                    </a:lnTo>
                    <a:cubicBezTo>
                      <a:pt x="28364" y="6323"/>
                      <a:pt x="28377" y="6325"/>
                      <a:pt x="28389" y="6325"/>
                    </a:cubicBezTo>
                    <a:cubicBezTo>
                      <a:pt x="28500" y="6325"/>
                      <a:pt x="28591" y="6162"/>
                      <a:pt x="28478" y="6068"/>
                    </a:cubicBezTo>
                    <a:cubicBezTo>
                      <a:pt x="23142" y="1716"/>
                      <a:pt x="16760" y="105"/>
                      <a:pt x="10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388" name="Google Shape;388;p27"/>
          <p:cNvSpPr/>
          <p:nvPr/>
        </p:nvSpPr>
        <p:spPr>
          <a:xfrm flipH="1">
            <a:off x="872051" y="345938"/>
            <a:ext cx="2315887" cy="386433"/>
          </a:xfrm>
          <a:custGeom>
            <a:avLst/>
            <a:gdLst/>
            <a:ahLst/>
            <a:cxnLst/>
            <a:rect l="l" t="t" r="r" b="b"/>
            <a:pathLst>
              <a:path w="129790" h="21657" extrusionOk="0">
                <a:moveTo>
                  <a:pt x="129790" y="21092"/>
                </a:moveTo>
                <a:cubicBezTo>
                  <a:pt x="127467" y="20548"/>
                  <a:pt x="112277" y="19104"/>
                  <a:pt x="109954" y="18623"/>
                </a:cubicBezTo>
                <a:cubicBezTo>
                  <a:pt x="105372" y="17681"/>
                  <a:pt x="101752" y="13894"/>
                  <a:pt x="97944" y="10881"/>
                </a:cubicBezTo>
                <a:cubicBezTo>
                  <a:pt x="94115" y="7889"/>
                  <a:pt x="89093" y="5546"/>
                  <a:pt x="84909" y="7889"/>
                </a:cubicBezTo>
                <a:cubicBezTo>
                  <a:pt x="82816" y="9061"/>
                  <a:pt x="80933" y="11341"/>
                  <a:pt x="78652" y="10923"/>
                </a:cubicBezTo>
                <a:cubicBezTo>
                  <a:pt x="77460" y="10714"/>
                  <a:pt x="76497" y="9730"/>
                  <a:pt x="75556" y="8852"/>
                </a:cubicBezTo>
                <a:cubicBezTo>
                  <a:pt x="72062" y="5546"/>
                  <a:pt x="68149" y="2616"/>
                  <a:pt x="63692" y="1570"/>
                </a:cubicBezTo>
                <a:cubicBezTo>
                  <a:pt x="57101" y="1"/>
                  <a:pt x="53377" y="3453"/>
                  <a:pt x="48732" y="7512"/>
                </a:cubicBezTo>
                <a:cubicBezTo>
                  <a:pt x="48376" y="7826"/>
                  <a:pt x="47978" y="8161"/>
                  <a:pt x="47518" y="8349"/>
                </a:cubicBezTo>
                <a:cubicBezTo>
                  <a:pt x="46639" y="8663"/>
                  <a:pt x="45698" y="8349"/>
                  <a:pt x="44840" y="8056"/>
                </a:cubicBezTo>
                <a:cubicBezTo>
                  <a:pt x="42727" y="7366"/>
                  <a:pt x="40509" y="6738"/>
                  <a:pt x="38270" y="6801"/>
                </a:cubicBezTo>
                <a:cubicBezTo>
                  <a:pt x="36031" y="6885"/>
                  <a:pt x="33729" y="7743"/>
                  <a:pt x="32369" y="9521"/>
                </a:cubicBezTo>
                <a:cubicBezTo>
                  <a:pt x="31512" y="10651"/>
                  <a:pt x="31051" y="12074"/>
                  <a:pt x="30193" y="13162"/>
                </a:cubicBezTo>
                <a:cubicBezTo>
                  <a:pt x="29336" y="14292"/>
                  <a:pt x="27745" y="15087"/>
                  <a:pt x="26511" y="14396"/>
                </a:cubicBezTo>
                <a:cubicBezTo>
                  <a:pt x="26113" y="14166"/>
                  <a:pt x="25799" y="13810"/>
                  <a:pt x="25465" y="13497"/>
                </a:cubicBezTo>
                <a:cubicBezTo>
                  <a:pt x="24188" y="12429"/>
                  <a:pt x="22242" y="12325"/>
                  <a:pt x="20736" y="13036"/>
                </a:cubicBezTo>
                <a:cubicBezTo>
                  <a:pt x="19208" y="13727"/>
                  <a:pt x="18120" y="15150"/>
                  <a:pt x="17493" y="16698"/>
                </a:cubicBezTo>
                <a:cubicBezTo>
                  <a:pt x="17284" y="17179"/>
                  <a:pt x="17116" y="17744"/>
                  <a:pt x="16760" y="18121"/>
                </a:cubicBezTo>
                <a:cubicBezTo>
                  <a:pt x="16447" y="18476"/>
                  <a:pt x="16007" y="18644"/>
                  <a:pt x="15547" y="18790"/>
                </a:cubicBezTo>
                <a:cubicBezTo>
                  <a:pt x="12346" y="19836"/>
                  <a:pt x="9542" y="18309"/>
                  <a:pt x="6340" y="18100"/>
                </a:cubicBezTo>
                <a:cubicBezTo>
                  <a:pt x="4311" y="17974"/>
                  <a:pt x="691" y="17807"/>
                  <a:pt x="147" y="20464"/>
                </a:cubicBezTo>
                <a:cubicBezTo>
                  <a:pt x="1" y="21238"/>
                  <a:pt x="7031" y="20945"/>
                  <a:pt x="7763" y="20924"/>
                </a:cubicBezTo>
                <a:cubicBezTo>
                  <a:pt x="16865" y="20485"/>
                  <a:pt x="26009" y="21134"/>
                  <a:pt x="35152" y="21301"/>
                </a:cubicBezTo>
                <a:cubicBezTo>
                  <a:pt x="44568" y="21448"/>
                  <a:pt x="54004" y="21531"/>
                  <a:pt x="63420" y="21573"/>
                </a:cubicBezTo>
                <a:cubicBezTo>
                  <a:pt x="80347" y="21657"/>
                  <a:pt x="97295" y="21552"/>
                  <a:pt x="114202" y="21301"/>
                </a:cubicBezTo>
                <a:cubicBezTo>
                  <a:pt x="115457" y="21301"/>
                  <a:pt x="124517" y="21322"/>
                  <a:pt x="129790" y="2109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9" name="Google Shape;389;p27"/>
          <p:cNvSpPr/>
          <p:nvPr/>
        </p:nvSpPr>
        <p:spPr>
          <a:xfrm flipH="1">
            <a:off x="-886349" y="1458372"/>
            <a:ext cx="2315887" cy="386433"/>
          </a:xfrm>
          <a:custGeom>
            <a:avLst/>
            <a:gdLst/>
            <a:ahLst/>
            <a:cxnLst/>
            <a:rect l="l" t="t" r="r" b="b"/>
            <a:pathLst>
              <a:path w="129790" h="21657" extrusionOk="0">
                <a:moveTo>
                  <a:pt x="129790" y="21092"/>
                </a:moveTo>
                <a:cubicBezTo>
                  <a:pt x="127467" y="20548"/>
                  <a:pt x="112277" y="19104"/>
                  <a:pt x="109954" y="18623"/>
                </a:cubicBezTo>
                <a:cubicBezTo>
                  <a:pt x="105372" y="17681"/>
                  <a:pt x="101752" y="13894"/>
                  <a:pt x="97944" y="10881"/>
                </a:cubicBezTo>
                <a:cubicBezTo>
                  <a:pt x="94115" y="7889"/>
                  <a:pt x="89093" y="5546"/>
                  <a:pt x="84909" y="7889"/>
                </a:cubicBezTo>
                <a:cubicBezTo>
                  <a:pt x="82816" y="9061"/>
                  <a:pt x="80933" y="11341"/>
                  <a:pt x="78652" y="10923"/>
                </a:cubicBezTo>
                <a:cubicBezTo>
                  <a:pt x="77460" y="10714"/>
                  <a:pt x="76497" y="9730"/>
                  <a:pt x="75556" y="8852"/>
                </a:cubicBezTo>
                <a:cubicBezTo>
                  <a:pt x="72062" y="5546"/>
                  <a:pt x="68149" y="2616"/>
                  <a:pt x="63692" y="1570"/>
                </a:cubicBezTo>
                <a:cubicBezTo>
                  <a:pt x="57101" y="1"/>
                  <a:pt x="53377" y="3453"/>
                  <a:pt x="48732" y="7512"/>
                </a:cubicBezTo>
                <a:cubicBezTo>
                  <a:pt x="48376" y="7826"/>
                  <a:pt x="47978" y="8161"/>
                  <a:pt x="47518" y="8349"/>
                </a:cubicBezTo>
                <a:cubicBezTo>
                  <a:pt x="46639" y="8663"/>
                  <a:pt x="45698" y="8349"/>
                  <a:pt x="44840" y="8056"/>
                </a:cubicBezTo>
                <a:cubicBezTo>
                  <a:pt x="42727" y="7366"/>
                  <a:pt x="40509" y="6738"/>
                  <a:pt x="38270" y="6801"/>
                </a:cubicBezTo>
                <a:cubicBezTo>
                  <a:pt x="36031" y="6885"/>
                  <a:pt x="33729" y="7743"/>
                  <a:pt x="32369" y="9521"/>
                </a:cubicBezTo>
                <a:cubicBezTo>
                  <a:pt x="31512" y="10651"/>
                  <a:pt x="31051" y="12074"/>
                  <a:pt x="30193" y="13162"/>
                </a:cubicBezTo>
                <a:cubicBezTo>
                  <a:pt x="29336" y="14292"/>
                  <a:pt x="27745" y="15087"/>
                  <a:pt x="26511" y="14396"/>
                </a:cubicBezTo>
                <a:cubicBezTo>
                  <a:pt x="26113" y="14166"/>
                  <a:pt x="25799" y="13810"/>
                  <a:pt x="25465" y="13497"/>
                </a:cubicBezTo>
                <a:cubicBezTo>
                  <a:pt x="24188" y="12429"/>
                  <a:pt x="22242" y="12325"/>
                  <a:pt x="20736" y="13036"/>
                </a:cubicBezTo>
                <a:cubicBezTo>
                  <a:pt x="19208" y="13727"/>
                  <a:pt x="18120" y="15150"/>
                  <a:pt x="17493" y="16698"/>
                </a:cubicBezTo>
                <a:cubicBezTo>
                  <a:pt x="17284" y="17179"/>
                  <a:pt x="17116" y="17744"/>
                  <a:pt x="16760" y="18121"/>
                </a:cubicBezTo>
                <a:cubicBezTo>
                  <a:pt x="16447" y="18476"/>
                  <a:pt x="16007" y="18644"/>
                  <a:pt x="15547" y="18790"/>
                </a:cubicBezTo>
                <a:cubicBezTo>
                  <a:pt x="12346" y="19836"/>
                  <a:pt x="9542" y="18309"/>
                  <a:pt x="6340" y="18100"/>
                </a:cubicBezTo>
                <a:cubicBezTo>
                  <a:pt x="4311" y="17974"/>
                  <a:pt x="691" y="17807"/>
                  <a:pt x="147" y="20464"/>
                </a:cubicBezTo>
                <a:cubicBezTo>
                  <a:pt x="1" y="21238"/>
                  <a:pt x="7031" y="20945"/>
                  <a:pt x="7763" y="20924"/>
                </a:cubicBezTo>
                <a:cubicBezTo>
                  <a:pt x="16865" y="20485"/>
                  <a:pt x="26009" y="21134"/>
                  <a:pt x="35152" y="21301"/>
                </a:cubicBezTo>
                <a:cubicBezTo>
                  <a:pt x="44568" y="21448"/>
                  <a:pt x="54004" y="21531"/>
                  <a:pt x="63420" y="21573"/>
                </a:cubicBezTo>
                <a:cubicBezTo>
                  <a:pt x="80347" y="21657"/>
                  <a:pt x="97295" y="21552"/>
                  <a:pt x="114202" y="21301"/>
                </a:cubicBezTo>
                <a:cubicBezTo>
                  <a:pt x="115457" y="21301"/>
                  <a:pt x="124517" y="21322"/>
                  <a:pt x="129790" y="2109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0" name="Google Shape;390;p27"/>
          <p:cNvSpPr/>
          <p:nvPr/>
        </p:nvSpPr>
        <p:spPr>
          <a:xfrm flipH="1">
            <a:off x="7151951" y="884205"/>
            <a:ext cx="2315887" cy="386433"/>
          </a:xfrm>
          <a:custGeom>
            <a:avLst/>
            <a:gdLst/>
            <a:ahLst/>
            <a:cxnLst/>
            <a:rect l="l" t="t" r="r" b="b"/>
            <a:pathLst>
              <a:path w="129790" h="21657" extrusionOk="0">
                <a:moveTo>
                  <a:pt x="129790" y="21092"/>
                </a:moveTo>
                <a:cubicBezTo>
                  <a:pt x="127467" y="20548"/>
                  <a:pt x="112277" y="19104"/>
                  <a:pt x="109954" y="18623"/>
                </a:cubicBezTo>
                <a:cubicBezTo>
                  <a:pt x="105372" y="17681"/>
                  <a:pt x="101752" y="13894"/>
                  <a:pt x="97944" y="10881"/>
                </a:cubicBezTo>
                <a:cubicBezTo>
                  <a:pt x="94115" y="7889"/>
                  <a:pt x="89093" y="5546"/>
                  <a:pt x="84909" y="7889"/>
                </a:cubicBezTo>
                <a:cubicBezTo>
                  <a:pt x="82816" y="9061"/>
                  <a:pt x="80933" y="11341"/>
                  <a:pt x="78652" y="10923"/>
                </a:cubicBezTo>
                <a:cubicBezTo>
                  <a:pt x="77460" y="10714"/>
                  <a:pt x="76497" y="9730"/>
                  <a:pt x="75556" y="8852"/>
                </a:cubicBezTo>
                <a:cubicBezTo>
                  <a:pt x="72062" y="5546"/>
                  <a:pt x="68149" y="2616"/>
                  <a:pt x="63692" y="1570"/>
                </a:cubicBezTo>
                <a:cubicBezTo>
                  <a:pt x="57101" y="1"/>
                  <a:pt x="53377" y="3453"/>
                  <a:pt x="48732" y="7512"/>
                </a:cubicBezTo>
                <a:cubicBezTo>
                  <a:pt x="48376" y="7826"/>
                  <a:pt x="47978" y="8161"/>
                  <a:pt x="47518" y="8349"/>
                </a:cubicBezTo>
                <a:cubicBezTo>
                  <a:pt x="46639" y="8663"/>
                  <a:pt x="45698" y="8349"/>
                  <a:pt x="44840" y="8056"/>
                </a:cubicBezTo>
                <a:cubicBezTo>
                  <a:pt x="42727" y="7366"/>
                  <a:pt x="40509" y="6738"/>
                  <a:pt x="38270" y="6801"/>
                </a:cubicBezTo>
                <a:cubicBezTo>
                  <a:pt x="36031" y="6885"/>
                  <a:pt x="33729" y="7743"/>
                  <a:pt x="32369" y="9521"/>
                </a:cubicBezTo>
                <a:cubicBezTo>
                  <a:pt x="31512" y="10651"/>
                  <a:pt x="31051" y="12074"/>
                  <a:pt x="30193" y="13162"/>
                </a:cubicBezTo>
                <a:cubicBezTo>
                  <a:pt x="29336" y="14292"/>
                  <a:pt x="27745" y="15087"/>
                  <a:pt x="26511" y="14396"/>
                </a:cubicBezTo>
                <a:cubicBezTo>
                  <a:pt x="26113" y="14166"/>
                  <a:pt x="25799" y="13810"/>
                  <a:pt x="25465" y="13497"/>
                </a:cubicBezTo>
                <a:cubicBezTo>
                  <a:pt x="24188" y="12429"/>
                  <a:pt x="22242" y="12325"/>
                  <a:pt x="20736" y="13036"/>
                </a:cubicBezTo>
                <a:cubicBezTo>
                  <a:pt x="19208" y="13727"/>
                  <a:pt x="18120" y="15150"/>
                  <a:pt x="17493" y="16698"/>
                </a:cubicBezTo>
                <a:cubicBezTo>
                  <a:pt x="17284" y="17179"/>
                  <a:pt x="17116" y="17744"/>
                  <a:pt x="16760" y="18121"/>
                </a:cubicBezTo>
                <a:cubicBezTo>
                  <a:pt x="16447" y="18476"/>
                  <a:pt x="16007" y="18644"/>
                  <a:pt x="15547" y="18790"/>
                </a:cubicBezTo>
                <a:cubicBezTo>
                  <a:pt x="12346" y="19836"/>
                  <a:pt x="9542" y="18309"/>
                  <a:pt x="6340" y="18100"/>
                </a:cubicBezTo>
                <a:cubicBezTo>
                  <a:pt x="4311" y="17974"/>
                  <a:pt x="691" y="17807"/>
                  <a:pt x="147" y="20464"/>
                </a:cubicBezTo>
                <a:cubicBezTo>
                  <a:pt x="1" y="21238"/>
                  <a:pt x="7031" y="20945"/>
                  <a:pt x="7763" y="20924"/>
                </a:cubicBezTo>
                <a:cubicBezTo>
                  <a:pt x="16865" y="20485"/>
                  <a:pt x="26009" y="21134"/>
                  <a:pt x="35152" y="21301"/>
                </a:cubicBezTo>
                <a:cubicBezTo>
                  <a:pt x="44568" y="21448"/>
                  <a:pt x="54004" y="21531"/>
                  <a:pt x="63420" y="21573"/>
                </a:cubicBezTo>
                <a:cubicBezTo>
                  <a:pt x="80347" y="21657"/>
                  <a:pt x="97295" y="21552"/>
                  <a:pt x="114202" y="21301"/>
                </a:cubicBezTo>
                <a:cubicBezTo>
                  <a:pt x="115457" y="21301"/>
                  <a:pt x="124517" y="21322"/>
                  <a:pt x="129790" y="2109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766430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50.xml"/><Relationship Id="rId18" Type="http://schemas.openxmlformats.org/officeDocument/2006/relationships/slideLayout" Target="../slideLayouts/slideLayout55.xml"/><Relationship Id="rId26" Type="http://schemas.openxmlformats.org/officeDocument/2006/relationships/slideLayout" Target="../slideLayouts/slideLayout63.xml"/><Relationship Id="rId3" Type="http://schemas.openxmlformats.org/officeDocument/2006/relationships/slideLayout" Target="../slideLayouts/slideLayout40.xml"/><Relationship Id="rId21" Type="http://schemas.openxmlformats.org/officeDocument/2006/relationships/slideLayout" Target="../slideLayouts/slideLayout58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17" Type="http://schemas.openxmlformats.org/officeDocument/2006/relationships/slideLayout" Target="../slideLayouts/slideLayout54.xml"/><Relationship Id="rId25" Type="http://schemas.openxmlformats.org/officeDocument/2006/relationships/slideLayout" Target="../slideLayouts/slideLayout62.xml"/><Relationship Id="rId2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53.xml"/><Relationship Id="rId20" Type="http://schemas.openxmlformats.org/officeDocument/2006/relationships/slideLayout" Target="../slideLayouts/slideLayout57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24" Type="http://schemas.openxmlformats.org/officeDocument/2006/relationships/slideLayout" Target="../slideLayouts/slideLayout61.xml"/><Relationship Id="rId5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52.xml"/><Relationship Id="rId23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47.xml"/><Relationship Id="rId19" Type="http://schemas.openxmlformats.org/officeDocument/2006/relationships/slideLayout" Target="../slideLayouts/slideLayout56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51.xml"/><Relationship Id="rId22" Type="http://schemas.openxmlformats.org/officeDocument/2006/relationships/slideLayout" Target="../slideLayouts/slideLayout59.xml"/><Relationship Id="rId2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Gloria Hallelujah"/>
              <a:buNone/>
              <a:defRPr sz="2800">
                <a:solidFill>
                  <a:schemeClr val="dk2"/>
                </a:solidFill>
                <a:latin typeface="Gloria Hallelujah"/>
                <a:ea typeface="Gloria Hallelujah"/>
                <a:cs typeface="Gloria Hallelujah"/>
                <a:sym typeface="Gloria Halleluja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Gloria Hallelujah"/>
              <a:buNone/>
              <a:defRPr sz="2800">
                <a:solidFill>
                  <a:schemeClr val="dk2"/>
                </a:solidFill>
                <a:latin typeface="Gloria Hallelujah"/>
                <a:ea typeface="Gloria Hallelujah"/>
                <a:cs typeface="Gloria Hallelujah"/>
                <a:sym typeface="Gloria Halleluja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Gloria Hallelujah"/>
              <a:buNone/>
              <a:defRPr sz="2800">
                <a:solidFill>
                  <a:schemeClr val="dk2"/>
                </a:solidFill>
                <a:latin typeface="Gloria Hallelujah"/>
                <a:ea typeface="Gloria Hallelujah"/>
                <a:cs typeface="Gloria Hallelujah"/>
                <a:sym typeface="Gloria Halleluja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Gloria Hallelujah"/>
              <a:buNone/>
              <a:defRPr sz="2800">
                <a:solidFill>
                  <a:schemeClr val="dk2"/>
                </a:solidFill>
                <a:latin typeface="Gloria Hallelujah"/>
                <a:ea typeface="Gloria Hallelujah"/>
                <a:cs typeface="Gloria Hallelujah"/>
                <a:sym typeface="Gloria Halleluja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Gloria Hallelujah"/>
              <a:buNone/>
              <a:defRPr sz="2800">
                <a:solidFill>
                  <a:schemeClr val="dk2"/>
                </a:solidFill>
                <a:latin typeface="Gloria Hallelujah"/>
                <a:ea typeface="Gloria Hallelujah"/>
                <a:cs typeface="Gloria Hallelujah"/>
                <a:sym typeface="Gloria Halleluja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Gloria Hallelujah"/>
              <a:buNone/>
              <a:defRPr sz="2800">
                <a:solidFill>
                  <a:schemeClr val="dk2"/>
                </a:solidFill>
                <a:latin typeface="Gloria Hallelujah"/>
                <a:ea typeface="Gloria Hallelujah"/>
                <a:cs typeface="Gloria Hallelujah"/>
                <a:sym typeface="Gloria Halleluja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Gloria Hallelujah"/>
              <a:buNone/>
              <a:defRPr sz="2800">
                <a:solidFill>
                  <a:schemeClr val="dk2"/>
                </a:solidFill>
                <a:latin typeface="Gloria Hallelujah"/>
                <a:ea typeface="Gloria Hallelujah"/>
                <a:cs typeface="Gloria Hallelujah"/>
                <a:sym typeface="Gloria Halleluja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Gloria Hallelujah"/>
              <a:buNone/>
              <a:defRPr sz="2800">
                <a:solidFill>
                  <a:schemeClr val="dk2"/>
                </a:solidFill>
                <a:latin typeface="Gloria Hallelujah"/>
                <a:ea typeface="Gloria Hallelujah"/>
                <a:cs typeface="Gloria Hallelujah"/>
                <a:sym typeface="Gloria Hallelujah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dika"/>
              <a:buChar char="●"/>
              <a:defRPr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dika"/>
              <a:buChar char="○"/>
              <a:defRPr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dika"/>
              <a:buChar char="■"/>
              <a:defRPr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dika"/>
              <a:buChar char="●"/>
              <a:defRPr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dika"/>
              <a:buChar char="○"/>
              <a:defRPr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dika"/>
              <a:buChar char="■"/>
              <a:defRPr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dika"/>
              <a:buChar char="●"/>
              <a:defRPr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dika"/>
              <a:buChar char="○"/>
              <a:defRPr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ndika"/>
              <a:buChar char="■"/>
              <a:defRPr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208997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70" r:id="rId9"/>
    <p:sldLayoutId id="2147483671" r:id="rId10"/>
    <p:sldLayoutId id="214748367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536633"/>
            <a:ext cx="10752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2459363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  <p:sldLayoutId id="2147483698" r:id="rId25"/>
    <p:sldLayoutId id="2147483699" r:id="rId2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Gloria Hallelujah"/>
              <a:buNone/>
              <a:defRPr sz="2800">
                <a:solidFill>
                  <a:schemeClr val="dk2"/>
                </a:solidFill>
                <a:latin typeface="Gloria Hallelujah"/>
                <a:ea typeface="Gloria Hallelujah"/>
                <a:cs typeface="Gloria Hallelujah"/>
                <a:sym typeface="Gloria Halleluja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Gloria Hallelujah"/>
              <a:buNone/>
              <a:defRPr sz="2800">
                <a:solidFill>
                  <a:schemeClr val="dk2"/>
                </a:solidFill>
                <a:latin typeface="Gloria Hallelujah"/>
                <a:ea typeface="Gloria Hallelujah"/>
                <a:cs typeface="Gloria Hallelujah"/>
                <a:sym typeface="Gloria Halleluja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Gloria Hallelujah"/>
              <a:buNone/>
              <a:defRPr sz="2800">
                <a:solidFill>
                  <a:schemeClr val="dk2"/>
                </a:solidFill>
                <a:latin typeface="Gloria Hallelujah"/>
                <a:ea typeface="Gloria Hallelujah"/>
                <a:cs typeface="Gloria Hallelujah"/>
                <a:sym typeface="Gloria Halleluja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Gloria Hallelujah"/>
              <a:buNone/>
              <a:defRPr sz="2800">
                <a:solidFill>
                  <a:schemeClr val="dk2"/>
                </a:solidFill>
                <a:latin typeface="Gloria Hallelujah"/>
                <a:ea typeface="Gloria Hallelujah"/>
                <a:cs typeface="Gloria Hallelujah"/>
                <a:sym typeface="Gloria Halleluja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Gloria Hallelujah"/>
              <a:buNone/>
              <a:defRPr sz="2800">
                <a:solidFill>
                  <a:schemeClr val="dk2"/>
                </a:solidFill>
                <a:latin typeface="Gloria Hallelujah"/>
                <a:ea typeface="Gloria Hallelujah"/>
                <a:cs typeface="Gloria Hallelujah"/>
                <a:sym typeface="Gloria Halleluja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Gloria Hallelujah"/>
              <a:buNone/>
              <a:defRPr sz="2800">
                <a:solidFill>
                  <a:schemeClr val="dk2"/>
                </a:solidFill>
                <a:latin typeface="Gloria Hallelujah"/>
                <a:ea typeface="Gloria Hallelujah"/>
                <a:cs typeface="Gloria Hallelujah"/>
                <a:sym typeface="Gloria Halleluja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Gloria Hallelujah"/>
              <a:buNone/>
              <a:defRPr sz="2800">
                <a:solidFill>
                  <a:schemeClr val="dk2"/>
                </a:solidFill>
                <a:latin typeface="Gloria Hallelujah"/>
                <a:ea typeface="Gloria Hallelujah"/>
                <a:cs typeface="Gloria Hallelujah"/>
                <a:sym typeface="Gloria Halleluja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Gloria Hallelujah"/>
              <a:buNone/>
              <a:defRPr sz="2800">
                <a:solidFill>
                  <a:schemeClr val="dk2"/>
                </a:solidFill>
                <a:latin typeface="Gloria Hallelujah"/>
                <a:ea typeface="Gloria Hallelujah"/>
                <a:cs typeface="Gloria Hallelujah"/>
                <a:sym typeface="Gloria Hallelujah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dika"/>
              <a:buChar char="●"/>
              <a:defRPr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dika"/>
              <a:buChar char="○"/>
              <a:defRPr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dika"/>
              <a:buChar char="■"/>
              <a:defRPr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dika"/>
              <a:buChar char="●"/>
              <a:defRPr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dika"/>
              <a:buChar char="○"/>
              <a:defRPr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dika"/>
              <a:buChar char="■"/>
              <a:defRPr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dika"/>
              <a:buChar char="●"/>
              <a:defRPr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dika"/>
              <a:buChar char="○"/>
              <a:defRPr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ndika"/>
              <a:buChar char="■"/>
              <a:defRPr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6254245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  <p:sldLayoutId id="2147483721" r:id="rId21"/>
    <p:sldLayoutId id="2147483722" r:id="rId22"/>
    <p:sldLayoutId id="2147483723" r:id="rId23"/>
    <p:sldLayoutId id="2147483724" r:id="rId24"/>
    <p:sldLayoutId id="2147483725" r:id="rId25"/>
    <p:sldLayoutId id="2147483726" r:id="rId2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gif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9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2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3.bp.blogspot.com/-ZmU_9nnxDBo/UvIWz8R2vnI/AAAAAAAAAGw/C91XQiwkIJY/s1600/DS5.png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7.xml"/><Relationship Id="rId5" Type="http://schemas.microsoft.com/office/2007/relationships/hdphoto" Target="../media/hdphoto2.wdp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2.bp.blogspot.com/-08qwdFE7hSQ/UvIXi_EFWmI/AAAAAAAAAHE/loAM-f_buNw/s1600/DS7.png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7.xml"/><Relationship Id="rId5" Type="http://schemas.microsoft.com/office/2007/relationships/hdphoto" Target="../media/hdphoto3.wdp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0"/>
          <p:cNvSpPr txBox="1">
            <a:spLocks noGrp="1"/>
          </p:cNvSpPr>
          <p:nvPr>
            <p:ph type="ctrTitle"/>
          </p:nvPr>
        </p:nvSpPr>
        <p:spPr>
          <a:xfrm>
            <a:off x="5427552" y="484529"/>
            <a:ext cx="5288073" cy="4490705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6000" b="1" dirty="0" smtClean="0"/>
              <a:t>KAPAL LONGLINER</a:t>
            </a:r>
            <a:endParaRPr sz="6000" b="1" dirty="0"/>
          </a:p>
        </p:txBody>
      </p:sp>
      <p:sp>
        <p:nvSpPr>
          <p:cNvPr id="400" name="Google Shape;400;p30"/>
          <p:cNvSpPr txBox="1">
            <a:spLocks noGrp="1"/>
          </p:cNvSpPr>
          <p:nvPr>
            <p:ph type="subTitle" idx="1"/>
          </p:nvPr>
        </p:nvSpPr>
        <p:spPr>
          <a:xfrm>
            <a:off x="5625623" y="3567003"/>
            <a:ext cx="4871424" cy="84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" sz="2667" b="1" dirty="0">
                <a:solidFill>
                  <a:schemeClr val="accent1"/>
                </a:solidFill>
                <a:latin typeface="Roboto" pitchFamily="2" charset="0"/>
                <a:ea typeface="Roboto" pitchFamily="2" charset="0"/>
              </a:rPr>
              <a:t>NAMA : FAIZ NI’MATUL HAQ</a:t>
            </a:r>
          </a:p>
          <a:p>
            <a:pPr marL="0" indent="0"/>
            <a:r>
              <a:rPr lang="en" sz="2667" b="1" dirty="0">
                <a:solidFill>
                  <a:schemeClr val="accent1"/>
                </a:solidFill>
                <a:latin typeface="Roboto" pitchFamily="2" charset="0"/>
                <a:ea typeface="Roboto" pitchFamily="2" charset="0"/>
              </a:rPr>
              <a:t>NIM : 195080200111059</a:t>
            </a:r>
          </a:p>
          <a:p>
            <a:pPr marL="0" indent="0"/>
            <a:r>
              <a:rPr lang="en" sz="2667" b="1" dirty="0">
                <a:solidFill>
                  <a:schemeClr val="accent1"/>
                </a:solidFill>
                <a:latin typeface="Roboto" pitchFamily="2" charset="0"/>
                <a:ea typeface="Roboto" pitchFamily="2" charset="0"/>
              </a:rPr>
              <a:t>KELAS : P03</a:t>
            </a:r>
            <a:endParaRPr sz="2667" b="1" dirty="0">
              <a:solidFill>
                <a:schemeClr val="accent1"/>
              </a:solidFill>
              <a:latin typeface="Roboto" pitchFamily="2" charset="0"/>
              <a:ea typeface="Roboto" pitchFamily="2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848" r="96304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2174" y="255113"/>
            <a:ext cx="6067113" cy="593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9038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2"/>
          <p:cNvSpPr/>
          <p:nvPr/>
        </p:nvSpPr>
        <p:spPr>
          <a:xfrm rot="-5400000">
            <a:off x="1214683" y="2945450"/>
            <a:ext cx="1864232" cy="829129"/>
          </a:xfrm>
          <a:custGeom>
            <a:avLst/>
            <a:gdLst/>
            <a:ahLst/>
            <a:cxnLst/>
            <a:rect l="l" t="t" r="r" b="b"/>
            <a:pathLst>
              <a:path w="142344" h="42886" extrusionOk="0">
                <a:moveTo>
                  <a:pt x="60462" y="1"/>
                </a:moveTo>
                <a:cubicBezTo>
                  <a:pt x="42986" y="1"/>
                  <a:pt x="22803" y="2238"/>
                  <a:pt x="1" y="8168"/>
                </a:cubicBezTo>
                <a:lnTo>
                  <a:pt x="6968" y="21057"/>
                </a:lnTo>
                <a:lnTo>
                  <a:pt x="1" y="33402"/>
                </a:lnTo>
                <a:cubicBezTo>
                  <a:pt x="1" y="33402"/>
                  <a:pt x="26184" y="42885"/>
                  <a:pt x="60882" y="42885"/>
                </a:cubicBezTo>
                <a:cubicBezTo>
                  <a:pt x="85824" y="42885"/>
                  <a:pt x="115165" y="37985"/>
                  <a:pt x="142344" y="21141"/>
                </a:cubicBezTo>
                <a:lnTo>
                  <a:pt x="142344" y="21141"/>
                </a:lnTo>
                <a:cubicBezTo>
                  <a:pt x="142344" y="21141"/>
                  <a:pt x="142344" y="21141"/>
                  <a:pt x="142344" y="21141"/>
                </a:cubicBezTo>
                <a:cubicBezTo>
                  <a:pt x="142344" y="21141"/>
                  <a:pt x="142344" y="21141"/>
                  <a:pt x="142344" y="21141"/>
                </a:cubicBezTo>
                <a:lnTo>
                  <a:pt x="142344" y="21141"/>
                </a:lnTo>
                <a:cubicBezTo>
                  <a:pt x="142344" y="21141"/>
                  <a:pt x="142344" y="21141"/>
                  <a:pt x="142344" y="21141"/>
                </a:cubicBezTo>
                <a:lnTo>
                  <a:pt x="142344" y="21141"/>
                </a:lnTo>
                <a:cubicBezTo>
                  <a:pt x="142321" y="21139"/>
                  <a:pt x="114180" y="1"/>
                  <a:pt x="6046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53" name="Google Shape;453;p32"/>
          <p:cNvSpPr/>
          <p:nvPr/>
        </p:nvSpPr>
        <p:spPr>
          <a:xfrm rot="-5400000">
            <a:off x="3872083" y="2945450"/>
            <a:ext cx="1864232" cy="829129"/>
          </a:xfrm>
          <a:custGeom>
            <a:avLst/>
            <a:gdLst/>
            <a:ahLst/>
            <a:cxnLst/>
            <a:rect l="l" t="t" r="r" b="b"/>
            <a:pathLst>
              <a:path w="142344" h="42886" extrusionOk="0">
                <a:moveTo>
                  <a:pt x="60462" y="1"/>
                </a:moveTo>
                <a:cubicBezTo>
                  <a:pt x="42986" y="1"/>
                  <a:pt x="22803" y="2238"/>
                  <a:pt x="1" y="8168"/>
                </a:cubicBezTo>
                <a:lnTo>
                  <a:pt x="6968" y="21057"/>
                </a:lnTo>
                <a:lnTo>
                  <a:pt x="1" y="33402"/>
                </a:lnTo>
                <a:cubicBezTo>
                  <a:pt x="1" y="33402"/>
                  <a:pt x="26184" y="42885"/>
                  <a:pt x="60882" y="42885"/>
                </a:cubicBezTo>
                <a:cubicBezTo>
                  <a:pt x="85824" y="42885"/>
                  <a:pt x="115165" y="37985"/>
                  <a:pt x="142344" y="21141"/>
                </a:cubicBezTo>
                <a:lnTo>
                  <a:pt x="142344" y="21141"/>
                </a:lnTo>
                <a:cubicBezTo>
                  <a:pt x="142344" y="21141"/>
                  <a:pt x="142344" y="21141"/>
                  <a:pt x="142344" y="21141"/>
                </a:cubicBezTo>
                <a:cubicBezTo>
                  <a:pt x="142344" y="21141"/>
                  <a:pt x="142344" y="21141"/>
                  <a:pt x="142344" y="21141"/>
                </a:cubicBezTo>
                <a:lnTo>
                  <a:pt x="142344" y="21141"/>
                </a:lnTo>
                <a:cubicBezTo>
                  <a:pt x="142344" y="21141"/>
                  <a:pt x="142344" y="21141"/>
                  <a:pt x="142344" y="21141"/>
                </a:cubicBezTo>
                <a:lnTo>
                  <a:pt x="142344" y="21141"/>
                </a:lnTo>
                <a:cubicBezTo>
                  <a:pt x="142321" y="21139"/>
                  <a:pt x="114180" y="1"/>
                  <a:pt x="6046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54" name="Google Shape;454;p32"/>
          <p:cNvSpPr/>
          <p:nvPr/>
        </p:nvSpPr>
        <p:spPr>
          <a:xfrm rot="-5400000">
            <a:off x="6480265" y="2945450"/>
            <a:ext cx="1864232" cy="829129"/>
          </a:xfrm>
          <a:custGeom>
            <a:avLst/>
            <a:gdLst/>
            <a:ahLst/>
            <a:cxnLst/>
            <a:rect l="l" t="t" r="r" b="b"/>
            <a:pathLst>
              <a:path w="142344" h="42886" extrusionOk="0">
                <a:moveTo>
                  <a:pt x="60462" y="1"/>
                </a:moveTo>
                <a:cubicBezTo>
                  <a:pt x="42986" y="1"/>
                  <a:pt x="22803" y="2238"/>
                  <a:pt x="1" y="8168"/>
                </a:cubicBezTo>
                <a:lnTo>
                  <a:pt x="6968" y="21057"/>
                </a:lnTo>
                <a:lnTo>
                  <a:pt x="1" y="33402"/>
                </a:lnTo>
                <a:cubicBezTo>
                  <a:pt x="1" y="33402"/>
                  <a:pt x="26184" y="42885"/>
                  <a:pt x="60882" y="42885"/>
                </a:cubicBezTo>
                <a:cubicBezTo>
                  <a:pt x="85824" y="42885"/>
                  <a:pt x="115165" y="37985"/>
                  <a:pt x="142344" y="21141"/>
                </a:cubicBezTo>
                <a:lnTo>
                  <a:pt x="142344" y="21141"/>
                </a:lnTo>
                <a:cubicBezTo>
                  <a:pt x="142344" y="21141"/>
                  <a:pt x="142344" y="21141"/>
                  <a:pt x="142344" y="21141"/>
                </a:cubicBezTo>
                <a:cubicBezTo>
                  <a:pt x="142344" y="21141"/>
                  <a:pt x="142344" y="21141"/>
                  <a:pt x="142344" y="21141"/>
                </a:cubicBezTo>
                <a:lnTo>
                  <a:pt x="142344" y="21141"/>
                </a:lnTo>
                <a:cubicBezTo>
                  <a:pt x="142344" y="21141"/>
                  <a:pt x="142344" y="21141"/>
                  <a:pt x="142344" y="21141"/>
                </a:cubicBezTo>
                <a:lnTo>
                  <a:pt x="142344" y="21141"/>
                </a:lnTo>
                <a:cubicBezTo>
                  <a:pt x="142321" y="21139"/>
                  <a:pt x="114180" y="1"/>
                  <a:pt x="6046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55" name="Google Shape;455;p32"/>
          <p:cNvSpPr/>
          <p:nvPr/>
        </p:nvSpPr>
        <p:spPr>
          <a:xfrm rot="-5400000">
            <a:off x="9113083" y="2945450"/>
            <a:ext cx="1864232" cy="829129"/>
          </a:xfrm>
          <a:custGeom>
            <a:avLst/>
            <a:gdLst/>
            <a:ahLst/>
            <a:cxnLst/>
            <a:rect l="l" t="t" r="r" b="b"/>
            <a:pathLst>
              <a:path w="142344" h="42886" extrusionOk="0">
                <a:moveTo>
                  <a:pt x="60462" y="1"/>
                </a:moveTo>
                <a:cubicBezTo>
                  <a:pt x="42986" y="1"/>
                  <a:pt x="22803" y="2238"/>
                  <a:pt x="1" y="8168"/>
                </a:cubicBezTo>
                <a:lnTo>
                  <a:pt x="6968" y="21057"/>
                </a:lnTo>
                <a:lnTo>
                  <a:pt x="1" y="33402"/>
                </a:lnTo>
                <a:cubicBezTo>
                  <a:pt x="1" y="33402"/>
                  <a:pt x="26184" y="42885"/>
                  <a:pt x="60882" y="42885"/>
                </a:cubicBezTo>
                <a:cubicBezTo>
                  <a:pt x="85824" y="42885"/>
                  <a:pt x="115165" y="37985"/>
                  <a:pt x="142344" y="21141"/>
                </a:cubicBezTo>
                <a:lnTo>
                  <a:pt x="142344" y="21141"/>
                </a:lnTo>
                <a:cubicBezTo>
                  <a:pt x="142344" y="21141"/>
                  <a:pt x="142344" y="21141"/>
                  <a:pt x="142344" y="21141"/>
                </a:cubicBezTo>
                <a:cubicBezTo>
                  <a:pt x="142344" y="21141"/>
                  <a:pt x="142344" y="21141"/>
                  <a:pt x="142344" y="21141"/>
                </a:cubicBezTo>
                <a:lnTo>
                  <a:pt x="142344" y="21141"/>
                </a:lnTo>
                <a:cubicBezTo>
                  <a:pt x="142344" y="21141"/>
                  <a:pt x="142344" y="21141"/>
                  <a:pt x="142344" y="21141"/>
                </a:cubicBezTo>
                <a:lnTo>
                  <a:pt x="142344" y="21141"/>
                </a:lnTo>
                <a:cubicBezTo>
                  <a:pt x="142321" y="21139"/>
                  <a:pt x="114180" y="1"/>
                  <a:pt x="6046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56" name="Google Shape;456;p32"/>
          <p:cNvSpPr txBox="1">
            <a:spLocks noGrp="1"/>
          </p:cNvSpPr>
          <p:nvPr>
            <p:ph type="title" idx="15"/>
          </p:nvPr>
        </p:nvSpPr>
        <p:spPr>
          <a:xfrm>
            <a:off x="946000" y="946633"/>
            <a:ext cx="10300000" cy="596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b="1" dirty="0" smtClean="0"/>
              <a:t>Agenda Pembahasan</a:t>
            </a:r>
            <a:endParaRPr b="1" dirty="0"/>
          </a:p>
        </p:txBody>
      </p:sp>
      <p:sp>
        <p:nvSpPr>
          <p:cNvPr id="457" name="Google Shape;457;p32"/>
          <p:cNvSpPr txBox="1">
            <a:spLocks noGrp="1"/>
          </p:cNvSpPr>
          <p:nvPr>
            <p:ph type="title"/>
          </p:nvPr>
        </p:nvSpPr>
        <p:spPr>
          <a:xfrm>
            <a:off x="765697" y="4748127"/>
            <a:ext cx="2836000" cy="596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 b="1" dirty="0" smtClean="0"/>
              <a:t>Definisi &amp; Jenis Kapal </a:t>
            </a:r>
            <a:endParaRPr b="1" dirty="0"/>
          </a:p>
        </p:txBody>
      </p:sp>
      <p:sp>
        <p:nvSpPr>
          <p:cNvPr id="458" name="Google Shape;458;p32"/>
          <p:cNvSpPr txBox="1">
            <a:spLocks noGrp="1"/>
          </p:cNvSpPr>
          <p:nvPr>
            <p:ph type="subTitle" idx="1"/>
          </p:nvPr>
        </p:nvSpPr>
        <p:spPr>
          <a:xfrm>
            <a:off x="728800" y="5006680"/>
            <a:ext cx="2836000" cy="1069600"/>
          </a:xfrm>
          <a:prstGeom prst="rect">
            <a:avLst/>
          </a:prstGeom>
        </p:spPr>
        <p:txBody>
          <a:bodyPr spcFirstLastPara="1" wrap="square" lIns="304800" tIns="121900" rIns="304800" bIns="121900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459" name="Google Shape;459;p32"/>
          <p:cNvSpPr txBox="1">
            <a:spLocks noGrp="1"/>
          </p:cNvSpPr>
          <p:nvPr>
            <p:ph type="title" idx="2"/>
          </p:nvPr>
        </p:nvSpPr>
        <p:spPr>
          <a:xfrm>
            <a:off x="1781433" y="3311963"/>
            <a:ext cx="730800" cy="619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sz="4000" b="1" dirty="0"/>
              <a:t>01</a:t>
            </a:r>
            <a:endParaRPr sz="4000" b="1" dirty="0"/>
          </a:p>
        </p:txBody>
      </p:sp>
      <p:sp>
        <p:nvSpPr>
          <p:cNvPr id="460" name="Google Shape;460;p32"/>
          <p:cNvSpPr txBox="1">
            <a:spLocks noGrp="1"/>
          </p:cNvSpPr>
          <p:nvPr>
            <p:ph type="title" idx="3"/>
          </p:nvPr>
        </p:nvSpPr>
        <p:spPr>
          <a:xfrm>
            <a:off x="3386199" y="4764196"/>
            <a:ext cx="2836000" cy="596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b="1" dirty="0" err="1"/>
              <a:t>Definisi</a:t>
            </a:r>
            <a:r>
              <a:rPr lang="en-US" b="1" dirty="0"/>
              <a:t> </a:t>
            </a:r>
            <a:r>
              <a:rPr lang="en-US" b="1" dirty="0" err="1"/>
              <a:t>Kapal</a:t>
            </a:r>
            <a:r>
              <a:rPr lang="en-US" b="1" dirty="0"/>
              <a:t> </a:t>
            </a:r>
            <a:r>
              <a:rPr lang="en-US" b="1" dirty="0" err="1"/>
              <a:t>Perikanan</a:t>
            </a:r>
            <a:endParaRPr lang="en-US" b="1" dirty="0"/>
          </a:p>
        </p:txBody>
      </p:sp>
      <p:sp>
        <p:nvSpPr>
          <p:cNvPr id="461" name="Google Shape;461;p32"/>
          <p:cNvSpPr txBox="1">
            <a:spLocks noGrp="1"/>
          </p:cNvSpPr>
          <p:nvPr>
            <p:ph type="subTitle" idx="4"/>
          </p:nvPr>
        </p:nvSpPr>
        <p:spPr>
          <a:xfrm>
            <a:off x="3361583" y="5006680"/>
            <a:ext cx="2836000" cy="1069600"/>
          </a:xfrm>
          <a:prstGeom prst="rect">
            <a:avLst/>
          </a:prstGeom>
        </p:spPr>
        <p:txBody>
          <a:bodyPr spcFirstLastPara="1" wrap="square" lIns="304800" tIns="121900" rIns="304800" bIns="121900" anchor="t" anchorCtr="0">
            <a:noAutofit/>
          </a:bodyPr>
          <a:lstStyle/>
          <a:p>
            <a:pPr marL="0" indent="0">
              <a:buSzPts val="1100"/>
            </a:pPr>
            <a:endParaRPr dirty="0"/>
          </a:p>
        </p:txBody>
      </p:sp>
      <p:sp>
        <p:nvSpPr>
          <p:cNvPr id="462" name="Google Shape;462;p32"/>
          <p:cNvSpPr txBox="1">
            <a:spLocks noGrp="1"/>
          </p:cNvSpPr>
          <p:nvPr>
            <p:ph type="title" idx="5"/>
          </p:nvPr>
        </p:nvSpPr>
        <p:spPr>
          <a:xfrm>
            <a:off x="4414164" y="3311963"/>
            <a:ext cx="730800" cy="619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sz="4000" b="1" dirty="0"/>
              <a:t>02</a:t>
            </a:r>
            <a:endParaRPr sz="4000" b="1" dirty="0"/>
          </a:p>
        </p:txBody>
      </p:sp>
      <p:sp>
        <p:nvSpPr>
          <p:cNvPr id="463" name="Google Shape;463;p32"/>
          <p:cNvSpPr txBox="1">
            <a:spLocks noGrp="1"/>
          </p:cNvSpPr>
          <p:nvPr>
            <p:ph type="title" idx="6"/>
          </p:nvPr>
        </p:nvSpPr>
        <p:spPr>
          <a:xfrm>
            <a:off x="5994365" y="4812353"/>
            <a:ext cx="2836000" cy="596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 b="1" dirty="0" smtClean="0"/>
              <a:t>Ukuran Utama</a:t>
            </a:r>
            <a:br>
              <a:rPr lang="en" b="1" dirty="0" smtClean="0"/>
            </a:br>
            <a:r>
              <a:rPr lang="en" b="1" dirty="0" smtClean="0"/>
              <a:t>Kapal</a:t>
            </a:r>
            <a:endParaRPr b="1" dirty="0"/>
          </a:p>
        </p:txBody>
      </p:sp>
      <p:sp>
        <p:nvSpPr>
          <p:cNvPr id="464" name="Google Shape;464;p32"/>
          <p:cNvSpPr txBox="1">
            <a:spLocks noGrp="1"/>
          </p:cNvSpPr>
          <p:nvPr>
            <p:ph type="subTitle" idx="7"/>
          </p:nvPr>
        </p:nvSpPr>
        <p:spPr>
          <a:xfrm>
            <a:off x="5994387" y="5022749"/>
            <a:ext cx="2836000" cy="1069600"/>
          </a:xfrm>
          <a:prstGeom prst="rect">
            <a:avLst/>
          </a:prstGeom>
        </p:spPr>
        <p:txBody>
          <a:bodyPr spcFirstLastPara="1" wrap="square" lIns="304800" tIns="121900" rIns="304800" bIns="121900" anchor="t" anchorCtr="0">
            <a:noAutofit/>
          </a:bodyPr>
          <a:lstStyle/>
          <a:p>
            <a:pPr marL="0" indent="0">
              <a:buSzPts val="1100"/>
            </a:pPr>
            <a:endParaRPr dirty="0"/>
          </a:p>
        </p:txBody>
      </p:sp>
      <p:sp>
        <p:nvSpPr>
          <p:cNvPr id="465" name="Google Shape;465;p32"/>
          <p:cNvSpPr txBox="1">
            <a:spLocks noGrp="1"/>
          </p:cNvSpPr>
          <p:nvPr>
            <p:ph type="title" idx="8"/>
          </p:nvPr>
        </p:nvSpPr>
        <p:spPr>
          <a:xfrm>
            <a:off x="7047035" y="3321239"/>
            <a:ext cx="730800" cy="619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sz="4000" b="1" dirty="0"/>
              <a:t>03</a:t>
            </a:r>
            <a:endParaRPr sz="4000" b="1" dirty="0"/>
          </a:p>
        </p:txBody>
      </p:sp>
      <p:sp>
        <p:nvSpPr>
          <p:cNvPr id="466" name="Google Shape;466;p32"/>
          <p:cNvSpPr txBox="1">
            <a:spLocks noGrp="1"/>
          </p:cNvSpPr>
          <p:nvPr>
            <p:ph type="title" idx="9"/>
          </p:nvPr>
        </p:nvSpPr>
        <p:spPr>
          <a:xfrm>
            <a:off x="8728773" y="4805776"/>
            <a:ext cx="2836000" cy="596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 b="1" dirty="0" smtClean="0"/>
              <a:t>Konstruksi Kapal Longliner</a:t>
            </a:r>
            <a:endParaRPr b="1" dirty="0"/>
          </a:p>
        </p:txBody>
      </p:sp>
      <p:sp>
        <p:nvSpPr>
          <p:cNvPr id="467" name="Google Shape;467;p32"/>
          <p:cNvSpPr txBox="1">
            <a:spLocks noGrp="1"/>
          </p:cNvSpPr>
          <p:nvPr>
            <p:ph type="subTitle" idx="13"/>
          </p:nvPr>
        </p:nvSpPr>
        <p:spPr>
          <a:xfrm>
            <a:off x="8627203" y="5022749"/>
            <a:ext cx="2836000" cy="1069600"/>
          </a:xfrm>
          <a:prstGeom prst="rect">
            <a:avLst/>
          </a:prstGeom>
        </p:spPr>
        <p:txBody>
          <a:bodyPr spcFirstLastPara="1" wrap="square" lIns="304800" tIns="121900" rIns="304800" bIns="121900" anchor="t" anchorCtr="0">
            <a:noAutofit/>
          </a:bodyPr>
          <a:lstStyle/>
          <a:p>
            <a:pPr marL="0" indent="0">
              <a:buSzPts val="1100"/>
            </a:pPr>
            <a:endParaRPr dirty="0"/>
          </a:p>
        </p:txBody>
      </p:sp>
      <p:sp>
        <p:nvSpPr>
          <p:cNvPr id="468" name="Google Shape;468;p32"/>
          <p:cNvSpPr txBox="1">
            <a:spLocks noGrp="1"/>
          </p:cNvSpPr>
          <p:nvPr>
            <p:ph type="title" idx="14"/>
          </p:nvPr>
        </p:nvSpPr>
        <p:spPr>
          <a:xfrm>
            <a:off x="9679799" y="3321239"/>
            <a:ext cx="730800" cy="619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sz="4000" b="1" dirty="0"/>
              <a:t>04</a:t>
            </a:r>
            <a:endParaRPr sz="4000" b="1" dirty="0"/>
          </a:p>
        </p:txBody>
      </p:sp>
    </p:spTree>
    <p:extLst>
      <p:ext uri="{BB962C8B-B14F-4D97-AF65-F5344CB8AC3E}">
        <p14:creationId xmlns:p14="http://schemas.microsoft.com/office/powerpoint/2010/main" val="38550532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6"/>
          <p:cNvSpPr txBox="1">
            <a:spLocks noGrp="1"/>
          </p:cNvSpPr>
          <p:nvPr>
            <p:ph type="title"/>
          </p:nvPr>
        </p:nvSpPr>
        <p:spPr>
          <a:xfrm>
            <a:off x="205929" y="289729"/>
            <a:ext cx="3838247" cy="91460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just"/>
            <a:r>
              <a:rPr lang="en" sz="4267" b="1" dirty="0"/>
              <a:t>Defisini Kapal</a:t>
            </a:r>
            <a:endParaRPr sz="4267" b="1" dirty="0"/>
          </a:p>
        </p:txBody>
      </p:sp>
      <p:sp>
        <p:nvSpPr>
          <p:cNvPr id="616" name="Google Shape;616;p36"/>
          <p:cNvSpPr txBox="1">
            <a:spLocks noGrp="1"/>
          </p:cNvSpPr>
          <p:nvPr>
            <p:ph type="subTitle" idx="1"/>
          </p:nvPr>
        </p:nvSpPr>
        <p:spPr>
          <a:xfrm>
            <a:off x="735028" y="2695617"/>
            <a:ext cx="9830169" cy="226841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3200" dirty="0"/>
              <a:t>	</a:t>
            </a:r>
            <a:r>
              <a:rPr lang="en-US" sz="3200" dirty="0" err="1"/>
              <a:t>Kapal</a:t>
            </a:r>
            <a:r>
              <a:rPr lang="en-US" sz="3200" dirty="0"/>
              <a:t> </a:t>
            </a:r>
            <a:r>
              <a:rPr lang="en-US" sz="3200" dirty="0" err="1"/>
              <a:t>adalah</a:t>
            </a:r>
            <a:r>
              <a:rPr lang="en-US" sz="3200" dirty="0"/>
              <a:t> </a:t>
            </a:r>
            <a:r>
              <a:rPr lang="en-US" sz="3200" dirty="0" err="1"/>
              <a:t>kendaran</a:t>
            </a:r>
            <a:r>
              <a:rPr lang="en-US" sz="3200" dirty="0"/>
              <a:t> air </a:t>
            </a:r>
            <a:r>
              <a:rPr lang="en-US" sz="3200" dirty="0" err="1"/>
              <a:t>dengan</a:t>
            </a:r>
            <a:r>
              <a:rPr lang="en-US" sz="3200" dirty="0"/>
              <a:t> </a:t>
            </a:r>
            <a:r>
              <a:rPr lang="en-US" sz="3200" dirty="0" err="1"/>
              <a:t>bentuk</a:t>
            </a:r>
            <a:r>
              <a:rPr lang="en-US" sz="3200" dirty="0"/>
              <a:t> </a:t>
            </a:r>
            <a:r>
              <a:rPr lang="en-US" sz="3200" dirty="0" err="1"/>
              <a:t>dan</a:t>
            </a:r>
            <a:r>
              <a:rPr lang="en-US" sz="3200" dirty="0"/>
              <a:t> </a:t>
            </a:r>
            <a:r>
              <a:rPr lang="en-US" sz="3200" dirty="0" err="1"/>
              <a:t>jenis</a:t>
            </a:r>
            <a:r>
              <a:rPr lang="en-US" sz="3200" dirty="0"/>
              <a:t> </a:t>
            </a:r>
            <a:r>
              <a:rPr lang="en-US" sz="3200" dirty="0" err="1"/>
              <a:t>apapun</a:t>
            </a:r>
            <a:r>
              <a:rPr lang="en-US" sz="3200" dirty="0"/>
              <a:t>, yang </a:t>
            </a:r>
            <a:r>
              <a:rPr lang="en-US" sz="3200" dirty="0" err="1"/>
              <a:t>digerakan</a:t>
            </a:r>
            <a:r>
              <a:rPr lang="en-US" sz="3200" dirty="0"/>
              <a:t> </a:t>
            </a:r>
            <a:r>
              <a:rPr lang="en-US" sz="3200" dirty="0" err="1"/>
              <a:t>dengan</a:t>
            </a:r>
            <a:r>
              <a:rPr lang="en-US" sz="3200" dirty="0"/>
              <a:t> </a:t>
            </a:r>
            <a:r>
              <a:rPr lang="en-US" sz="3200" dirty="0" err="1"/>
              <a:t>tenaga</a:t>
            </a:r>
            <a:r>
              <a:rPr lang="en-US" sz="3200" dirty="0"/>
              <a:t> </a:t>
            </a:r>
            <a:r>
              <a:rPr lang="en-US" sz="3200" dirty="0" err="1"/>
              <a:t>mekanik</a:t>
            </a:r>
            <a:r>
              <a:rPr lang="en-US" sz="3200" dirty="0"/>
              <a:t>, </a:t>
            </a:r>
            <a:r>
              <a:rPr lang="en-US" sz="3200" dirty="0" err="1"/>
              <a:t>tenaga</a:t>
            </a:r>
            <a:r>
              <a:rPr lang="en-US" sz="3200" dirty="0"/>
              <a:t> </a:t>
            </a:r>
            <a:r>
              <a:rPr lang="en-US" sz="3200" dirty="0" err="1"/>
              <a:t>angin</a:t>
            </a:r>
            <a:r>
              <a:rPr lang="en-US" sz="3200" dirty="0"/>
              <a:t> </a:t>
            </a:r>
            <a:r>
              <a:rPr lang="en-US" sz="3200" dirty="0" err="1"/>
              <a:t>atau</a:t>
            </a:r>
            <a:r>
              <a:rPr lang="en-US" sz="3200" dirty="0"/>
              <a:t> </a:t>
            </a:r>
            <a:r>
              <a:rPr lang="en-US" sz="3200" dirty="0" err="1"/>
              <a:t>ditunda,termasuk</a:t>
            </a:r>
            <a:r>
              <a:rPr lang="en-US" sz="3200" dirty="0"/>
              <a:t> </a:t>
            </a:r>
            <a:r>
              <a:rPr lang="en-US" sz="3200" dirty="0" err="1"/>
              <a:t>kendaraan</a:t>
            </a:r>
            <a:r>
              <a:rPr lang="en-US" sz="3200" dirty="0"/>
              <a:t> yang </a:t>
            </a:r>
            <a:r>
              <a:rPr lang="en-US" sz="3200" dirty="0" err="1"/>
              <a:t>berdaya</a:t>
            </a:r>
            <a:r>
              <a:rPr lang="en-US" sz="3200" dirty="0"/>
              <a:t> </a:t>
            </a:r>
            <a:r>
              <a:rPr lang="en-US" sz="3200" dirty="0" err="1"/>
              <a:t>dukung</a:t>
            </a:r>
            <a:r>
              <a:rPr lang="en-US" sz="3200" dirty="0"/>
              <a:t> </a:t>
            </a:r>
            <a:r>
              <a:rPr lang="en-US" sz="3200" dirty="0" err="1"/>
              <a:t>dinamis</a:t>
            </a:r>
            <a:r>
              <a:rPr lang="en-US" sz="3200" dirty="0"/>
              <a:t> </a:t>
            </a:r>
            <a:r>
              <a:rPr lang="en-US" sz="3200" dirty="0" err="1"/>
              <a:t>kendaraan</a:t>
            </a:r>
            <a:r>
              <a:rPr lang="en-US" sz="3200" dirty="0"/>
              <a:t> di </a:t>
            </a:r>
            <a:r>
              <a:rPr lang="en-US" sz="3200" dirty="0" err="1"/>
              <a:t>bawah</a:t>
            </a:r>
            <a:r>
              <a:rPr lang="en-US" sz="3200" dirty="0"/>
              <a:t> </a:t>
            </a:r>
            <a:r>
              <a:rPr lang="en-US" sz="3200" dirty="0" err="1"/>
              <a:t>permukaan</a:t>
            </a:r>
            <a:r>
              <a:rPr lang="en-US" sz="3200" dirty="0"/>
              <a:t> air </a:t>
            </a:r>
            <a:r>
              <a:rPr lang="en-US" sz="3200" dirty="0" err="1"/>
              <a:t>serta</a:t>
            </a:r>
            <a:r>
              <a:rPr lang="en-US" sz="3200" dirty="0"/>
              <a:t> </a:t>
            </a:r>
            <a:r>
              <a:rPr lang="en-US" sz="3200" dirty="0" err="1"/>
              <a:t>alat</a:t>
            </a:r>
            <a:r>
              <a:rPr lang="en-US" sz="3200" dirty="0"/>
              <a:t> </a:t>
            </a:r>
            <a:r>
              <a:rPr lang="en-US" sz="3200" dirty="0" err="1"/>
              <a:t>apung</a:t>
            </a:r>
            <a:r>
              <a:rPr lang="en-US" sz="3200" dirty="0"/>
              <a:t> </a:t>
            </a:r>
            <a:r>
              <a:rPr lang="en-US" sz="3200" dirty="0" err="1"/>
              <a:t>dan</a:t>
            </a:r>
            <a:r>
              <a:rPr lang="en-US" sz="3200" dirty="0"/>
              <a:t> </a:t>
            </a:r>
            <a:r>
              <a:rPr lang="en-US" sz="3200" dirty="0" err="1"/>
              <a:t>bangunan</a:t>
            </a:r>
            <a:r>
              <a:rPr lang="en-US" sz="3200" dirty="0"/>
              <a:t> </a:t>
            </a:r>
            <a:r>
              <a:rPr lang="en-US" sz="3200" dirty="0" err="1"/>
              <a:t>terapung</a:t>
            </a:r>
            <a:r>
              <a:rPr lang="en-US" sz="3200" dirty="0"/>
              <a:t> yang </a:t>
            </a:r>
            <a:r>
              <a:rPr lang="en-US" sz="3200" dirty="0" err="1"/>
              <a:t>tidak</a:t>
            </a:r>
            <a:r>
              <a:rPr lang="en-US" sz="3200" dirty="0"/>
              <a:t> </a:t>
            </a:r>
            <a:r>
              <a:rPr lang="en-US" sz="3200" dirty="0" err="1"/>
              <a:t>berpindah</a:t>
            </a:r>
            <a:r>
              <a:rPr lang="en-US" sz="3200" dirty="0"/>
              <a:t> – </a:t>
            </a:r>
            <a:r>
              <a:rPr lang="en-US" sz="3200" dirty="0" err="1"/>
              <a:t>pindah</a:t>
            </a:r>
            <a:r>
              <a:rPr lang="en-US" sz="3200" dirty="0"/>
              <a:t>. </a:t>
            </a:r>
          </a:p>
          <a:p>
            <a:r>
              <a:rPr lang="en-US" sz="3200" dirty="0"/>
              <a:t>(UU RI No. 21 </a:t>
            </a:r>
            <a:r>
              <a:rPr lang="en-US" sz="3200" dirty="0" err="1"/>
              <a:t>Tahun</a:t>
            </a:r>
            <a:r>
              <a:rPr lang="en-US" sz="3200" dirty="0"/>
              <a:t> 1992). </a:t>
            </a:r>
          </a:p>
          <a:p>
            <a:endParaRPr lang="en-US" sz="3200" dirty="0"/>
          </a:p>
        </p:txBody>
      </p:sp>
      <p:grpSp>
        <p:nvGrpSpPr>
          <p:cNvPr id="617" name="Google Shape;617;p36"/>
          <p:cNvGrpSpPr/>
          <p:nvPr/>
        </p:nvGrpSpPr>
        <p:grpSpPr>
          <a:xfrm>
            <a:off x="10233429" y="4880582"/>
            <a:ext cx="1012571" cy="1031716"/>
            <a:chOff x="7675072" y="3660436"/>
            <a:chExt cx="759428" cy="773787"/>
          </a:xfrm>
        </p:grpSpPr>
        <p:grpSp>
          <p:nvGrpSpPr>
            <p:cNvPr id="618" name="Google Shape;618;p36"/>
            <p:cNvGrpSpPr/>
            <p:nvPr/>
          </p:nvGrpSpPr>
          <p:grpSpPr>
            <a:xfrm>
              <a:off x="7675072" y="3836981"/>
              <a:ext cx="604049" cy="597242"/>
              <a:chOff x="7489325" y="3917200"/>
              <a:chExt cx="552400" cy="546125"/>
            </a:xfrm>
          </p:grpSpPr>
          <p:sp>
            <p:nvSpPr>
              <p:cNvPr id="619" name="Google Shape;619;p36"/>
              <p:cNvSpPr/>
              <p:nvPr/>
            </p:nvSpPr>
            <p:spPr>
              <a:xfrm>
                <a:off x="7489325" y="3917200"/>
                <a:ext cx="552400" cy="546125"/>
              </a:xfrm>
              <a:custGeom>
                <a:avLst/>
                <a:gdLst/>
                <a:ahLst/>
                <a:cxnLst/>
                <a:rect l="l" t="t" r="r" b="b"/>
                <a:pathLst>
                  <a:path w="22096" h="21845" extrusionOk="0">
                    <a:moveTo>
                      <a:pt x="12326" y="1"/>
                    </a:moveTo>
                    <a:cubicBezTo>
                      <a:pt x="11963" y="1"/>
                      <a:pt x="11321" y="908"/>
                      <a:pt x="10273" y="3265"/>
                    </a:cubicBezTo>
                    <a:lnTo>
                      <a:pt x="7700" y="8162"/>
                    </a:lnTo>
                    <a:cubicBezTo>
                      <a:pt x="7700" y="8162"/>
                      <a:pt x="5565" y="7136"/>
                      <a:pt x="3201" y="4688"/>
                    </a:cubicBezTo>
                    <a:cubicBezTo>
                      <a:pt x="2654" y="4131"/>
                      <a:pt x="1646" y="3464"/>
                      <a:pt x="1050" y="3464"/>
                    </a:cubicBezTo>
                    <a:cubicBezTo>
                      <a:pt x="393" y="3464"/>
                      <a:pt x="234" y="4273"/>
                      <a:pt x="1736" y="6927"/>
                    </a:cubicBezTo>
                    <a:cubicBezTo>
                      <a:pt x="4143" y="11195"/>
                      <a:pt x="4812" y="11677"/>
                      <a:pt x="4812" y="11677"/>
                    </a:cubicBezTo>
                    <a:cubicBezTo>
                      <a:pt x="4812" y="11677"/>
                      <a:pt x="1967" y="15464"/>
                      <a:pt x="607" y="18289"/>
                    </a:cubicBezTo>
                    <a:cubicBezTo>
                      <a:pt x="0" y="19548"/>
                      <a:pt x="88" y="20063"/>
                      <a:pt x="623" y="20063"/>
                    </a:cubicBezTo>
                    <a:cubicBezTo>
                      <a:pt x="1288" y="20063"/>
                      <a:pt x="2641" y="19269"/>
                      <a:pt x="4205" y="18121"/>
                    </a:cubicBezTo>
                    <a:cubicBezTo>
                      <a:pt x="7030" y="16071"/>
                      <a:pt x="7616" y="14564"/>
                      <a:pt x="8348" y="14083"/>
                    </a:cubicBezTo>
                    <a:cubicBezTo>
                      <a:pt x="8348" y="14083"/>
                      <a:pt x="10524" y="18707"/>
                      <a:pt x="13809" y="21092"/>
                    </a:cubicBezTo>
                    <a:cubicBezTo>
                      <a:pt x="14556" y="21626"/>
                      <a:pt x="15068" y="21844"/>
                      <a:pt x="15398" y="21844"/>
                    </a:cubicBezTo>
                    <a:cubicBezTo>
                      <a:pt x="16528" y="21844"/>
                      <a:pt x="15520" y="19283"/>
                      <a:pt x="14500" y="18100"/>
                    </a:cubicBezTo>
                    <a:cubicBezTo>
                      <a:pt x="13161" y="16552"/>
                      <a:pt x="12952" y="13581"/>
                      <a:pt x="12952" y="13581"/>
                    </a:cubicBezTo>
                    <a:cubicBezTo>
                      <a:pt x="12952" y="13581"/>
                      <a:pt x="22095" y="12535"/>
                      <a:pt x="20066" y="10944"/>
                    </a:cubicBezTo>
                    <a:cubicBezTo>
                      <a:pt x="19250" y="10317"/>
                      <a:pt x="18120" y="10003"/>
                      <a:pt x="15651" y="9898"/>
                    </a:cubicBezTo>
                    <a:cubicBezTo>
                      <a:pt x="13391" y="9794"/>
                      <a:pt x="11989" y="9333"/>
                      <a:pt x="11989" y="9333"/>
                    </a:cubicBezTo>
                    <a:cubicBezTo>
                      <a:pt x="11989" y="9333"/>
                      <a:pt x="12240" y="6864"/>
                      <a:pt x="12596" y="3475"/>
                    </a:cubicBezTo>
                    <a:cubicBezTo>
                      <a:pt x="12798" y="1572"/>
                      <a:pt x="12804" y="1"/>
                      <a:pt x="123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just"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36"/>
              <p:cNvSpPr/>
              <p:nvPr/>
            </p:nvSpPr>
            <p:spPr>
              <a:xfrm>
                <a:off x="7679725" y="4150000"/>
                <a:ext cx="74300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972" h="2700" extrusionOk="0">
                    <a:moveTo>
                      <a:pt x="1130" y="0"/>
                    </a:moveTo>
                    <a:cubicBezTo>
                      <a:pt x="314" y="0"/>
                      <a:pt x="0" y="733"/>
                      <a:pt x="0" y="1444"/>
                    </a:cubicBezTo>
                    <a:cubicBezTo>
                      <a:pt x="0" y="2114"/>
                      <a:pt x="649" y="2699"/>
                      <a:pt x="1486" y="2699"/>
                    </a:cubicBezTo>
                    <a:cubicBezTo>
                      <a:pt x="2323" y="2699"/>
                      <a:pt x="2971" y="2155"/>
                      <a:pt x="2971" y="1444"/>
                    </a:cubicBezTo>
                    <a:cubicBezTo>
                      <a:pt x="2971" y="754"/>
                      <a:pt x="1925" y="0"/>
                      <a:pt x="113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just"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36"/>
              <p:cNvSpPr/>
              <p:nvPr/>
            </p:nvSpPr>
            <p:spPr>
              <a:xfrm>
                <a:off x="7727825" y="4084600"/>
                <a:ext cx="41875" cy="38225"/>
              </a:xfrm>
              <a:custGeom>
                <a:avLst/>
                <a:gdLst/>
                <a:ahLst/>
                <a:cxnLst/>
                <a:rect l="l" t="t" r="r" b="b"/>
                <a:pathLst>
                  <a:path w="1675" h="1529" extrusionOk="0">
                    <a:moveTo>
                      <a:pt x="671" y="1"/>
                    </a:moveTo>
                    <a:cubicBezTo>
                      <a:pt x="189" y="1"/>
                      <a:pt x="1" y="419"/>
                      <a:pt x="1" y="817"/>
                    </a:cubicBezTo>
                    <a:cubicBezTo>
                      <a:pt x="1" y="1214"/>
                      <a:pt x="378" y="1528"/>
                      <a:pt x="838" y="1528"/>
                    </a:cubicBezTo>
                    <a:cubicBezTo>
                      <a:pt x="1319" y="1528"/>
                      <a:pt x="1675" y="1214"/>
                      <a:pt x="1675" y="817"/>
                    </a:cubicBezTo>
                    <a:cubicBezTo>
                      <a:pt x="1675" y="419"/>
                      <a:pt x="1110" y="1"/>
                      <a:pt x="67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just"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22" name="Google Shape;622;p36"/>
              <p:cNvSpPr/>
              <p:nvPr/>
            </p:nvSpPr>
            <p:spPr>
              <a:xfrm>
                <a:off x="7632625" y="4222175"/>
                <a:ext cx="41875" cy="37700"/>
              </a:xfrm>
              <a:custGeom>
                <a:avLst/>
                <a:gdLst/>
                <a:ahLst/>
                <a:cxnLst/>
                <a:rect l="l" t="t" r="r" b="b"/>
                <a:pathLst>
                  <a:path w="1675" h="1508" extrusionOk="0">
                    <a:moveTo>
                      <a:pt x="650" y="1"/>
                    </a:moveTo>
                    <a:cubicBezTo>
                      <a:pt x="189" y="1"/>
                      <a:pt x="1" y="419"/>
                      <a:pt x="1" y="796"/>
                    </a:cubicBezTo>
                    <a:cubicBezTo>
                      <a:pt x="1" y="1193"/>
                      <a:pt x="357" y="1507"/>
                      <a:pt x="838" y="1507"/>
                    </a:cubicBezTo>
                    <a:cubicBezTo>
                      <a:pt x="1298" y="1507"/>
                      <a:pt x="1675" y="1193"/>
                      <a:pt x="1675" y="796"/>
                    </a:cubicBezTo>
                    <a:cubicBezTo>
                      <a:pt x="1675" y="419"/>
                      <a:pt x="1131" y="1"/>
                      <a:pt x="65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just"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p36"/>
              <p:cNvSpPr/>
              <p:nvPr/>
            </p:nvSpPr>
            <p:spPr>
              <a:xfrm>
                <a:off x="7606475" y="4132450"/>
                <a:ext cx="47625" cy="38325"/>
              </a:xfrm>
              <a:custGeom>
                <a:avLst/>
                <a:gdLst/>
                <a:ahLst/>
                <a:cxnLst/>
                <a:rect l="l" t="t" r="r" b="b"/>
                <a:pathLst>
                  <a:path w="1905" h="1533" extrusionOk="0">
                    <a:moveTo>
                      <a:pt x="1126" y="1"/>
                    </a:moveTo>
                    <a:cubicBezTo>
                      <a:pt x="833" y="1"/>
                      <a:pt x="502" y="108"/>
                      <a:pt x="315" y="284"/>
                    </a:cubicBezTo>
                    <a:cubicBezTo>
                      <a:pt x="1" y="619"/>
                      <a:pt x="147" y="1037"/>
                      <a:pt x="440" y="1330"/>
                    </a:cubicBezTo>
                    <a:cubicBezTo>
                      <a:pt x="575" y="1465"/>
                      <a:pt x="745" y="1533"/>
                      <a:pt x="924" y="1533"/>
                    </a:cubicBezTo>
                    <a:cubicBezTo>
                      <a:pt x="1134" y="1533"/>
                      <a:pt x="1357" y="1439"/>
                      <a:pt x="1549" y="1246"/>
                    </a:cubicBezTo>
                    <a:cubicBezTo>
                      <a:pt x="1863" y="932"/>
                      <a:pt x="1905" y="451"/>
                      <a:pt x="1612" y="158"/>
                    </a:cubicBezTo>
                    <a:cubicBezTo>
                      <a:pt x="1503" y="49"/>
                      <a:pt x="1323" y="1"/>
                      <a:pt x="112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just"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36"/>
              <p:cNvSpPr/>
              <p:nvPr/>
            </p:nvSpPr>
            <p:spPr>
              <a:xfrm>
                <a:off x="7746150" y="4254625"/>
                <a:ext cx="41875" cy="38200"/>
              </a:xfrm>
              <a:custGeom>
                <a:avLst/>
                <a:gdLst/>
                <a:ahLst/>
                <a:cxnLst/>
                <a:rect l="l" t="t" r="r" b="b"/>
                <a:pathLst>
                  <a:path w="1675" h="1528" extrusionOk="0">
                    <a:moveTo>
                      <a:pt x="670" y="0"/>
                    </a:moveTo>
                    <a:cubicBezTo>
                      <a:pt x="189" y="0"/>
                      <a:pt x="0" y="418"/>
                      <a:pt x="0" y="816"/>
                    </a:cubicBezTo>
                    <a:cubicBezTo>
                      <a:pt x="0" y="1214"/>
                      <a:pt x="377" y="1527"/>
                      <a:pt x="837" y="1527"/>
                    </a:cubicBezTo>
                    <a:cubicBezTo>
                      <a:pt x="1318" y="1527"/>
                      <a:pt x="1674" y="1214"/>
                      <a:pt x="1674" y="816"/>
                    </a:cubicBezTo>
                    <a:cubicBezTo>
                      <a:pt x="1674" y="418"/>
                      <a:pt x="1109" y="0"/>
                      <a:pt x="67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just"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36"/>
              <p:cNvSpPr/>
              <p:nvPr/>
            </p:nvSpPr>
            <p:spPr>
              <a:xfrm>
                <a:off x="7785375" y="4181900"/>
                <a:ext cx="41875" cy="38225"/>
              </a:xfrm>
              <a:custGeom>
                <a:avLst/>
                <a:gdLst/>
                <a:ahLst/>
                <a:cxnLst/>
                <a:rect l="l" t="t" r="r" b="b"/>
                <a:pathLst>
                  <a:path w="1675" h="1529" extrusionOk="0">
                    <a:moveTo>
                      <a:pt x="670" y="1"/>
                    </a:moveTo>
                    <a:cubicBezTo>
                      <a:pt x="189" y="1"/>
                      <a:pt x="1" y="419"/>
                      <a:pt x="1" y="817"/>
                    </a:cubicBezTo>
                    <a:cubicBezTo>
                      <a:pt x="1" y="1214"/>
                      <a:pt x="377" y="1528"/>
                      <a:pt x="838" y="1528"/>
                    </a:cubicBezTo>
                    <a:cubicBezTo>
                      <a:pt x="1319" y="1528"/>
                      <a:pt x="1674" y="1214"/>
                      <a:pt x="1674" y="817"/>
                    </a:cubicBezTo>
                    <a:cubicBezTo>
                      <a:pt x="1674" y="419"/>
                      <a:pt x="1110" y="1"/>
                      <a:pt x="6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just"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36"/>
              <p:cNvSpPr/>
              <p:nvPr/>
            </p:nvSpPr>
            <p:spPr>
              <a:xfrm>
                <a:off x="7750850" y="4023300"/>
                <a:ext cx="31400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1330" extrusionOk="0">
                    <a:moveTo>
                      <a:pt x="667" y="1"/>
                    </a:moveTo>
                    <a:cubicBezTo>
                      <a:pt x="648" y="1"/>
                      <a:pt x="627" y="2"/>
                      <a:pt x="607" y="5"/>
                    </a:cubicBezTo>
                    <a:cubicBezTo>
                      <a:pt x="294" y="26"/>
                      <a:pt x="1" y="528"/>
                      <a:pt x="22" y="863"/>
                    </a:cubicBezTo>
                    <a:cubicBezTo>
                      <a:pt x="40" y="1179"/>
                      <a:pt x="324" y="1330"/>
                      <a:pt x="607" y="1330"/>
                    </a:cubicBezTo>
                    <a:cubicBezTo>
                      <a:pt x="642" y="1330"/>
                      <a:pt x="677" y="1328"/>
                      <a:pt x="712" y="1323"/>
                    </a:cubicBezTo>
                    <a:cubicBezTo>
                      <a:pt x="1026" y="1302"/>
                      <a:pt x="1256" y="988"/>
                      <a:pt x="1235" y="632"/>
                    </a:cubicBezTo>
                    <a:cubicBezTo>
                      <a:pt x="1216" y="280"/>
                      <a:pt x="958" y="1"/>
                      <a:pt x="66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just"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27" name="Google Shape;627;p36"/>
              <p:cNvSpPr/>
              <p:nvPr/>
            </p:nvSpPr>
            <p:spPr>
              <a:xfrm>
                <a:off x="7571950" y="4086600"/>
                <a:ext cx="31925" cy="33650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346" extrusionOk="0">
                    <a:moveTo>
                      <a:pt x="685" y="1"/>
                    </a:moveTo>
                    <a:cubicBezTo>
                      <a:pt x="666" y="1"/>
                      <a:pt x="647" y="2"/>
                      <a:pt x="628" y="5"/>
                    </a:cubicBezTo>
                    <a:cubicBezTo>
                      <a:pt x="315" y="5"/>
                      <a:pt x="1" y="486"/>
                      <a:pt x="43" y="862"/>
                    </a:cubicBezTo>
                    <a:cubicBezTo>
                      <a:pt x="62" y="1213"/>
                      <a:pt x="353" y="1346"/>
                      <a:pt x="646" y="1346"/>
                    </a:cubicBezTo>
                    <a:cubicBezTo>
                      <a:pt x="668" y="1346"/>
                      <a:pt x="690" y="1345"/>
                      <a:pt x="712" y="1344"/>
                    </a:cubicBezTo>
                    <a:cubicBezTo>
                      <a:pt x="1026" y="1302"/>
                      <a:pt x="1277" y="988"/>
                      <a:pt x="1235" y="632"/>
                    </a:cubicBezTo>
                    <a:cubicBezTo>
                      <a:pt x="1216" y="280"/>
                      <a:pt x="958" y="1"/>
                      <a:pt x="68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just"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36"/>
              <p:cNvSpPr/>
              <p:nvPr/>
            </p:nvSpPr>
            <p:spPr>
              <a:xfrm>
                <a:off x="7588175" y="4274975"/>
                <a:ext cx="31400" cy="33600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1344" extrusionOk="0">
                    <a:moveTo>
                      <a:pt x="641" y="1"/>
                    </a:moveTo>
                    <a:cubicBezTo>
                      <a:pt x="630" y="1"/>
                      <a:pt x="618" y="1"/>
                      <a:pt x="607" y="2"/>
                    </a:cubicBezTo>
                    <a:cubicBezTo>
                      <a:pt x="272" y="23"/>
                      <a:pt x="0" y="525"/>
                      <a:pt x="21" y="860"/>
                    </a:cubicBezTo>
                    <a:cubicBezTo>
                      <a:pt x="41" y="1210"/>
                      <a:pt x="350" y="1343"/>
                      <a:pt x="646" y="1343"/>
                    </a:cubicBezTo>
                    <a:cubicBezTo>
                      <a:pt x="668" y="1343"/>
                      <a:pt x="690" y="1343"/>
                      <a:pt x="712" y="1341"/>
                    </a:cubicBezTo>
                    <a:cubicBezTo>
                      <a:pt x="1026" y="1299"/>
                      <a:pt x="1256" y="985"/>
                      <a:pt x="1235" y="630"/>
                    </a:cubicBezTo>
                    <a:cubicBezTo>
                      <a:pt x="1195" y="267"/>
                      <a:pt x="940" y="1"/>
                      <a:pt x="64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just"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36"/>
              <p:cNvSpPr/>
              <p:nvPr/>
            </p:nvSpPr>
            <p:spPr>
              <a:xfrm>
                <a:off x="7529575" y="4035900"/>
                <a:ext cx="36125" cy="33300"/>
              </a:xfrm>
              <a:custGeom>
                <a:avLst/>
                <a:gdLst/>
                <a:ahLst/>
                <a:cxnLst/>
                <a:rect l="l" t="t" r="r" b="b"/>
                <a:pathLst>
                  <a:path w="1445" h="1332" extrusionOk="0">
                    <a:moveTo>
                      <a:pt x="629" y="0"/>
                    </a:moveTo>
                    <a:cubicBezTo>
                      <a:pt x="476" y="0"/>
                      <a:pt x="333" y="58"/>
                      <a:pt x="231" y="170"/>
                    </a:cubicBezTo>
                    <a:cubicBezTo>
                      <a:pt x="1" y="401"/>
                      <a:pt x="147" y="945"/>
                      <a:pt x="419" y="1217"/>
                    </a:cubicBezTo>
                    <a:cubicBezTo>
                      <a:pt x="522" y="1297"/>
                      <a:pt x="627" y="1331"/>
                      <a:pt x="729" y="1331"/>
                    </a:cubicBezTo>
                    <a:cubicBezTo>
                      <a:pt x="919" y="1331"/>
                      <a:pt x="1099" y="1212"/>
                      <a:pt x="1235" y="1049"/>
                    </a:cubicBezTo>
                    <a:cubicBezTo>
                      <a:pt x="1445" y="819"/>
                      <a:pt x="1403" y="421"/>
                      <a:pt x="1110" y="191"/>
                    </a:cubicBezTo>
                    <a:cubicBezTo>
                      <a:pt x="960" y="63"/>
                      <a:pt x="789" y="0"/>
                      <a:pt x="62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just"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30" name="Google Shape;630;p36"/>
              <p:cNvSpPr/>
              <p:nvPr/>
            </p:nvSpPr>
            <p:spPr>
              <a:xfrm>
                <a:off x="7862800" y="4184850"/>
                <a:ext cx="37675" cy="2980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1192" extrusionOk="0">
                    <a:moveTo>
                      <a:pt x="740" y="1"/>
                    </a:moveTo>
                    <a:cubicBezTo>
                      <a:pt x="594" y="1"/>
                      <a:pt x="449" y="31"/>
                      <a:pt x="335" y="92"/>
                    </a:cubicBezTo>
                    <a:cubicBezTo>
                      <a:pt x="0" y="280"/>
                      <a:pt x="21" y="615"/>
                      <a:pt x="189" y="908"/>
                    </a:cubicBezTo>
                    <a:cubicBezTo>
                      <a:pt x="284" y="1085"/>
                      <a:pt x="478" y="1192"/>
                      <a:pt x="694" y="1192"/>
                    </a:cubicBezTo>
                    <a:cubicBezTo>
                      <a:pt x="809" y="1192"/>
                      <a:pt x="930" y="1162"/>
                      <a:pt x="1046" y="1096"/>
                    </a:cubicBezTo>
                    <a:cubicBezTo>
                      <a:pt x="1360" y="908"/>
                      <a:pt x="1507" y="573"/>
                      <a:pt x="1360" y="280"/>
                    </a:cubicBezTo>
                    <a:cubicBezTo>
                      <a:pt x="1254" y="94"/>
                      <a:pt x="995" y="1"/>
                      <a:pt x="74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just"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31" name="Google Shape;631;p36"/>
              <p:cNvSpPr/>
              <p:nvPr/>
            </p:nvSpPr>
            <p:spPr>
              <a:xfrm>
                <a:off x="7922950" y="4184850"/>
                <a:ext cx="37675" cy="2980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1192" extrusionOk="0">
                    <a:moveTo>
                      <a:pt x="750" y="1"/>
                    </a:moveTo>
                    <a:cubicBezTo>
                      <a:pt x="599" y="1"/>
                      <a:pt x="449" y="31"/>
                      <a:pt x="335" y="92"/>
                    </a:cubicBezTo>
                    <a:cubicBezTo>
                      <a:pt x="0" y="280"/>
                      <a:pt x="21" y="615"/>
                      <a:pt x="189" y="908"/>
                    </a:cubicBezTo>
                    <a:cubicBezTo>
                      <a:pt x="284" y="1085"/>
                      <a:pt x="478" y="1192"/>
                      <a:pt x="694" y="1192"/>
                    </a:cubicBezTo>
                    <a:cubicBezTo>
                      <a:pt x="809" y="1192"/>
                      <a:pt x="930" y="1162"/>
                      <a:pt x="1047" y="1096"/>
                    </a:cubicBezTo>
                    <a:cubicBezTo>
                      <a:pt x="1361" y="908"/>
                      <a:pt x="1507" y="573"/>
                      <a:pt x="1361" y="280"/>
                    </a:cubicBezTo>
                    <a:cubicBezTo>
                      <a:pt x="1281" y="94"/>
                      <a:pt x="1014" y="1"/>
                      <a:pt x="75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just"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36"/>
              <p:cNvSpPr/>
              <p:nvPr/>
            </p:nvSpPr>
            <p:spPr>
              <a:xfrm>
                <a:off x="7776475" y="4320850"/>
                <a:ext cx="37700" cy="29800"/>
              </a:xfrm>
              <a:custGeom>
                <a:avLst/>
                <a:gdLst/>
                <a:ahLst/>
                <a:cxnLst/>
                <a:rect l="l" t="t" r="r" b="b"/>
                <a:pathLst>
                  <a:path w="1508" h="1192" extrusionOk="0">
                    <a:moveTo>
                      <a:pt x="740" y="1"/>
                    </a:moveTo>
                    <a:cubicBezTo>
                      <a:pt x="594" y="1"/>
                      <a:pt x="450" y="31"/>
                      <a:pt x="336" y="92"/>
                    </a:cubicBezTo>
                    <a:cubicBezTo>
                      <a:pt x="1" y="280"/>
                      <a:pt x="22" y="615"/>
                      <a:pt x="189" y="908"/>
                    </a:cubicBezTo>
                    <a:cubicBezTo>
                      <a:pt x="285" y="1086"/>
                      <a:pt x="478" y="1192"/>
                      <a:pt x="695" y="1192"/>
                    </a:cubicBezTo>
                    <a:cubicBezTo>
                      <a:pt x="809" y="1192"/>
                      <a:pt x="931" y="1162"/>
                      <a:pt x="1047" y="1096"/>
                    </a:cubicBezTo>
                    <a:cubicBezTo>
                      <a:pt x="1361" y="908"/>
                      <a:pt x="1507" y="573"/>
                      <a:pt x="1361" y="280"/>
                    </a:cubicBezTo>
                    <a:cubicBezTo>
                      <a:pt x="1254" y="94"/>
                      <a:pt x="995" y="1"/>
                      <a:pt x="74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just"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36"/>
              <p:cNvSpPr/>
              <p:nvPr/>
            </p:nvSpPr>
            <p:spPr>
              <a:xfrm>
                <a:off x="7542150" y="4329475"/>
                <a:ext cx="36100" cy="32875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315" extrusionOk="0">
                    <a:moveTo>
                      <a:pt x="717" y="1"/>
                    </a:moveTo>
                    <a:cubicBezTo>
                      <a:pt x="449" y="1"/>
                      <a:pt x="194" y="195"/>
                      <a:pt x="105" y="479"/>
                    </a:cubicBezTo>
                    <a:cubicBezTo>
                      <a:pt x="0" y="835"/>
                      <a:pt x="167" y="1191"/>
                      <a:pt x="460" y="1295"/>
                    </a:cubicBezTo>
                    <a:cubicBezTo>
                      <a:pt x="500" y="1309"/>
                      <a:pt x="542" y="1315"/>
                      <a:pt x="584" y="1315"/>
                    </a:cubicBezTo>
                    <a:cubicBezTo>
                      <a:pt x="880" y="1315"/>
                      <a:pt x="1227" y="1018"/>
                      <a:pt x="1318" y="689"/>
                    </a:cubicBezTo>
                    <a:cubicBezTo>
                      <a:pt x="1444" y="354"/>
                      <a:pt x="1151" y="124"/>
                      <a:pt x="858" y="19"/>
                    </a:cubicBezTo>
                    <a:cubicBezTo>
                      <a:pt x="811" y="7"/>
                      <a:pt x="764" y="1"/>
                      <a:pt x="71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just"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Google Shape;634;p36"/>
              <p:cNvSpPr/>
              <p:nvPr/>
            </p:nvSpPr>
            <p:spPr>
              <a:xfrm>
                <a:off x="7818850" y="4385475"/>
                <a:ext cx="38200" cy="29700"/>
              </a:xfrm>
              <a:custGeom>
                <a:avLst/>
                <a:gdLst/>
                <a:ahLst/>
                <a:cxnLst/>
                <a:rect l="l" t="t" r="r" b="b"/>
                <a:pathLst>
                  <a:path w="1528" h="1188" extrusionOk="0">
                    <a:moveTo>
                      <a:pt x="742" y="1"/>
                    </a:moveTo>
                    <a:cubicBezTo>
                      <a:pt x="595" y="1"/>
                      <a:pt x="449" y="34"/>
                      <a:pt x="335" y="102"/>
                    </a:cubicBezTo>
                    <a:cubicBezTo>
                      <a:pt x="1" y="290"/>
                      <a:pt x="22" y="625"/>
                      <a:pt x="189" y="918"/>
                    </a:cubicBezTo>
                    <a:cubicBezTo>
                      <a:pt x="287" y="1085"/>
                      <a:pt x="487" y="1187"/>
                      <a:pt x="708" y="1187"/>
                    </a:cubicBezTo>
                    <a:cubicBezTo>
                      <a:pt x="819" y="1187"/>
                      <a:pt x="935" y="1162"/>
                      <a:pt x="1047" y="1106"/>
                    </a:cubicBezTo>
                    <a:cubicBezTo>
                      <a:pt x="1361" y="918"/>
                      <a:pt x="1528" y="583"/>
                      <a:pt x="1361" y="290"/>
                    </a:cubicBezTo>
                    <a:cubicBezTo>
                      <a:pt x="1267" y="103"/>
                      <a:pt x="1003" y="1"/>
                      <a:pt x="74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just"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35" name="Google Shape;635;p36"/>
              <p:cNvSpPr/>
              <p:nvPr/>
            </p:nvSpPr>
            <p:spPr>
              <a:xfrm>
                <a:off x="7757325" y="3969975"/>
                <a:ext cx="37675" cy="2980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1192" extrusionOk="0">
                    <a:moveTo>
                      <a:pt x="750" y="1"/>
                    </a:moveTo>
                    <a:cubicBezTo>
                      <a:pt x="599" y="1"/>
                      <a:pt x="449" y="31"/>
                      <a:pt x="335" y="92"/>
                    </a:cubicBezTo>
                    <a:cubicBezTo>
                      <a:pt x="0" y="280"/>
                      <a:pt x="21" y="615"/>
                      <a:pt x="189" y="908"/>
                    </a:cubicBezTo>
                    <a:cubicBezTo>
                      <a:pt x="284" y="1085"/>
                      <a:pt x="478" y="1192"/>
                      <a:pt x="694" y="1192"/>
                    </a:cubicBezTo>
                    <a:cubicBezTo>
                      <a:pt x="809" y="1192"/>
                      <a:pt x="930" y="1162"/>
                      <a:pt x="1047" y="1096"/>
                    </a:cubicBezTo>
                    <a:cubicBezTo>
                      <a:pt x="1361" y="908"/>
                      <a:pt x="1507" y="573"/>
                      <a:pt x="1361" y="280"/>
                    </a:cubicBezTo>
                    <a:cubicBezTo>
                      <a:pt x="1281" y="94"/>
                      <a:pt x="1014" y="1"/>
                      <a:pt x="75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just"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36" name="Google Shape;636;p36"/>
            <p:cNvGrpSpPr/>
            <p:nvPr/>
          </p:nvGrpSpPr>
          <p:grpSpPr>
            <a:xfrm flipH="1">
              <a:off x="8078534" y="3660436"/>
              <a:ext cx="355967" cy="351923"/>
              <a:chOff x="7489325" y="3917200"/>
              <a:chExt cx="552400" cy="546125"/>
            </a:xfrm>
          </p:grpSpPr>
          <p:sp>
            <p:nvSpPr>
              <p:cNvPr id="637" name="Google Shape;637;p36"/>
              <p:cNvSpPr/>
              <p:nvPr/>
            </p:nvSpPr>
            <p:spPr>
              <a:xfrm>
                <a:off x="7489325" y="3917200"/>
                <a:ext cx="552400" cy="546125"/>
              </a:xfrm>
              <a:custGeom>
                <a:avLst/>
                <a:gdLst/>
                <a:ahLst/>
                <a:cxnLst/>
                <a:rect l="l" t="t" r="r" b="b"/>
                <a:pathLst>
                  <a:path w="22096" h="21845" extrusionOk="0">
                    <a:moveTo>
                      <a:pt x="12326" y="1"/>
                    </a:moveTo>
                    <a:cubicBezTo>
                      <a:pt x="11963" y="1"/>
                      <a:pt x="11321" y="908"/>
                      <a:pt x="10273" y="3265"/>
                    </a:cubicBezTo>
                    <a:lnTo>
                      <a:pt x="7700" y="8162"/>
                    </a:lnTo>
                    <a:cubicBezTo>
                      <a:pt x="7700" y="8162"/>
                      <a:pt x="5565" y="7136"/>
                      <a:pt x="3201" y="4688"/>
                    </a:cubicBezTo>
                    <a:cubicBezTo>
                      <a:pt x="2654" y="4131"/>
                      <a:pt x="1646" y="3464"/>
                      <a:pt x="1050" y="3464"/>
                    </a:cubicBezTo>
                    <a:cubicBezTo>
                      <a:pt x="393" y="3464"/>
                      <a:pt x="234" y="4273"/>
                      <a:pt x="1736" y="6927"/>
                    </a:cubicBezTo>
                    <a:cubicBezTo>
                      <a:pt x="4143" y="11195"/>
                      <a:pt x="4812" y="11677"/>
                      <a:pt x="4812" y="11677"/>
                    </a:cubicBezTo>
                    <a:cubicBezTo>
                      <a:pt x="4812" y="11677"/>
                      <a:pt x="1967" y="15464"/>
                      <a:pt x="607" y="18289"/>
                    </a:cubicBezTo>
                    <a:cubicBezTo>
                      <a:pt x="0" y="19548"/>
                      <a:pt x="88" y="20063"/>
                      <a:pt x="623" y="20063"/>
                    </a:cubicBezTo>
                    <a:cubicBezTo>
                      <a:pt x="1288" y="20063"/>
                      <a:pt x="2641" y="19269"/>
                      <a:pt x="4205" y="18121"/>
                    </a:cubicBezTo>
                    <a:cubicBezTo>
                      <a:pt x="7030" y="16071"/>
                      <a:pt x="7616" y="14564"/>
                      <a:pt x="8348" y="14083"/>
                    </a:cubicBezTo>
                    <a:cubicBezTo>
                      <a:pt x="8348" y="14083"/>
                      <a:pt x="10524" y="18707"/>
                      <a:pt x="13809" y="21092"/>
                    </a:cubicBezTo>
                    <a:cubicBezTo>
                      <a:pt x="14556" y="21626"/>
                      <a:pt x="15068" y="21844"/>
                      <a:pt x="15398" y="21844"/>
                    </a:cubicBezTo>
                    <a:cubicBezTo>
                      <a:pt x="16528" y="21844"/>
                      <a:pt x="15520" y="19283"/>
                      <a:pt x="14500" y="18100"/>
                    </a:cubicBezTo>
                    <a:cubicBezTo>
                      <a:pt x="13161" y="16552"/>
                      <a:pt x="12952" y="13581"/>
                      <a:pt x="12952" y="13581"/>
                    </a:cubicBezTo>
                    <a:cubicBezTo>
                      <a:pt x="12952" y="13581"/>
                      <a:pt x="22095" y="12535"/>
                      <a:pt x="20066" y="10944"/>
                    </a:cubicBezTo>
                    <a:cubicBezTo>
                      <a:pt x="19250" y="10317"/>
                      <a:pt x="18120" y="10003"/>
                      <a:pt x="15651" y="9898"/>
                    </a:cubicBezTo>
                    <a:cubicBezTo>
                      <a:pt x="13391" y="9794"/>
                      <a:pt x="11989" y="9333"/>
                      <a:pt x="11989" y="9333"/>
                    </a:cubicBezTo>
                    <a:cubicBezTo>
                      <a:pt x="11989" y="9333"/>
                      <a:pt x="12240" y="6864"/>
                      <a:pt x="12596" y="3475"/>
                    </a:cubicBezTo>
                    <a:cubicBezTo>
                      <a:pt x="12798" y="1572"/>
                      <a:pt x="12804" y="1"/>
                      <a:pt x="123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just"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p36"/>
              <p:cNvSpPr/>
              <p:nvPr/>
            </p:nvSpPr>
            <p:spPr>
              <a:xfrm>
                <a:off x="7679725" y="4150000"/>
                <a:ext cx="74300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972" h="2700" extrusionOk="0">
                    <a:moveTo>
                      <a:pt x="1130" y="0"/>
                    </a:moveTo>
                    <a:cubicBezTo>
                      <a:pt x="314" y="0"/>
                      <a:pt x="0" y="733"/>
                      <a:pt x="0" y="1444"/>
                    </a:cubicBezTo>
                    <a:cubicBezTo>
                      <a:pt x="0" y="2114"/>
                      <a:pt x="649" y="2699"/>
                      <a:pt x="1486" y="2699"/>
                    </a:cubicBezTo>
                    <a:cubicBezTo>
                      <a:pt x="2323" y="2699"/>
                      <a:pt x="2971" y="2155"/>
                      <a:pt x="2971" y="1444"/>
                    </a:cubicBezTo>
                    <a:cubicBezTo>
                      <a:pt x="2971" y="754"/>
                      <a:pt x="1925" y="0"/>
                      <a:pt x="113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just"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39" name="Google Shape;639;p36"/>
              <p:cNvSpPr/>
              <p:nvPr/>
            </p:nvSpPr>
            <p:spPr>
              <a:xfrm>
                <a:off x="7727825" y="4084600"/>
                <a:ext cx="41875" cy="38225"/>
              </a:xfrm>
              <a:custGeom>
                <a:avLst/>
                <a:gdLst/>
                <a:ahLst/>
                <a:cxnLst/>
                <a:rect l="l" t="t" r="r" b="b"/>
                <a:pathLst>
                  <a:path w="1675" h="1529" extrusionOk="0">
                    <a:moveTo>
                      <a:pt x="671" y="1"/>
                    </a:moveTo>
                    <a:cubicBezTo>
                      <a:pt x="189" y="1"/>
                      <a:pt x="1" y="419"/>
                      <a:pt x="1" y="817"/>
                    </a:cubicBezTo>
                    <a:cubicBezTo>
                      <a:pt x="1" y="1214"/>
                      <a:pt x="378" y="1528"/>
                      <a:pt x="838" y="1528"/>
                    </a:cubicBezTo>
                    <a:cubicBezTo>
                      <a:pt x="1319" y="1528"/>
                      <a:pt x="1675" y="1214"/>
                      <a:pt x="1675" y="817"/>
                    </a:cubicBezTo>
                    <a:cubicBezTo>
                      <a:pt x="1675" y="419"/>
                      <a:pt x="1110" y="1"/>
                      <a:pt x="67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just"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36"/>
              <p:cNvSpPr/>
              <p:nvPr/>
            </p:nvSpPr>
            <p:spPr>
              <a:xfrm>
                <a:off x="7632625" y="4222175"/>
                <a:ext cx="41875" cy="37700"/>
              </a:xfrm>
              <a:custGeom>
                <a:avLst/>
                <a:gdLst/>
                <a:ahLst/>
                <a:cxnLst/>
                <a:rect l="l" t="t" r="r" b="b"/>
                <a:pathLst>
                  <a:path w="1675" h="1508" extrusionOk="0">
                    <a:moveTo>
                      <a:pt x="650" y="1"/>
                    </a:moveTo>
                    <a:cubicBezTo>
                      <a:pt x="189" y="1"/>
                      <a:pt x="1" y="419"/>
                      <a:pt x="1" y="796"/>
                    </a:cubicBezTo>
                    <a:cubicBezTo>
                      <a:pt x="1" y="1193"/>
                      <a:pt x="357" y="1507"/>
                      <a:pt x="838" y="1507"/>
                    </a:cubicBezTo>
                    <a:cubicBezTo>
                      <a:pt x="1298" y="1507"/>
                      <a:pt x="1675" y="1193"/>
                      <a:pt x="1675" y="796"/>
                    </a:cubicBezTo>
                    <a:cubicBezTo>
                      <a:pt x="1675" y="419"/>
                      <a:pt x="1131" y="1"/>
                      <a:pt x="65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just"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36"/>
              <p:cNvSpPr/>
              <p:nvPr/>
            </p:nvSpPr>
            <p:spPr>
              <a:xfrm>
                <a:off x="7606475" y="4132450"/>
                <a:ext cx="47625" cy="38325"/>
              </a:xfrm>
              <a:custGeom>
                <a:avLst/>
                <a:gdLst/>
                <a:ahLst/>
                <a:cxnLst/>
                <a:rect l="l" t="t" r="r" b="b"/>
                <a:pathLst>
                  <a:path w="1905" h="1533" extrusionOk="0">
                    <a:moveTo>
                      <a:pt x="1126" y="1"/>
                    </a:moveTo>
                    <a:cubicBezTo>
                      <a:pt x="833" y="1"/>
                      <a:pt x="502" y="108"/>
                      <a:pt x="315" y="284"/>
                    </a:cubicBezTo>
                    <a:cubicBezTo>
                      <a:pt x="1" y="619"/>
                      <a:pt x="147" y="1037"/>
                      <a:pt x="440" y="1330"/>
                    </a:cubicBezTo>
                    <a:cubicBezTo>
                      <a:pt x="575" y="1465"/>
                      <a:pt x="745" y="1533"/>
                      <a:pt x="924" y="1533"/>
                    </a:cubicBezTo>
                    <a:cubicBezTo>
                      <a:pt x="1134" y="1533"/>
                      <a:pt x="1357" y="1439"/>
                      <a:pt x="1549" y="1246"/>
                    </a:cubicBezTo>
                    <a:cubicBezTo>
                      <a:pt x="1863" y="932"/>
                      <a:pt x="1905" y="451"/>
                      <a:pt x="1612" y="158"/>
                    </a:cubicBezTo>
                    <a:cubicBezTo>
                      <a:pt x="1503" y="49"/>
                      <a:pt x="1323" y="1"/>
                      <a:pt x="112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just"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36"/>
              <p:cNvSpPr/>
              <p:nvPr/>
            </p:nvSpPr>
            <p:spPr>
              <a:xfrm>
                <a:off x="7746150" y="4254625"/>
                <a:ext cx="41875" cy="38200"/>
              </a:xfrm>
              <a:custGeom>
                <a:avLst/>
                <a:gdLst/>
                <a:ahLst/>
                <a:cxnLst/>
                <a:rect l="l" t="t" r="r" b="b"/>
                <a:pathLst>
                  <a:path w="1675" h="1528" extrusionOk="0">
                    <a:moveTo>
                      <a:pt x="670" y="0"/>
                    </a:moveTo>
                    <a:cubicBezTo>
                      <a:pt x="189" y="0"/>
                      <a:pt x="0" y="418"/>
                      <a:pt x="0" y="816"/>
                    </a:cubicBezTo>
                    <a:cubicBezTo>
                      <a:pt x="0" y="1214"/>
                      <a:pt x="377" y="1527"/>
                      <a:pt x="837" y="1527"/>
                    </a:cubicBezTo>
                    <a:cubicBezTo>
                      <a:pt x="1318" y="1527"/>
                      <a:pt x="1674" y="1214"/>
                      <a:pt x="1674" y="816"/>
                    </a:cubicBezTo>
                    <a:cubicBezTo>
                      <a:pt x="1674" y="418"/>
                      <a:pt x="1109" y="0"/>
                      <a:pt x="67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just"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36"/>
              <p:cNvSpPr/>
              <p:nvPr/>
            </p:nvSpPr>
            <p:spPr>
              <a:xfrm>
                <a:off x="7785375" y="4181900"/>
                <a:ext cx="41875" cy="38225"/>
              </a:xfrm>
              <a:custGeom>
                <a:avLst/>
                <a:gdLst/>
                <a:ahLst/>
                <a:cxnLst/>
                <a:rect l="l" t="t" r="r" b="b"/>
                <a:pathLst>
                  <a:path w="1675" h="1529" extrusionOk="0">
                    <a:moveTo>
                      <a:pt x="670" y="1"/>
                    </a:moveTo>
                    <a:cubicBezTo>
                      <a:pt x="189" y="1"/>
                      <a:pt x="1" y="419"/>
                      <a:pt x="1" y="817"/>
                    </a:cubicBezTo>
                    <a:cubicBezTo>
                      <a:pt x="1" y="1214"/>
                      <a:pt x="377" y="1528"/>
                      <a:pt x="838" y="1528"/>
                    </a:cubicBezTo>
                    <a:cubicBezTo>
                      <a:pt x="1319" y="1528"/>
                      <a:pt x="1674" y="1214"/>
                      <a:pt x="1674" y="817"/>
                    </a:cubicBezTo>
                    <a:cubicBezTo>
                      <a:pt x="1674" y="419"/>
                      <a:pt x="1110" y="1"/>
                      <a:pt x="6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just"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44" name="Google Shape;644;p36"/>
              <p:cNvSpPr/>
              <p:nvPr/>
            </p:nvSpPr>
            <p:spPr>
              <a:xfrm>
                <a:off x="7750850" y="4023300"/>
                <a:ext cx="31400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1330" extrusionOk="0">
                    <a:moveTo>
                      <a:pt x="667" y="1"/>
                    </a:moveTo>
                    <a:cubicBezTo>
                      <a:pt x="648" y="1"/>
                      <a:pt x="627" y="2"/>
                      <a:pt x="607" y="5"/>
                    </a:cubicBezTo>
                    <a:cubicBezTo>
                      <a:pt x="294" y="26"/>
                      <a:pt x="1" y="528"/>
                      <a:pt x="22" y="863"/>
                    </a:cubicBezTo>
                    <a:cubicBezTo>
                      <a:pt x="40" y="1179"/>
                      <a:pt x="324" y="1330"/>
                      <a:pt x="607" y="1330"/>
                    </a:cubicBezTo>
                    <a:cubicBezTo>
                      <a:pt x="642" y="1330"/>
                      <a:pt x="677" y="1328"/>
                      <a:pt x="712" y="1323"/>
                    </a:cubicBezTo>
                    <a:cubicBezTo>
                      <a:pt x="1026" y="1302"/>
                      <a:pt x="1256" y="988"/>
                      <a:pt x="1235" y="632"/>
                    </a:cubicBezTo>
                    <a:cubicBezTo>
                      <a:pt x="1216" y="280"/>
                      <a:pt x="958" y="1"/>
                      <a:pt x="66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just"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45" name="Google Shape;645;p36"/>
              <p:cNvSpPr/>
              <p:nvPr/>
            </p:nvSpPr>
            <p:spPr>
              <a:xfrm>
                <a:off x="7571950" y="4086600"/>
                <a:ext cx="31925" cy="33650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346" extrusionOk="0">
                    <a:moveTo>
                      <a:pt x="685" y="1"/>
                    </a:moveTo>
                    <a:cubicBezTo>
                      <a:pt x="666" y="1"/>
                      <a:pt x="647" y="2"/>
                      <a:pt x="628" y="5"/>
                    </a:cubicBezTo>
                    <a:cubicBezTo>
                      <a:pt x="315" y="5"/>
                      <a:pt x="1" y="486"/>
                      <a:pt x="43" y="862"/>
                    </a:cubicBezTo>
                    <a:cubicBezTo>
                      <a:pt x="62" y="1213"/>
                      <a:pt x="353" y="1346"/>
                      <a:pt x="646" y="1346"/>
                    </a:cubicBezTo>
                    <a:cubicBezTo>
                      <a:pt x="668" y="1346"/>
                      <a:pt x="690" y="1345"/>
                      <a:pt x="712" y="1344"/>
                    </a:cubicBezTo>
                    <a:cubicBezTo>
                      <a:pt x="1026" y="1302"/>
                      <a:pt x="1277" y="988"/>
                      <a:pt x="1235" y="632"/>
                    </a:cubicBezTo>
                    <a:cubicBezTo>
                      <a:pt x="1216" y="280"/>
                      <a:pt x="958" y="1"/>
                      <a:pt x="68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just"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46" name="Google Shape;646;p36"/>
              <p:cNvSpPr/>
              <p:nvPr/>
            </p:nvSpPr>
            <p:spPr>
              <a:xfrm>
                <a:off x="7588175" y="4274975"/>
                <a:ext cx="31400" cy="33600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1344" extrusionOk="0">
                    <a:moveTo>
                      <a:pt x="641" y="1"/>
                    </a:moveTo>
                    <a:cubicBezTo>
                      <a:pt x="630" y="1"/>
                      <a:pt x="618" y="1"/>
                      <a:pt x="607" y="2"/>
                    </a:cubicBezTo>
                    <a:cubicBezTo>
                      <a:pt x="272" y="23"/>
                      <a:pt x="0" y="525"/>
                      <a:pt x="21" y="860"/>
                    </a:cubicBezTo>
                    <a:cubicBezTo>
                      <a:pt x="41" y="1210"/>
                      <a:pt x="350" y="1343"/>
                      <a:pt x="646" y="1343"/>
                    </a:cubicBezTo>
                    <a:cubicBezTo>
                      <a:pt x="668" y="1343"/>
                      <a:pt x="690" y="1343"/>
                      <a:pt x="712" y="1341"/>
                    </a:cubicBezTo>
                    <a:cubicBezTo>
                      <a:pt x="1026" y="1299"/>
                      <a:pt x="1256" y="985"/>
                      <a:pt x="1235" y="630"/>
                    </a:cubicBezTo>
                    <a:cubicBezTo>
                      <a:pt x="1195" y="267"/>
                      <a:pt x="940" y="1"/>
                      <a:pt x="64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just"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47" name="Google Shape;647;p36"/>
              <p:cNvSpPr/>
              <p:nvPr/>
            </p:nvSpPr>
            <p:spPr>
              <a:xfrm>
                <a:off x="7529575" y="4035900"/>
                <a:ext cx="36125" cy="33300"/>
              </a:xfrm>
              <a:custGeom>
                <a:avLst/>
                <a:gdLst/>
                <a:ahLst/>
                <a:cxnLst/>
                <a:rect l="l" t="t" r="r" b="b"/>
                <a:pathLst>
                  <a:path w="1445" h="1332" extrusionOk="0">
                    <a:moveTo>
                      <a:pt x="629" y="0"/>
                    </a:moveTo>
                    <a:cubicBezTo>
                      <a:pt x="476" y="0"/>
                      <a:pt x="333" y="58"/>
                      <a:pt x="231" y="170"/>
                    </a:cubicBezTo>
                    <a:cubicBezTo>
                      <a:pt x="1" y="401"/>
                      <a:pt x="147" y="945"/>
                      <a:pt x="419" y="1217"/>
                    </a:cubicBezTo>
                    <a:cubicBezTo>
                      <a:pt x="522" y="1297"/>
                      <a:pt x="627" y="1331"/>
                      <a:pt x="729" y="1331"/>
                    </a:cubicBezTo>
                    <a:cubicBezTo>
                      <a:pt x="919" y="1331"/>
                      <a:pt x="1099" y="1212"/>
                      <a:pt x="1235" y="1049"/>
                    </a:cubicBezTo>
                    <a:cubicBezTo>
                      <a:pt x="1445" y="819"/>
                      <a:pt x="1403" y="421"/>
                      <a:pt x="1110" y="191"/>
                    </a:cubicBezTo>
                    <a:cubicBezTo>
                      <a:pt x="960" y="63"/>
                      <a:pt x="789" y="0"/>
                      <a:pt x="62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just"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36"/>
              <p:cNvSpPr/>
              <p:nvPr/>
            </p:nvSpPr>
            <p:spPr>
              <a:xfrm>
                <a:off x="7862800" y="4184850"/>
                <a:ext cx="37675" cy="2980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1192" extrusionOk="0">
                    <a:moveTo>
                      <a:pt x="740" y="1"/>
                    </a:moveTo>
                    <a:cubicBezTo>
                      <a:pt x="594" y="1"/>
                      <a:pt x="449" y="31"/>
                      <a:pt x="335" y="92"/>
                    </a:cubicBezTo>
                    <a:cubicBezTo>
                      <a:pt x="0" y="280"/>
                      <a:pt x="21" y="615"/>
                      <a:pt x="189" y="908"/>
                    </a:cubicBezTo>
                    <a:cubicBezTo>
                      <a:pt x="284" y="1085"/>
                      <a:pt x="478" y="1192"/>
                      <a:pt x="694" y="1192"/>
                    </a:cubicBezTo>
                    <a:cubicBezTo>
                      <a:pt x="809" y="1192"/>
                      <a:pt x="930" y="1162"/>
                      <a:pt x="1046" y="1096"/>
                    </a:cubicBezTo>
                    <a:cubicBezTo>
                      <a:pt x="1360" y="908"/>
                      <a:pt x="1507" y="573"/>
                      <a:pt x="1360" y="280"/>
                    </a:cubicBezTo>
                    <a:cubicBezTo>
                      <a:pt x="1254" y="94"/>
                      <a:pt x="995" y="1"/>
                      <a:pt x="74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just"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36"/>
              <p:cNvSpPr/>
              <p:nvPr/>
            </p:nvSpPr>
            <p:spPr>
              <a:xfrm>
                <a:off x="7922950" y="4184850"/>
                <a:ext cx="37675" cy="2980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1192" extrusionOk="0">
                    <a:moveTo>
                      <a:pt x="750" y="1"/>
                    </a:moveTo>
                    <a:cubicBezTo>
                      <a:pt x="599" y="1"/>
                      <a:pt x="449" y="31"/>
                      <a:pt x="335" y="92"/>
                    </a:cubicBezTo>
                    <a:cubicBezTo>
                      <a:pt x="0" y="280"/>
                      <a:pt x="21" y="615"/>
                      <a:pt x="189" y="908"/>
                    </a:cubicBezTo>
                    <a:cubicBezTo>
                      <a:pt x="284" y="1085"/>
                      <a:pt x="478" y="1192"/>
                      <a:pt x="694" y="1192"/>
                    </a:cubicBezTo>
                    <a:cubicBezTo>
                      <a:pt x="809" y="1192"/>
                      <a:pt x="930" y="1162"/>
                      <a:pt x="1047" y="1096"/>
                    </a:cubicBezTo>
                    <a:cubicBezTo>
                      <a:pt x="1361" y="908"/>
                      <a:pt x="1507" y="573"/>
                      <a:pt x="1361" y="280"/>
                    </a:cubicBezTo>
                    <a:cubicBezTo>
                      <a:pt x="1281" y="94"/>
                      <a:pt x="1014" y="1"/>
                      <a:pt x="75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just"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36"/>
              <p:cNvSpPr/>
              <p:nvPr/>
            </p:nvSpPr>
            <p:spPr>
              <a:xfrm>
                <a:off x="7776475" y="4320850"/>
                <a:ext cx="37700" cy="29800"/>
              </a:xfrm>
              <a:custGeom>
                <a:avLst/>
                <a:gdLst/>
                <a:ahLst/>
                <a:cxnLst/>
                <a:rect l="l" t="t" r="r" b="b"/>
                <a:pathLst>
                  <a:path w="1508" h="1192" extrusionOk="0">
                    <a:moveTo>
                      <a:pt x="740" y="1"/>
                    </a:moveTo>
                    <a:cubicBezTo>
                      <a:pt x="594" y="1"/>
                      <a:pt x="450" y="31"/>
                      <a:pt x="336" y="92"/>
                    </a:cubicBezTo>
                    <a:cubicBezTo>
                      <a:pt x="1" y="280"/>
                      <a:pt x="22" y="615"/>
                      <a:pt x="189" y="908"/>
                    </a:cubicBezTo>
                    <a:cubicBezTo>
                      <a:pt x="285" y="1086"/>
                      <a:pt x="478" y="1192"/>
                      <a:pt x="695" y="1192"/>
                    </a:cubicBezTo>
                    <a:cubicBezTo>
                      <a:pt x="809" y="1192"/>
                      <a:pt x="931" y="1162"/>
                      <a:pt x="1047" y="1096"/>
                    </a:cubicBezTo>
                    <a:cubicBezTo>
                      <a:pt x="1361" y="908"/>
                      <a:pt x="1507" y="573"/>
                      <a:pt x="1361" y="280"/>
                    </a:cubicBezTo>
                    <a:cubicBezTo>
                      <a:pt x="1254" y="94"/>
                      <a:pt x="995" y="1"/>
                      <a:pt x="74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just"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51" name="Google Shape;651;p36"/>
              <p:cNvSpPr/>
              <p:nvPr/>
            </p:nvSpPr>
            <p:spPr>
              <a:xfrm>
                <a:off x="7542150" y="4329475"/>
                <a:ext cx="36100" cy="32875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315" extrusionOk="0">
                    <a:moveTo>
                      <a:pt x="717" y="1"/>
                    </a:moveTo>
                    <a:cubicBezTo>
                      <a:pt x="449" y="1"/>
                      <a:pt x="194" y="195"/>
                      <a:pt x="105" y="479"/>
                    </a:cubicBezTo>
                    <a:cubicBezTo>
                      <a:pt x="0" y="835"/>
                      <a:pt x="167" y="1191"/>
                      <a:pt x="460" y="1295"/>
                    </a:cubicBezTo>
                    <a:cubicBezTo>
                      <a:pt x="500" y="1309"/>
                      <a:pt x="542" y="1315"/>
                      <a:pt x="584" y="1315"/>
                    </a:cubicBezTo>
                    <a:cubicBezTo>
                      <a:pt x="880" y="1315"/>
                      <a:pt x="1227" y="1018"/>
                      <a:pt x="1318" y="689"/>
                    </a:cubicBezTo>
                    <a:cubicBezTo>
                      <a:pt x="1444" y="354"/>
                      <a:pt x="1151" y="124"/>
                      <a:pt x="858" y="19"/>
                    </a:cubicBezTo>
                    <a:cubicBezTo>
                      <a:pt x="811" y="7"/>
                      <a:pt x="764" y="1"/>
                      <a:pt x="71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just"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36"/>
              <p:cNvSpPr/>
              <p:nvPr/>
            </p:nvSpPr>
            <p:spPr>
              <a:xfrm>
                <a:off x="7818850" y="4385475"/>
                <a:ext cx="38200" cy="29700"/>
              </a:xfrm>
              <a:custGeom>
                <a:avLst/>
                <a:gdLst/>
                <a:ahLst/>
                <a:cxnLst/>
                <a:rect l="l" t="t" r="r" b="b"/>
                <a:pathLst>
                  <a:path w="1528" h="1188" extrusionOk="0">
                    <a:moveTo>
                      <a:pt x="742" y="1"/>
                    </a:moveTo>
                    <a:cubicBezTo>
                      <a:pt x="595" y="1"/>
                      <a:pt x="449" y="34"/>
                      <a:pt x="335" y="102"/>
                    </a:cubicBezTo>
                    <a:cubicBezTo>
                      <a:pt x="1" y="290"/>
                      <a:pt x="22" y="625"/>
                      <a:pt x="189" y="918"/>
                    </a:cubicBezTo>
                    <a:cubicBezTo>
                      <a:pt x="287" y="1085"/>
                      <a:pt x="487" y="1187"/>
                      <a:pt x="708" y="1187"/>
                    </a:cubicBezTo>
                    <a:cubicBezTo>
                      <a:pt x="819" y="1187"/>
                      <a:pt x="935" y="1162"/>
                      <a:pt x="1047" y="1106"/>
                    </a:cubicBezTo>
                    <a:cubicBezTo>
                      <a:pt x="1361" y="918"/>
                      <a:pt x="1528" y="583"/>
                      <a:pt x="1361" y="290"/>
                    </a:cubicBezTo>
                    <a:cubicBezTo>
                      <a:pt x="1267" y="103"/>
                      <a:pt x="1003" y="1"/>
                      <a:pt x="74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just"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53" name="Google Shape;653;p36"/>
              <p:cNvSpPr/>
              <p:nvPr/>
            </p:nvSpPr>
            <p:spPr>
              <a:xfrm>
                <a:off x="7757325" y="3969975"/>
                <a:ext cx="37675" cy="2980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1192" extrusionOk="0">
                    <a:moveTo>
                      <a:pt x="750" y="1"/>
                    </a:moveTo>
                    <a:cubicBezTo>
                      <a:pt x="599" y="1"/>
                      <a:pt x="449" y="31"/>
                      <a:pt x="335" y="92"/>
                    </a:cubicBezTo>
                    <a:cubicBezTo>
                      <a:pt x="0" y="280"/>
                      <a:pt x="21" y="615"/>
                      <a:pt x="189" y="908"/>
                    </a:cubicBezTo>
                    <a:cubicBezTo>
                      <a:pt x="284" y="1085"/>
                      <a:pt x="478" y="1192"/>
                      <a:pt x="694" y="1192"/>
                    </a:cubicBezTo>
                    <a:cubicBezTo>
                      <a:pt x="809" y="1192"/>
                      <a:pt x="930" y="1162"/>
                      <a:pt x="1047" y="1096"/>
                    </a:cubicBezTo>
                    <a:cubicBezTo>
                      <a:pt x="1361" y="908"/>
                      <a:pt x="1507" y="573"/>
                      <a:pt x="1361" y="280"/>
                    </a:cubicBezTo>
                    <a:cubicBezTo>
                      <a:pt x="1281" y="94"/>
                      <a:pt x="1014" y="1"/>
                      <a:pt x="75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just"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283084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38"/>
          <p:cNvSpPr txBox="1">
            <a:spLocks noGrp="1"/>
          </p:cNvSpPr>
          <p:nvPr>
            <p:ph type="subTitle" idx="14"/>
          </p:nvPr>
        </p:nvSpPr>
        <p:spPr>
          <a:xfrm>
            <a:off x="15876500" y="11483653"/>
            <a:ext cx="1236940" cy="321595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dirty="0" smtClean="0"/>
              <a:t>(Fisheries Ship)</a:t>
            </a:r>
            <a:endParaRPr dirty="0"/>
          </a:p>
        </p:txBody>
      </p:sp>
      <p:pic>
        <p:nvPicPr>
          <p:cNvPr id="1036" name="Picture 12" descr="Bagian - Bagian Kapal Perikanan dan Sebutan Ukuran Kapal - Alam Ika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6532" y="3662704"/>
            <a:ext cx="2699333" cy="166461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ara Pesan Tiket Kapal Ferry Secara Online Halaman all - Kompas.com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800" y="3616035"/>
            <a:ext cx="2740401" cy="189727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Kapal tunda - Wikipedia bahasa Indonesia, ensiklopedia beba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933" y="3616035"/>
            <a:ext cx="2970600" cy="141387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elni Cuma Operasikan 16 Kapal Penumpang - Ekonomi Bisnis.com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6533" y="1066069"/>
            <a:ext cx="2740400" cy="168810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apal – Kapal Tangki Minyak | Oil Tankers |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800" y="1066070"/>
            <a:ext cx="2740400" cy="190604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ua Kapal Kargo Didatangkan Pelni Tahun Ini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5067" y="1066068"/>
            <a:ext cx="2740400" cy="179707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3" name="Google Shape;683;p38"/>
          <p:cNvSpPr txBox="1">
            <a:spLocks noGrp="1"/>
          </p:cNvSpPr>
          <p:nvPr>
            <p:ph type="title" idx="15"/>
          </p:nvPr>
        </p:nvSpPr>
        <p:spPr>
          <a:xfrm>
            <a:off x="1084867" y="160315"/>
            <a:ext cx="10300000" cy="596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 smtClean="0"/>
              <a:t>Jenis – Jenis Kapal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684" name="Google Shape;684;p38"/>
          <p:cNvSpPr txBox="1">
            <a:spLocks noGrp="1"/>
          </p:cNvSpPr>
          <p:nvPr>
            <p:ph type="title"/>
          </p:nvPr>
        </p:nvSpPr>
        <p:spPr>
          <a:xfrm>
            <a:off x="1315067" y="2477027"/>
            <a:ext cx="2740400" cy="596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dirty="0" err="1">
                <a:latin typeface="Tw Cen MT" panose="020B0602020104020603" pitchFamily="34" charset="0"/>
              </a:rPr>
              <a:t>Kapal</a:t>
            </a:r>
            <a:r>
              <a:rPr lang="en-US" dirty="0">
                <a:latin typeface="Tw Cen MT" panose="020B0602020104020603" pitchFamily="34" charset="0"/>
              </a:rPr>
              <a:t> </a:t>
            </a:r>
            <a:r>
              <a:rPr lang="en-US" dirty="0" err="1" smtClean="0">
                <a:latin typeface="Tw Cen MT" panose="020B0602020104020603" pitchFamily="34" charset="0"/>
              </a:rPr>
              <a:t>Kargo</a:t>
            </a:r>
            <a:endParaRPr dirty="0">
              <a:latin typeface="Tw Cen MT" panose="020B0602020104020603" pitchFamily="34" charset="0"/>
            </a:endParaRPr>
          </a:p>
        </p:txBody>
      </p:sp>
      <p:sp>
        <p:nvSpPr>
          <p:cNvPr id="685" name="Google Shape;685;p38"/>
          <p:cNvSpPr txBox="1">
            <a:spLocks noGrp="1"/>
          </p:cNvSpPr>
          <p:nvPr>
            <p:ph type="subTitle" idx="1"/>
          </p:nvPr>
        </p:nvSpPr>
        <p:spPr>
          <a:xfrm>
            <a:off x="1084867" y="3091089"/>
            <a:ext cx="3200800" cy="83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dirty="0" smtClean="0">
                <a:latin typeface="Tw Cen MT" panose="020B0602020104020603" pitchFamily="34" charset="0"/>
              </a:rPr>
              <a:t>(Cargo Ship)</a:t>
            </a:r>
            <a:endParaRPr dirty="0">
              <a:latin typeface="Tw Cen MT" panose="020B0602020104020603" pitchFamily="34" charset="0"/>
            </a:endParaRPr>
          </a:p>
        </p:txBody>
      </p:sp>
      <p:sp>
        <p:nvSpPr>
          <p:cNvPr id="686" name="Google Shape;686;p38"/>
          <p:cNvSpPr txBox="1">
            <a:spLocks noGrp="1"/>
          </p:cNvSpPr>
          <p:nvPr>
            <p:ph type="title" idx="2"/>
          </p:nvPr>
        </p:nvSpPr>
        <p:spPr>
          <a:xfrm>
            <a:off x="4725800" y="2477027"/>
            <a:ext cx="2740400" cy="596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 dirty="0" smtClean="0">
                <a:latin typeface="Tw Cen MT" panose="020B0602020104020603" pitchFamily="34" charset="0"/>
              </a:rPr>
              <a:t>Kapal Tangki</a:t>
            </a:r>
            <a:endParaRPr dirty="0">
              <a:latin typeface="Tw Cen MT" panose="020B0602020104020603" pitchFamily="34" charset="0"/>
            </a:endParaRPr>
          </a:p>
        </p:txBody>
      </p:sp>
      <p:sp>
        <p:nvSpPr>
          <p:cNvPr id="687" name="Google Shape;687;p38"/>
          <p:cNvSpPr txBox="1">
            <a:spLocks noGrp="1"/>
          </p:cNvSpPr>
          <p:nvPr>
            <p:ph type="subTitle" idx="3"/>
          </p:nvPr>
        </p:nvSpPr>
        <p:spPr>
          <a:xfrm>
            <a:off x="4495600" y="3091089"/>
            <a:ext cx="3200800" cy="83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dirty="0" smtClean="0">
                <a:latin typeface="Tw Cen MT" panose="020B0602020104020603" pitchFamily="34" charset="0"/>
              </a:rPr>
              <a:t>(</a:t>
            </a:r>
            <a:r>
              <a:rPr lang="en-US" dirty="0" err="1" smtClean="0">
                <a:latin typeface="Tw Cen MT" panose="020B0602020104020603" pitchFamily="34" charset="0"/>
              </a:rPr>
              <a:t>Tangker</a:t>
            </a:r>
            <a:r>
              <a:rPr lang="en-US" dirty="0" smtClean="0">
                <a:latin typeface="Tw Cen MT" panose="020B0602020104020603" pitchFamily="34" charset="0"/>
              </a:rPr>
              <a:t>)</a:t>
            </a:r>
            <a:endParaRPr dirty="0">
              <a:latin typeface="Tw Cen MT" panose="020B0602020104020603" pitchFamily="34" charset="0"/>
            </a:endParaRPr>
          </a:p>
        </p:txBody>
      </p:sp>
      <p:sp>
        <p:nvSpPr>
          <p:cNvPr id="688" name="Google Shape;688;p38"/>
          <p:cNvSpPr txBox="1">
            <a:spLocks noGrp="1"/>
          </p:cNvSpPr>
          <p:nvPr>
            <p:ph type="title" idx="4"/>
          </p:nvPr>
        </p:nvSpPr>
        <p:spPr>
          <a:xfrm>
            <a:off x="8136533" y="2477027"/>
            <a:ext cx="2740400" cy="596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 dirty="0" smtClean="0">
                <a:latin typeface="Tw Cen MT" panose="020B0602020104020603" pitchFamily="34" charset="0"/>
              </a:rPr>
              <a:t>Kapal Penumpang</a:t>
            </a:r>
            <a:endParaRPr dirty="0">
              <a:latin typeface="Tw Cen MT" panose="020B0602020104020603" pitchFamily="34" charset="0"/>
            </a:endParaRPr>
          </a:p>
        </p:txBody>
      </p:sp>
      <p:sp>
        <p:nvSpPr>
          <p:cNvPr id="689" name="Google Shape;689;p38"/>
          <p:cNvSpPr txBox="1">
            <a:spLocks noGrp="1"/>
          </p:cNvSpPr>
          <p:nvPr>
            <p:ph type="subTitle" idx="5"/>
          </p:nvPr>
        </p:nvSpPr>
        <p:spPr>
          <a:xfrm>
            <a:off x="7906333" y="3091089"/>
            <a:ext cx="3200800" cy="83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dirty="0" smtClean="0">
                <a:latin typeface="Tw Cen MT" panose="020B0602020104020603" pitchFamily="34" charset="0"/>
              </a:rPr>
              <a:t>(Passenger Trip)</a:t>
            </a:r>
            <a:endParaRPr dirty="0">
              <a:latin typeface="Tw Cen MT" panose="020B0602020104020603" pitchFamily="34" charset="0"/>
            </a:endParaRPr>
          </a:p>
        </p:txBody>
      </p:sp>
      <p:sp>
        <p:nvSpPr>
          <p:cNvPr id="690" name="Google Shape;690;p38"/>
          <p:cNvSpPr txBox="1">
            <a:spLocks noGrp="1"/>
          </p:cNvSpPr>
          <p:nvPr>
            <p:ph type="title" idx="6"/>
          </p:nvPr>
        </p:nvSpPr>
        <p:spPr>
          <a:xfrm>
            <a:off x="1309737" y="5011644"/>
            <a:ext cx="2975929" cy="596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 dirty="0" smtClean="0">
                <a:latin typeface="Tw Cen MT" panose="020B0602020104020603" pitchFamily="34" charset="0"/>
              </a:rPr>
              <a:t>Kapal Tunda</a:t>
            </a:r>
            <a:endParaRPr dirty="0">
              <a:latin typeface="Tw Cen MT" panose="020B0602020104020603" pitchFamily="34" charset="0"/>
            </a:endParaRPr>
          </a:p>
        </p:txBody>
      </p:sp>
      <p:sp>
        <p:nvSpPr>
          <p:cNvPr id="691" name="Google Shape;691;p38"/>
          <p:cNvSpPr txBox="1">
            <a:spLocks noGrp="1"/>
          </p:cNvSpPr>
          <p:nvPr>
            <p:ph type="subTitle" idx="7"/>
          </p:nvPr>
        </p:nvSpPr>
        <p:spPr>
          <a:xfrm>
            <a:off x="1315067" y="5625723"/>
            <a:ext cx="3200800" cy="83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dirty="0" smtClean="0">
                <a:latin typeface="Tw Cen MT" panose="020B0602020104020603" pitchFamily="34" charset="0"/>
              </a:rPr>
              <a:t>(Tug Boat)</a:t>
            </a:r>
            <a:endParaRPr dirty="0">
              <a:latin typeface="Tw Cen MT" panose="020B0602020104020603" pitchFamily="34" charset="0"/>
            </a:endParaRPr>
          </a:p>
        </p:txBody>
      </p:sp>
      <p:sp>
        <p:nvSpPr>
          <p:cNvPr id="692" name="Google Shape;692;p38"/>
          <p:cNvSpPr txBox="1">
            <a:spLocks noGrp="1"/>
          </p:cNvSpPr>
          <p:nvPr>
            <p:ph type="title" idx="8"/>
          </p:nvPr>
        </p:nvSpPr>
        <p:spPr>
          <a:xfrm>
            <a:off x="4725800" y="5028923"/>
            <a:ext cx="2740400" cy="596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 dirty="0" smtClean="0">
                <a:latin typeface="Tw Cen MT" panose="020B0602020104020603" pitchFamily="34" charset="0"/>
              </a:rPr>
              <a:t>Kapal Feri</a:t>
            </a:r>
            <a:endParaRPr dirty="0">
              <a:latin typeface="Tw Cen MT" panose="020B0602020104020603" pitchFamily="34" charset="0"/>
            </a:endParaRPr>
          </a:p>
        </p:txBody>
      </p:sp>
      <p:sp>
        <p:nvSpPr>
          <p:cNvPr id="693" name="Google Shape;693;p38"/>
          <p:cNvSpPr txBox="1">
            <a:spLocks noGrp="1"/>
          </p:cNvSpPr>
          <p:nvPr>
            <p:ph type="subTitle" idx="9"/>
          </p:nvPr>
        </p:nvSpPr>
        <p:spPr>
          <a:xfrm>
            <a:off x="4495600" y="5643001"/>
            <a:ext cx="3200800" cy="83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dirty="0" smtClean="0">
                <a:latin typeface="Tw Cen MT" panose="020B0602020104020603" pitchFamily="34" charset="0"/>
              </a:rPr>
              <a:t>(Ferry Ship)</a:t>
            </a:r>
            <a:endParaRPr dirty="0">
              <a:latin typeface="Tw Cen MT" panose="020B0602020104020603" pitchFamily="34" charset="0"/>
            </a:endParaRPr>
          </a:p>
        </p:txBody>
      </p:sp>
      <p:sp>
        <p:nvSpPr>
          <p:cNvPr id="694" name="Google Shape;694;p38"/>
          <p:cNvSpPr txBox="1">
            <a:spLocks noGrp="1"/>
          </p:cNvSpPr>
          <p:nvPr>
            <p:ph type="title" idx="13"/>
          </p:nvPr>
        </p:nvSpPr>
        <p:spPr>
          <a:xfrm>
            <a:off x="8136533" y="5028923"/>
            <a:ext cx="2740400" cy="596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 dirty="0" smtClean="0">
                <a:latin typeface="Tw Cen MT" panose="020B0602020104020603" pitchFamily="34" charset="0"/>
              </a:rPr>
              <a:t>Kapal Perikanan</a:t>
            </a:r>
            <a:endParaRPr dirty="0">
              <a:latin typeface="Tw Cen MT" panose="020B0602020104020603" pitchFamily="34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10068170" y="5327324"/>
            <a:ext cx="1769959" cy="1433428"/>
            <a:chOff x="4572000" y="709499"/>
            <a:chExt cx="1946368" cy="1576296"/>
          </a:xfrm>
        </p:grpSpPr>
        <p:grpSp>
          <p:nvGrpSpPr>
            <p:cNvPr id="22" name="Group 21"/>
            <p:cNvGrpSpPr/>
            <p:nvPr/>
          </p:nvGrpSpPr>
          <p:grpSpPr>
            <a:xfrm>
              <a:off x="5386756" y="1550889"/>
              <a:ext cx="763971" cy="616797"/>
              <a:chOff x="5386756" y="1550889"/>
              <a:chExt cx="763971" cy="616797"/>
            </a:xfrm>
          </p:grpSpPr>
          <p:sp>
            <p:nvSpPr>
              <p:cNvPr id="44" name="Google Shape;1538;p54"/>
              <p:cNvSpPr/>
              <p:nvPr/>
            </p:nvSpPr>
            <p:spPr>
              <a:xfrm>
                <a:off x="5386756" y="1557489"/>
                <a:ext cx="519652" cy="538074"/>
              </a:xfrm>
              <a:custGeom>
                <a:avLst/>
                <a:gdLst/>
                <a:ahLst/>
                <a:cxnLst/>
                <a:rect l="l" t="t" r="r" b="b"/>
                <a:pathLst>
                  <a:path w="36219" h="37503" extrusionOk="0">
                    <a:moveTo>
                      <a:pt x="36010" y="0"/>
                    </a:moveTo>
                    <a:lnTo>
                      <a:pt x="21259" y="1319"/>
                    </a:lnTo>
                    <a:cubicBezTo>
                      <a:pt x="21259" y="1319"/>
                      <a:pt x="2867" y="6026"/>
                      <a:pt x="1444" y="10462"/>
                    </a:cubicBezTo>
                    <a:cubicBezTo>
                      <a:pt x="0" y="14940"/>
                      <a:pt x="6926" y="37244"/>
                      <a:pt x="6926" y="37244"/>
                    </a:cubicBezTo>
                    <a:cubicBezTo>
                      <a:pt x="6926" y="37244"/>
                      <a:pt x="7575" y="37502"/>
                      <a:pt x="8942" y="37502"/>
                    </a:cubicBezTo>
                    <a:cubicBezTo>
                      <a:pt x="9672" y="37502"/>
                      <a:pt x="10608" y="37429"/>
                      <a:pt x="11759" y="37203"/>
                    </a:cubicBezTo>
                    <a:cubicBezTo>
                      <a:pt x="11759" y="37203"/>
                      <a:pt x="9855" y="16488"/>
                      <a:pt x="10651" y="14835"/>
                    </a:cubicBezTo>
                    <a:cubicBezTo>
                      <a:pt x="11425" y="13203"/>
                      <a:pt x="28582" y="11780"/>
                      <a:pt x="32411" y="7931"/>
                    </a:cubicBezTo>
                    <a:cubicBezTo>
                      <a:pt x="36219" y="4060"/>
                      <a:pt x="36010" y="1"/>
                      <a:pt x="36010" y="0"/>
                    </a:cubicBezTo>
                    <a:close/>
                  </a:path>
                </a:pathLst>
              </a:custGeom>
              <a:solidFill>
                <a:srgbClr val="F072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1539;p54"/>
              <p:cNvSpPr/>
              <p:nvPr/>
            </p:nvSpPr>
            <p:spPr>
              <a:xfrm>
                <a:off x="5424877" y="1557489"/>
                <a:ext cx="489924" cy="209861"/>
              </a:xfrm>
              <a:custGeom>
                <a:avLst/>
                <a:gdLst/>
                <a:ahLst/>
                <a:cxnLst/>
                <a:rect l="l" t="t" r="r" b="b"/>
                <a:pathLst>
                  <a:path w="34147" h="14627" extrusionOk="0">
                    <a:moveTo>
                      <a:pt x="33353" y="0"/>
                    </a:moveTo>
                    <a:lnTo>
                      <a:pt x="18602" y="1319"/>
                    </a:lnTo>
                    <a:cubicBezTo>
                      <a:pt x="18602" y="1319"/>
                      <a:pt x="5838" y="3871"/>
                      <a:pt x="1" y="7972"/>
                    </a:cubicBezTo>
                    <a:cubicBezTo>
                      <a:pt x="1" y="7972"/>
                      <a:pt x="3348" y="12513"/>
                      <a:pt x="9877" y="14626"/>
                    </a:cubicBezTo>
                    <a:cubicBezTo>
                      <a:pt x="9877" y="14626"/>
                      <a:pt x="9877" y="14626"/>
                      <a:pt x="9877" y="14626"/>
                    </a:cubicBezTo>
                    <a:cubicBezTo>
                      <a:pt x="9950" y="14626"/>
                      <a:pt x="34146" y="10229"/>
                      <a:pt x="333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1554;p54"/>
              <p:cNvSpPr/>
              <p:nvPr/>
            </p:nvSpPr>
            <p:spPr>
              <a:xfrm>
                <a:off x="5398765" y="1594749"/>
                <a:ext cx="660760" cy="110275"/>
              </a:xfrm>
              <a:custGeom>
                <a:avLst/>
                <a:gdLst/>
                <a:ahLst/>
                <a:cxnLst/>
                <a:rect l="l" t="t" r="r" b="b"/>
                <a:pathLst>
                  <a:path w="46054" h="7686" extrusionOk="0">
                    <a:moveTo>
                      <a:pt x="44307" y="1"/>
                    </a:moveTo>
                    <a:cubicBezTo>
                      <a:pt x="44163" y="1"/>
                      <a:pt x="44018" y="26"/>
                      <a:pt x="43877" y="82"/>
                    </a:cubicBezTo>
                    <a:cubicBezTo>
                      <a:pt x="36369" y="2990"/>
                      <a:pt x="28352" y="4506"/>
                      <a:pt x="20316" y="4506"/>
                    </a:cubicBezTo>
                    <a:cubicBezTo>
                      <a:pt x="17424" y="4506"/>
                      <a:pt x="14529" y="4309"/>
                      <a:pt x="11655" y="3911"/>
                    </a:cubicBezTo>
                    <a:cubicBezTo>
                      <a:pt x="8621" y="3492"/>
                      <a:pt x="5587" y="2844"/>
                      <a:pt x="2637" y="1986"/>
                    </a:cubicBezTo>
                    <a:cubicBezTo>
                      <a:pt x="2469" y="1936"/>
                      <a:pt x="2310" y="1913"/>
                      <a:pt x="2159" y="1913"/>
                    </a:cubicBezTo>
                    <a:cubicBezTo>
                      <a:pt x="548" y="1913"/>
                      <a:pt x="1" y="4566"/>
                      <a:pt x="1800" y="5082"/>
                    </a:cubicBezTo>
                    <a:cubicBezTo>
                      <a:pt x="7859" y="6820"/>
                      <a:pt x="14137" y="7686"/>
                      <a:pt x="20416" y="7686"/>
                    </a:cubicBezTo>
                    <a:cubicBezTo>
                      <a:pt x="25476" y="7686"/>
                      <a:pt x="30538" y="7124"/>
                      <a:pt x="35487" y="6003"/>
                    </a:cubicBezTo>
                    <a:cubicBezTo>
                      <a:pt x="38625" y="5313"/>
                      <a:pt x="41722" y="4329"/>
                      <a:pt x="44714" y="3157"/>
                    </a:cubicBezTo>
                    <a:cubicBezTo>
                      <a:pt x="45509" y="2844"/>
                      <a:pt x="46053" y="2090"/>
                      <a:pt x="45823" y="1191"/>
                    </a:cubicBezTo>
                    <a:cubicBezTo>
                      <a:pt x="45651" y="553"/>
                      <a:pt x="44982" y="1"/>
                      <a:pt x="443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1555;p54"/>
              <p:cNvSpPr/>
              <p:nvPr/>
            </p:nvSpPr>
            <p:spPr>
              <a:xfrm>
                <a:off x="5916848" y="2091716"/>
                <a:ext cx="233879" cy="75970"/>
              </a:xfrm>
              <a:custGeom>
                <a:avLst/>
                <a:gdLst/>
                <a:ahLst/>
                <a:cxnLst/>
                <a:rect l="l" t="t" r="r" b="b"/>
                <a:pathLst>
                  <a:path w="16301" h="5295" extrusionOk="0">
                    <a:moveTo>
                      <a:pt x="15254" y="1"/>
                    </a:moveTo>
                    <a:lnTo>
                      <a:pt x="10400" y="42"/>
                    </a:lnTo>
                    <a:cubicBezTo>
                      <a:pt x="10400" y="42"/>
                      <a:pt x="4751" y="2407"/>
                      <a:pt x="2386" y="2846"/>
                    </a:cubicBezTo>
                    <a:cubicBezTo>
                      <a:pt x="1" y="3286"/>
                      <a:pt x="64" y="5294"/>
                      <a:pt x="64" y="5294"/>
                    </a:cubicBezTo>
                    <a:lnTo>
                      <a:pt x="12283" y="5190"/>
                    </a:lnTo>
                    <a:cubicBezTo>
                      <a:pt x="12283" y="5190"/>
                      <a:pt x="13458" y="5203"/>
                      <a:pt x="14473" y="5203"/>
                    </a:cubicBezTo>
                    <a:cubicBezTo>
                      <a:pt x="15235" y="5203"/>
                      <a:pt x="15906" y="5196"/>
                      <a:pt x="15924" y="5169"/>
                    </a:cubicBezTo>
                    <a:cubicBezTo>
                      <a:pt x="15924" y="5127"/>
                      <a:pt x="16300" y="2323"/>
                      <a:pt x="15254" y="1"/>
                    </a:cubicBezTo>
                    <a:close/>
                  </a:path>
                </a:pathLst>
              </a:custGeom>
              <a:solidFill>
                <a:srgbClr val="F072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1556;p54"/>
              <p:cNvSpPr/>
              <p:nvPr/>
            </p:nvSpPr>
            <p:spPr>
              <a:xfrm>
                <a:off x="5509541" y="1550889"/>
                <a:ext cx="519351" cy="544975"/>
              </a:xfrm>
              <a:custGeom>
                <a:avLst/>
                <a:gdLst/>
                <a:ahLst/>
                <a:cxnLst/>
                <a:rect l="l" t="t" r="r" b="b"/>
                <a:pathLst>
                  <a:path w="36198" h="37984" extrusionOk="0">
                    <a:moveTo>
                      <a:pt x="35842" y="0"/>
                    </a:moveTo>
                    <a:lnTo>
                      <a:pt x="20673" y="1088"/>
                    </a:lnTo>
                    <a:cubicBezTo>
                      <a:pt x="20673" y="1088"/>
                      <a:pt x="2846" y="6486"/>
                      <a:pt x="1423" y="10943"/>
                    </a:cubicBezTo>
                    <a:cubicBezTo>
                      <a:pt x="0" y="15421"/>
                      <a:pt x="6926" y="37725"/>
                      <a:pt x="6926" y="37725"/>
                    </a:cubicBezTo>
                    <a:cubicBezTo>
                      <a:pt x="6926" y="37725"/>
                      <a:pt x="7566" y="37983"/>
                      <a:pt x="8932" y="37983"/>
                    </a:cubicBezTo>
                    <a:cubicBezTo>
                      <a:pt x="9663" y="37983"/>
                      <a:pt x="10600" y="37909"/>
                      <a:pt x="11759" y="37684"/>
                    </a:cubicBezTo>
                    <a:cubicBezTo>
                      <a:pt x="11759" y="37684"/>
                      <a:pt x="9855" y="16969"/>
                      <a:pt x="10629" y="15316"/>
                    </a:cubicBezTo>
                    <a:cubicBezTo>
                      <a:pt x="11424" y="13705"/>
                      <a:pt x="28561" y="12701"/>
                      <a:pt x="32369" y="8830"/>
                    </a:cubicBezTo>
                    <a:cubicBezTo>
                      <a:pt x="36198" y="4959"/>
                      <a:pt x="35842" y="0"/>
                      <a:pt x="35842" y="0"/>
                    </a:cubicBezTo>
                    <a:close/>
                  </a:path>
                </a:pathLst>
              </a:custGeom>
              <a:solidFill>
                <a:srgbClr val="F072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>
              <a:off x="4572000" y="709499"/>
              <a:ext cx="1946368" cy="1576296"/>
              <a:chOff x="4572000" y="709499"/>
              <a:chExt cx="1946368" cy="1576296"/>
            </a:xfrm>
          </p:grpSpPr>
          <p:sp>
            <p:nvSpPr>
              <p:cNvPr id="24" name="Google Shape;1557;p54"/>
              <p:cNvSpPr/>
              <p:nvPr/>
            </p:nvSpPr>
            <p:spPr>
              <a:xfrm>
                <a:off x="5554865" y="1551190"/>
                <a:ext cx="501646" cy="223663"/>
              </a:xfrm>
              <a:custGeom>
                <a:avLst/>
                <a:gdLst/>
                <a:ahLst/>
                <a:cxnLst/>
                <a:rect l="l" t="t" r="r" b="b"/>
                <a:pathLst>
                  <a:path w="34964" h="15589" extrusionOk="0">
                    <a:moveTo>
                      <a:pt x="32683" y="0"/>
                    </a:moveTo>
                    <a:lnTo>
                      <a:pt x="17514" y="1067"/>
                    </a:lnTo>
                    <a:cubicBezTo>
                      <a:pt x="17514" y="1067"/>
                      <a:pt x="6068" y="4415"/>
                      <a:pt x="1" y="8097"/>
                    </a:cubicBezTo>
                    <a:cubicBezTo>
                      <a:pt x="1" y="8097"/>
                      <a:pt x="4646" y="14061"/>
                      <a:pt x="8726" y="15588"/>
                    </a:cubicBezTo>
                    <a:cubicBezTo>
                      <a:pt x="8726" y="15588"/>
                      <a:pt x="34964" y="14647"/>
                      <a:pt x="326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" name="Group 24"/>
              <p:cNvGrpSpPr/>
              <p:nvPr/>
            </p:nvGrpSpPr>
            <p:grpSpPr>
              <a:xfrm>
                <a:off x="4572000" y="709499"/>
                <a:ext cx="1946368" cy="1563757"/>
                <a:chOff x="4572000" y="709499"/>
                <a:chExt cx="1946368" cy="1563757"/>
              </a:xfrm>
            </p:grpSpPr>
            <p:sp>
              <p:nvSpPr>
                <p:cNvPr id="28" name="Google Shape;1540;p54"/>
                <p:cNvSpPr/>
                <p:nvPr/>
              </p:nvSpPr>
              <p:spPr>
                <a:xfrm>
                  <a:off x="5129837" y="1309250"/>
                  <a:ext cx="117635" cy="780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9" h="5437" extrusionOk="0">
                      <a:moveTo>
                        <a:pt x="3043" y="1"/>
                      </a:moveTo>
                      <a:cubicBezTo>
                        <a:pt x="2913" y="1"/>
                        <a:pt x="2815" y="7"/>
                        <a:pt x="2759" y="20"/>
                      </a:cubicBezTo>
                      <a:cubicBezTo>
                        <a:pt x="2215" y="145"/>
                        <a:pt x="60" y="2719"/>
                        <a:pt x="39" y="3493"/>
                      </a:cubicBezTo>
                      <a:cubicBezTo>
                        <a:pt x="1" y="4215"/>
                        <a:pt x="2239" y="5437"/>
                        <a:pt x="3779" y="5437"/>
                      </a:cubicBezTo>
                      <a:cubicBezTo>
                        <a:pt x="3935" y="5437"/>
                        <a:pt x="4084" y="5424"/>
                        <a:pt x="4223" y="5397"/>
                      </a:cubicBezTo>
                      <a:cubicBezTo>
                        <a:pt x="5709" y="5125"/>
                        <a:pt x="6274" y="3765"/>
                        <a:pt x="6399" y="3702"/>
                      </a:cubicBezTo>
                      <a:cubicBezTo>
                        <a:pt x="6525" y="3660"/>
                        <a:pt x="8199" y="3556"/>
                        <a:pt x="8199" y="3556"/>
                      </a:cubicBezTo>
                      <a:lnTo>
                        <a:pt x="7739" y="438"/>
                      </a:lnTo>
                      <a:cubicBezTo>
                        <a:pt x="7739" y="438"/>
                        <a:pt x="4173" y="1"/>
                        <a:pt x="3043" y="1"/>
                      </a:cubicBezTo>
                      <a:close/>
                    </a:path>
                  </a:pathLst>
                </a:custGeom>
                <a:solidFill>
                  <a:srgbClr val="F072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" name="Google Shape;1541;p54"/>
                <p:cNvSpPr/>
                <p:nvPr/>
              </p:nvSpPr>
              <p:spPr>
                <a:xfrm>
                  <a:off x="5227945" y="1061857"/>
                  <a:ext cx="460526" cy="339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98" h="23640" extrusionOk="0">
                      <a:moveTo>
                        <a:pt x="31909" y="1"/>
                      </a:moveTo>
                      <a:cubicBezTo>
                        <a:pt x="29064" y="1172"/>
                        <a:pt x="22515" y="16656"/>
                        <a:pt x="20799" y="17367"/>
                      </a:cubicBezTo>
                      <a:cubicBezTo>
                        <a:pt x="19817" y="17760"/>
                        <a:pt x="15740" y="17868"/>
                        <a:pt x="11530" y="17868"/>
                      </a:cubicBezTo>
                      <a:cubicBezTo>
                        <a:pt x="6318" y="17868"/>
                        <a:pt x="902" y="17702"/>
                        <a:pt x="901" y="17702"/>
                      </a:cubicBezTo>
                      <a:lnTo>
                        <a:pt x="901" y="17702"/>
                      </a:lnTo>
                      <a:cubicBezTo>
                        <a:pt x="900" y="17702"/>
                        <a:pt x="1" y="19899"/>
                        <a:pt x="1340" y="20820"/>
                      </a:cubicBezTo>
                      <a:cubicBezTo>
                        <a:pt x="1340" y="20820"/>
                        <a:pt x="16374" y="23639"/>
                        <a:pt x="22283" y="23639"/>
                      </a:cubicBezTo>
                      <a:cubicBezTo>
                        <a:pt x="23278" y="23639"/>
                        <a:pt x="24015" y="23559"/>
                        <a:pt x="24377" y="23372"/>
                      </a:cubicBezTo>
                      <a:cubicBezTo>
                        <a:pt x="28854" y="21112"/>
                        <a:pt x="32098" y="11822"/>
                        <a:pt x="32098" y="11822"/>
                      </a:cubicBezTo>
                      <a:lnTo>
                        <a:pt x="31909" y="1"/>
                      </a:lnTo>
                      <a:close/>
                    </a:path>
                  </a:pathLst>
                </a:custGeom>
                <a:solidFill>
                  <a:srgbClr val="F072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" name="Google Shape;1542;p54"/>
                <p:cNvSpPr/>
                <p:nvPr/>
              </p:nvSpPr>
              <p:spPr>
                <a:xfrm>
                  <a:off x="5685756" y="1018629"/>
                  <a:ext cx="338041" cy="5577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61" h="38877" extrusionOk="0">
                      <a:moveTo>
                        <a:pt x="8851" y="1"/>
                      </a:moveTo>
                      <a:lnTo>
                        <a:pt x="4352" y="733"/>
                      </a:lnTo>
                      <a:lnTo>
                        <a:pt x="0" y="2993"/>
                      </a:lnTo>
                      <a:cubicBezTo>
                        <a:pt x="189" y="8391"/>
                        <a:pt x="419" y="38877"/>
                        <a:pt x="419" y="38877"/>
                      </a:cubicBezTo>
                      <a:cubicBezTo>
                        <a:pt x="19020" y="37224"/>
                        <a:pt x="23560" y="37098"/>
                        <a:pt x="23560" y="37098"/>
                      </a:cubicBezTo>
                      <a:cubicBezTo>
                        <a:pt x="23121" y="33709"/>
                        <a:pt x="20840" y="25381"/>
                        <a:pt x="18580" y="17493"/>
                      </a:cubicBezTo>
                      <a:cubicBezTo>
                        <a:pt x="18308" y="16509"/>
                        <a:pt x="18016" y="15547"/>
                        <a:pt x="17744" y="14563"/>
                      </a:cubicBezTo>
                      <a:cubicBezTo>
                        <a:pt x="15567" y="7073"/>
                        <a:pt x="13622" y="733"/>
                        <a:pt x="13622" y="733"/>
                      </a:cubicBezTo>
                      <a:lnTo>
                        <a:pt x="885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" name="Google Shape;1543;p54"/>
                <p:cNvSpPr/>
                <p:nvPr/>
              </p:nvSpPr>
              <p:spPr>
                <a:xfrm>
                  <a:off x="5661438" y="709499"/>
                  <a:ext cx="230866" cy="1959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91" h="13659" extrusionOk="0">
                      <a:moveTo>
                        <a:pt x="4023" y="0"/>
                      </a:moveTo>
                      <a:cubicBezTo>
                        <a:pt x="3531" y="0"/>
                        <a:pt x="3053" y="124"/>
                        <a:pt x="2658" y="414"/>
                      </a:cubicBezTo>
                      <a:cubicBezTo>
                        <a:pt x="2009" y="895"/>
                        <a:pt x="1674" y="1857"/>
                        <a:pt x="2009" y="2611"/>
                      </a:cubicBezTo>
                      <a:cubicBezTo>
                        <a:pt x="1361" y="2611"/>
                        <a:pt x="754" y="3134"/>
                        <a:pt x="440" y="3782"/>
                      </a:cubicBezTo>
                      <a:cubicBezTo>
                        <a:pt x="126" y="4410"/>
                        <a:pt x="42" y="5184"/>
                        <a:pt x="21" y="5875"/>
                      </a:cubicBezTo>
                      <a:cubicBezTo>
                        <a:pt x="1" y="6607"/>
                        <a:pt x="1" y="7402"/>
                        <a:pt x="335" y="8051"/>
                      </a:cubicBezTo>
                      <a:cubicBezTo>
                        <a:pt x="817" y="8992"/>
                        <a:pt x="1779" y="9474"/>
                        <a:pt x="2721" y="9746"/>
                      </a:cubicBezTo>
                      <a:cubicBezTo>
                        <a:pt x="3662" y="10039"/>
                        <a:pt x="4646" y="10206"/>
                        <a:pt x="5482" y="10750"/>
                      </a:cubicBezTo>
                      <a:cubicBezTo>
                        <a:pt x="6068" y="11168"/>
                        <a:pt x="6529" y="11733"/>
                        <a:pt x="7052" y="12215"/>
                      </a:cubicBezTo>
                      <a:cubicBezTo>
                        <a:pt x="8098" y="13156"/>
                        <a:pt x="9437" y="13658"/>
                        <a:pt x="10797" y="13658"/>
                      </a:cubicBezTo>
                      <a:cubicBezTo>
                        <a:pt x="11404" y="13658"/>
                        <a:pt x="12032" y="13554"/>
                        <a:pt x="12597" y="13407"/>
                      </a:cubicBezTo>
                      <a:cubicBezTo>
                        <a:pt x="13120" y="13282"/>
                        <a:pt x="13496" y="12863"/>
                        <a:pt x="13852" y="12466"/>
                      </a:cubicBezTo>
                      <a:cubicBezTo>
                        <a:pt x="14459" y="11838"/>
                        <a:pt x="15003" y="11148"/>
                        <a:pt x="15379" y="10332"/>
                      </a:cubicBezTo>
                      <a:cubicBezTo>
                        <a:pt x="15923" y="9097"/>
                        <a:pt x="16091" y="7549"/>
                        <a:pt x="15421" y="6377"/>
                      </a:cubicBezTo>
                      <a:cubicBezTo>
                        <a:pt x="15149" y="5854"/>
                        <a:pt x="14689" y="5414"/>
                        <a:pt x="14542" y="4829"/>
                      </a:cubicBezTo>
                      <a:cubicBezTo>
                        <a:pt x="14354" y="4243"/>
                        <a:pt x="14480" y="3552"/>
                        <a:pt x="14249" y="2945"/>
                      </a:cubicBezTo>
                      <a:cubicBezTo>
                        <a:pt x="13938" y="2110"/>
                        <a:pt x="12995" y="1725"/>
                        <a:pt x="12125" y="1725"/>
                      </a:cubicBezTo>
                      <a:cubicBezTo>
                        <a:pt x="12058" y="1725"/>
                        <a:pt x="11992" y="1727"/>
                        <a:pt x="11927" y="1732"/>
                      </a:cubicBezTo>
                      <a:cubicBezTo>
                        <a:pt x="11120" y="1769"/>
                        <a:pt x="10314" y="1998"/>
                        <a:pt x="9521" y="1998"/>
                      </a:cubicBezTo>
                      <a:cubicBezTo>
                        <a:pt x="9409" y="1998"/>
                        <a:pt x="9297" y="1993"/>
                        <a:pt x="9186" y="1983"/>
                      </a:cubicBezTo>
                      <a:cubicBezTo>
                        <a:pt x="8412" y="1899"/>
                        <a:pt x="7679" y="1544"/>
                        <a:pt x="7010" y="1146"/>
                      </a:cubicBezTo>
                      <a:cubicBezTo>
                        <a:pt x="6319" y="748"/>
                        <a:pt x="5650" y="330"/>
                        <a:pt x="4897" y="121"/>
                      </a:cubicBezTo>
                      <a:cubicBezTo>
                        <a:pt x="4610" y="43"/>
                        <a:pt x="4314" y="0"/>
                        <a:pt x="402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" name="Google Shape;1544;p54"/>
                <p:cNvSpPr/>
                <p:nvPr/>
              </p:nvSpPr>
              <p:spPr>
                <a:xfrm>
                  <a:off x="5660534" y="770017"/>
                  <a:ext cx="176532" cy="2877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4" h="20056" extrusionOk="0">
                      <a:moveTo>
                        <a:pt x="6540" y="1"/>
                      </a:moveTo>
                      <a:cubicBezTo>
                        <a:pt x="4033" y="1"/>
                        <a:pt x="1524" y="1177"/>
                        <a:pt x="1193" y="2912"/>
                      </a:cubicBezTo>
                      <a:cubicBezTo>
                        <a:pt x="1" y="9252"/>
                        <a:pt x="900" y="11868"/>
                        <a:pt x="2658" y="13353"/>
                      </a:cubicBezTo>
                      <a:cubicBezTo>
                        <a:pt x="4688" y="15090"/>
                        <a:pt x="6027" y="14881"/>
                        <a:pt x="6027" y="18500"/>
                      </a:cubicBezTo>
                      <a:cubicBezTo>
                        <a:pt x="6415" y="19503"/>
                        <a:pt x="7397" y="20055"/>
                        <a:pt x="8387" y="20055"/>
                      </a:cubicBezTo>
                      <a:cubicBezTo>
                        <a:pt x="9318" y="20055"/>
                        <a:pt x="10257" y="19566"/>
                        <a:pt x="10714" y="18500"/>
                      </a:cubicBezTo>
                      <a:cubicBezTo>
                        <a:pt x="10651" y="13688"/>
                        <a:pt x="12304" y="10026"/>
                        <a:pt x="12304" y="10026"/>
                      </a:cubicBezTo>
                      <a:cubicBezTo>
                        <a:pt x="12304" y="10026"/>
                        <a:pt x="12220" y="4021"/>
                        <a:pt x="11341" y="2389"/>
                      </a:cubicBezTo>
                      <a:cubicBezTo>
                        <a:pt x="10411" y="702"/>
                        <a:pt x="8476" y="1"/>
                        <a:pt x="6540" y="1"/>
                      </a:cubicBezTo>
                      <a:close/>
                    </a:path>
                  </a:pathLst>
                </a:custGeom>
                <a:solidFill>
                  <a:srgbClr val="F072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" name="Google Shape;1545;p54"/>
                <p:cNvSpPr/>
                <p:nvPr/>
              </p:nvSpPr>
              <p:spPr>
                <a:xfrm>
                  <a:off x="5673748" y="752355"/>
                  <a:ext cx="187938" cy="139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99" h="9692" extrusionOk="0">
                      <a:moveTo>
                        <a:pt x="5608" y="0"/>
                      </a:moveTo>
                      <a:cubicBezTo>
                        <a:pt x="4415" y="0"/>
                        <a:pt x="3223" y="126"/>
                        <a:pt x="2156" y="670"/>
                      </a:cubicBezTo>
                      <a:cubicBezTo>
                        <a:pt x="1235" y="1151"/>
                        <a:pt x="503" y="1904"/>
                        <a:pt x="168" y="2867"/>
                      </a:cubicBezTo>
                      <a:cubicBezTo>
                        <a:pt x="21" y="3243"/>
                        <a:pt x="0" y="3599"/>
                        <a:pt x="335" y="3871"/>
                      </a:cubicBezTo>
                      <a:cubicBezTo>
                        <a:pt x="754" y="4206"/>
                        <a:pt x="1360" y="4394"/>
                        <a:pt x="1863" y="4520"/>
                      </a:cubicBezTo>
                      <a:cubicBezTo>
                        <a:pt x="2490" y="4729"/>
                        <a:pt x="3139" y="4813"/>
                        <a:pt x="3788" y="4813"/>
                      </a:cubicBezTo>
                      <a:cubicBezTo>
                        <a:pt x="3835" y="4813"/>
                        <a:pt x="3883" y="4814"/>
                        <a:pt x="3930" y="4814"/>
                      </a:cubicBezTo>
                      <a:cubicBezTo>
                        <a:pt x="5282" y="4814"/>
                        <a:pt x="6596" y="4531"/>
                        <a:pt x="7910" y="4248"/>
                      </a:cubicBezTo>
                      <a:lnTo>
                        <a:pt x="7910" y="4248"/>
                      </a:lnTo>
                      <a:cubicBezTo>
                        <a:pt x="7721" y="4708"/>
                        <a:pt x="7805" y="5231"/>
                        <a:pt x="8056" y="5608"/>
                      </a:cubicBezTo>
                      <a:cubicBezTo>
                        <a:pt x="8337" y="5989"/>
                        <a:pt x="8771" y="6216"/>
                        <a:pt x="9230" y="6216"/>
                      </a:cubicBezTo>
                      <a:cubicBezTo>
                        <a:pt x="9250" y="6216"/>
                        <a:pt x="9270" y="6216"/>
                        <a:pt x="9290" y="6215"/>
                      </a:cubicBezTo>
                      <a:cubicBezTo>
                        <a:pt x="9374" y="7240"/>
                        <a:pt x="9730" y="8223"/>
                        <a:pt x="10358" y="9039"/>
                      </a:cubicBezTo>
                      <a:cubicBezTo>
                        <a:pt x="10615" y="9356"/>
                        <a:pt x="10928" y="9691"/>
                        <a:pt x="11316" y="9691"/>
                      </a:cubicBezTo>
                      <a:cubicBezTo>
                        <a:pt x="11338" y="9691"/>
                        <a:pt x="11360" y="9690"/>
                        <a:pt x="11383" y="9688"/>
                      </a:cubicBezTo>
                      <a:cubicBezTo>
                        <a:pt x="11906" y="9667"/>
                        <a:pt x="12241" y="9165"/>
                        <a:pt x="12429" y="8705"/>
                      </a:cubicBezTo>
                      <a:cubicBezTo>
                        <a:pt x="12952" y="7470"/>
                        <a:pt x="13099" y="6068"/>
                        <a:pt x="12785" y="4750"/>
                      </a:cubicBezTo>
                      <a:cubicBezTo>
                        <a:pt x="12513" y="3453"/>
                        <a:pt x="11739" y="2239"/>
                        <a:pt x="10671" y="1402"/>
                      </a:cubicBezTo>
                      <a:cubicBezTo>
                        <a:pt x="9270" y="314"/>
                        <a:pt x="7365" y="0"/>
                        <a:pt x="560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" name="Google Shape;1546;p54"/>
                <p:cNvSpPr/>
                <p:nvPr/>
              </p:nvSpPr>
              <p:spPr>
                <a:xfrm>
                  <a:off x="5819948" y="879315"/>
                  <a:ext cx="50446" cy="474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6" h="3310" extrusionOk="0">
                      <a:moveTo>
                        <a:pt x="2123" y="0"/>
                      </a:moveTo>
                      <a:cubicBezTo>
                        <a:pt x="1620" y="0"/>
                        <a:pt x="1066" y="259"/>
                        <a:pt x="670" y="734"/>
                      </a:cubicBezTo>
                      <a:cubicBezTo>
                        <a:pt x="42" y="1509"/>
                        <a:pt x="0" y="2555"/>
                        <a:pt x="607" y="3036"/>
                      </a:cubicBezTo>
                      <a:cubicBezTo>
                        <a:pt x="831" y="3221"/>
                        <a:pt x="1112" y="3310"/>
                        <a:pt x="1409" y="3310"/>
                      </a:cubicBezTo>
                      <a:cubicBezTo>
                        <a:pt x="1916" y="3310"/>
                        <a:pt x="2471" y="3051"/>
                        <a:pt x="2867" y="2576"/>
                      </a:cubicBezTo>
                      <a:cubicBezTo>
                        <a:pt x="3494" y="1822"/>
                        <a:pt x="3515" y="797"/>
                        <a:pt x="2909" y="274"/>
                      </a:cubicBezTo>
                      <a:cubicBezTo>
                        <a:pt x="2692" y="89"/>
                        <a:pt x="2416" y="0"/>
                        <a:pt x="2123" y="0"/>
                      </a:cubicBezTo>
                      <a:close/>
                    </a:path>
                  </a:pathLst>
                </a:custGeom>
                <a:solidFill>
                  <a:srgbClr val="F072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" name="Google Shape;1547;p54"/>
                <p:cNvSpPr/>
                <p:nvPr/>
              </p:nvSpPr>
              <p:spPr>
                <a:xfrm>
                  <a:off x="5834353" y="887407"/>
                  <a:ext cx="28537" cy="29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9" h="2075" extrusionOk="0">
                      <a:moveTo>
                        <a:pt x="1053" y="0"/>
                      </a:moveTo>
                      <a:cubicBezTo>
                        <a:pt x="881" y="0"/>
                        <a:pt x="697" y="42"/>
                        <a:pt x="524" y="128"/>
                      </a:cubicBezTo>
                      <a:cubicBezTo>
                        <a:pt x="377" y="212"/>
                        <a:pt x="231" y="317"/>
                        <a:pt x="168" y="421"/>
                      </a:cubicBezTo>
                      <a:cubicBezTo>
                        <a:pt x="63" y="568"/>
                        <a:pt x="21" y="756"/>
                        <a:pt x="84" y="903"/>
                      </a:cubicBezTo>
                      <a:cubicBezTo>
                        <a:pt x="126" y="1049"/>
                        <a:pt x="231" y="1154"/>
                        <a:pt x="335" y="1217"/>
                      </a:cubicBezTo>
                      <a:cubicBezTo>
                        <a:pt x="419" y="1279"/>
                        <a:pt x="482" y="1321"/>
                        <a:pt x="524" y="1405"/>
                      </a:cubicBezTo>
                      <a:cubicBezTo>
                        <a:pt x="586" y="1509"/>
                        <a:pt x="586" y="1635"/>
                        <a:pt x="503" y="1740"/>
                      </a:cubicBezTo>
                      <a:cubicBezTo>
                        <a:pt x="439" y="1804"/>
                        <a:pt x="350" y="1831"/>
                        <a:pt x="266" y="1831"/>
                      </a:cubicBezTo>
                      <a:cubicBezTo>
                        <a:pt x="239" y="1831"/>
                        <a:pt x="214" y="1828"/>
                        <a:pt x="189" y="1823"/>
                      </a:cubicBezTo>
                      <a:cubicBezTo>
                        <a:pt x="173" y="1818"/>
                        <a:pt x="157" y="1815"/>
                        <a:pt x="142" y="1815"/>
                      </a:cubicBezTo>
                      <a:cubicBezTo>
                        <a:pt x="96" y="1815"/>
                        <a:pt x="53" y="1839"/>
                        <a:pt x="21" y="1886"/>
                      </a:cubicBezTo>
                      <a:cubicBezTo>
                        <a:pt x="1" y="1928"/>
                        <a:pt x="21" y="2012"/>
                        <a:pt x="84" y="2033"/>
                      </a:cubicBezTo>
                      <a:cubicBezTo>
                        <a:pt x="168" y="2053"/>
                        <a:pt x="210" y="2074"/>
                        <a:pt x="293" y="2074"/>
                      </a:cubicBezTo>
                      <a:cubicBezTo>
                        <a:pt x="440" y="2074"/>
                        <a:pt x="586" y="2033"/>
                        <a:pt x="691" y="1907"/>
                      </a:cubicBezTo>
                      <a:cubicBezTo>
                        <a:pt x="837" y="1740"/>
                        <a:pt x="858" y="1489"/>
                        <a:pt x="754" y="1279"/>
                      </a:cubicBezTo>
                      <a:cubicBezTo>
                        <a:pt x="712" y="1175"/>
                        <a:pt x="607" y="1091"/>
                        <a:pt x="524" y="1028"/>
                      </a:cubicBezTo>
                      <a:cubicBezTo>
                        <a:pt x="440" y="965"/>
                        <a:pt x="377" y="903"/>
                        <a:pt x="335" y="819"/>
                      </a:cubicBezTo>
                      <a:cubicBezTo>
                        <a:pt x="314" y="756"/>
                        <a:pt x="335" y="652"/>
                        <a:pt x="398" y="568"/>
                      </a:cubicBezTo>
                      <a:cubicBezTo>
                        <a:pt x="419" y="547"/>
                        <a:pt x="440" y="484"/>
                        <a:pt x="503" y="463"/>
                      </a:cubicBezTo>
                      <a:cubicBezTo>
                        <a:pt x="628" y="463"/>
                        <a:pt x="796" y="484"/>
                        <a:pt x="858" y="589"/>
                      </a:cubicBezTo>
                      <a:cubicBezTo>
                        <a:pt x="942" y="693"/>
                        <a:pt x="1005" y="819"/>
                        <a:pt x="963" y="965"/>
                      </a:cubicBezTo>
                      <a:cubicBezTo>
                        <a:pt x="963" y="1028"/>
                        <a:pt x="1005" y="1091"/>
                        <a:pt x="1068" y="1091"/>
                      </a:cubicBezTo>
                      <a:lnTo>
                        <a:pt x="1089" y="1091"/>
                      </a:lnTo>
                      <a:cubicBezTo>
                        <a:pt x="1151" y="1091"/>
                        <a:pt x="1193" y="1028"/>
                        <a:pt x="1235" y="986"/>
                      </a:cubicBezTo>
                      <a:cubicBezTo>
                        <a:pt x="1256" y="777"/>
                        <a:pt x="1193" y="568"/>
                        <a:pt x="1047" y="400"/>
                      </a:cubicBezTo>
                      <a:cubicBezTo>
                        <a:pt x="1005" y="359"/>
                        <a:pt x="921" y="296"/>
                        <a:pt x="858" y="275"/>
                      </a:cubicBezTo>
                      <a:cubicBezTo>
                        <a:pt x="952" y="256"/>
                        <a:pt x="1046" y="246"/>
                        <a:pt x="1137" y="246"/>
                      </a:cubicBezTo>
                      <a:cubicBezTo>
                        <a:pt x="1247" y="246"/>
                        <a:pt x="1352" y="261"/>
                        <a:pt x="1444" y="296"/>
                      </a:cubicBezTo>
                      <a:cubicBezTo>
                        <a:pt x="1612" y="400"/>
                        <a:pt x="1779" y="673"/>
                        <a:pt x="1674" y="882"/>
                      </a:cubicBezTo>
                      <a:cubicBezTo>
                        <a:pt x="1653" y="924"/>
                        <a:pt x="1674" y="1007"/>
                        <a:pt x="1716" y="1028"/>
                      </a:cubicBezTo>
                      <a:cubicBezTo>
                        <a:pt x="1735" y="1040"/>
                        <a:pt x="1755" y="1046"/>
                        <a:pt x="1775" y="1046"/>
                      </a:cubicBezTo>
                      <a:cubicBezTo>
                        <a:pt x="1823" y="1046"/>
                        <a:pt x="1869" y="1016"/>
                        <a:pt x="1884" y="986"/>
                      </a:cubicBezTo>
                      <a:cubicBezTo>
                        <a:pt x="1988" y="673"/>
                        <a:pt x="1842" y="254"/>
                        <a:pt x="1486" y="108"/>
                      </a:cubicBezTo>
                      <a:cubicBezTo>
                        <a:pt x="1365" y="37"/>
                        <a:pt x="1214" y="0"/>
                        <a:pt x="1053" y="0"/>
                      </a:cubicBezTo>
                      <a:close/>
                    </a:path>
                  </a:pathLst>
                </a:custGeom>
                <a:solidFill>
                  <a:srgbClr val="F072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" name="Google Shape;1548;p54"/>
                <p:cNvSpPr/>
                <p:nvPr/>
              </p:nvSpPr>
              <p:spPr>
                <a:xfrm>
                  <a:off x="5709171" y="924366"/>
                  <a:ext cx="26428" cy="90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2" h="632" extrusionOk="0">
                      <a:moveTo>
                        <a:pt x="1319" y="1"/>
                      </a:moveTo>
                      <a:cubicBezTo>
                        <a:pt x="733" y="1"/>
                        <a:pt x="231" y="147"/>
                        <a:pt x="0" y="293"/>
                      </a:cubicBezTo>
                      <a:cubicBezTo>
                        <a:pt x="168" y="482"/>
                        <a:pt x="461" y="628"/>
                        <a:pt x="837" y="628"/>
                      </a:cubicBezTo>
                      <a:cubicBezTo>
                        <a:pt x="867" y="631"/>
                        <a:pt x="895" y="632"/>
                        <a:pt x="923" y="632"/>
                      </a:cubicBezTo>
                      <a:cubicBezTo>
                        <a:pt x="1361" y="632"/>
                        <a:pt x="1684" y="337"/>
                        <a:pt x="1842" y="42"/>
                      </a:cubicBezTo>
                      <a:cubicBezTo>
                        <a:pt x="1695" y="1"/>
                        <a:pt x="1507" y="1"/>
                        <a:pt x="1319" y="1"/>
                      </a:cubicBezTo>
                      <a:close/>
                    </a:path>
                  </a:pathLst>
                </a:custGeom>
                <a:solidFill>
                  <a:srgbClr val="F072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" name="Google Shape;1549;p54"/>
                <p:cNvSpPr/>
                <p:nvPr/>
              </p:nvSpPr>
              <p:spPr>
                <a:xfrm>
                  <a:off x="4625659" y="2004054"/>
                  <a:ext cx="1889178" cy="269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673" h="18763" extrusionOk="0">
                      <a:moveTo>
                        <a:pt x="1" y="1"/>
                      </a:moveTo>
                      <a:cubicBezTo>
                        <a:pt x="1" y="1"/>
                        <a:pt x="1675" y="3516"/>
                        <a:pt x="8684" y="11467"/>
                      </a:cubicBezTo>
                      <a:cubicBezTo>
                        <a:pt x="12493" y="15776"/>
                        <a:pt x="39523" y="18763"/>
                        <a:pt x="66899" y="18763"/>
                      </a:cubicBezTo>
                      <a:cubicBezTo>
                        <a:pt x="89905" y="18763"/>
                        <a:pt x="113156" y="16653"/>
                        <a:pt x="123073" y="11446"/>
                      </a:cubicBezTo>
                      <a:cubicBezTo>
                        <a:pt x="131673" y="6948"/>
                        <a:pt x="128262" y="1"/>
                        <a:pt x="128262" y="1"/>
                      </a:cubicBezTo>
                      <a:close/>
                    </a:path>
                  </a:pathLst>
                </a:custGeom>
                <a:solidFill>
                  <a:srgbClr val="68BDD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" name="Google Shape;1550;p54"/>
                <p:cNvSpPr/>
                <p:nvPr/>
              </p:nvSpPr>
              <p:spPr>
                <a:xfrm>
                  <a:off x="4572009" y="1476914"/>
                  <a:ext cx="1840253" cy="649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263" h="45237" extrusionOk="0">
                      <a:moveTo>
                        <a:pt x="41156" y="0"/>
                      </a:moveTo>
                      <a:cubicBezTo>
                        <a:pt x="40123" y="0"/>
                        <a:pt x="39004" y="185"/>
                        <a:pt x="37768" y="595"/>
                      </a:cubicBezTo>
                      <a:cubicBezTo>
                        <a:pt x="25402" y="4696"/>
                        <a:pt x="1" y="36709"/>
                        <a:pt x="1" y="36709"/>
                      </a:cubicBezTo>
                      <a:cubicBezTo>
                        <a:pt x="23993" y="43105"/>
                        <a:pt x="46242" y="45236"/>
                        <a:pt x="65244" y="45236"/>
                      </a:cubicBezTo>
                      <a:cubicBezTo>
                        <a:pt x="103247" y="45236"/>
                        <a:pt x="128262" y="36709"/>
                        <a:pt x="128262" y="36709"/>
                      </a:cubicBezTo>
                      <a:cubicBezTo>
                        <a:pt x="121944" y="19321"/>
                        <a:pt x="103489" y="9613"/>
                        <a:pt x="103489" y="9613"/>
                      </a:cubicBezTo>
                      <a:cubicBezTo>
                        <a:pt x="103489" y="9613"/>
                        <a:pt x="93236" y="14948"/>
                        <a:pt x="71978" y="14948"/>
                      </a:cubicBezTo>
                      <a:cubicBezTo>
                        <a:pt x="52808" y="14948"/>
                        <a:pt x="50450" y="0"/>
                        <a:pt x="4115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" name="Google Shape;1551;p54"/>
                <p:cNvSpPr/>
                <p:nvPr/>
              </p:nvSpPr>
              <p:spPr>
                <a:xfrm>
                  <a:off x="4572000" y="1973164"/>
                  <a:ext cx="1946368" cy="2112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659" h="14721" extrusionOk="0">
                      <a:moveTo>
                        <a:pt x="3297" y="1"/>
                      </a:moveTo>
                      <a:cubicBezTo>
                        <a:pt x="847" y="1"/>
                        <a:pt x="1" y="4317"/>
                        <a:pt x="2715" y="5125"/>
                      </a:cubicBezTo>
                      <a:cubicBezTo>
                        <a:pt x="24680" y="11521"/>
                        <a:pt x="47297" y="14720"/>
                        <a:pt x="69915" y="14720"/>
                      </a:cubicBezTo>
                      <a:cubicBezTo>
                        <a:pt x="91102" y="14720"/>
                        <a:pt x="112290" y="11913"/>
                        <a:pt x="132944" y="6297"/>
                      </a:cubicBezTo>
                      <a:cubicBezTo>
                        <a:pt x="135659" y="5541"/>
                        <a:pt x="134779" y="1190"/>
                        <a:pt x="132287" y="1190"/>
                      </a:cubicBezTo>
                      <a:cubicBezTo>
                        <a:pt x="132091" y="1190"/>
                        <a:pt x="131884" y="1217"/>
                        <a:pt x="131668" y="1275"/>
                      </a:cubicBezTo>
                      <a:cubicBezTo>
                        <a:pt x="111421" y="6774"/>
                        <a:pt x="90672" y="9519"/>
                        <a:pt x="69926" y="9519"/>
                      </a:cubicBezTo>
                      <a:cubicBezTo>
                        <a:pt x="47729" y="9519"/>
                        <a:pt x="25537" y="6376"/>
                        <a:pt x="3971" y="103"/>
                      </a:cubicBezTo>
                      <a:cubicBezTo>
                        <a:pt x="3735" y="33"/>
                        <a:pt x="3510" y="1"/>
                        <a:pt x="329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" name="Google Shape;1552;p54"/>
                <p:cNvSpPr/>
                <p:nvPr/>
              </p:nvSpPr>
              <p:spPr>
                <a:xfrm>
                  <a:off x="5009706" y="1364760"/>
                  <a:ext cx="271096" cy="1816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95" h="12660" extrusionOk="0">
                      <a:moveTo>
                        <a:pt x="11864" y="0"/>
                      </a:moveTo>
                      <a:lnTo>
                        <a:pt x="0" y="12659"/>
                      </a:lnTo>
                      <a:lnTo>
                        <a:pt x="0" y="12659"/>
                      </a:lnTo>
                      <a:lnTo>
                        <a:pt x="17158" y="10483"/>
                      </a:lnTo>
                      <a:cubicBezTo>
                        <a:pt x="15860" y="6382"/>
                        <a:pt x="18894" y="2449"/>
                        <a:pt x="18894" y="2449"/>
                      </a:cubicBezTo>
                      <a:lnTo>
                        <a:pt x="11864" y="0"/>
                      </a:lnTo>
                      <a:close/>
                    </a:path>
                  </a:pathLst>
                </a:custGeom>
                <a:solidFill>
                  <a:srgbClr val="68BDD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" name="Google Shape;1553;p54"/>
                <p:cNvSpPr/>
                <p:nvPr/>
              </p:nvSpPr>
              <p:spPr>
                <a:xfrm>
                  <a:off x="5162807" y="1340283"/>
                  <a:ext cx="202041" cy="989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82" h="6896" extrusionOk="0">
                      <a:moveTo>
                        <a:pt x="1101" y="0"/>
                      </a:moveTo>
                      <a:cubicBezTo>
                        <a:pt x="721" y="0"/>
                        <a:pt x="369" y="237"/>
                        <a:pt x="210" y="618"/>
                      </a:cubicBezTo>
                      <a:cubicBezTo>
                        <a:pt x="0" y="1121"/>
                        <a:pt x="231" y="1686"/>
                        <a:pt x="733" y="1895"/>
                      </a:cubicBezTo>
                      <a:lnTo>
                        <a:pt x="12617" y="6833"/>
                      </a:lnTo>
                      <a:cubicBezTo>
                        <a:pt x="12764" y="6875"/>
                        <a:pt x="12868" y="6896"/>
                        <a:pt x="12994" y="6896"/>
                      </a:cubicBezTo>
                      <a:cubicBezTo>
                        <a:pt x="13392" y="6896"/>
                        <a:pt x="13747" y="6665"/>
                        <a:pt x="13873" y="6268"/>
                      </a:cubicBezTo>
                      <a:cubicBezTo>
                        <a:pt x="14082" y="5787"/>
                        <a:pt x="13852" y="5201"/>
                        <a:pt x="13350" y="4991"/>
                      </a:cubicBezTo>
                      <a:lnTo>
                        <a:pt x="1465" y="74"/>
                      </a:lnTo>
                      <a:cubicBezTo>
                        <a:pt x="1344" y="24"/>
                        <a:pt x="1221" y="0"/>
                        <a:pt x="1101" y="0"/>
                      </a:cubicBezTo>
                      <a:close/>
                    </a:path>
                  </a:pathLst>
                </a:custGeom>
                <a:solidFill>
                  <a:srgbClr val="68BDD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" name="Google Shape;1558;p54"/>
                <p:cNvSpPr/>
                <p:nvPr/>
              </p:nvSpPr>
              <p:spPr>
                <a:xfrm>
                  <a:off x="5253555" y="1375908"/>
                  <a:ext cx="117305" cy="78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76" h="5456" extrusionOk="0">
                      <a:moveTo>
                        <a:pt x="3048" y="1"/>
                      </a:moveTo>
                      <a:cubicBezTo>
                        <a:pt x="2936" y="1"/>
                        <a:pt x="2851" y="6"/>
                        <a:pt x="2798" y="19"/>
                      </a:cubicBezTo>
                      <a:cubicBezTo>
                        <a:pt x="2254" y="165"/>
                        <a:pt x="99" y="2718"/>
                        <a:pt x="57" y="3513"/>
                      </a:cubicBezTo>
                      <a:cubicBezTo>
                        <a:pt x="0" y="4216"/>
                        <a:pt x="2242" y="5456"/>
                        <a:pt x="3766" y="5456"/>
                      </a:cubicBezTo>
                      <a:cubicBezTo>
                        <a:pt x="3919" y="5456"/>
                        <a:pt x="4065" y="5444"/>
                        <a:pt x="4200" y="5417"/>
                      </a:cubicBezTo>
                      <a:cubicBezTo>
                        <a:pt x="5706" y="5124"/>
                        <a:pt x="6250" y="3764"/>
                        <a:pt x="6376" y="3722"/>
                      </a:cubicBezTo>
                      <a:cubicBezTo>
                        <a:pt x="6502" y="3659"/>
                        <a:pt x="8175" y="3555"/>
                        <a:pt x="8175" y="3555"/>
                      </a:cubicBezTo>
                      <a:lnTo>
                        <a:pt x="7422" y="479"/>
                      </a:lnTo>
                      <a:cubicBezTo>
                        <a:pt x="7422" y="479"/>
                        <a:pt x="4094" y="1"/>
                        <a:pt x="3048" y="1"/>
                      </a:cubicBezTo>
                      <a:close/>
                    </a:path>
                  </a:pathLst>
                </a:custGeom>
                <a:solidFill>
                  <a:srgbClr val="F072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" name="Google Shape;1559;p54"/>
                <p:cNvSpPr/>
                <p:nvPr/>
              </p:nvSpPr>
              <p:spPr>
                <a:xfrm>
                  <a:off x="5348033" y="1029432"/>
                  <a:ext cx="572795" cy="402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23" h="28079" extrusionOk="0">
                      <a:moveTo>
                        <a:pt x="37223" y="1"/>
                      </a:moveTo>
                      <a:cubicBezTo>
                        <a:pt x="37223" y="1"/>
                        <a:pt x="24878" y="20506"/>
                        <a:pt x="23811" y="21008"/>
                      </a:cubicBezTo>
                      <a:cubicBezTo>
                        <a:pt x="22305" y="21699"/>
                        <a:pt x="837" y="24607"/>
                        <a:pt x="837" y="24607"/>
                      </a:cubicBezTo>
                      <a:cubicBezTo>
                        <a:pt x="837" y="24607"/>
                        <a:pt x="0" y="26469"/>
                        <a:pt x="1632" y="27704"/>
                      </a:cubicBezTo>
                      <a:cubicBezTo>
                        <a:pt x="1632" y="27704"/>
                        <a:pt x="8642" y="28079"/>
                        <a:pt x="15556" y="28079"/>
                      </a:cubicBezTo>
                      <a:cubicBezTo>
                        <a:pt x="20866" y="28079"/>
                        <a:pt x="26119" y="27858"/>
                        <a:pt x="28101" y="27076"/>
                      </a:cubicBezTo>
                      <a:cubicBezTo>
                        <a:pt x="33394" y="24963"/>
                        <a:pt x="39923" y="15191"/>
                        <a:pt x="39923" y="8224"/>
                      </a:cubicBezTo>
                      <a:cubicBezTo>
                        <a:pt x="39923" y="3014"/>
                        <a:pt x="37223" y="1"/>
                        <a:pt x="37223" y="1"/>
                      </a:cubicBezTo>
                      <a:close/>
                    </a:path>
                  </a:pathLst>
                </a:custGeom>
                <a:solidFill>
                  <a:srgbClr val="F072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6" name="Google Shape;1562;p54"/>
              <p:cNvSpPr/>
              <p:nvPr/>
            </p:nvSpPr>
            <p:spPr>
              <a:xfrm>
                <a:off x="5492425" y="1798970"/>
                <a:ext cx="998787" cy="486825"/>
              </a:xfrm>
              <a:custGeom>
                <a:avLst/>
                <a:gdLst/>
                <a:ahLst/>
                <a:cxnLst/>
                <a:rect l="l" t="t" r="r" b="b"/>
                <a:pathLst>
                  <a:path w="69614" h="33931" extrusionOk="0">
                    <a:moveTo>
                      <a:pt x="62938" y="1"/>
                    </a:moveTo>
                    <a:cubicBezTo>
                      <a:pt x="58770" y="1"/>
                      <a:pt x="55704" y="4895"/>
                      <a:pt x="51452" y="5118"/>
                    </a:cubicBezTo>
                    <a:cubicBezTo>
                      <a:pt x="51344" y="5124"/>
                      <a:pt x="51236" y="5127"/>
                      <a:pt x="51129" y="5127"/>
                    </a:cubicBezTo>
                    <a:cubicBezTo>
                      <a:pt x="49268" y="5127"/>
                      <a:pt x="47433" y="4288"/>
                      <a:pt x="45578" y="4288"/>
                    </a:cubicBezTo>
                    <a:cubicBezTo>
                      <a:pt x="45270" y="4288"/>
                      <a:pt x="44961" y="4311"/>
                      <a:pt x="44652" y="4365"/>
                    </a:cubicBezTo>
                    <a:cubicBezTo>
                      <a:pt x="42475" y="4721"/>
                      <a:pt x="40802" y="6562"/>
                      <a:pt x="39860" y="8571"/>
                    </a:cubicBezTo>
                    <a:cubicBezTo>
                      <a:pt x="38918" y="10579"/>
                      <a:pt x="38521" y="12776"/>
                      <a:pt x="37809" y="14869"/>
                    </a:cubicBezTo>
                    <a:cubicBezTo>
                      <a:pt x="37077" y="16961"/>
                      <a:pt x="35885" y="19053"/>
                      <a:pt x="33960" y="20079"/>
                    </a:cubicBezTo>
                    <a:cubicBezTo>
                      <a:pt x="32907" y="20640"/>
                      <a:pt x="31769" y="20838"/>
                      <a:pt x="30587" y="20838"/>
                    </a:cubicBezTo>
                    <a:cubicBezTo>
                      <a:pt x="27791" y="20838"/>
                      <a:pt x="24747" y="19734"/>
                      <a:pt x="21986" y="19734"/>
                    </a:cubicBezTo>
                    <a:cubicBezTo>
                      <a:pt x="20694" y="19734"/>
                      <a:pt x="19464" y="19976"/>
                      <a:pt x="18351" y="20685"/>
                    </a:cubicBezTo>
                    <a:cubicBezTo>
                      <a:pt x="16321" y="21962"/>
                      <a:pt x="15379" y="24389"/>
                      <a:pt x="13873" y="26230"/>
                    </a:cubicBezTo>
                    <a:cubicBezTo>
                      <a:pt x="11980" y="28517"/>
                      <a:pt x="9012" y="29863"/>
                      <a:pt x="6038" y="29863"/>
                    </a:cubicBezTo>
                    <a:cubicBezTo>
                      <a:pt x="5692" y="29863"/>
                      <a:pt x="5346" y="29845"/>
                      <a:pt x="5001" y="29808"/>
                    </a:cubicBezTo>
                    <a:cubicBezTo>
                      <a:pt x="4256" y="29727"/>
                      <a:pt x="3486" y="29546"/>
                      <a:pt x="2729" y="29546"/>
                    </a:cubicBezTo>
                    <a:cubicBezTo>
                      <a:pt x="2508" y="29546"/>
                      <a:pt x="2289" y="29561"/>
                      <a:pt x="2072" y="29599"/>
                    </a:cubicBezTo>
                    <a:cubicBezTo>
                      <a:pt x="1109" y="29745"/>
                      <a:pt x="105" y="30436"/>
                      <a:pt x="63" y="31419"/>
                    </a:cubicBezTo>
                    <a:cubicBezTo>
                      <a:pt x="1" y="32256"/>
                      <a:pt x="670" y="32989"/>
                      <a:pt x="1423" y="33344"/>
                    </a:cubicBezTo>
                    <a:cubicBezTo>
                      <a:pt x="2177" y="33679"/>
                      <a:pt x="3034" y="33679"/>
                      <a:pt x="3850" y="33700"/>
                    </a:cubicBezTo>
                    <a:cubicBezTo>
                      <a:pt x="7219" y="33721"/>
                      <a:pt x="7931" y="33909"/>
                      <a:pt x="11299" y="33930"/>
                    </a:cubicBezTo>
                    <a:cubicBezTo>
                      <a:pt x="23623" y="33826"/>
                      <a:pt x="35926" y="32947"/>
                      <a:pt x="48104" y="31273"/>
                    </a:cubicBezTo>
                    <a:cubicBezTo>
                      <a:pt x="51682" y="30771"/>
                      <a:pt x="55343" y="30206"/>
                      <a:pt x="58545" y="28448"/>
                    </a:cubicBezTo>
                    <a:cubicBezTo>
                      <a:pt x="64320" y="25310"/>
                      <a:pt x="67626" y="18823"/>
                      <a:pt x="68902" y="12358"/>
                    </a:cubicBezTo>
                    <a:cubicBezTo>
                      <a:pt x="69341" y="9826"/>
                      <a:pt x="69613" y="7190"/>
                      <a:pt x="68797" y="4742"/>
                    </a:cubicBezTo>
                    <a:cubicBezTo>
                      <a:pt x="67981" y="2315"/>
                      <a:pt x="65868" y="180"/>
                      <a:pt x="63294" y="13"/>
                    </a:cubicBezTo>
                    <a:cubicBezTo>
                      <a:pt x="63175" y="5"/>
                      <a:pt x="63056" y="1"/>
                      <a:pt x="62938" y="1"/>
                    </a:cubicBezTo>
                    <a:close/>
                  </a:path>
                </a:pathLst>
              </a:custGeom>
              <a:solidFill>
                <a:srgbClr val="68BDD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1563;p54"/>
              <p:cNvSpPr/>
              <p:nvPr/>
            </p:nvSpPr>
            <p:spPr>
              <a:xfrm>
                <a:off x="5487619" y="1724780"/>
                <a:ext cx="1026105" cy="546740"/>
              </a:xfrm>
              <a:custGeom>
                <a:avLst/>
                <a:gdLst/>
                <a:ahLst/>
                <a:cxnLst/>
                <a:rect l="l" t="t" r="r" b="b"/>
                <a:pathLst>
                  <a:path w="71518" h="38107" extrusionOk="0">
                    <a:moveTo>
                      <a:pt x="64214" y="1"/>
                    </a:moveTo>
                    <a:cubicBezTo>
                      <a:pt x="64068" y="1"/>
                      <a:pt x="63922" y="6"/>
                      <a:pt x="63776" y="16"/>
                    </a:cubicBezTo>
                    <a:cubicBezTo>
                      <a:pt x="59821" y="267"/>
                      <a:pt x="56787" y="3740"/>
                      <a:pt x="52917" y="4619"/>
                    </a:cubicBezTo>
                    <a:cubicBezTo>
                      <a:pt x="52193" y="4780"/>
                      <a:pt x="51466" y="4845"/>
                      <a:pt x="50736" y="4845"/>
                    </a:cubicBezTo>
                    <a:cubicBezTo>
                      <a:pt x="48426" y="4845"/>
                      <a:pt x="46089" y="4190"/>
                      <a:pt x="43752" y="3824"/>
                    </a:cubicBezTo>
                    <a:cubicBezTo>
                      <a:pt x="42983" y="3708"/>
                      <a:pt x="42182" y="3639"/>
                      <a:pt x="41383" y="3639"/>
                    </a:cubicBezTo>
                    <a:cubicBezTo>
                      <a:pt x="39011" y="3639"/>
                      <a:pt x="36661" y="4252"/>
                      <a:pt x="35236" y="6084"/>
                    </a:cubicBezTo>
                    <a:cubicBezTo>
                      <a:pt x="32767" y="9243"/>
                      <a:pt x="34420" y="14369"/>
                      <a:pt x="31784" y="17341"/>
                    </a:cubicBezTo>
                    <a:cubicBezTo>
                      <a:pt x="30453" y="18839"/>
                      <a:pt x="28419" y="19349"/>
                      <a:pt x="26388" y="19349"/>
                    </a:cubicBezTo>
                    <a:cubicBezTo>
                      <a:pt x="25895" y="19349"/>
                      <a:pt x="25403" y="19319"/>
                      <a:pt x="24921" y="19266"/>
                    </a:cubicBezTo>
                    <a:cubicBezTo>
                      <a:pt x="22473" y="18973"/>
                      <a:pt x="20087" y="18157"/>
                      <a:pt x="17639" y="18136"/>
                    </a:cubicBezTo>
                    <a:cubicBezTo>
                      <a:pt x="15819" y="18136"/>
                      <a:pt x="13873" y="18680"/>
                      <a:pt x="12555" y="19956"/>
                    </a:cubicBezTo>
                    <a:cubicBezTo>
                      <a:pt x="12011" y="20521"/>
                      <a:pt x="11404" y="21358"/>
                      <a:pt x="11174" y="22090"/>
                    </a:cubicBezTo>
                    <a:cubicBezTo>
                      <a:pt x="10860" y="23053"/>
                      <a:pt x="11258" y="24287"/>
                      <a:pt x="11174" y="25292"/>
                    </a:cubicBezTo>
                    <a:cubicBezTo>
                      <a:pt x="11069" y="26401"/>
                      <a:pt x="10735" y="27530"/>
                      <a:pt x="10023" y="28367"/>
                    </a:cubicBezTo>
                    <a:cubicBezTo>
                      <a:pt x="9186" y="29351"/>
                      <a:pt x="7910" y="29853"/>
                      <a:pt x="6675" y="30250"/>
                    </a:cubicBezTo>
                    <a:cubicBezTo>
                      <a:pt x="5420" y="30606"/>
                      <a:pt x="4144" y="30899"/>
                      <a:pt x="3014" y="31527"/>
                    </a:cubicBezTo>
                    <a:cubicBezTo>
                      <a:pt x="2009" y="32092"/>
                      <a:pt x="1172" y="32929"/>
                      <a:pt x="608" y="33954"/>
                    </a:cubicBezTo>
                    <a:cubicBezTo>
                      <a:pt x="273" y="34582"/>
                      <a:pt x="1" y="35314"/>
                      <a:pt x="84" y="36046"/>
                    </a:cubicBezTo>
                    <a:cubicBezTo>
                      <a:pt x="168" y="36862"/>
                      <a:pt x="628" y="37595"/>
                      <a:pt x="1444" y="37720"/>
                    </a:cubicBezTo>
                    <a:cubicBezTo>
                      <a:pt x="2379" y="37888"/>
                      <a:pt x="3213" y="38107"/>
                      <a:pt x="4156" y="38107"/>
                    </a:cubicBezTo>
                    <a:cubicBezTo>
                      <a:pt x="4269" y="38107"/>
                      <a:pt x="4383" y="38104"/>
                      <a:pt x="4499" y="38097"/>
                    </a:cubicBezTo>
                    <a:cubicBezTo>
                      <a:pt x="5755" y="37950"/>
                      <a:pt x="6968" y="37574"/>
                      <a:pt x="8182" y="37260"/>
                    </a:cubicBezTo>
                    <a:cubicBezTo>
                      <a:pt x="8370" y="37260"/>
                      <a:pt x="8600" y="37176"/>
                      <a:pt x="8872" y="37113"/>
                    </a:cubicBezTo>
                    <a:cubicBezTo>
                      <a:pt x="9570" y="36962"/>
                      <a:pt x="10300" y="36854"/>
                      <a:pt x="11024" y="36854"/>
                    </a:cubicBezTo>
                    <a:cubicBezTo>
                      <a:pt x="11299" y="36854"/>
                      <a:pt x="11573" y="36870"/>
                      <a:pt x="11844" y="36904"/>
                    </a:cubicBezTo>
                    <a:cubicBezTo>
                      <a:pt x="12513" y="37009"/>
                      <a:pt x="13141" y="37197"/>
                      <a:pt x="13789" y="37323"/>
                    </a:cubicBezTo>
                    <a:cubicBezTo>
                      <a:pt x="14081" y="37388"/>
                      <a:pt x="14380" y="37429"/>
                      <a:pt x="14679" y="37429"/>
                    </a:cubicBezTo>
                    <a:cubicBezTo>
                      <a:pt x="15045" y="37429"/>
                      <a:pt x="15410" y="37368"/>
                      <a:pt x="15756" y="37218"/>
                    </a:cubicBezTo>
                    <a:cubicBezTo>
                      <a:pt x="17325" y="36590"/>
                      <a:pt x="17995" y="34435"/>
                      <a:pt x="17995" y="32866"/>
                    </a:cubicBezTo>
                    <a:cubicBezTo>
                      <a:pt x="17995" y="31882"/>
                      <a:pt x="17953" y="31025"/>
                      <a:pt x="18414" y="30167"/>
                    </a:cubicBezTo>
                    <a:cubicBezTo>
                      <a:pt x="18853" y="29330"/>
                      <a:pt x="19585" y="28618"/>
                      <a:pt x="20464" y="28200"/>
                    </a:cubicBezTo>
                    <a:cubicBezTo>
                      <a:pt x="21280" y="27816"/>
                      <a:pt x="22171" y="27659"/>
                      <a:pt x="23077" y="27659"/>
                    </a:cubicBezTo>
                    <a:cubicBezTo>
                      <a:pt x="24098" y="27659"/>
                      <a:pt x="25138" y="27859"/>
                      <a:pt x="26113" y="28158"/>
                    </a:cubicBezTo>
                    <a:cubicBezTo>
                      <a:pt x="27955" y="28702"/>
                      <a:pt x="29712" y="29560"/>
                      <a:pt x="31574" y="30020"/>
                    </a:cubicBezTo>
                    <a:cubicBezTo>
                      <a:pt x="32336" y="30215"/>
                      <a:pt x="33131" y="30331"/>
                      <a:pt x="33915" y="30331"/>
                    </a:cubicBezTo>
                    <a:cubicBezTo>
                      <a:pt x="35070" y="30331"/>
                      <a:pt x="36201" y="30079"/>
                      <a:pt x="37161" y="29455"/>
                    </a:cubicBezTo>
                    <a:cubicBezTo>
                      <a:pt x="40488" y="27321"/>
                      <a:pt x="40028" y="22258"/>
                      <a:pt x="42183" y="18973"/>
                    </a:cubicBezTo>
                    <a:cubicBezTo>
                      <a:pt x="44108" y="16085"/>
                      <a:pt x="47790" y="14913"/>
                      <a:pt x="51243" y="14767"/>
                    </a:cubicBezTo>
                    <a:cubicBezTo>
                      <a:pt x="51659" y="14747"/>
                      <a:pt x="52075" y="14738"/>
                      <a:pt x="52491" y="14738"/>
                    </a:cubicBezTo>
                    <a:cubicBezTo>
                      <a:pt x="54939" y="14738"/>
                      <a:pt x="57386" y="15036"/>
                      <a:pt x="59833" y="15036"/>
                    </a:cubicBezTo>
                    <a:cubicBezTo>
                      <a:pt x="60422" y="15036"/>
                      <a:pt x="61011" y="15019"/>
                      <a:pt x="61600" y="14976"/>
                    </a:cubicBezTo>
                    <a:cubicBezTo>
                      <a:pt x="65052" y="14704"/>
                      <a:pt x="68714" y="13302"/>
                      <a:pt x="70325" y="10268"/>
                    </a:cubicBezTo>
                    <a:cubicBezTo>
                      <a:pt x="71518" y="8092"/>
                      <a:pt x="71413" y="5268"/>
                      <a:pt x="70074" y="3196"/>
                    </a:cubicBezTo>
                    <a:cubicBezTo>
                      <a:pt x="68815" y="1228"/>
                      <a:pt x="66519" y="1"/>
                      <a:pt x="642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530341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1"/>
          <p:cNvSpPr txBox="1">
            <a:spLocks noGrp="1"/>
          </p:cNvSpPr>
          <p:nvPr>
            <p:ph type="body" idx="1"/>
          </p:nvPr>
        </p:nvSpPr>
        <p:spPr>
          <a:xfrm>
            <a:off x="946000" y="1763300"/>
            <a:ext cx="10300000" cy="4398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>
              <a:buNone/>
            </a:pPr>
            <a:r>
              <a:rPr lang="en-US" sz="3733" dirty="0" err="1"/>
              <a:t>Kapal</a:t>
            </a:r>
            <a:r>
              <a:rPr lang="en-US" sz="3733" dirty="0"/>
              <a:t>, </a:t>
            </a:r>
            <a:r>
              <a:rPr lang="en-US" sz="3733" dirty="0" err="1"/>
              <a:t>perahu</a:t>
            </a:r>
            <a:r>
              <a:rPr lang="en-US" sz="3733" dirty="0"/>
              <a:t> </a:t>
            </a:r>
            <a:r>
              <a:rPr lang="en-US" sz="3733" dirty="0" err="1"/>
              <a:t>atau</a:t>
            </a:r>
            <a:r>
              <a:rPr lang="en-US" sz="3733" dirty="0"/>
              <a:t> </a:t>
            </a:r>
            <a:r>
              <a:rPr lang="en-US" sz="3733" dirty="0" err="1"/>
              <a:t>alat</a:t>
            </a:r>
            <a:r>
              <a:rPr lang="en-US" sz="3733" dirty="0"/>
              <a:t> </a:t>
            </a:r>
            <a:r>
              <a:rPr lang="en-US" sz="3733" dirty="0" err="1"/>
              <a:t>apung</a:t>
            </a:r>
            <a:r>
              <a:rPr lang="en-US" sz="3733" dirty="0"/>
              <a:t> lain yang </a:t>
            </a:r>
            <a:r>
              <a:rPr lang="en-US" sz="3733" dirty="0" err="1"/>
              <a:t>digunakan</a:t>
            </a:r>
            <a:r>
              <a:rPr lang="en-US" sz="3733" dirty="0"/>
              <a:t> </a:t>
            </a:r>
            <a:r>
              <a:rPr lang="en-US" sz="3733" dirty="0" err="1"/>
              <a:t>untuk</a:t>
            </a:r>
            <a:r>
              <a:rPr lang="en-US" sz="3733" dirty="0"/>
              <a:t> </a:t>
            </a:r>
            <a:r>
              <a:rPr lang="en-US" sz="3733" dirty="0" err="1"/>
              <a:t>melakukan</a:t>
            </a:r>
            <a:r>
              <a:rPr lang="en-US" sz="3733" dirty="0"/>
              <a:t> </a:t>
            </a:r>
            <a:r>
              <a:rPr lang="en-US" sz="3733" dirty="0" err="1"/>
              <a:t>penangkapan</a:t>
            </a:r>
            <a:r>
              <a:rPr lang="en-US" sz="3733" dirty="0"/>
              <a:t> </a:t>
            </a:r>
            <a:r>
              <a:rPr lang="en-US" sz="3733" dirty="0" err="1"/>
              <a:t>ikan</a:t>
            </a:r>
            <a:r>
              <a:rPr lang="en-US" sz="3733" dirty="0"/>
              <a:t>, </a:t>
            </a:r>
            <a:r>
              <a:rPr lang="en-US" sz="3733" dirty="0" err="1"/>
              <a:t>mendukung</a:t>
            </a:r>
            <a:r>
              <a:rPr lang="en-US" sz="3733" dirty="0"/>
              <a:t> </a:t>
            </a:r>
            <a:r>
              <a:rPr lang="en-US" sz="3733" dirty="0" err="1"/>
              <a:t>operasi</a:t>
            </a:r>
            <a:r>
              <a:rPr lang="en-US" sz="3733" dirty="0"/>
              <a:t> </a:t>
            </a:r>
            <a:r>
              <a:rPr lang="en-US" sz="3733" dirty="0" err="1"/>
              <a:t>penangkapan</a:t>
            </a:r>
            <a:r>
              <a:rPr lang="en-US" sz="3733" dirty="0"/>
              <a:t> </a:t>
            </a:r>
            <a:r>
              <a:rPr lang="en-US" sz="3733" dirty="0" err="1"/>
              <a:t>ikan</a:t>
            </a:r>
            <a:r>
              <a:rPr lang="en-US" sz="3733" dirty="0"/>
              <a:t>, </a:t>
            </a:r>
            <a:r>
              <a:rPr lang="en-US" sz="3733" dirty="0" err="1"/>
              <a:t>pembudidayaan</a:t>
            </a:r>
            <a:r>
              <a:rPr lang="en-US" sz="3733" dirty="0"/>
              <a:t> </a:t>
            </a:r>
            <a:r>
              <a:rPr lang="en-US" sz="3733" dirty="0" err="1"/>
              <a:t>ikan</a:t>
            </a:r>
            <a:r>
              <a:rPr lang="en-US" sz="3733" dirty="0"/>
              <a:t>, </a:t>
            </a:r>
            <a:r>
              <a:rPr lang="en-US" sz="3733" dirty="0" err="1"/>
              <a:t>pengangkutan</a:t>
            </a:r>
            <a:r>
              <a:rPr lang="en-US" sz="3733" dirty="0"/>
              <a:t> </a:t>
            </a:r>
            <a:r>
              <a:rPr lang="en-US" sz="3733" dirty="0" err="1"/>
              <a:t>ikan</a:t>
            </a:r>
            <a:r>
              <a:rPr lang="en-US" sz="3733" dirty="0"/>
              <a:t>, </a:t>
            </a:r>
            <a:r>
              <a:rPr lang="en-US" sz="3733" dirty="0" err="1"/>
              <a:t>pengolahan</a:t>
            </a:r>
            <a:r>
              <a:rPr lang="en-US" sz="3733" dirty="0"/>
              <a:t> </a:t>
            </a:r>
            <a:r>
              <a:rPr lang="en-US" sz="3733" dirty="0" err="1"/>
              <a:t>ikan</a:t>
            </a:r>
            <a:r>
              <a:rPr lang="en-US" sz="3733" dirty="0"/>
              <a:t>, </a:t>
            </a:r>
            <a:r>
              <a:rPr lang="en-US" sz="3733" dirty="0" err="1"/>
              <a:t>pelatihan</a:t>
            </a:r>
            <a:r>
              <a:rPr lang="en-US" sz="3733" dirty="0"/>
              <a:t> </a:t>
            </a:r>
            <a:r>
              <a:rPr lang="en-US" sz="3733" dirty="0" err="1"/>
              <a:t>perikanan</a:t>
            </a:r>
            <a:r>
              <a:rPr lang="en-US" sz="3733" dirty="0"/>
              <a:t>, </a:t>
            </a:r>
            <a:r>
              <a:rPr lang="en-US" sz="3733" dirty="0" err="1"/>
              <a:t>dan</a:t>
            </a:r>
            <a:r>
              <a:rPr lang="en-US" sz="3733" dirty="0"/>
              <a:t> </a:t>
            </a:r>
            <a:r>
              <a:rPr lang="en-US" sz="3733" dirty="0" err="1"/>
              <a:t>penelitian</a:t>
            </a:r>
            <a:r>
              <a:rPr lang="en-US" sz="3733" dirty="0"/>
              <a:t>/</a:t>
            </a:r>
            <a:r>
              <a:rPr lang="en-US" sz="3733" dirty="0" err="1"/>
              <a:t>eksplorasi</a:t>
            </a:r>
            <a:r>
              <a:rPr lang="en-US" sz="3733" dirty="0"/>
              <a:t> </a:t>
            </a:r>
            <a:r>
              <a:rPr lang="en-US" sz="3733" dirty="0" err="1"/>
              <a:t>perikanan</a:t>
            </a:r>
            <a:r>
              <a:rPr lang="en-US" sz="3733" dirty="0"/>
              <a:t>. </a:t>
            </a:r>
            <a:endParaRPr sz="3733" dirty="0"/>
          </a:p>
        </p:txBody>
      </p:sp>
      <p:sp>
        <p:nvSpPr>
          <p:cNvPr id="443" name="Google Shape;443;p31"/>
          <p:cNvSpPr txBox="1">
            <a:spLocks noGrp="1"/>
          </p:cNvSpPr>
          <p:nvPr>
            <p:ph type="title"/>
          </p:nvPr>
        </p:nvSpPr>
        <p:spPr>
          <a:xfrm>
            <a:off x="368602" y="277892"/>
            <a:ext cx="10300000" cy="596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b="1" dirty="0" smtClean="0"/>
              <a:t>Definisi Kapal Perikanan</a:t>
            </a:r>
            <a:endParaRPr b="1" dirty="0"/>
          </a:p>
        </p:txBody>
      </p:sp>
      <p:grpSp>
        <p:nvGrpSpPr>
          <p:cNvPr id="444" name="Google Shape;444;p31"/>
          <p:cNvGrpSpPr/>
          <p:nvPr/>
        </p:nvGrpSpPr>
        <p:grpSpPr>
          <a:xfrm>
            <a:off x="10668602" y="4658601"/>
            <a:ext cx="1154785" cy="2050791"/>
            <a:chOff x="8001451" y="3819250"/>
            <a:chExt cx="866089" cy="1538093"/>
          </a:xfrm>
        </p:grpSpPr>
        <p:sp>
          <p:nvSpPr>
            <p:cNvPr id="445" name="Google Shape;445;p31"/>
            <p:cNvSpPr/>
            <p:nvPr/>
          </p:nvSpPr>
          <p:spPr>
            <a:xfrm>
              <a:off x="8001451" y="4967754"/>
              <a:ext cx="866089" cy="173425"/>
            </a:xfrm>
            <a:custGeom>
              <a:avLst/>
              <a:gdLst/>
              <a:ahLst/>
              <a:cxnLst/>
              <a:rect l="l" t="t" r="r" b="b"/>
              <a:pathLst>
                <a:path w="67584" h="13533" extrusionOk="0">
                  <a:moveTo>
                    <a:pt x="53170" y="0"/>
                  </a:moveTo>
                  <a:cubicBezTo>
                    <a:pt x="50513" y="0"/>
                    <a:pt x="47843" y="225"/>
                    <a:pt x="45196" y="444"/>
                  </a:cubicBezTo>
                  <a:cubicBezTo>
                    <a:pt x="39860" y="925"/>
                    <a:pt x="34483" y="1385"/>
                    <a:pt x="29147" y="1866"/>
                  </a:cubicBezTo>
                  <a:cubicBezTo>
                    <a:pt x="27053" y="2043"/>
                    <a:pt x="24939" y="2231"/>
                    <a:pt x="22818" y="2231"/>
                  </a:cubicBezTo>
                  <a:cubicBezTo>
                    <a:pt x="21929" y="2231"/>
                    <a:pt x="21040" y="2198"/>
                    <a:pt x="20150" y="2117"/>
                  </a:cubicBezTo>
                  <a:cubicBezTo>
                    <a:pt x="16886" y="1825"/>
                    <a:pt x="13643" y="632"/>
                    <a:pt x="10421" y="444"/>
                  </a:cubicBezTo>
                  <a:cubicBezTo>
                    <a:pt x="10334" y="438"/>
                    <a:pt x="10242" y="435"/>
                    <a:pt x="10145" y="435"/>
                  </a:cubicBezTo>
                  <a:cubicBezTo>
                    <a:pt x="7775" y="435"/>
                    <a:pt x="2641" y="2148"/>
                    <a:pt x="2742" y="4942"/>
                  </a:cubicBezTo>
                  <a:cubicBezTo>
                    <a:pt x="2762" y="5863"/>
                    <a:pt x="3558" y="6637"/>
                    <a:pt x="3453" y="7558"/>
                  </a:cubicBezTo>
                  <a:cubicBezTo>
                    <a:pt x="3244" y="9211"/>
                    <a:pt x="419" y="9420"/>
                    <a:pt x="126" y="11073"/>
                  </a:cubicBezTo>
                  <a:cubicBezTo>
                    <a:pt x="1" y="11826"/>
                    <a:pt x="524" y="12558"/>
                    <a:pt x="1193" y="12914"/>
                  </a:cubicBezTo>
                  <a:cubicBezTo>
                    <a:pt x="1884" y="13270"/>
                    <a:pt x="2658" y="13312"/>
                    <a:pt x="3453" y="13312"/>
                  </a:cubicBezTo>
                  <a:cubicBezTo>
                    <a:pt x="6926" y="13312"/>
                    <a:pt x="10379" y="12684"/>
                    <a:pt x="13831" y="12328"/>
                  </a:cubicBezTo>
                  <a:cubicBezTo>
                    <a:pt x="15991" y="12100"/>
                    <a:pt x="18166" y="11988"/>
                    <a:pt x="20341" y="11988"/>
                  </a:cubicBezTo>
                  <a:cubicBezTo>
                    <a:pt x="23960" y="11988"/>
                    <a:pt x="27580" y="12300"/>
                    <a:pt x="31135" y="12914"/>
                  </a:cubicBezTo>
                  <a:cubicBezTo>
                    <a:pt x="32731" y="13180"/>
                    <a:pt x="34326" y="13532"/>
                    <a:pt x="35922" y="13532"/>
                  </a:cubicBezTo>
                  <a:cubicBezTo>
                    <a:pt x="36084" y="13532"/>
                    <a:pt x="36246" y="13529"/>
                    <a:pt x="36408" y="13521"/>
                  </a:cubicBezTo>
                  <a:cubicBezTo>
                    <a:pt x="38186" y="13437"/>
                    <a:pt x="39986" y="12872"/>
                    <a:pt x="41178" y="11554"/>
                  </a:cubicBezTo>
                  <a:cubicBezTo>
                    <a:pt x="41890" y="10780"/>
                    <a:pt x="42392" y="9713"/>
                    <a:pt x="43354" y="9231"/>
                  </a:cubicBezTo>
                  <a:cubicBezTo>
                    <a:pt x="43858" y="8988"/>
                    <a:pt x="44448" y="8933"/>
                    <a:pt x="45016" y="8933"/>
                  </a:cubicBezTo>
                  <a:cubicBezTo>
                    <a:pt x="45133" y="8933"/>
                    <a:pt x="45249" y="8935"/>
                    <a:pt x="45363" y="8939"/>
                  </a:cubicBezTo>
                  <a:cubicBezTo>
                    <a:pt x="48254" y="8974"/>
                    <a:pt x="51170" y="9120"/>
                    <a:pt x="54064" y="9120"/>
                  </a:cubicBezTo>
                  <a:cubicBezTo>
                    <a:pt x="58041" y="9120"/>
                    <a:pt x="61976" y="8844"/>
                    <a:pt x="65743" y="7620"/>
                  </a:cubicBezTo>
                  <a:cubicBezTo>
                    <a:pt x="66266" y="7453"/>
                    <a:pt x="66831" y="7223"/>
                    <a:pt x="67061" y="6742"/>
                  </a:cubicBezTo>
                  <a:cubicBezTo>
                    <a:pt x="67584" y="5758"/>
                    <a:pt x="66370" y="4712"/>
                    <a:pt x="65282" y="4419"/>
                  </a:cubicBezTo>
                  <a:cubicBezTo>
                    <a:pt x="64194" y="4126"/>
                    <a:pt x="62876" y="3917"/>
                    <a:pt x="62416" y="2871"/>
                  </a:cubicBezTo>
                  <a:cubicBezTo>
                    <a:pt x="62269" y="2515"/>
                    <a:pt x="62269" y="2076"/>
                    <a:pt x="62060" y="1699"/>
                  </a:cubicBezTo>
                  <a:cubicBezTo>
                    <a:pt x="61746" y="1134"/>
                    <a:pt x="61035" y="883"/>
                    <a:pt x="60386" y="736"/>
                  </a:cubicBezTo>
                  <a:cubicBezTo>
                    <a:pt x="58010" y="187"/>
                    <a:pt x="55595" y="0"/>
                    <a:pt x="531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31"/>
            <p:cNvSpPr/>
            <p:nvPr/>
          </p:nvSpPr>
          <p:spPr>
            <a:xfrm>
              <a:off x="8089679" y="3819250"/>
              <a:ext cx="647824" cy="1230240"/>
            </a:xfrm>
            <a:custGeom>
              <a:avLst/>
              <a:gdLst/>
              <a:ahLst/>
              <a:cxnLst/>
              <a:rect l="l" t="t" r="r" b="b"/>
              <a:pathLst>
                <a:path w="50552" h="96000" extrusionOk="0">
                  <a:moveTo>
                    <a:pt x="23404" y="1"/>
                  </a:moveTo>
                  <a:cubicBezTo>
                    <a:pt x="23359" y="1"/>
                    <a:pt x="23313" y="1"/>
                    <a:pt x="23267" y="2"/>
                  </a:cubicBezTo>
                  <a:cubicBezTo>
                    <a:pt x="23037" y="2"/>
                    <a:pt x="22786" y="44"/>
                    <a:pt x="22556" y="65"/>
                  </a:cubicBezTo>
                  <a:cubicBezTo>
                    <a:pt x="9563" y="1865"/>
                    <a:pt x="0" y="43733"/>
                    <a:pt x="419" y="96000"/>
                  </a:cubicBezTo>
                  <a:lnTo>
                    <a:pt x="50552" y="96000"/>
                  </a:lnTo>
                  <a:cubicBezTo>
                    <a:pt x="48857" y="46223"/>
                    <a:pt x="38458" y="6070"/>
                    <a:pt x="26260" y="630"/>
                  </a:cubicBezTo>
                  <a:cubicBezTo>
                    <a:pt x="25301" y="211"/>
                    <a:pt x="24361" y="1"/>
                    <a:pt x="234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31"/>
            <p:cNvSpPr/>
            <p:nvPr/>
          </p:nvSpPr>
          <p:spPr>
            <a:xfrm>
              <a:off x="8012178" y="5258206"/>
              <a:ext cx="520199" cy="99137"/>
            </a:xfrm>
            <a:custGeom>
              <a:avLst/>
              <a:gdLst/>
              <a:ahLst/>
              <a:cxnLst/>
              <a:rect l="l" t="t" r="r" b="b"/>
              <a:pathLst>
                <a:path w="40593" h="7736" extrusionOk="0">
                  <a:moveTo>
                    <a:pt x="35502" y="1"/>
                  </a:moveTo>
                  <a:cubicBezTo>
                    <a:pt x="33125" y="1"/>
                    <a:pt x="30629" y="847"/>
                    <a:pt x="28226" y="1215"/>
                  </a:cubicBezTo>
                  <a:cubicBezTo>
                    <a:pt x="26998" y="1408"/>
                    <a:pt x="25763" y="1475"/>
                    <a:pt x="24523" y="1475"/>
                  </a:cubicBezTo>
                  <a:cubicBezTo>
                    <a:pt x="21770" y="1475"/>
                    <a:pt x="18996" y="1146"/>
                    <a:pt x="16234" y="1146"/>
                  </a:cubicBezTo>
                  <a:cubicBezTo>
                    <a:pt x="15390" y="1146"/>
                    <a:pt x="14547" y="1177"/>
                    <a:pt x="13705" y="1257"/>
                  </a:cubicBezTo>
                  <a:cubicBezTo>
                    <a:pt x="11174" y="1508"/>
                    <a:pt x="8412" y="1361"/>
                    <a:pt x="5943" y="1675"/>
                  </a:cubicBezTo>
                  <a:cubicBezTo>
                    <a:pt x="5169" y="1759"/>
                    <a:pt x="1" y="4688"/>
                    <a:pt x="1235" y="5881"/>
                  </a:cubicBezTo>
                  <a:cubicBezTo>
                    <a:pt x="2648" y="7240"/>
                    <a:pt x="4704" y="7736"/>
                    <a:pt x="6711" y="7736"/>
                  </a:cubicBezTo>
                  <a:cubicBezTo>
                    <a:pt x="7022" y="7736"/>
                    <a:pt x="7332" y="7724"/>
                    <a:pt x="7638" y="7701"/>
                  </a:cubicBezTo>
                  <a:cubicBezTo>
                    <a:pt x="9918" y="7555"/>
                    <a:pt x="12136" y="6885"/>
                    <a:pt x="14417" y="6655"/>
                  </a:cubicBezTo>
                  <a:cubicBezTo>
                    <a:pt x="15165" y="6577"/>
                    <a:pt x="15914" y="6545"/>
                    <a:pt x="16664" y="6545"/>
                  </a:cubicBezTo>
                  <a:cubicBezTo>
                    <a:pt x="20091" y="6545"/>
                    <a:pt x="23526" y="7216"/>
                    <a:pt x="26953" y="7216"/>
                  </a:cubicBezTo>
                  <a:cubicBezTo>
                    <a:pt x="27594" y="7216"/>
                    <a:pt x="28235" y="7192"/>
                    <a:pt x="28875" y="7136"/>
                  </a:cubicBezTo>
                  <a:cubicBezTo>
                    <a:pt x="32097" y="6843"/>
                    <a:pt x="35173" y="5735"/>
                    <a:pt x="38228" y="4646"/>
                  </a:cubicBezTo>
                  <a:cubicBezTo>
                    <a:pt x="39023" y="4354"/>
                    <a:pt x="39881" y="4019"/>
                    <a:pt x="40174" y="3224"/>
                  </a:cubicBezTo>
                  <a:cubicBezTo>
                    <a:pt x="40592" y="2136"/>
                    <a:pt x="39525" y="1006"/>
                    <a:pt x="38416" y="545"/>
                  </a:cubicBezTo>
                  <a:cubicBezTo>
                    <a:pt x="37476" y="150"/>
                    <a:pt x="36499" y="1"/>
                    <a:pt x="355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8" name="Google Shape;443;p31"/>
          <p:cNvSpPr txBox="1">
            <a:spLocks/>
          </p:cNvSpPr>
          <p:nvPr/>
        </p:nvSpPr>
        <p:spPr>
          <a:xfrm>
            <a:off x="1227174" y="828864"/>
            <a:ext cx="103000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nton"/>
              <a:buNone/>
              <a:defRPr sz="35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Gloria Hallelujah"/>
              <a:buNone/>
              <a:defRPr sz="3467" b="0" i="0" u="none" strike="noStrike" cap="none">
                <a:solidFill>
                  <a:schemeClr val="dk2"/>
                </a:solidFill>
                <a:latin typeface="Gloria Hallelujah"/>
                <a:ea typeface="Gloria Hallelujah"/>
                <a:cs typeface="Gloria Hallelujah"/>
                <a:sym typeface="Gloria Halleluja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Gloria Hallelujah"/>
              <a:buNone/>
              <a:defRPr sz="3467" b="0" i="0" u="none" strike="noStrike" cap="none">
                <a:solidFill>
                  <a:schemeClr val="dk2"/>
                </a:solidFill>
                <a:latin typeface="Gloria Hallelujah"/>
                <a:ea typeface="Gloria Hallelujah"/>
                <a:cs typeface="Gloria Hallelujah"/>
                <a:sym typeface="Gloria Halleluja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Gloria Hallelujah"/>
              <a:buNone/>
              <a:defRPr sz="3467" b="0" i="0" u="none" strike="noStrike" cap="none">
                <a:solidFill>
                  <a:schemeClr val="dk2"/>
                </a:solidFill>
                <a:latin typeface="Gloria Hallelujah"/>
                <a:ea typeface="Gloria Hallelujah"/>
                <a:cs typeface="Gloria Hallelujah"/>
                <a:sym typeface="Gloria Halleluja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Gloria Hallelujah"/>
              <a:buNone/>
              <a:defRPr sz="3467" b="0" i="0" u="none" strike="noStrike" cap="none">
                <a:solidFill>
                  <a:schemeClr val="dk2"/>
                </a:solidFill>
                <a:latin typeface="Gloria Hallelujah"/>
                <a:ea typeface="Gloria Hallelujah"/>
                <a:cs typeface="Gloria Hallelujah"/>
                <a:sym typeface="Gloria Halleluja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Gloria Hallelujah"/>
              <a:buNone/>
              <a:defRPr sz="3467" b="0" i="0" u="none" strike="noStrike" cap="none">
                <a:solidFill>
                  <a:schemeClr val="dk2"/>
                </a:solidFill>
                <a:latin typeface="Gloria Hallelujah"/>
                <a:ea typeface="Gloria Hallelujah"/>
                <a:cs typeface="Gloria Hallelujah"/>
                <a:sym typeface="Gloria Halleluja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Gloria Hallelujah"/>
              <a:buNone/>
              <a:defRPr sz="3467" b="0" i="0" u="none" strike="noStrike" cap="none">
                <a:solidFill>
                  <a:schemeClr val="dk2"/>
                </a:solidFill>
                <a:latin typeface="Gloria Hallelujah"/>
                <a:ea typeface="Gloria Hallelujah"/>
                <a:cs typeface="Gloria Hallelujah"/>
                <a:sym typeface="Gloria Halleluja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Gloria Hallelujah"/>
              <a:buNone/>
              <a:defRPr sz="3467" b="0" i="0" u="none" strike="noStrike" cap="none">
                <a:solidFill>
                  <a:schemeClr val="dk2"/>
                </a:solidFill>
                <a:latin typeface="Gloria Hallelujah"/>
                <a:ea typeface="Gloria Hallelujah"/>
                <a:cs typeface="Gloria Hallelujah"/>
                <a:sym typeface="Gloria Halleluja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Gloria Hallelujah"/>
              <a:buNone/>
              <a:defRPr sz="3467" b="0" i="0" u="none" strike="noStrike" cap="none">
                <a:solidFill>
                  <a:schemeClr val="dk2"/>
                </a:solidFill>
                <a:latin typeface="Gloria Hallelujah"/>
                <a:ea typeface="Gloria Hallelujah"/>
                <a:cs typeface="Gloria Hallelujah"/>
                <a:sym typeface="Gloria Hallelujah"/>
              </a:defRPr>
            </a:lvl9pPr>
          </a:lstStyle>
          <a:p>
            <a:r>
              <a:rPr lang="en-US" kern="0" dirty="0" err="1" smtClean="0">
                <a:latin typeface="Tw Cen MT" panose="020B0602020104020603" pitchFamily="34" charset="0"/>
              </a:rPr>
              <a:t>Menurut</a:t>
            </a:r>
            <a:r>
              <a:rPr lang="en-US" kern="0" dirty="0" smtClean="0">
                <a:latin typeface="Tw Cen MT" panose="020B0602020104020603" pitchFamily="34" charset="0"/>
              </a:rPr>
              <a:t> </a:t>
            </a:r>
            <a:r>
              <a:rPr lang="en-US" kern="0" dirty="0" err="1" smtClean="0">
                <a:latin typeface="Tw Cen MT" panose="020B0602020104020603" pitchFamily="34" charset="0"/>
              </a:rPr>
              <a:t>Permen</a:t>
            </a:r>
            <a:r>
              <a:rPr lang="en-US" kern="0" dirty="0" smtClean="0">
                <a:latin typeface="Tw Cen MT" panose="020B0602020104020603" pitchFamily="34" charset="0"/>
              </a:rPr>
              <a:t> KP-2017</a:t>
            </a:r>
            <a:endParaRPr lang="en-US" kern="0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454649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Picture 10" descr="Jenis Pukat Dinilai Tidak Melanggar Aturan, 11 Kapal Pukat Dibebaskan |  Metro Onlin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804" y="3456791"/>
            <a:ext cx="3000523" cy="2020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Bagan Apung yang terapung-apung – Ataplau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1462" y="3585883"/>
            <a:ext cx="2724737" cy="1724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ENYULUH PERIKANAN NUSANTARA: Jaring Insang (Gill Net)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6532" y="1094442"/>
            <a:ext cx="2740403" cy="191468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6738" y="3456791"/>
            <a:ext cx="2870196" cy="218621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052" name="Picture 4" descr="Kapal pukat hela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800" y="1066068"/>
            <a:ext cx="2740401" cy="192460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Kapal pukat cincin (purse seine)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439" y="1066068"/>
            <a:ext cx="2723029" cy="197143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5" name="Google Shape;695;p38"/>
          <p:cNvSpPr txBox="1">
            <a:spLocks noGrp="1"/>
          </p:cNvSpPr>
          <p:nvPr>
            <p:ph type="subTitle" idx="14"/>
          </p:nvPr>
        </p:nvSpPr>
        <p:spPr>
          <a:xfrm>
            <a:off x="15876500" y="11483653"/>
            <a:ext cx="1236940" cy="321595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dirty="0" smtClean="0"/>
              <a:t>(Fisheries Ship)</a:t>
            </a:r>
            <a:endParaRPr dirty="0"/>
          </a:p>
        </p:txBody>
      </p:sp>
      <p:sp>
        <p:nvSpPr>
          <p:cNvPr id="683" name="Google Shape;683;p38"/>
          <p:cNvSpPr txBox="1">
            <a:spLocks noGrp="1"/>
          </p:cNvSpPr>
          <p:nvPr>
            <p:ph type="title" idx="15"/>
          </p:nvPr>
        </p:nvSpPr>
        <p:spPr>
          <a:xfrm>
            <a:off x="1084867" y="160315"/>
            <a:ext cx="10300000" cy="596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 smtClean="0"/>
              <a:t>Jenis – Jenis Kapal Perikanan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684" name="Google Shape;684;p38"/>
          <p:cNvSpPr txBox="1">
            <a:spLocks noGrp="1"/>
          </p:cNvSpPr>
          <p:nvPr>
            <p:ph type="title"/>
          </p:nvPr>
        </p:nvSpPr>
        <p:spPr>
          <a:xfrm>
            <a:off x="1315067" y="2477027"/>
            <a:ext cx="2740400" cy="596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 dirty="0" smtClean="0">
                <a:latin typeface="Tw Cen MT" panose="020B0602020104020603" pitchFamily="34" charset="0"/>
              </a:rPr>
              <a:t>Kapal Pukat Cincin</a:t>
            </a:r>
            <a:endParaRPr dirty="0">
              <a:latin typeface="Tw Cen MT" panose="020B0602020104020603" pitchFamily="34" charset="0"/>
            </a:endParaRPr>
          </a:p>
        </p:txBody>
      </p:sp>
      <p:sp>
        <p:nvSpPr>
          <p:cNvPr id="686" name="Google Shape;686;p38"/>
          <p:cNvSpPr txBox="1">
            <a:spLocks noGrp="1"/>
          </p:cNvSpPr>
          <p:nvPr>
            <p:ph type="title" idx="2"/>
          </p:nvPr>
        </p:nvSpPr>
        <p:spPr>
          <a:xfrm>
            <a:off x="4725800" y="2477027"/>
            <a:ext cx="2740400" cy="596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dirty="0" err="1">
                <a:latin typeface="Tw Cen MT" panose="020B0602020104020603" pitchFamily="34" charset="0"/>
              </a:rPr>
              <a:t>Kapal</a:t>
            </a:r>
            <a:r>
              <a:rPr lang="en-US" dirty="0">
                <a:latin typeface="Tw Cen MT" panose="020B0602020104020603" pitchFamily="34" charset="0"/>
              </a:rPr>
              <a:t> </a:t>
            </a:r>
            <a:r>
              <a:rPr lang="en-US" dirty="0" err="1">
                <a:latin typeface="Tw Cen MT" panose="020B0602020104020603" pitchFamily="34" charset="0"/>
              </a:rPr>
              <a:t>pukat</a:t>
            </a:r>
            <a:r>
              <a:rPr lang="en-US" dirty="0">
                <a:latin typeface="Tw Cen MT" panose="020B0602020104020603" pitchFamily="34" charset="0"/>
              </a:rPr>
              <a:t> </a:t>
            </a:r>
            <a:r>
              <a:rPr lang="en-US" dirty="0" err="1" smtClean="0">
                <a:latin typeface="Tw Cen MT" panose="020B0602020104020603" pitchFamily="34" charset="0"/>
              </a:rPr>
              <a:t>hela</a:t>
            </a:r>
            <a:endParaRPr dirty="0">
              <a:latin typeface="Tw Cen MT" panose="020B0602020104020603" pitchFamily="34" charset="0"/>
            </a:endParaRPr>
          </a:p>
        </p:txBody>
      </p:sp>
      <p:sp>
        <p:nvSpPr>
          <p:cNvPr id="688" name="Google Shape;688;p38"/>
          <p:cNvSpPr txBox="1">
            <a:spLocks noGrp="1"/>
          </p:cNvSpPr>
          <p:nvPr>
            <p:ph type="title" idx="4"/>
          </p:nvPr>
        </p:nvSpPr>
        <p:spPr>
          <a:xfrm>
            <a:off x="8136533" y="2477027"/>
            <a:ext cx="2740400" cy="596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 dirty="0" smtClean="0">
                <a:latin typeface="Tw Cen MT" panose="020B0602020104020603" pitchFamily="34" charset="0"/>
              </a:rPr>
              <a:t>Kapal Jaring Insang</a:t>
            </a:r>
            <a:endParaRPr dirty="0">
              <a:latin typeface="Tw Cen MT" panose="020B0602020104020603" pitchFamily="34" charset="0"/>
            </a:endParaRPr>
          </a:p>
        </p:txBody>
      </p:sp>
      <p:sp>
        <p:nvSpPr>
          <p:cNvPr id="690" name="Google Shape;690;p38"/>
          <p:cNvSpPr txBox="1">
            <a:spLocks noGrp="1"/>
          </p:cNvSpPr>
          <p:nvPr>
            <p:ph type="title" idx="6"/>
          </p:nvPr>
        </p:nvSpPr>
        <p:spPr>
          <a:xfrm>
            <a:off x="1309737" y="5011644"/>
            <a:ext cx="2975929" cy="596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 dirty="0" smtClean="0">
                <a:latin typeface="Tw Cen MT" panose="020B0602020104020603" pitchFamily="34" charset="0"/>
              </a:rPr>
              <a:t>Kapal Pukat Garuk</a:t>
            </a:r>
            <a:endParaRPr dirty="0">
              <a:latin typeface="Tw Cen MT" panose="020B0602020104020603" pitchFamily="34" charset="0"/>
            </a:endParaRPr>
          </a:p>
        </p:txBody>
      </p:sp>
      <p:sp>
        <p:nvSpPr>
          <p:cNvPr id="691" name="Google Shape;691;p38"/>
          <p:cNvSpPr txBox="1">
            <a:spLocks noGrp="1"/>
          </p:cNvSpPr>
          <p:nvPr>
            <p:ph type="subTitle" idx="7"/>
          </p:nvPr>
        </p:nvSpPr>
        <p:spPr>
          <a:xfrm>
            <a:off x="1315067" y="5625723"/>
            <a:ext cx="3200800" cy="83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692" name="Google Shape;692;p38"/>
          <p:cNvSpPr txBox="1">
            <a:spLocks noGrp="1"/>
          </p:cNvSpPr>
          <p:nvPr>
            <p:ph type="title" idx="8"/>
          </p:nvPr>
        </p:nvSpPr>
        <p:spPr>
          <a:xfrm>
            <a:off x="4596004" y="5028923"/>
            <a:ext cx="2870196" cy="596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 dirty="0" smtClean="0">
                <a:latin typeface="Tw Cen MT" panose="020B0602020104020603" pitchFamily="34" charset="0"/>
              </a:rPr>
              <a:t>Kapal Jaring Angkat</a:t>
            </a:r>
            <a:endParaRPr dirty="0">
              <a:latin typeface="Tw Cen MT" panose="020B0602020104020603" pitchFamily="34" charset="0"/>
            </a:endParaRPr>
          </a:p>
        </p:txBody>
      </p:sp>
      <p:sp>
        <p:nvSpPr>
          <p:cNvPr id="694" name="Google Shape;694;p38"/>
          <p:cNvSpPr txBox="1">
            <a:spLocks noGrp="1"/>
          </p:cNvSpPr>
          <p:nvPr>
            <p:ph type="title" idx="13"/>
          </p:nvPr>
        </p:nvSpPr>
        <p:spPr>
          <a:xfrm>
            <a:off x="8136533" y="5028923"/>
            <a:ext cx="2740400" cy="596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 dirty="0" smtClean="0">
                <a:latin typeface="Tw Cen MT" panose="020B0602020104020603" pitchFamily="34" charset="0"/>
              </a:rPr>
              <a:t>Kapal Longliner</a:t>
            </a:r>
            <a:endParaRPr dirty="0">
              <a:latin typeface="Tw Cen MT" panose="020B0602020104020603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96241" y="6457723"/>
            <a:ext cx="9499985" cy="954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867" kern="0" dirty="0" err="1">
                <a:solidFill>
                  <a:srgbClr val="2A2A2A"/>
                </a:solidFill>
                <a:latin typeface="Roboto" pitchFamily="2" charset="0"/>
                <a:cs typeface="Arial"/>
                <a:sym typeface="Arial"/>
              </a:rPr>
              <a:t>Menurut</a:t>
            </a:r>
            <a:r>
              <a:rPr lang="en-US" sz="1867" kern="0" dirty="0">
                <a:solidFill>
                  <a:srgbClr val="2A2A2A"/>
                </a:solidFill>
                <a:latin typeface="Roboto" pitchFamily="2" charset="0"/>
                <a:cs typeface="Arial"/>
                <a:sym typeface="Arial"/>
              </a:rPr>
              <a:t> </a:t>
            </a:r>
            <a:r>
              <a:rPr lang="en-US" sz="1867" kern="0" dirty="0" err="1">
                <a:solidFill>
                  <a:srgbClr val="2A2A2A"/>
                </a:solidFill>
                <a:latin typeface="Roboto" pitchFamily="2" charset="0"/>
                <a:cs typeface="Arial"/>
                <a:sym typeface="Arial"/>
              </a:rPr>
              <a:t>Keputusan</a:t>
            </a:r>
            <a:r>
              <a:rPr lang="en-US" sz="1867" kern="0" dirty="0">
                <a:solidFill>
                  <a:srgbClr val="2A2A2A"/>
                </a:solidFill>
                <a:latin typeface="Roboto" pitchFamily="2" charset="0"/>
                <a:cs typeface="Arial"/>
                <a:sym typeface="Arial"/>
              </a:rPr>
              <a:t> </a:t>
            </a:r>
            <a:r>
              <a:rPr lang="en-US" sz="1867" kern="0" dirty="0" err="1">
                <a:solidFill>
                  <a:srgbClr val="2A2A2A"/>
                </a:solidFill>
                <a:latin typeface="Roboto" pitchFamily="2" charset="0"/>
                <a:cs typeface="Arial"/>
                <a:sym typeface="Arial"/>
              </a:rPr>
              <a:t>Menteri</a:t>
            </a:r>
            <a:r>
              <a:rPr lang="en-US" sz="1867" kern="0" dirty="0">
                <a:solidFill>
                  <a:srgbClr val="2A2A2A"/>
                </a:solidFill>
                <a:latin typeface="Roboto" pitchFamily="2" charset="0"/>
                <a:cs typeface="Arial"/>
                <a:sym typeface="Arial"/>
              </a:rPr>
              <a:t> </a:t>
            </a:r>
            <a:r>
              <a:rPr lang="en-US" sz="1867" kern="0" dirty="0" err="1">
                <a:solidFill>
                  <a:srgbClr val="2A2A2A"/>
                </a:solidFill>
                <a:latin typeface="Roboto" pitchFamily="2" charset="0"/>
                <a:cs typeface="Arial"/>
                <a:sym typeface="Arial"/>
              </a:rPr>
              <a:t>Kelautan</a:t>
            </a:r>
            <a:r>
              <a:rPr lang="en-US" sz="1867" kern="0" dirty="0">
                <a:solidFill>
                  <a:srgbClr val="2A2A2A"/>
                </a:solidFill>
                <a:latin typeface="Roboto" pitchFamily="2" charset="0"/>
                <a:cs typeface="Arial"/>
                <a:sym typeface="Arial"/>
              </a:rPr>
              <a:t> </a:t>
            </a:r>
            <a:r>
              <a:rPr lang="en-US" sz="1867" kern="0" dirty="0" err="1">
                <a:solidFill>
                  <a:srgbClr val="2A2A2A"/>
                </a:solidFill>
                <a:latin typeface="Roboto" pitchFamily="2" charset="0"/>
                <a:cs typeface="Arial"/>
                <a:sym typeface="Arial"/>
              </a:rPr>
              <a:t>dan</a:t>
            </a:r>
            <a:r>
              <a:rPr lang="en-US" sz="1867" kern="0" dirty="0">
                <a:solidFill>
                  <a:srgbClr val="2A2A2A"/>
                </a:solidFill>
                <a:latin typeface="Roboto" pitchFamily="2" charset="0"/>
                <a:cs typeface="Arial"/>
                <a:sym typeface="Arial"/>
              </a:rPr>
              <a:t> </a:t>
            </a:r>
            <a:r>
              <a:rPr lang="en-US" sz="1867" kern="0" dirty="0" err="1">
                <a:solidFill>
                  <a:srgbClr val="2A2A2A"/>
                </a:solidFill>
                <a:latin typeface="Roboto" pitchFamily="2" charset="0"/>
                <a:cs typeface="Arial"/>
                <a:sym typeface="Arial"/>
              </a:rPr>
              <a:t>Perikanan</a:t>
            </a:r>
            <a:r>
              <a:rPr lang="en-US" sz="1867" kern="0" dirty="0">
                <a:solidFill>
                  <a:srgbClr val="2A2A2A"/>
                </a:solidFill>
                <a:latin typeface="Roboto" pitchFamily="2" charset="0"/>
                <a:cs typeface="Arial"/>
                <a:sym typeface="Arial"/>
              </a:rPr>
              <a:t> </a:t>
            </a:r>
            <a:r>
              <a:rPr lang="en-US" sz="1867" kern="0" dirty="0" err="1">
                <a:solidFill>
                  <a:srgbClr val="2A2A2A"/>
                </a:solidFill>
                <a:latin typeface="Roboto" pitchFamily="2" charset="0"/>
                <a:cs typeface="Arial"/>
                <a:sym typeface="Arial"/>
              </a:rPr>
              <a:t>Nomor</a:t>
            </a:r>
            <a:r>
              <a:rPr lang="en-US" sz="1867" kern="0" dirty="0">
                <a:solidFill>
                  <a:srgbClr val="2A2A2A"/>
                </a:solidFill>
                <a:latin typeface="Roboto" pitchFamily="2" charset="0"/>
                <a:cs typeface="Arial"/>
                <a:sym typeface="Arial"/>
              </a:rPr>
              <a:t>: KEP. 02/MEN/2002</a:t>
            </a: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/>
            </a:r>
            <a:b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</a:b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/>
            </a:r>
            <a:b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</a:br>
            <a:endParaRPr lang="en-US"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5"/>
          <p:cNvSpPr>
            <a:spLocks noGrp="1"/>
          </p:cNvSpPr>
          <p:nvPr>
            <p:ph type="subTitle" idx="9"/>
          </p:nvPr>
        </p:nvSpPr>
        <p:spPr>
          <a:xfrm>
            <a:off x="4942870" y="6415203"/>
            <a:ext cx="3138687" cy="89438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4245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 descr="Kapal Perikanan: Pengertian dan Jenis Kapal Penangkap Ikan Halaman all -  Kompas.c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6533" y="1896873"/>
            <a:ext cx="3123137" cy="2391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ernyata Begini Cara Jitu Nelayan Memancing Cakalang : Mongabay.co.i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8267" y="1904689"/>
            <a:ext cx="2734631" cy="2663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Nelayan Kapal Tonda Padang Tak Terpengaruh Badai Tropi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302" y="1904689"/>
            <a:ext cx="2975929" cy="25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5" name="Google Shape;695;p38"/>
          <p:cNvSpPr txBox="1">
            <a:spLocks noGrp="1"/>
          </p:cNvSpPr>
          <p:nvPr>
            <p:ph type="subTitle" idx="14"/>
          </p:nvPr>
        </p:nvSpPr>
        <p:spPr>
          <a:xfrm>
            <a:off x="15876500" y="11483653"/>
            <a:ext cx="1236940" cy="321595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dirty="0" smtClean="0"/>
              <a:t>(Fisheries Ship)</a:t>
            </a:r>
            <a:endParaRPr dirty="0"/>
          </a:p>
        </p:txBody>
      </p:sp>
      <p:sp>
        <p:nvSpPr>
          <p:cNvPr id="683" name="Google Shape;683;p38"/>
          <p:cNvSpPr txBox="1">
            <a:spLocks noGrp="1"/>
          </p:cNvSpPr>
          <p:nvPr>
            <p:ph type="title" idx="15"/>
          </p:nvPr>
        </p:nvSpPr>
        <p:spPr>
          <a:xfrm>
            <a:off x="1084867" y="160315"/>
            <a:ext cx="10300000" cy="596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 smtClean="0"/>
              <a:t>Jenis – Jenis Kapal Perikanan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690" name="Google Shape;690;p38"/>
          <p:cNvSpPr txBox="1">
            <a:spLocks noGrp="1"/>
          </p:cNvSpPr>
          <p:nvPr>
            <p:ph type="title" idx="6"/>
          </p:nvPr>
        </p:nvSpPr>
        <p:spPr>
          <a:xfrm>
            <a:off x="1197302" y="4108541"/>
            <a:ext cx="2975929" cy="596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 dirty="0" smtClean="0">
                <a:latin typeface="Tw Cen MT" panose="020B0602020104020603" pitchFamily="34" charset="0"/>
              </a:rPr>
              <a:t>Kapal Tonda</a:t>
            </a:r>
            <a:endParaRPr dirty="0">
              <a:latin typeface="Tw Cen MT" panose="020B0602020104020603" pitchFamily="34" charset="0"/>
            </a:endParaRPr>
          </a:p>
        </p:txBody>
      </p:sp>
      <p:sp>
        <p:nvSpPr>
          <p:cNvPr id="692" name="Google Shape;692;p38"/>
          <p:cNvSpPr txBox="1">
            <a:spLocks noGrp="1"/>
          </p:cNvSpPr>
          <p:nvPr>
            <p:ph type="title" idx="8"/>
          </p:nvPr>
        </p:nvSpPr>
        <p:spPr>
          <a:xfrm>
            <a:off x="4872496" y="3990471"/>
            <a:ext cx="2842753" cy="596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 dirty="0" smtClean="0">
                <a:latin typeface="Tw Cen MT" panose="020B0602020104020603" pitchFamily="34" charset="0"/>
              </a:rPr>
              <a:t>Kapal Pancing Joran</a:t>
            </a:r>
            <a:endParaRPr dirty="0">
              <a:latin typeface="Tw Cen MT" panose="020B0602020104020603" pitchFamily="34" charset="0"/>
            </a:endParaRPr>
          </a:p>
        </p:txBody>
      </p:sp>
      <p:sp>
        <p:nvSpPr>
          <p:cNvPr id="694" name="Google Shape;694;p38"/>
          <p:cNvSpPr txBox="1">
            <a:spLocks noGrp="1"/>
          </p:cNvSpPr>
          <p:nvPr>
            <p:ph type="title" idx="13"/>
          </p:nvPr>
        </p:nvSpPr>
        <p:spPr>
          <a:xfrm>
            <a:off x="8136533" y="3878897"/>
            <a:ext cx="3123137" cy="596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 dirty="0" smtClean="0">
                <a:latin typeface="Tw Cen MT" panose="020B0602020104020603" pitchFamily="34" charset="0"/>
              </a:rPr>
              <a:t>Pukat Hela rig Ganda</a:t>
            </a:r>
            <a:endParaRPr dirty="0">
              <a:latin typeface="Tw Cen MT" panose="020B0602020104020603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2503" y="6492724"/>
            <a:ext cx="9499985" cy="954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867" kern="0" dirty="0" err="1">
                <a:solidFill>
                  <a:srgbClr val="2A2A2A"/>
                </a:solidFill>
                <a:latin typeface="Roboto" pitchFamily="2" charset="0"/>
                <a:cs typeface="Arial"/>
                <a:sym typeface="Arial"/>
              </a:rPr>
              <a:t>Menurut</a:t>
            </a:r>
            <a:r>
              <a:rPr lang="en-US" sz="1867" kern="0" dirty="0">
                <a:solidFill>
                  <a:srgbClr val="2A2A2A"/>
                </a:solidFill>
                <a:latin typeface="Roboto" pitchFamily="2" charset="0"/>
                <a:cs typeface="Arial"/>
                <a:sym typeface="Arial"/>
              </a:rPr>
              <a:t> </a:t>
            </a:r>
            <a:r>
              <a:rPr lang="en-US" sz="1867" kern="0" dirty="0" err="1">
                <a:solidFill>
                  <a:srgbClr val="2A2A2A"/>
                </a:solidFill>
                <a:latin typeface="Roboto" pitchFamily="2" charset="0"/>
                <a:cs typeface="Arial"/>
                <a:sym typeface="Arial"/>
              </a:rPr>
              <a:t>Keputusan</a:t>
            </a:r>
            <a:r>
              <a:rPr lang="en-US" sz="1867" kern="0" dirty="0">
                <a:solidFill>
                  <a:srgbClr val="2A2A2A"/>
                </a:solidFill>
                <a:latin typeface="Roboto" pitchFamily="2" charset="0"/>
                <a:cs typeface="Arial"/>
                <a:sym typeface="Arial"/>
              </a:rPr>
              <a:t> </a:t>
            </a:r>
            <a:r>
              <a:rPr lang="en-US" sz="1867" kern="0" dirty="0" err="1">
                <a:solidFill>
                  <a:srgbClr val="2A2A2A"/>
                </a:solidFill>
                <a:latin typeface="Roboto" pitchFamily="2" charset="0"/>
                <a:cs typeface="Arial"/>
                <a:sym typeface="Arial"/>
              </a:rPr>
              <a:t>Menteri</a:t>
            </a:r>
            <a:r>
              <a:rPr lang="en-US" sz="1867" kern="0" dirty="0">
                <a:solidFill>
                  <a:srgbClr val="2A2A2A"/>
                </a:solidFill>
                <a:latin typeface="Roboto" pitchFamily="2" charset="0"/>
                <a:cs typeface="Arial"/>
                <a:sym typeface="Arial"/>
              </a:rPr>
              <a:t> </a:t>
            </a:r>
            <a:r>
              <a:rPr lang="en-US" sz="1867" kern="0" dirty="0" err="1">
                <a:solidFill>
                  <a:srgbClr val="2A2A2A"/>
                </a:solidFill>
                <a:latin typeface="Roboto" pitchFamily="2" charset="0"/>
                <a:cs typeface="Arial"/>
                <a:sym typeface="Arial"/>
              </a:rPr>
              <a:t>Kelautan</a:t>
            </a:r>
            <a:r>
              <a:rPr lang="en-US" sz="1867" kern="0" dirty="0">
                <a:solidFill>
                  <a:srgbClr val="2A2A2A"/>
                </a:solidFill>
                <a:latin typeface="Roboto" pitchFamily="2" charset="0"/>
                <a:cs typeface="Arial"/>
                <a:sym typeface="Arial"/>
              </a:rPr>
              <a:t> </a:t>
            </a:r>
            <a:r>
              <a:rPr lang="en-US" sz="1867" kern="0" dirty="0" err="1">
                <a:solidFill>
                  <a:srgbClr val="2A2A2A"/>
                </a:solidFill>
                <a:latin typeface="Roboto" pitchFamily="2" charset="0"/>
                <a:cs typeface="Arial"/>
                <a:sym typeface="Arial"/>
              </a:rPr>
              <a:t>dan</a:t>
            </a:r>
            <a:r>
              <a:rPr lang="en-US" sz="1867" kern="0" dirty="0">
                <a:solidFill>
                  <a:srgbClr val="2A2A2A"/>
                </a:solidFill>
                <a:latin typeface="Roboto" pitchFamily="2" charset="0"/>
                <a:cs typeface="Arial"/>
                <a:sym typeface="Arial"/>
              </a:rPr>
              <a:t> </a:t>
            </a:r>
            <a:r>
              <a:rPr lang="en-US" sz="1867" kern="0" dirty="0" err="1">
                <a:solidFill>
                  <a:srgbClr val="2A2A2A"/>
                </a:solidFill>
                <a:latin typeface="Roboto" pitchFamily="2" charset="0"/>
                <a:cs typeface="Arial"/>
                <a:sym typeface="Arial"/>
              </a:rPr>
              <a:t>Perikanan</a:t>
            </a:r>
            <a:r>
              <a:rPr lang="en-US" sz="1867" kern="0" dirty="0">
                <a:solidFill>
                  <a:srgbClr val="2A2A2A"/>
                </a:solidFill>
                <a:latin typeface="Roboto" pitchFamily="2" charset="0"/>
                <a:cs typeface="Arial"/>
                <a:sym typeface="Arial"/>
              </a:rPr>
              <a:t> </a:t>
            </a:r>
            <a:r>
              <a:rPr lang="en-US" sz="1867" kern="0" dirty="0" err="1">
                <a:solidFill>
                  <a:srgbClr val="2A2A2A"/>
                </a:solidFill>
                <a:latin typeface="Roboto" pitchFamily="2" charset="0"/>
                <a:cs typeface="Arial"/>
                <a:sym typeface="Arial"/>
              </a:rPr>
              <a:t>Nomor</a:t>
            </a:r>
            <a:r>
              <a:rPr lang="en-US" sz="1867" kern="0" dirty="0">
                <a:solidFill>
                  <a:srgbClr val="2A2A2A"/>
                </a:solidFill>
                <a:latin typeface="Roboto" pitchFamily="2" charset="0"/>
                <a:cs typeface="Arial"/>
                <a:sym typeface="Arial"/>
              </a:rPr>
              <a:t>: KEP. 02/MEN/2002</a:t>
            </a: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/>
            </a:r>
            <a:b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</a:b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/>
            </a:r>
            <a:b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</a:br>
            <a:endParaRPr lang="en-US"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12829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3"/>
          <p:cNvSpPr txBox="1">
            <a:spLocks noGrp="1"/>
          </p:cNvSpPr>
          <p:nvPr>
            <p:ph type="title"/>
          </p:nvPr>
        </p:nvSpPr>
        <p:spPr>
          <a:xfrm>
            <a:off x="247731" y="422476"/>
            <a:ext cx="6086545" cy="776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b="1" dirty="0" smtClean="0"/>
              <a:t>Kapal Longliner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474" name="Google Shape;474;p33"/>
          <p:cNvSpPr txBox="1">
            <a:spLocks noGrp="1"/>
          </p:cNvSpPr>
          <p:nvPr>
            <p:ph type="subTitle" idx="1"/>
          </p:nvPr>
        </p:nvSpPr>
        <p:spPr>
          <a:xfrm>
            <a:off x="186471" y="1691287"/>
            <a:ext cx="6168787" cy="2157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>
              <a:lnSpc>
                <a:spcPct val="150000"/>
              </a:lnSpc>
              <a:spcAft>
                <a:spcPts val="2133"/>
              </a:spcAft>
            </a:pPr>
            <a:r>
              <a:rPr lang="en-US" sz="2400" dirty="0" err="1">
                <a:latin typeface="Roboto" pitchFamily="2" charset="0"/>
                <a:ea typeface="Roboto" pitchFamily="2" charset="0"/>
              </a:rPr>
              <a:t>Kapal</a:t>
            </a:r>
            <a:r>
              <a:rPr lang="en-US" sz="2400" dirty="0">
                <a:latin typeface="Roboto" pitchFamily="2" charset="0"/>
                <a:ea typeface="Roboto" pitchFamily="2" charset="0"/>
              </a:rPr>
              <a:t> yang </a:t>
            </a:r>
            <a:r>
              <a:rPr lang="en-US" sz="2400" dirty="0" err="1">
                <a:latin typeface="Roboto" pitchFamily="2" charset="0"/>
                <a:ea typeface="Roboto" pitchFamily="2" charset="0"/>
              </a:rPr>
              <a:t>secara</a:t>
            </a:r>
            <a:r>
              <a:rPr lang="en-US" sz="24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>
                <a:latin typeface="Roboto" pitchFamily="2" charset="0"/>
                <a:ea typeface="Roboto" pitchFamily="2" charset="0"/>
              </a:rPr>
              <a:t>khusus</a:t>
            </a:r>
            <a:r>
              <a:rPr lang="en-US" sz="24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>
                <a:latin typeface="Roboto" pitchFamily="2" charset="0"/>
                <a:ea typeface="Roboto" pitchFamily="2" charset="0"/>
              </a:rPr>
              <a:t>dirancang</a:t>
            </a:r>
            <a:r>
              <a:rPr lang="en-US" sz="24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>
                <a:latin typeface="Roboto" pitchFamily="2" charset="0"/>
                <a:ea typeface="Roboto" pitchFamily="2" charset="0"/>
              </a:rPr>
              <a:t>untuk</a:t>
            </a:r>
            <a:r>
              <a:rPr lang="en-US" sz="24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>
                <a:latin typeface="Roboto" pitchFamily="2" charset="0"/>
                <a:ea typeface="Roboto" pitchFamily="2" charset="0"/>
              </a:rPr>
              <a:t>menangkap</a:t>
            </a:r>
            <a:r>
              <a:rPr lang="en-US" sz="24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>
                <a:latin typeface="Roboto" pitchFamily="2" charset="0"/>
                <a:ea typeface="Roboto" pitchFamily="2" charset="0"/>
              </a:rPr>
              <a:t>ikan</a:t>
            </a:r>
            <a:r>
              <a:rPr lang="en-US" sz="24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>
                <a:latin typeface="Roboto" pitchFamily="2" charset="0"/>
                <a:ea typeface="Roboto" pitchFamily="2" charset="0"/>
              </a:rPr>
              <a:t>dengan</a:t>
            </a:r>
            <a:r>
              <a:rPr lang="en-US" sz="24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>
                <a:latin typeface="Roboto" pitchFamily="2" charset="0"/>
                <a:ea typeface="Roboto" pitchFamily="2" charset="0"/>
              </a:rPr>
              <a:t>alat</a:t>
            </a:r>
            <a:r>
              <a:rPr lang="en-US" sz="24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>
                <a:latin typeface="Roboto" pitchFamily="2" charset="0"/>
                <a:ea typeface="Roboto" pitchFamily="2" charset="0"/>
              </a:rPr>
              <a:t>tangkap</a:t>
            </a:r>
            <a:r>
              <a:rPr lang="en-US" sz="24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>
                <a:latin typeface="Roboto" pitchFamily="2" charset="0"/>
                <a:ea typeface="Roboto" pitchFamily="2" charset="0"/>
              </a:rPr>
              <a:t>jenis</a:t>
            </a:r>
            <a:r>
              <a:rPr lang="en-US" sz="2400" dirty="0">
                <a:latin typeface="Roboto" pitchFamily="2" charset="0"/>
                <a:ea typeface="Roboto" pitchFamily="2" charset="0"/>
              </a:rPr>
              <a:t> </a:t>
            </a:r>
            <a:r>
              <a:rPr lang="en-US" sz="2400" i="1" dirty="0">
                <a:latin typeface="Roboto" pitchFamily="2" charset="0"/>
                <a:ea typeface="Roboto" pitchFamily="2" charset="0"/>
              </a:rPr>
              <a:t>long line</a:t>
            </a:r>
            <a:r>
              <a:rPr lang="en-US" sz="2400" dirty="0">
                <a:latin typeface="Roboto" pitchFamily="2" charset="0"/>
                <a:ea typeface="Roboto" pitchFamily="2" charset="0"/>
              </a:rPr>
              <a:t> </a:t>
            </a:r>
            <a:r>
              <a:rPr lang="en-US" sz="2400" dirty="0" err="1">
                <a:latin typeface="Roboto" pitchFamily="2" charset="0"/>
                <a:ea typeface="Roboto" pitchFamily="2" charset="0"/>
              </a:rPr>
              <a:t>atau</a:t>
            </a:r>
            <a:r>
              <a:rPr lang="en-US" sz="24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>
                <a:latin typeface="Roboto" pitchFamily="2" charset="0"/>
                <a:ea typeface="Roboto" pitchFamily="2" charset="0"/>
              </a:rPr>
              <a:t>sering</a:t>
            </a:r>
            <a:r>
              <a:rPr lang="en-US" sz="24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>
                <a:latin typeface="Roboto" pitchFamily="2" charset="0"/>
                <a:ea typeface="Roboto" pitchFamily="2" charset="0"/>
              </a:rPr>
              <a:t>juga</a:t>
            </a:r>
            <a:r>
              <a:rPr lang="en-US" sz="24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>
                <a:latin typeface="Roboto" pitchFamily="2" charset="0"/>
                <a:ea typeface="Roboto" pitchFamily="2" charset="0"/>
              </a:rPr>
              <a:t>disebut</a:t>
            </a:r>
            <a:r>
              <a:rPr lang="en-US" sz="24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>
                <a:latin typeface="Roboto" pitchFamily="2" charset="0"/>
                <a:ea typeface="Roboto" pitchFamily="2" charset="0"/>
              </a:rPr>
              <a:t>rawaii</a:t>
            </a:r>
            <a:r>
              <a:rPr lang="en-US" sz="24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>
                <a:latin typeface="Roboto" pitchFamily="2" charset="0"/>
                <a:ea typeface="Roboto" pitchFamily="2" charset="0"/>
              </a:rPr>
              <a:t>dan</a:t>
            </a:r>
            <a:r>
              <a:rPr lang="en-US" sz="24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>
                <a:latin typeface="Roboto" pitchFamily="2" charset="0"/>
                <a:ea typeface="Roboto" pitchFamily="2" charset="0"/>
              </a:rPr>
              <a:t>sekaligus</a:t>
            </a:r>
            <a:r>
              <a:rPr lang="en-US" sz="24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>
                <a:latin typeface="Roboto" pitchFamily="2" charset="0"/>
                <a:ea typeface="Roboto" pitchFamily="2" charset="0"/>
              </a:rPr>
              <a:t>untuk</a:t>
            </a:r>
            <a:r>
              <a:rPr lang="en-US" sz="24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>
                <a:latin typeface="Roboto" pitchFamily="2" charset="0"/>
                <a:ea typeface="Roboto" pitchFamily="2" charset="0"/>
              </a:rPr>
              <a:t>menyimpan</a:t>
            </a:r>
            <a:r>
              <a:rPr lang="en-US" sz="2400" dirty="0">
                <a:latin typeface="Roboto" pitchFamily="2" charset="0"/>
                <a:ea typeface="Roboto" pitchFamily="2" charset="0"/>
              </a:rPr>
              <a:t>, </a:t>
            </a:r>
            <a:r>
              <a:rPr lang="en-US" sz="2400" dirty="0" err="1">
                <a:latin typeface="Roboto" pitchFamily="2" charset="0"/>
                <a:ea typeface="Roboto" pitchFamily="2" charset="0"/>
              </a:rPr>
              <a:t>mendinginkan</a:t>
            </a:r>
            <a:r>
              <a:rPr lang="en-US" sz="2400" dirty="0">
                <a:latin typeface="Roboto" pitchFamily="2" charset="0"/>
                <a:ea typeface="Roboto" pitchFamily="2" charset="0"/>
              </a:rPr>
              <a:t>, </a:t>
            </a:r>
            <a:r>
              <a:rPr lang="en-US" sz="2400" dirty="0" err="1">
                <a:latin typeface="Roboto" pitchFamily="2" charset="0"/>
                <a:ea typeface="Roboto" pitchFamily="2" charset="0"/>
              </a:rPr>
              <a:t>dan</a:t>
            </a:r>
            <a:r>
              <a:rPr lang="en-US" sz="24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>
                <a:latin typeface="Roboto" pitchFamily="2" charset="0"/>
                <a:ea typeface="Roboto" pitchFamily="2" charset="0"/>
              </a:rPr>
              <a:t>mengangkut</a:t>
            </a:r>
            <a:r>
              <a:rPr lang="en-US" sz="24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>
                <a:latin typeface="Roboto" pitchFamily="2" charset="0"/>
                <a:ea typeface="Roboto" pitchFamily="2" charset="0"/>
              </a:rPr>
              <a:t>hasil</a:t>
            </a:r>
            <a:r>
              <a:rPr lang="en-US" sz="24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>
                <a:latin typeface="Roboto" pitchFamily="2" charset="0"/>
                <a:ea typeface="Roboto" pitchFamily="2" charset="0"/>
              </a:rPr>
              <a:t>tangkapan</a:t>
            </a:r>
            <a:r>
              <a:rPr lang="en-US" sz="24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>
                <a:latin typeface="Roboto" pitchFamily="2" charset="0"/>
                <a:ea typeface="Roboto" pitchFamily="2" charset="0"/>
              </a:rPr>
              <a:t>sampai</a:t>
            </a:r>
            <a:r>
              <a:rPr lang="en-US" sz="24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>
                <a:latin typeface="Roboto" pitchFamily="2" charset="0"/>
                <a:ea typeface="Roboto" pitchFamily="2" charset="0"/>
              </a:rPr>
              <a:t>ke</a:t>
            </a:r>
            <a:r>
              <a:rPr lang="en-US" sz="24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>
                <a:latin typeface="Roboto" pitchFamily="2" charset="0"/>
                <a:ea typeface="Roboto" pitchFamily="2" charset="0"/>
              </a:rPr>
              <a:t>pelabuhan</a:t>
            </a:r>
            <a:r>
              <a:rPr lang="en-US" sz="2400" dirty="0">
                <a:latin typeface="Roboto" pitchFamily="2" charset="0"/>
                <a:ea typeface="Roboto" pitchFamily="2" charset="0"/>
              </a:rPr>
              <a:t>. </a:t>
            </a:r>
            <a:endParaRPr sz="2400" dirty="0">
              <a:latin typeface="Roboto" pitchFamily="2" charset="0"/>
              <a:ea typeface="Roboto" pitchFamily="2" charset="0"/>
            </a:endParaRPr>
          </a:p>
        </p:txBody>
      </p:sp>
      <p:sp>
        <p:nvSpPr>
          <p:cNvPr id="476" name="Google Shape;476;p33"/>
          <p:cNvSpPr/>
          <p:nvPr/>
        </p:nvSpPr>
        <p:spPr>
          <a:xfrm flipH="1">
            <a:off x="8121428" y="1208436"/>
            <a:ext cx="1581675" cy="337621"/>
          </a:xfrm>
          <a:custGeom>
            <a:avLst/>
            <a:gdLst/>
            <a:ahLst/>
            <a:cxnLst/>
            <a:rect l="l" t="t" r="r" b="b"/>
            <a:pathLst>
              <a:path w="134687" h="28750" extrusionOk="0">
                <a:moveTo>
                  <a:pt x="16112" y="28582"/>
                </a:moveTo>
                <a:cubicBezTo>
                  <a:pt x="54360" y="27641"/>
                  <a:pt x="93425" y="28750"/>
                  <a:pt x="131673" y="27808"/>
                </a:cubicBezTo>
                <a:cubicBezTo>
                  <a:pt x="132845" y="27787"/>
                  <a:pt x="134268" y="27578"/>
                  <a:pt x="134686" y="26469"/>
                </a:cubicBezTo>
                <a:cubicBezTo>
                  <a:pt x="132426" y="25277"/>
                  <a:pt x="129706" y="26323"/>
                  <a:pt x="127175" y="26448"/>
                </a:cubicBezTo>
                <a:cubicBezTo>
                  <a:pt x="122655" y="26678"/>
                  <a:pt x="118617" y="23917"/>
                  <a:pt x="114620" y="21761"/>
                </a:cubicBezTo>
                <a:cubicBezTo>
                  <a:pt x="110624" y="19627"/>
                  <a:pt x="105519" y="18100"/>
                  <a:pt x="101752" y="20611"/>
                </a:cubicBezTo>
                <a:cubicBezTo>
                  <a:pt x="101041" y="21092"/>
                  <a:pt x="100330" y="21720"/>
                  <a:pt x="99472" y="21678"/>
                </a:cubicBezTo>
                <a:cubicBezTo>
                  <a:pt x="98949" y="21657"/>
                  <a:pt x="98488" y="21364"/>
                  <a:pt x="98028" y="21113"/>
                </a:cubicBezTo>
                <a:cubicBezTo>
                  <a:pt x="94513" y="18895"/>
                  <a:pt x="91332" y="16091"/>
                  <a:pt x="88675" y="12869"/>
                </a:cubicBezTo>
                <a:cubicBezTo>
                  <a:pt x="86604" y="10379"/>
                  <a:pt x="84804" y="7596"/>
                  <a:pt x="82210" y="5650"/>
                </a:cubicBezTo>
                <a:cubicBezTo>
                  <a:pt x="76560" y="1424"/>
                  <a:pt x="67584" y="2700"/>
                  <a:pt x="63316" y="8287"/>
                </a:cubicBezTo>
                <a:cubicBezTo>
                  <a:pt x="62876" y="8893"/>
                  <a:pt x="62416" y="9584"/>
                  <a:pt x="61705" y="9814"/>
                </a:cubicBezTo>
                <a:cubicBezTo>
                  <a:pt x="60533" y="10232"/>
                  <a:pt x="59340" y="9270"/>
                  <a:pt x="58399" y="8454"/>
                </a:cubicBezTo>
                <a:cubicBezTo>
                  <a:pt x="49694" y="921"/>
                  <a:pt x="35655" y="1"/>
                  <a:pt x="26532" y="7031"/>
                </a:cubicBezTo>
                <a:cubicBezTo>
                  <a:pt x="23917" y="9061"/>
                  <a:pt x="21761" y="11592"/>
                  <a:pt x="19648" y="14124"/>
                </a:cubicBezTo>
                <a:cubicBezTo>
                  <a:pt x="16112" y="18372"/>
                  <a:pt x="5253" y="26888"/>
                  <a:pt x="1" y="28562"/>
                </a:cubicBezTo>
                <a:lnTo>
                  <a:pt x="16112" y="2856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477" name="Google Shape;477;p33"/>
          <p:cNvGrpSpPr/>
          <p:nvPr/>
        </p:nvGrpSpPr>
        <p:grpSpPr>
          <a:xfrm rot="-1642517">
            <a:off x="10039577" y="38745"/>
            <a:ext cx="3591959" cy="1817521"/>
            <a:chOff x="19279125" y="28273675"/>
            <a:chExt cx="2565725" cy="1298250"/>
          </a:xfrm>
        </p:grpSpPr>
        <p:sp>
          <p:nvSpPr>
            <p:cNvPr id="478" name="Google Shape;478;p33"/>
            <p:cNvSpPr/>
            <p:nvPr/>
          </p:nvSpPr>
          <p:spPr>
            <a:xfrm>
              <a:off x="19715375" y="28798125"/>
              <a:ext cx="506850" cy="665075"/>
            </a:xfrm>
            <a:custGeom>
              <a:avLst/>
              <a:gdLst/>
              <a:ahLst/>
              <a:cxnLst/>
              <a:rect l="l" t="t" r="r" b="b"/>
              <a:pathLst>
                <a:path w="20274" h="26603" extrusionOk="0">
                  <a:moveTo>
                    <a:pt x="20102" y="0"/>
                  </a:moveTo>
                  <a:cubicBezTo>
                    <a:pt x="20089" y="0"/>
                    <a:pt x="20076" y="3"/>
                    <a:pt x="20065" y="8"/>
                  </a:cubicBezTo>
                  <a:cubicBezTo>
                    <a:pt x="20002" y="8"/>
                    <a:pt x="19981" y="29"/>
                    <a:pt x="19918" y="50"/>
                  </a:cubicBezTo>
                  <a:cubicBezTo>
                    <a:pt x="18014" y="1975"/>
                    <a:pt x="16194" y="4026"/>
                    <a:pt x="14415" y="6181"/>
                  </a:cubicBezTo>
                  <a:cubicBezTo>
                    <a:pt x="14060" y="6537"/>
                    <a:pt x="13746" y="6934"/>
                    <a:pt x="13474" y="7332"/>
                  </a:cubicBezTo>
                  <a:cubicBezTo>
                    <a:pt x="13264" y="7583"/>
                    <a:pt x="13055" y="7876"/>
                    <a:pt x="12846" y="8148"/>
                  </a:cubicBezTo>
                  <a:lnTo>
                    <a:pt x="12804" y="8169"/>
                  </a:lnTo>
                  <a:cubicBezTo>
                    <a:pt x="9561" y="12270"/>
                    <a:pt x="6506" y="16643"/>
                    <a:pt x="3577" y="20911"/>
                  </a:cubicBezTo>
                  <a:cubicBezTo>
                    <a:pt x="3577" y="20911"/>
                    <a:pt x="3577" y="20932"/>
                    <a:pt x="3556" y="20932"/>
                  </a:cubicBezTo>
                  <a:cubicBezTo>
                    <a:pt x="3556" y="20953"/>
                    <a:pt x="3535" y="20953"/>
                    <a:pt x="3535" y="20974"/>
                  </a:cubicBezTo>
                  <a:cubicBezTo>
                    <a:pt x="2447" y="22522"/>
                    <a:pt x="1401" y="24050"/>
                    <a:pt x="355" y="25535"/>
                  </a:cubicBezTo>
                  <a:cubicBezTo>
                    <a:pt x="0" y="26042"/>
                    <a:pt x="531" y="26603"/>
                    <a:pt x="1046" y="26603"/>
                  </a:cubicBezTo>
                  <a:cubicBezTo>
                    <a:pt x="1169" y="26603"/>
                    <a:pt x="1292" y="26571"/>
                    <a:pt x="1401" y="26498"/>
                  </a:cubicBezTo>
                  <a:cubicBezTo>
                    <a:pt x="1987" y="26142"/>
                    <a:pt x="2593" y="25745"/>
                    <a:pt x="3137" y="25347"/>
                  </a:cubicBezTo>
                  <a:cubicBezTo>
                    <a:pt x="3158" y="25347"/>
                    <a:pt x="3158" y="25326"/>
                    <a:pt x="3158" y="25326"/>
                  </a:cubicBezTo>
                  <a:cubicBezTo>
                    <a:pt x="11423" y="19593"/>
                    <a:pt x="18746" y="10177"/>
                    <a:pt x="20274" y="239"/>
                  </a:cubicBezTo>
                  <a:cubicBezTo>
                    <a:pt x="20274" y="155"/>
                    <a:pt x="20232" y="113"/>
                    <a:pt x="20211" y="50"/>
                  </a:cubicBezTo>
                  <a:cubicBezTo>
                    <a:pt x="20180" y="20"/>
                    <a:pt x="20139" y="0"/>
                    <a:pt x="201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33"/>
            <p:cNvSpPr/>
            <p:nvPr/>
          </p:nvSpPr>
          <p:spPr>
            <a:xfrm>
              <a:off x="20308800" y="28749150"/>
              <a:ext cx="511325" cy="822775"/>
            </a:xfrm>
            <a:custGeom>
              <a:avLst/>
              <a:gdLst/>
              <a:ahLst/>
              <a:cxnLst/>
              <a:rect l="l" t="t" r="r" b="b"/>
              <a:pathLst>
                <a:path w="20453" h="32911" extrusionOk="0">
                  <a:moveTo>
                    <a:pt x="20227" y="1"/>
                  </a:moveTo>
                  <a:cubicBezTo>
                    <a:pt x="20190" y="1"/>
                    <a:pt x="20153" y="8"/>
                    <a:pt x="20118" y="22"/>
                  </a:cubicBezTo>
                  <a:cubicBezTo>
                    <a:pt x="20097" y="22"/>
                    <a:pt x="20097" y="63"/>
                    <a:pt x="20076" y="84"/>
                  </a:cubicBezTo>
                  <a:cubicBezTo>
                    <a:pt x="19804" y="335"/>
                    <a:pt x="19574" y="607"/>
                    <a:pt x="19302" y="900"/>
                  </a:cubicBezTo>
                  <a:cubicBezTo>
                    <a:pt x="19302" y="900"/>
                    <a:pt x="19302" y="921"/>
                    <a:pt x="19281" y="921"/>
                  </a:cubicBezTo>
                  <a:cubicBezTo>
                    <a:pt x="19051" y="1172"/>
                    <a:pt x="18841" y="1444"/>
                    <a:pt x="18632" y="1695"/>
                  </a:cubicBezTo>
                  <a:cubicBezTo>
                    <a:pt x="18569" y="1758"/>
                    <a:pt x="18528" y="1842"/>
                    <a:pt x="18465" y="1884"/>
                  </a:cubicBezTo>
                  <a:cubicBezTo>
                    <a:pt x="18318" y="2093"/>
                    <a:pt x="18130" y="2302"/>
                    <a:pt x="17984" y="2512"/>
                  </a:cubicBezTo>
                  <a:cubicBezTo>
                    <a:pt x="17921" y="2595"/>
                    <a:pt x="17837" y="2679"/>
                    <a:pt x="17795" y="2784"/>
                  </a:cubicBezTo>
                  <a:cubicBezTo>
                    <a:pt x="17628" y="2993"/>
                    <a:pt x="17502" y="3160"/>
                    <a:pt x="17356" y="3369"/>
                  </a:cubicBezTo>
                  <a:cubicBezTo>
                    <a:pt x="17293" y="3453"/>
                    <a:pt x="17209" y="3558"/>
                    <a:pt x="17168" y="3641"/>
                  </a:cubicBezTo>
                  <a:cubicBezTo>
                    <a:pt x="17000" y="3851"/>
                    <a:pt x="16875" y="4060"/>
                    <a:pt x="16749" y="4269"/>
                  </a:cubicBezTo>
                  <a:cubicBezTo>
                    <a:pt x="16686" y="4353"/>
                    <a:pt x="16644" y="4436"/>
                    <a:pt x="16561" y="4520"/>
                  </a:cubicBezTo>
                  <a:lnTo>
                    <a:pt x="16100" y="5232"/>
                  </a:lnTo>
                  <a:cubicBezTo>
                    <a:pt x="16059" y="5273"/>
                    <a:pt x="16017" y="5336"/>
                    <a:pt x="15996" y="5420"/>
                  </a:cubicBezTo>
                  <a:cubicBezTo>
                    <a:pt x="15598" y="6006"/>
                    <a:pt x="15222" y="6633"/>
                    <a:pt x="14866" y="7282"/>
                  </a:cubicBezTo>
                  <a:cubicBezTo>
                    <a:pt x="14803" y="7345"/>
                    <a:pt x="14782" y="7429"/>
                    <a:pt x="14740" y="7512"/>
                  </a:cubicBezTo>
                  <a:cubicBezTo>
                    <a:pt x="14594" y="7742"/>
                    <a:pt x="14468" y="7973"/>
                    <a:pt x="14322" y="8203"/>
                  </a:cubicBezTo>
                  <a:cubicBezTo>
                    <a:pt x="14259" y="8286"/>
                    <a:pt x="14217" y="8391"/>
                    <a:pt x="14155" y="8475"/>
                  </a:cubicBezTo>
                  <a:lnTo>
                    <a:pt x="13757" y="9186"/>
                  </a:lnTo>
                  <a:cubicBezTo>
                    <a:pt x="13715" y="9249"/>
                    <a:pt x="13652" y="9333"/>
                    <a:pt x="13631" y="9416"/>
                  </a:cubicBezTo>
                  <a:cubicBezTo>
                    <a:pt x="13485" y="9709"/>
                    <a:pt x="13318" y="9960"/>
                    <a:pt x="13171" y="10253"/>
                  </a:cubicBezTo>
                  <a:cubicBezTo>
                    <a:pt x="12962" y="10609"/>
                    <a:pt x="12753" y="10986"/>
                    <a:pt x="12564" y="11341"/>
                  </a:cubicBezTo>
                  <a:cubicBezTo>
                    <a:pt x="12502" y="11488"/>
                    <a:pt x="12439" y="11592"/>
                    <a:pt x="12376" y="11718"/>
                  </a:cubicBezTo>
                  <a:lnTo>
                    <a:pt x="12062" y="12262"/>
                  </a:lnTo>
                  <a:cubicBezTo>
                    <a:pt x="11539" y="13224"/>
                    <a:pt x="10995" y="14166"/>
                    <a:pt x="10409" y="15108"/>
                  </a:cubicBezTo>
                  <a:cubicBezTo>
                    <a:pt x="8568" y="18183"/>
                    <a:pt x="6622" y="21217"/>
                    <a:pt x="4718" y="24251"/>
                  </a:cubicBezTo>
                  <a:lnTo>
                    <a:pt x="4718" y="24272"/>
                  </a:lnTo>
                  <a:lnTo>
                    <a:pt x="4718" y="24293"/>
                  </a:lnTo>
                  <a:lnTo>
                    <a:pt x="4718" y="24314"/>
                  </a:lnTo>
                  <a:lnTo>
                    <a:pt x="4718" y="24356"/>
                  </a:lnTo>
                  <a:lnTo>
                    <a:pt x="4718" y="24377"/>
                  </a:lnTo>
                  <a:cubicBezTo>
                    <a:pt x="3693" y="26030"/>
                    <a:pt x="2668" y="27641"/>
                    <a:pt x="1684" y="29315"/>
                  </a:cubicBezTo>
                  <a:lnTo>
                    <a:pt x="1684" y="29336"/>
                  </a:lnTo>
                  <a:lnTo>
                    <a:pt x="1684" y="29377"/>
                  </a:lnTo>
                  <a:lnTo>
                    <a:pt x="1684" y="29398"/>
                  </a:lnTo>
                  <a:lnTo>
                    <a:pt x="1684" y="29419"/>
                  </a:lnTo>
                  <a:lnTo>
                    <a:pt x="1684" y="29461"/>
                  </a:lnTo>
                  <a:cubicBezTo>
                    <a:pt x="1621" y="29503"/>
                    <a:pt x="1600" y="29587"/>
                    <a:pt x="1559" y="29670"/>
                  </a:cubicBezTo>
                  <a:lnTo>
                    <a:pt x="1559" y="29691"/>
                  </a:lnTo>
                  <a:cubicBezTo>
                    <a:pt x="1140" y="30361"/>
                    <a:pt x="743" y="31072"/>
                    <a:pt x="345" y="31763"/>
                  </a:cubicBezTo>
                  <a:cubicBezTo>
                    <a:pt x="1" y="32365"/>
                    <a:pt x="520" y="32911"/>
                    <a:pt x="1088" y="32911"/>
                  </a:cubicBezTo>
                  <a:cubicBezTo>
                    <a:pt x="1210" y="32911"/>
                    <a:pt x="1335" y="32886"/>
                    <a:pt x="1454" y="32830"/>
                  </a:cubicBezTo>
                  <a:cubicBezTo>
                    <a:pt x="1517" y="32809"/>
                    <a:pt x="1600" y="32746"/>
                    <a:pt x="1684" y="32662"/>
                  </a:cubicBezTo>
                  <a:cubicBezTo>
                    <a:pt x="6476" y="28038"/>
                    <a:pt x="10388" y="22556"/>
                    <a:pt x="13757" y="16844"/>
                  </a:cubicBezTo>
                  <a:cubicBezTo>
                    <a:pt x="16247" y="12408"/>
                    <a:pt x="19051" y="7721"/>
                    <a:pt x="20097" y="2700"/>
                  </a:cubicBezTo>
                  <a:cubicBezTo>
                    <a:pt x="20097" y="2658"/>
                    <a:pt x="20118" y="2616"/>
                    <a:pt x="20118" y="2595"/>
                  </a:cubicBezTo>
                  <a:cubicBezTo>
                    <a:pt x="20160" y="2365"/>
                    <a:pt x="20222" y="2093"/>
                    <a:pt x="20243" y="1863"/>
                  </a:cubicBezTo>
                  <a:cubicBezTo>
                    <a:pt x="20243" y="1800"/>
                    <a:pt x="20264" y="1779"/>
                    <a:pt x="20264" y="1737"/>
                  </a:cubicBezTo>
                  <a:lnTo>
                    <a:pt x="20348" y="1172"/>
                  </a:lnTo>
                  <a:cubicBezTo>
                    <a:pt x="20390" y="1068"/>
                    <a:pt x="20390" y="1005"/>
                    <a:pt x="20390" y="879"/>
                  </a:cubicBezTo>
                  <a:cubicBezTo>
                    <a:pt x="20411" y="733"/>
                    <a:pt x="20411" y="607"/>
                    <a:pt x="20432" y="440"/>
                  </a:cubicBezTo>
                  <a:cubicBezTo>
                    <a:pt x="20432" y="356"/>
                    <a:pt x="20453" y="294"/>
                    <a:pt x="20453" y="210"/>
                  </a:cubicBezTo>
                  <a:lnTo>
                    <a:pt x="20453" y="126"/>
                  </a:lnTo>
                  <a:cubicBezTo>
                    <a:pt x="20453" y="105"/>
                    <a:pt x="20432" y="105"/>
                    <a:pt x="20432" y="84"/>
                  </a:cubicBezTo>
                  <a:cubicBezTo>
                    <a:pt x="20376" y="29"/>
                    <a:pt x="20301" y="1"/>
                    <a:pt x="202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33"/>
            <p:cNvSpPr/>
            <p:nvPr/>
          </p:nvSpPr>
          <p:spPr>
            <a:xfrm>
              <a:off x="20182700" y="28375125"/>
              <a:ext cx="603425" cy="350075"/>
            </a:xfrm>
            <a:custGeom>
              <a:avLst/>
              <a:gdLst/>
              <a:ahLst/>
              <a:cxnLst/>
              <a:rect l="l" t="t" r="r" b="b"/>
              <a:pathLst>
                <a:path w="24137" h="14003" extrusionOk="0">
                  <a:moveTo>
                    <a:pt x="808" y="1"/>
                  </a:moveTo>
                  <a:cubicBezTo>
                    <a:pt x="364" y="1"/>
                    <a:pt x="1" y="496"/>
                    <a:pt x="137" y="922"/>
                  </a:cubicBezTo>
                  <a:cubicBezTo>
                    <a:pt x="179" y="1027"/>
                    <a:pt x="263" y="1131"/>
                    <a:pt x="367" y="1215"/>
                  </a:cubicBezTo>
                  <a:cubicBezTo>
                    <a:pt x="6623" y="6404"/>
                    <a:pt x="13131" y="11070"/>
                    <a:pt x="20935" y="13288"/>
                  </a:cubicBezTo>
                  <a:cubicBezTo>
                    <a:pt x="20977" y="13309"/>
                    <a:pt x="21040" y="13309"/>
                    <a:pt x="21103" y="13351"/>
                  </a:cubicBezTo>
                  <a:cubicBezTo>
                    <a:pt x="21500" y="13434"/>
                    <a:pt x="21919" y="13560"/>
                    <a:pt x="22316" y="13643"/>
                  </a:cubicBezTo>
                  <a:cubicBezTo>
                    <a:pt x="22421" y="13685"/>
                    <a:pt x="22484" y="13706"/>
                    <a:pt x="22588" y="13727"/>
                  </a:cubicBezTo>
                  <a:cubicBezTo>
                    <a:pt x="22965" y="13811"/>
                    <a:pt x="23362" y="13895"/>
                    <a:pt x="23718" y="13957"/>
                  </a:cubicBezTo>
                  <a:cubicBezTo>
                    <a:pt x="23781" y="13957"/>
                    <a:pt x="23802" y="13999"/>
                    <a:pt x="23823" y="13999"/>
                  </a:cubicBezTo>
                  <a:cubicBezTo>
                    <a:pt x="23838" y="14001"/>
                    <a:pt x="23852" y="14002"/>
                    <a:pt x="23867" y="14002"/>
                  </a:cubicBezTo>
                  <a:cubicBezTo>
                    <a:pt x="23990" y="14002"/>
                    <a:pt x="24078" y="13923"/>
                    <a:pt x="24116" y="13811"/>
                  </a:cubicBezTo>
                  <a:cubicBezTo>
                    <a:pt x="24137" y="13769"/>
                    <a:pt x="24137" y="13727"/>
                    <a:pt x="24116" y="13685"/>
                  </a:cubicBezTo>
                  <a:cubicBezTo>
                    <a:pt x="24116" y="13643"/>
                    <a:pt x="24095" y="13602"/>
                    <a:pt x="24032" y="13581"/>
                  </a:cubicBezTo>
                  <a:cubicBezTo>
                    <a:pt x="23676" y="13309"/>
                    <a:pt x="23341" y="13037"/>
                    <a:pt x="22965" y="12765"/>
                  </a:cubicBezTo>
                  <a:cubicBezTo>
                    <a:pt x="22923" y="12744"/>
                    <a:pt x="22860" y="12681"/>
                    <a:pt x="22818" y="12660"/>
                  </a:cubicBezTo>
                  <a:cubicBezTo>
                    <a:pt x="22525" y="12451"/>
                    <a:pt x="22212" y="12221"/>
                    <a:pt x="21919" y="12011"/>
                  </a:cubicBezTo>
                  <a:lnTo>
                    <a:pt x="21688" y="11844"/>
                  </a:lnTo>
                  <a:cubicBezTo>
                    <a:pt x="21333" y="11614"/>
                    <a:pt x="21019" y="11384"/>
                    <a:pt x="20684" y="11175"/>
                  </a:cubicBezTo>
                  <a:lnTo>
                    <a:pt x="20663" y="11133"/>
                  </a:lnTo>
                  <a:cubicBezTo>
                    <a:pt x="16876" y="8580"/>
                    <a:pt x="12859" y="6404"/>
                    <a:pt x="8841" y="4228"/>
                  </a:cubicBezTo>
                  <a:cubicBezTo>
                    <a:pt x="8841" y="4228"/>
                    <a:pt x="8820" y="4228"/>
                    <a:pt x="8820" y="4207"/>
                  </a:cubicBezTo>
                  <a:lnTo>
                    <a:pt x="8800" y="4207"/>
                  </a:lnTo>
                  <a:cubicBezTo>
                    <a:pt x="6226" y="2847"/>
                    <a:pt x="3673" y="1508"/>
                    <a:pt x="1121" y="85"/>
                  </a:cubicBezTo>
                  <a:cubicBezTo>
                    <a:pt x="1016" y="27"/>
                    <a:pt x="910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33"/>
            <p:cNvSpPr/>
            <p:nvPr/>
          </p:nvSpPr>
          <p:spPr>
            <a:xfrm>
              <a:off x="19914100" y="28430850"/>
              <a:ext cx="673250" cy="292175"/>
            </a:xfrm>
            <a:custGeom>
              <a:avLst/>
              <a:gdLst/>
              <a:ahLst/>
              <a:cxnLst/>
              <a:rect l="l" t="t" r="r" b="b"/>
              <a:pathLst>
                <a:path w="26930" h="11687" extrusionOk="0">
                  <a:moveTo>
                    <a:pt x="1364" y="1"/>
                  </a:moveTo>
                  <a:cubicBezTo>
                    <a:pt x="1157" y="1"/>
                    <a:pt x="953" y="11"/>
                    <a:pt x="754" y="32"/>
                  </a:cubicBezTo>
                  <a:cubicBezTo>
                    <a:pt x="210" y="53"/>
                    <a:pt x="1" y="492"/>
                    <a:pt x="106" y="911"/>
                  </a:cubicBezTo>
                  <a:cubicBezTo>
                    <a:pt x="210" y="1141"/>
                    <a:pt x="357" y="1392"/>
                    <a:pt x="650" y="1476"/>
                  </a:cubicBezTo>
                  <a:cubicBezTo>
                    <a:pt x="3683" y="2522"/>
                    <a:pt x="6696" y="3610"/>
                    <a:pt x="9647" y="4782"/>
                  </a:cubicBezTo>
                  <a:lnTo>
                    <a:pt x="9626" y="4782"/>
                  </a:lnTo>
                  <a:cubicBezTo>
                    <a:pt x="11802" y="5640"/>
                    <a:pt x="13936" y="6581"/>
                    <a:pt x="16091" y="7606"/>
                  </a:cubicBezTo>
                  <a:cubicBezTo>
                    <a:pt x="16970" y="8025"/>
                    <a:pt x="17807" y="8464"/>
                    <a:pt x="18644" y="8925"/>
                  </a:cubicBezTo>
                  <a:cubicBezTo>
                    <a:pt x="21238" y="10222"/>
                    <a:pt x="23770" y="11394"/>
                    <a:pt x="26783" y="11686"/>
                  </a:cubicBezTo>
                  <a:cubicBezTo>
                    <a:pt x="26825" y="11686"/>
                    <a:pt x="26867" y="11686"/>
                    <a:pt x="26888" y="11666"/>
                  </a:cubicBezTo>
                  <a:cubicBezTo>
                    <a:pt x="26909" y="11645"/>
                    <a:pt x="26930" y="11582"/>
                    <a:pt x="26930" y="11498"/>
                  </a:cubicBezTo>
                  <a:cubicBezTo>
                    <a:pt x="26930" y="11414"/>
                    <a:pt x="26888" y="11373"/>
                    <a:pt x="26804" y="11352"/>
                  </a:cubicBezTo>
                  <a:lnTo>
                    <a:pt x="26783" y="11352"/>
                  </a:lnTo>
                  <a:cubicBezTo>
                    <a:pt x="26553" y="11268"/>
                    <a:pt x="26344" y="11184"/>
                    <a:pt x="26093" y="11080"/>
                  </a:cubicBezTo>
                  <a:cubicBezTo>
                    <a:pt x="26051" y="11059"/>
                    <a:pt x="25988" y="11038"/>
                    <a:pt x="25946" y="11038"/>
                  </a:cubicBezTo>
                  <a:cubicBezTo>
                    <a:pt x="25737" y="10954"/>
                    <a:pt x="25528" y="10850"/>
                    <a:pt x="25318" y="10745"/>
                  </a:cubicBezTo>
                  <a:cubicBezTo>
                    <a:pt x="25256" y="10724"/>
                    <a:pt x="25214" y="10682"/>
                    <a:pt x="25130" y="10661"/>
                  </a:cubicBezTo>
                  <a:cubicBezTo>
                    <a:pt x="24921" y="10557"/>
                    <a:pt x="24733" y="10452"/>
                    <a:pt x="24523" y="10347"/>
                  </a:cubicBezTo>
                  <a:lnTo>
                    <a:pt x="24377" y="10264"/>
                  </a:lnTo>
                  <a:cubicBezTo>
                    <a:pt x="24189" y="10159"/>
                    <a:pt x="24042" y="10054"/>
                    <a:pt x="23854" y="9950"/>
                  </a:cubicBezTo>
                  <a:cubicBezTo>
                    <a:pt x="23791" y="9929"/>
                    <a:pt x="23749" y="9908"/>
                    <a:pt x="23686" y="9845"/>
                  </a:cubicBezTo>
                  <a:cubicBezTo>
                    <a:pt x="23519" y="9762"/>
                    <a:pt x="23331" y="9615"/>
                    <a:pt x="23142" y="9510"/>
                  </a:cubicBezTo>
                  <a:cubicBezTo>
                    <a:pt x="23059" y="9469"/>
                    <a:pt x="23017" y="9427"/>
                    <a:pt x="22933" y="9385"/>
                  </a:cubicBezTo>
                  <a:cubicBezTo>
                    <a:pt x="22745" y="9280"/>
                    <a:pt x="22598" y="9155"/>
                    <a:pt x="22410" y="9029"/>
                  </a:cubicBezTo>
                  <a:cubicBezTo>
                    <a:pt x="22326" y="8966"/>
                    <a:pt x="22264" y="8925"/>
                    <a:pt x="22180" y="8841"/>
                  </a:cubicBezTo>
                  <a:cubicBezTo>
                    <a:pt x="22054" y="8757"/>
                    <a:pt x="21950" y="8673"/>
                    <a:pt x="21845" y="8569"/>
                  </a:cubicBezTo>
                  <a:cubicBezTo>
                    <a:pt x="21678" y="8443"/>
                    <a:pt x="21531" y="8339"/>
                    <a:pt x="21364" y="8213"/>
                  </a:cubicBezTo>
                  <a:cubicBezTo>
                    <a:pt x="21343" y="8192"/>
                    <a:pt x="21280" y="8150"/>
                    <a:pt x="21259" y="8129"/>
                  </a:cubicBezTo>
                  <a:cubicBezTo>
                    <a:pt x="18769" y="6246"/>
                    <a:pt x="16363" y="4112"/>
                    <a:pt x="13559" y="2773"/>
                  </a:cubicBezTo>
                  <a:cubicBezTo>
                    <a:pt x="10023" y="1078"/>
                    <a:pt x="6006" y="137"/>
                    <a:pt x="2051" y="32"/>
                  </a:cubicBezTo>
                  <a:lnTo>
                    <a:pt x="1989" y="32"/>
                  </a:lnTo>
                  <a:cubicBezTo>
                    <a:pt x="1779" y="11"/>
                    <a:pt x="1570" y="1"/>
                    <a:pt x="13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33"/>
            <p:cNvSpPr/>
            <p:nvPr/>
          </p:nvSpPr>
          <p:spPr>
            <a:xfrm>
              <a:off x="19600250" y="28499650"/>
              <a:ext cx="774200" cy="245875"/>
            </a:xfrm>
            <a:custGeom>
              <a:avLst/>
              <a:gdLst/>
              <a:ahLst/>
              <a:cxnLst/>
              <a:rect l="l" t="t" r="r" b="b"/>
              <a:pathLst>
                <a:path w="30968" h="9835" extrusionOk="0">
                  <a:moveTo>
                    <a:pt x="6613" y="0"/>
                  </a:moveTo>
                  <a:cubicBezTo>
                    <a:pt x="4520" y="0"/>
                    <a:pt x="2532" y="63"/>
                    <a:pt x="733" y="251"/>
                  </a:cubicBezTo>
                  <a:cubicBezTo>
                    <a:pt x="252" y="272"/>
                    <a:pt x="1" y="753"/>
                    <a:pt x="105" y="1151"/>
                  </a:cubicBezTo>
                  <a:cubicBezTo>
                    <a:pt x="105" y="1318"/>
                    <a:pt x="252" y="1507"/>
                    <a:pt x="545" y="1590"/>
                  </a:cubicBezTo>
                  <a:cubicBezTo>
                    <a:pt x="5859" y="2678"/>
                    <a:pt x="11007" y="4080"/>
                    <a:pt x="16154" y="5712"/>
                  </a:cubicBezTo>
                  <a:cubicBezTo>
                    <a:pt x="16509" y="5817"/>
                    <a:pt x="16844" y="5963"/>
                    <a:pt x="17179" y="6068"/>
                  </a:cubicBezTo>
                  <a:lnTo>
                    <a:pt x="17158" y="6068"/>
                  </a:lnTo>
                  <a:cubicBezTo>
                    <a:pt x="18518" y="6528"/>
                    <a:pt x="19878" y="7051"/>
                    <a:pt x="21259" y="7574"/>
                  </a:cubicBezTo>
                  <a:cubicBezTo>
                    <a:pt x="21343" y="7595"/>
                    <a:pt x="21385" y="7637"/>
                    <a:pt x="21468" y="7658"/>
                  </a:cubicBezTo>
                  <a:cubicBezTo>
                    <a:pt x="21489" y="7658"/>
                    <a:pt x="21531" y="7679"/>
                    <a:pt x="21573" y="7679"/>
                  </a:cubicBezTo>
                  <a:cubicBezTo>
                    <a:pt x="24000" y="8579"/>
                    <a:pt x="26490" y="9416"/>
                    <a:pt x="29022" y="9730"/>
                  </a:cubicBezTo>
                  <a:lnTo>
                    <a:pt x="29064" y="9730"/>
                  </a:lnTo>
                  <a:cubicBezTo>
                    <a:pt x="29182" y="9747"/>
                    <a:pt x="29355" y="9777"/>
                    <a:pt x="29528" y="9777"/>
                  </a:cubicBezTo>
                  <a:cubicBezTo>
                    <a:pt x="29569" y="9777"/>
                    <a:pt x="29610" y="9775"/>
                    <a:pt x="29649" y="9771"/>
                  </a:cubicBezTo>
                  <a:cubicBezTo>
                    <a:pt x="29838" y="9792"/>
                    <a:pt x="30026" y="9792"/>
                    <a:pt x="30173" y="9834"/>
                  </a:cubicBezTo>
                  <a:lnTo>
                    <a:pt x="30319" y="9834"/>
                  </a:lnTo>
                  <a:cubicBezTo>
                    <a:pt x="30361" y="9834"/>
                    <a:pt x="30424" y="9834"/>
                    <a:pt x="30466" y="9792"/>
                  </a:cubicBezTo>
                  <a:cubicBezTo>
                    <a:pt x="30758" y="9730"/>
                    <a:pt x="30968" y="9374"/>
                    <a:pt x="30905" y="9060"/>
                  </a:cubicBezTo>
                  <a:cubicBezTo>
                    <a:pt x="30884" y="8997"/>
                    <a:pt x="30884" y="8914"/>
                    <a:pt x="30821" y="8851"/>
                  </a:cubicBezTo>
                  <a:cubicBezTo>
                    <a:pt x="30779" y="8788"/>
                    <a:pt x="30717" y="8725"/>
                    <a:pt x="30675" y="8642"/>
                  </a:cubicBezTo>
                  <a:cubicBezTo>
                    <a:pt x="30445" y="8328"/>
                    <a:pt x="30173" y="8056"/>
                    <a:pt x="29942" y="7763"/>
                  </a:cubicBezTo>
                  <a:cubicBezTo>
                    <a:pt x="29733" y="7428"/>
                    <a:pt x="29440" y="7135"/>
                    <a:pt x="29105" y="6905"/>
                  </a:cubicBezTo>
                  <a:cubicBezTo>
                    <a:pt x="23686" y="1716"/>
                    <a:pt x="14501" y="42"/>
                    <a:pt x="66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33"/>
            <p:cNvSpPr/>
            <p:nvPr/>
          </p:nvSpPr>
          <p:spPr>
            <a:xfrm>
              <a:off x="20149825" y="28752300"/>
              <a:ext cx="462625" cy="768775"/>
            </a:xfrm>
            <a:custGeom>
              <a:avLst/>
              <a:gdLst/>
              <a:ahLst/>
              <a:cxnLst/>
              <a:rect l="l" t="t" r="r" b="b"/>
              <a:pathLst>
                <a:path w="18505" h="30751" extrusionOk="0">
                  <a:moveTo>
                    <a:pt x="13598" y="8453"/>
                  </a:moveTo>
                  <a:cubicBezTo>
                    <a:pt x="13593" y="8459"/>
                    <a:pt x="13588" y="8464"/>
                    <a:pt x="13588" y="8474"/>
                  </a:cubicBezTo>
                  <a:lnTo>
                    <a:pt x="13588" y="8474"/>
                  </a:lnTo>
                  <a:cubicBezTo>
                    <a:pt x="13591" y="8467"/>
                    <a:pt x="13595" y="8460"/>
                    <a:pt x="13598" y="8453"/>
                  </a:cubicBezTo>
                  <a:close/>
                  <a:moveTo>
                    <a:pt x="18233" y="0"/>
                  </a:moveTo>
                  <a:cubicBezTo>
                    <a:pt x="18170" y="0"/>
                    <a:pt x="18066" y="42"/>
                    <a:pt x="18003" y="84"/>
                  </a:cubicBezTo>
                  <a:cubicBezTo>
                    <a:pt x="17773" y="293"/>
                    <a:pt x="17563" y="481"/>
                    <a:pt x="17333" y="691"/>
                  </a:cubicBezTo>
                  <a:cubicBezTo>
                    <a:pt x="17255" y="769"/>
                    <a:pt x="17323" y="902"/>
                    <a:pt x="17418" y="902"/>
                  </a:cubicBezTo>
                  <a:cubicBezTo>
                    <a:pt x="17424" y="902"/>
                    <a:pt x="17431" y="901"/>
                    <a:pt x="17438" y="900"/>
                  </a:cubicBezTo>
                  <a:lnTo>
                    <a:pt x="17438" y="900"/>
                  </a:lnTo>
                  <a:cubicBezTo>
                    <a:pt x="17375" y="921"/>
                    <a:pt x="17354" y="942"/>
                    <a:pt x="17291" y="984"/>
                  </a:cubicBezTo>
                  <a:cubicBezTo>
                    <a:pt x="17291" y="984"/>
                    <a:pt x="17270" y="984"/>
                    <a:pt x="17270" y="1005"/>
                  </a:cubicBezTo>
                  <a:cubicBezTo>
                    <a:pt x="17229" y="1025"/>
                    <a:pt x="17187" y="1046"/>
                    <a:pt x="17145" y="1109"/>
                  </a:cubicBezTo>
                  <a:lnTo>
                    <a:pt x="17124" y="1130"/>
                  </a:lnTo>
                  <a:lnTo>
                    <a:pt x="16977" y="1256"/>
                  </a:lnTo>
                  <a:cubicBezTo>
                    <a:pt x="16957" y="1297"/>
                    <a:pt x="16936" y="1318"/>
                    <a:pt x="16915" y="1360"/>
                  </a:cubicBezTo>
                  <a:lnTo>
                    <a:pt x="16852" y="1423"/>
                  </a:lnTo>
                  <a:cubicBezTo>
                    <a:pt x="16203" y="2302"/>
                    <a:pt x="15471" y="4143"/>
                    <a:pt x="14927" y="5524"/>
                  </a:cubicBezTo>
                  <a:cubicBezTo>
                    <a:pt x="14760" y="5922"/>
                    <a:pt x="14613" y="6340"/>
                    <a:pt x="14446" y="6738"/>
                  </a:cubicBezTo>
                  <a:cubicBezTo>
                    <a:pt x="14446" y="6759"/>
                    <a:pt x="14425" y="6779"/>
                    <a:pt x="14425" y="6800"/>
                  </a:cubicBezTo>
                  <a:cubicBezTo>
                    <a:pt x="14425" y="6842"/>
                    <a:pt x="14404" y="6842"/>
                    <a:pt x="14404" y="6863"/>
                  </a:cubicBezTo>
                  <a:cubicBezTo>
                    <a:pt x="14341" y="6968"/>
                    <a:pt x="14320" y="7051"/>
                    <a:pt x="14299" y="7093"/>
                  </a:cubicBezTo>
                  <a:cubicBezTo>
                    <a:pt x="14236" y="7219"/>
                    <a:pt x="14153" y="7365"/>
                    <a:pt x="14111" y="7470"/>
                  </a:cubicBezTo>
                  <a:cubicBezTo>
                    <a:pt x="13930" y="7793"/>
                    <a:pt x="13787" y="8115"/>
                    <a:pt x="13608" y="8438"/>
                  </a:cubicBezTo>
                  <a:lnTo>
                    <a:pt x="13608" y="8438"/>
                  </a:lnTo>
                  <a:cubicBezTo>
                    <a:pt x="13609" y="8436"/>
                    <a:pt x="13609" y="8434"/>
                    <a:pt x="13609" y="8432"/>
                  </a:cubicBezTo>
                  <a:lnTo>
                    <a:pt x="13609" y="8432"/>
                  </a:lnTo>
                  <a:cubicBezTo>
                    <a:pt x="13605" y="8439"/>
                    <a:pt x="13602" y="8446"/>
                    <a:pt x="13598" y="8453"/>
                  </a:cubicBezTo>
                  <a:lnTo>
                    <a:pt x="13598" y="8453"/>
                  </a:lnTo>
                  <a:cubicBezTo>
                    <a:pt x="13599" y="8452"/>
                    <a:pt x="13600" y="8451"/>
                    <a:pt x="13601" y="8450"/>
                  </a:cubicBezTo>
                  <a:lnTo>
                    <a:pt x="13601" y="8450"/>
                  </a:lnTo>
                  <a:cubicBezTo>
                    <a:pt x="13597" y="8458"/>
                    <a:pt x="13592" y="8466"/>
                    <a:pt x="13588" y="8474"/>
                  </a:cubicBezTo>
                  <a:cubicBezTo>
                    <a:pt x="13588" y="8474"/>
                    <a:pt x="13588" y="8474"/>
                    <a:pt x="13588" y="8474"/>
                  </a:cubicBezTo>
                  <a:lnTo>
                    <a:pt x="13588" y="8474"/>
                  </a:lnTo>
                  <a:cubicBezTo>
                    <a:pt x="12527" y="10595"/>
                    <a:pt x="11404" y="12735"/>
                    <a:pt x="10261" y="14814"/>
                  </a:cubicBezTo>
                  <a:cubicBezTo>
                    <a:pt x="8294" y="18308"/>
                    <a:pt x="6181" y="21635"/>
                    <a:pt x="3900" y="24878"/>
                  </a:cubicBezTo>
                  <a:cubicBezTo>
                    <a:pt x="2729" y="26552"/>
                    <a:pt x="1536" y="28226"/>
                    <a:pt x="301" y="29879"/>
                  </a:cubicBezTo>
                  <a:cubicBezTo>
                    <a:pt x="1" y="30291"/>
                    <a:pt x="299" y="30750"/>
                    <a:pt x="688" y="30750"/>
                  </a:cubicBezTo>
                  <a:cubicBezTo>
                    <a:pt x="813" y="30750"/>
                    <a:pt x="948" y="30703"/>
                    <a:pt x="1076" y="30591"/>
                  </a:cubicBezTo>
                  <a:cubicBezTo>
                    <a:pt x="2540" y="29251"/>
                    <a:pt x="4047" y="27787"/>
                    <a:pt x="5532" y="26155"/>
                  </a:cubicBezTo>
                  <a:lnTo>
                    <a:pt x="5532" y="26134"/>
                  </a:lnTo>
                  <a:lnTo>
                    <a:pt x="5616" y="26050"/>
                  </a:lnTo>
                  <a:cubicBezTo>
                    <a:pt x="11726" y="19355"/>
                    <a:pt x="17375" y="10546"/>
                    <a:pt x="18379" y="1988"/>
                  </a:cubicBezTo>
                  <a:lnTo>
                    <a:pt x="18379" y="1883"/>
                  </a:lnTo>
                  <a:cubicBezTo>
                    <a:pt x="18421" y="1360"/>
                    <a:pt x="18484" y="816"/>
                    <a:pt x="18505" y="293"/>
                  </a:cubicBezTo>
                  <a:lnTo>
                    <a:pt x="18505" y="189"/>
                  </a:lnTo>
                  <a:cubicBezTo>
                    <a:pt x="18484" y="84"/>
                    <a:pt x="18379" y="0"/>
                    <a:pt x="18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33"/>
            <p:cNvSpPr/>
            <p:nvPr/>
          </p:nvSpPr>
          <p:spPr>
            <a:xfrm>
              <a:off x="19279125" y="28273675"/>
              <a:ext cx="2565725" cy="1180375"/>
            </a:xfrm>
            <a:custGeom>
              <a:avLst/>
              <a:gdLst/>
              <a:ahLst/>
              <a:cxnLst/>
              <a:rect l="l" t="t" r="r" b="b"/>
              <a:pathLst>
                <a:path w="102629" h="47215" extrusionOk="0">
                  <a:moveTo>
                    <a:pt x="72729" y="5754"/>
                  </a:moveTo>
                  <a:lnTo>
                    <a:pt x="72729" y="5754"/>
                  </a:lnTo>
                  <a:cubicBezTo>
                    <a:pt x="73231" y="6277"/>
                    <a:pt x="73733" y="6800"/>
                    <a:pt x="74194" y="7365"/>
                  </a:cubicBezTo>
                  <a:cubicBezTo>
                    <a:pt x="74232" y="7403"/>
                    <a:pt x="74269" y="7419"/>
                    <a:pt x="74305" y="7419"/>
                  </a:cubicBezTo>
                  <a:cubicBezTo>
                    <a:pt x="74369" y="7419"/>
                    <a:pt x="74426" y="7369"/>
                    <a:pt x="74466" y="7302"/>
                  </a:cubicBezTo>
                  <a:cubicBezTo>
                    <a:pt x="76328" y="9144"/>
                    <a:pt x="77918" y="11173"/>
                    <a:pt x="79257" y="13391"/>
                  </a:cubicBezTo>
                  <a:lnTo>
                    <a:pt x="79257" y="13433"/>
                  </a:lnTo>
                  <a:cubicBezTo>
                    <a:pt x="80659" y="15777"/>
                    <a:pt x="81789" y="18371"/>
                    <a:pt x="82626" y="21196"/>
                  </a:cubicBezTo>
                  <a:cubicBezTo>
                    <a:pt x="82103" y="21070"/>
                    <a:pt x="81559" y="20966"/>
                    <a:pt x="81036" y="20819"/>
                  </a:cubicBezTo>
                  <a:lnTo>
                    <a:pt x="81036" y="20777"/>
                  </a:lnTo>
                  <a:cubicBezTo>
                    <a:pt x="80994" y="20756"/>
                    <a:pt x="80931" y="20694"/>
                    <a:pt x="80868" y="20694"/>
                  </a:cubicBezTo>
                  <a:cubicBezTo>
                    <a:pt x="80847" y="20694"/>
                    <a:pt x="80847" y="20694"/>
                    <a:pt x="80827" y="20714"/>
                  </a:cubicBezTo>
                  <a:cubicBezTo>
                    <a:pt x="80785" y="20756"/>
                    <a:pt x="80743" y="20777"/>
                    <a:pt x="80722" y="20798"/>
                  </a:cubicBezTo>
                  <a:cubicBezTo>
                    <a:pt x="79885" y="20610"/>
                    <a:pt x="79006" y="20463"/>
                    <a:pt x="78169" y="20275"/>
                  </a:cubicBezTo>
                  <a:lnTo>
                    <a:pt x="78169" y="20254"/>
                  </a:lnTo>
                  <a:cubicBezTo>
                    <a:pt x="78169" y="20254"/>
                    <a:pt x="78169" y="20233"/>
                    <a:pt x="78211" y="20233"/>
                  </a:cubicBezTo>
                  <a:cubicBezTo>
                    <a:pt x="78839" y="14416"/>
                    <a:pt x="76579" y="9834"/>
                    <a:pt x="73043" y="6152"/>
                  </a:cubicBezTo>
                  <a:lnTo>
                    <a:pt x="72729" y="5754"/>
                  </a:lnTo>
                  <a:close/>
                  <a:moveTo>
                    <a:pt x="72311" y="19857"/>
                  </a:moveTo>
                  <a:cubicBezTo>
                    <a:pt x="73985" y="20066"/>
                    <a:pt x="75637" y="20338"/>
                    <a:pt x="77311" y="20610"/>
                  </a:cubicBezTo>
                  <a:cubicBezTo>
                    <a:pt x="76935" y="21091"/>
                    <a:pt x="76579" y="21531"/>
                    <a:pt x="76223" y="22012"/>
                  </a:cubicBezTo>
                  <a:cubicBezTo>
                    <a:pt x="74884" y="23644"/>
                    <a:pt x="73524" y="25297"/>
                    <a:pt x="72164" y="26929"/>
                  </a:cubicBezTo>
                  <a:lnTo>
                    <a:pt x="72164" y="26950"/>
                  </a:lnTo>
                  <a:cubicBezTo>
                    <a:pt x="71516" y="27703"/>
                    <a:pt x="70867" y="28456"/>
                    <a:pt x="70218" y="29230"/>
                  </a:cubicBezTo>
                  <a:cubicBezTo>
                    <a:pt x="69465" y="30109"/>
                    <a:pt x="68712" y="30967"/>
                    <a:pt x="67917" y="31867"/>
                  </a:cubicBezTo>
                  <a:lnTo>
                    <a:pt x="67896" y="31888"/>
                  </a:lnTo>
                  <a:cubicBezTo>
                    <a:pt x="66640" y="33331"/>
                    <a:pt x="65364" y="34733"/>
                    <a:pt x="64067" y="36156"/>
                  </a:cubicBezTo>
                  <a:cubicBezTo>
                    <a:pt x="65615" y="34210"/>
                    <a:pt x="67080" y="32181"/>
                    <a:pt x="68335" y="30067"/>
                  </a:cubicBezTo>
                  <a:cubicBezTo>
                    <a:pt x="68440" y="29879"/>
                    <a:pt x="68586" y="29670"/>
                    <a:pt x="68691" y="29481"/>
                  </a:cubicBezTo>
                  <a:cubicBezTo>
                    <a:pt x="68754" y="29356"/>
                    <a:pt x="68816" y="29251"/>
                    <a:pt x="68900" y="29126"/>
                  </a:cubicBezTo>
                  <a:cubicBezTo>
                    <a:pt x="69047" y="28854"/>
                    <a:pt x="69172" y="28603"/>
                    <a:pt x="69319" y="28331"/>
                  </a:cubicBezTo>
                  <a:lnTo>
                    <a:pt x="69465" y="28017"/>
                  </a:lnTo>
                  <a:lnTo>
                    <a:pt x="69779" y="27389"/>
                  </a:lnTo>
                  <a:cubicBezTo>
                    <a:pt x="69821" y="27285"/>
                    <a:pt x="69883" y="27201"/>
                    <a:pt x="69904" y="27096"/>
                  </a:cubicBezTo>
                  <a:cubicBezTo>
                    <a:pt x="70051" y="26824"/>
                    <a:pt x="70176" y="26552"/>
                    <a:pt x="70302" y="26259"/>
                  </a:cubicBezTo>
                  <a:cubicBezTo>
                    <a:pt x="70344" y="26155"/>
                    <a:pt x="70386" y="26092"/>
                    <a:pt x="70428" y="25987"/>
                  </a:cubicBezTo>
                  <a:cubicBezTo>
                    <a:pt x="70574" y="25715"/>
                    <a:pt x="70679" y="25422"/>
                    <a:pt x="70783" y="25171"/>
                  </a:cubicBezTo>
                  <a:cubicBezTo>
                    <a:pt x="70804" y="25108"/>
                    <a:pt x="70804" y="25088"/>
                    <a:pt x="70825" y="25046"/>
                  </a:cubicBezTo>
                  <a:cubicBezTo>
                    <a:pt x="70930" y="24753"/>
                    <a:pt x="71055" y="24460"/>
                    <a:pt x="71160" y="24167"/>
                  </a:cubicBezTo>
                  <a:cubicBezTo>
                    <a:pt x="71202" y="24104"/>
                    <a:pt x="71223" y="24041"/>
                    <a:pt x="71244" y="23958"/>
                  </a:cubicBezTo>
                  <a:cubicBezTo>
                    <a:pt x="71348" y="23644"/>
                    <a:pt x="71453" y="23330"/>
                    <a:pt x="71557" y="23058"/>
                  </a:cubicBezTo>
                  <a:cubicBezTo>
                    <a:pt x="71557" y="22995"/>
                    <a:pt x="71578" y="22974"/>
                    <a:pt x="71578" y="22911"/>
                  </a:cubicBezTo>
                  <a:cubicBezTo>
                    <a:pt x="71683" y="22598"/>
                    <a:pt x="71767" y="22326"/>
                    <a:pt x="71850" y="22012"/>
                  </a:cubicBezTo>
                  <a:cubicBezTo>
                    <a:pt x="71850" y="21970"/>
                    <a:pt x="71871" y="21949"/>
                    <a:pt x="71871" y="21928"/>
                  </a:cubicBezTo>
                  <a:cubicBezTo>
                    <a:pt x="71955" y="21593"/>
                    <a:pt x="72039" y="21279"/>
                    <a:pt x="72101" y="20924"/>
                  </a:cubicBezTo>
                  <a:cubicBezTo>
                    <a:pt x="72101" y="20903"/>
                    <a:pt x="72143" y="20882"/>
                    <a:pt x="72143" y="20819"/>
                  </a:cubicBezTo>
                  <a:cubicBezTo>
                    <a:pt x="72206" y="20505"/>
                    <a:pt x="72269" y="20170"/>
                    <a:pt x="72311" y="19857"/>
                  </a:cubicBezTo>
                  <a:close/>
                  <a:moveTo>
                    <a:pt x="64761" y="0"/>
                  </a:moveTo>
                  <a:cubicBezTo>
                    <a:pt x="64113" y="0"/>
                    <a:pt x="63614" y="912"/>
                    <a:pt x="64213" y="1423"/>
                  </a:cubicBezTo>
                  <a:cubicBezTo>
                    <a:pt x="65238" y="2281"/>
                    <a:pt x="66180" y="3243"/>
                    <a:pt x="67059" y="4269"/>
                  </a:cubicBezTo>
                  <a:lnTo>
                    <a:pt x="67080" y="4269"/>
                  </a:lnTo>
                  <a:lnTo>
                    <a:pt x="67122" y="4289"/>
                  </a:lnTo>
                  <a:cubicBezTo>
                    <a:pt x="67122" y="4331"/>
                    <a:pt x="67143" y="4331"/>
                    <a:pt x="67143" y="4331"/>
                  </a:cubicBezTo>
                  <a:lnTo>
                    <a:pt x="67143" y="4352"/>
                  </a:lnTo>
                  <a:lnTo>
                    <a:pt x="67163" y="4373"/>
                  </a:lnTo>
                  <a:cubicBezTo>
                    <a:pt x="69904" y="7574"/>
                    <a:pt x="72143" y="11299"/>
                    <a:pt x="74382" y="14940"/>
                  </a:cubicBezTo>
                  <a:cubicBezTo>
                    <a:pt x="75031" y="16007"/>
                    <a:pt x="75700" y="17053"/>
                    <a:pt x="76349" y="18078"/>
                  </a:cubicBezTo>
                  <a:cubicBezTo>
                    <a:pt x="76433" y="18183"/>
                    <a:pt x="76474" y="18287"/>
                    <a:pt x="76558" y="18392"/>
                  </a:cubicBezTo>
                  <a:cubicBezTo>
                    <a:pt x="76746" y="18664"/>
                    <a:pt x="76893" y="18915"/>
                    <a:pt x="77081" y="19187"/>
                  </a:cubicBezTo>
                  <a:cubicBezTo>
                    <a:pt x="77102" y="19229"/>
                    <a:pt x="77165" y="19292"/>
                    <a:pt x="77186" y="19334"/>
                  </a:cubicBezTo>
                  <a:cubicBezTo>
                    <a:pt x="77374" y="19606"/>
                    <a:pt x="77542" y="19878"/>
                    <a:pt x="77730" y="20150"/>
                  </a:cubicBezTo>
                  <a:cubicBezTo>
                    <a:pt x="77709" y="20150"/>
                    <a:pt x="77688" y="20170"/>
                    <a:pt x="77625" y="20191"/>
                  </a:cubicBezTo>
                  <a:cubicBezTo>
                    <a:pt x="75575" y="19815"/>
                    <a:pt x="73524" y="19501"/>
                    <a:pt x="71453" y="19229"/>
                  </a:cubicBezTo>
                  <a:cubicBezTo>
                    <a:pt x="72039" y="13956"/>
                    <a:pt x="68963" y="9248"/>
                    <a:pt x="64862" y="5796"/>
                  </a:cubicBezTo>
                  <a:lnTo>
                    <a:pt x="64841" y="5754"/>
                  </a:lnTo>
                  <a:lnTo>
                    <a:pt x="64820" y="5754"/>
                  </a:lnTo>
                  <a:cubicBezTo>
                    <a:pt x="62016" y="3411"/>
                    <a:pt x="58710" y="1611"/>
                    <a:pt x="55739" y="565"/>
                  </a:cubicBezTo>
                  <a:cubicBezTo>
                    <a:pt x="55650" y="534"/>
                    <a:pt x="55563" y="520"/>
                    <a:pt x="55478" y="520"/>
                  </a:cubicBezTo>
                  <a:cubicBezTo>
                    <a:pt x="54985" y="520"/>
                    <a:pt x="54588" y="997"/>
                    <a:pt x="54588" y="1444"/>
                  </a:cubicBezTo>
                  <a:cubicBezTo>
                    <a:pt x="54588" y="1674"/>
                    <a:pt x="54693" y="1946"/>
                    <a:pt x="54986" y="2072"/>
                  </a:cubicBezTo>
                  <a:cubicBezTo>
                    <a:pt x="55509" y="2364"/>
                    <a:pt x="55990" y="2678"/>
                    <a:pt x="56492" y="2992"/>
                  </a:cubicBezTo>
                  <a:cubicBezTo>
                    <a:pt x="56513" y="2992"/>
                    <a:pt x="56513" y="3013"/>
                    <a:pt x="56555" y="3034"/>
                  </a:cubicBezTo>
                  <a:cubicBezTo>
                    <a:pt x="57811" y="4038"/>
                    <a:pt x="59087" y="4980"/>
                    <a:pt x="60342" y="5942"/>
                  </a:cubicBezTo>
                  <a:lnTo>
                    <a:pt x="60363" y="5942"/>
                  </a:lnTo>
                  <a:cubicBezTo>
                    <a:pt x="61849" y="7261"/>
                    <a:pt x="63272" y="8683"/>
                    <a:pt x="64611" y="10211"/>
                  </a:cubicBezTo>
                  <a:cubicBezTo>
                    <a:pt x="66619" y="12450"/>
                    <a:pt x="68021" y="15128"/>
                    <a:pt x="69758" y="17576"/>
                  </a:cubicBezTo>
                  <a:cubicBezTo>
                    <a:pt x="69779" y="17618"/>
                    <a:pt x="69800" y="17639"/>
                    <a:pt x="69800" y="17681"/>
                  </a:cubicBezTo>
                  <a:cubicBezTo>
                    <a:pt x="69883" y="17827"/>
                    <a:pt x="69988" y="17932"/>
                    <a:pt x="70072" y="18057"/>
                  </a:cubicBezTo>
                  <a:cubicBezTo>
                    <a:pt x="70114" y="18141"/>
                    <a:pt x="70176" y="18183"/>
                    <a:pt x="70218" y="18266"/>
                  </a:cubicBezTo>
                  <a:cubicBezTo>
                    <a:pt x="70302" y="18371"/>
                    <a:pt x="70344" y="18455"/>
                    <a:pt x="70428" y="18559"/>
                  </a:cubicBezTo>
                  <a:cubicBezTo>
                    <a:pt x="70511" y="18664"/>
                    <a:pt x="70595" y="18769"/>
                    <a:pt x="70700" y="18873"/>
                  </a:cubicBezTo>
                  <a:cubicBezTo>
                    <a:pt x="70741" y="18915"/>
                    <a:pt x="70804" y="18999"/>
                    <a:pt x="70846" y="19041"/>
                  </a:cubicBezTo>
                  <a:cubicBezTo>
                    <a:pt x="70909" y="19103"/>
                    <a:pt x="70930" y="19145"/>
                    <a:pt x="70992" y="19208"/>
                  </a:cubicBezTo>
                  <a:cubicBezTo>
                    <a:pt x="69570" y="19020"/>
                    <a:pt x="68147" y="18894"/>
                    <a:pt x="66745" y="18769"/>
                  </a:cubicBezTo>
                  <a:lnTo>
                    <a:pt x="66766" y="18769"/>
                  </a:lnTo>
                  <a:cubicBezTo>
                    <a:pt x="66763" y="18768"/>
                    <a:pt x="66761" y="18768"/>
                    <a:pt x="66758" y="18768"/>
                  </a:cubicBezTo>
                  <a:lnTo>
                    <a:pt x="66758" y="18768"/>
                  </a:lnTo>
                  <a:cubicBezTo>
                    <a:pt x="66814" y="18763"/>
                    <a:pt x="66854" y="18725"/>
                    <a:pt x="66912" y="18706"/>
                  </a:cubicBezTo>
                  <a:lnTo>
                    <a:pt x="66933" y="18685"/>
                  </a:lnTo>
                  <a:cubicBezTo>
                    <a:pt x="66975" y="18601"/>
                    <a:pt x="67017" y="18497"/>
                    <a:pt x="66954" y="18413"/>
                  </a:cubicBezTo>
                  <a:cubicBezTo>
                    <a:pt x="63837" y="14228"/>
                    <a:pt x="59673" y="10608"/>
                    <a:pt x="55216" y="7512"/>
                  </a:cubicBezTo>
                  <a:cubicBezTo>
                    <a:pt x="55174" y="7491"/>
                    <a:pt x="55153" y="7491"/>
                    <a:pt x="55132" y="7470"/>
                  </a:cubicBezTo>
                  <a:cubicBezTo>
                    <a:pt x="54233" y="6842"/>
                    <a:pt x="53333" y="6256"/>
                    <a:pt x="52412" y="5691"/>
                  </a:cubicBezTo>
                  <a:cubicBezTo>
                    <a:pt x="52391" y="5691"/>
                    <a:pt x="52391" y="5649"/>
                    <a:pt x="52350" y="5629"/>
                  </a:cubicBezTo>
                  <a:cubicBezTo>
                    <a:pt x="51701" y="5210"/>
                    <a:pt x="51052" y="4813"/>
                    <a:pt x="50404" y="4436"/>
                  </a:cubicBezTo>
                  <a:cubicBezTo>
                    <a:pt x="49211" y="3745"/>
                    <a:pt x="48039" y="3076"/>
                    <a:pt x="46888" y="2469"/>
                  </a:cubicBezTo>
                  <a:cubicBezTo>
                    <a:pt x="46771" y="2407"/>
                    <a:pt x="46661" y="2379"/>
                    <a:pt x="46560" y="2379"/>
                  </a:cubicBezTo>
                  <a:cubicBezTo>
                    <a:pt x="46119" y="2379"/>
                    <a:pt x="45860" y="2901"/>
                    <a:pt x="46031" y="3327"/>
                  </a:cubicBezTo>
                  <a:lnTo>
                    <a:pt x="46051" y="3348"/>
                  </a:lnTo>
                  <a:cubicBezTo>
                    <a:pt x="46072" y="3432"/>
                    <a:pt x="46114" y="3515"/>
                    <a:pt x="46177" y="3599"/>
                  </a:cubicBezTo>
                  <a:cubicBezTo>
                    <a:pt x="50445" y="8118"/>
                    <a:pt x="55551" y="12722"/>
                    <a:pt x="61137" y="16007"/>
                  </a:cubicBezTo>
                  <a:cubicBezTo>
                    <a:pt x="61179" y="16049"/>
                    <a:pt x="61200" y="16049"/>
                    <a:pt x="61221" y="16069"/>
                  </a:cubicBezTo>
                  <a:cubicBezTo>
                    <a:pt x="61514" y="16258"/>
                    <a:pt x="61807" y="16404"/>
                    <a:pt x="62121" y="16572"/>
                  </a:cubicBezTo>
                  <a:cubicBezTo>
                    <a:pt x="62184" y="16613"/>
                    <a:pt x="62267" y="16634"/>
                    <a:pt x="62351" y="16697"/>
                  </a:cubicBezTo>
                  <a:cubicBezTo>
                    <a:pt x="62644" y="16844"/>
                    <a:pt x="62916" y="17011"/>
                    <a:pt x="63230" y="17157"/>
                  </a:cubicBezTo>
                  <a:cubicBezTo>
                    <a:pt x="63376" y="17220"/>
                    <a:pt x="63481" y="17304"/>
                    <a:pt x="63606" y="17346"/>
                  </a:cubicBezTo>
                  <a:cubicBezTo>
                    <a:pt x="63816" y="17450"/>
                    <a:pt x="64004" y="17555"/>
                    <a:pt x="64213" y="17639"/>
                  </a:cubicBezTo>
                  <a:cubicBezTo>
                    <a:pt x="64360" y="17722"/>
                    <a:pt x="64548" y="17785"/>
                    <a:pt x="64715" y="17869"/>
                  </a:cubicBezTo>
                  <a:cubicBezTo>
                    <a:pt x="64946" y="17973"/>
                    <a:pt x="65155" y="18078"/>
                    <a:pt x="65385" y="18183"/>
                  </a:cubicBezTo>
                  <a:cubicBezTo>
                    <a:pt x="65531" y="18266"/>
                    <a:pt x="65699" y="18308"/>
                    <a:pt x="65866" y="18392"/>
                  </a:cubicBezTo>
                  <a:lnTo>
                    <a:pt x="66410" y="18622"/>
                  </a:lnTo>
                  <a:cubicBezTo>
                    <a:pt x="66512" y="18683"/>
                    <a:pt x="66615" y="18705"/>
                    <a:pt x="66717" y="18764"/>
                  </a:cubicBezTo>
                  <a:lnTo>
                    <a:pt x="66717" y="18764"/>
                  </a:lnTo>
                  <a:cubicBezTo>
                    <a:pt x="63282" y="18461"/>
                    <a:pt x="59832" y="18310"/>
                    <a:pt x="56381" y="18310"/>
                  </a:cubicBezTo>
                  <a:cubicBezTo>
                    <a:pt x="45847" y="18310"/>
                    <a:pt x="35302" y="19722"/>
                    <a:pt x="25149" y="22556"/>
                  </a:cubicBezTo>
                  <a:cubicBezTo>
                    <a:pt x="25756" y="22221"/>
                    <a:pt x="26341" y="21865"/>
                    <a:pt x="26906" y="21510"/>
                  </a:cubicBezTo>
                  <a:cubicBezTo>
                    <a:pt x="26927" y="21489"/>
                    <a:pt x="26969" y="21447"/>
                    <a:pt x="26969" y="21426"/>
                  </a:cubicBezTo>
                  <a:lnTo>
                    <a:pt x="26969" y="21321"/>
                  </a:lnTo>
                  <a:cubicBezTo>
                    <a:pt x="26969" y="21300"/>
                    <a:pt x="26969" y="21300"/>
                    <a:pt x="26927" y="21279"/>
                  </a:cubicBezTo>
                  <a:cubicBezTo>
                    <a:pt x="27409" y="21196"/>
                    <a:pt x="27848" y="21112"/>
                    <a:pt x="28287" y="21007"/>
                  </a:cubicBezTo>
                  <a:cubicBezTo>
                    <a:pt x="28664" y="20924"/>
                    <a:pt x="28999" y="20861"/>
                    <a:pt x="29375" y="20756"/>
                  </a:cubicBezTo>
                  <a:cubicBezTo>
                    <a:pt x="29396" y="20756"/>
                    <a:pt x="29396" y="20714"/>
                    <a:pt x="29417" y="20714"/>
                  </a:cubicBezTo>
                  <a:cubicBezTo>
                    <a:pt x="29543" y="20673"/>
                    <a:pt x="29543" y="20547"/>
                    <a:pt x="29501" y="20442"/>
                  </a:cubicBezTo>
                  <a:cubicBezTo>
                    <a:pt x="29480" y="20380"/>
                    <a:pt x="29417" y="20338"/>
                    <a:pt x="29375" y="20296"/>
                  </a:cubicBezTo>
                  <a:cubicBezTo>
                    <a:pt x="27701" y="19710"/>
                    <a:pt x="25881" y="19354"/>
                    <a:pt x="23998" y="19208"/>
                  </a:cubicBezTo>
                  <a:lnTo>
                    <a:pt x="23935" y="19208"/>
                  </a:lnTo>
                  <a:cubicBezTo>
                    <a:pt x="23580" y="19187"/>
                    <a:pt x="23224" y="19145"/>
                    <a:pt x="22889" y="19124"/>
                  </a:cubicBezTo>
                  <a:lnTo>
                    <a:pt x="22722" y="19124"/>
                  </a:lnTo>
                  <a:cubicBezTo>
                    <a:pt x="22408" y="19124"/>
                    <a:pt x="22073" y="19103"/>
                    <a:pt x="21759" y="19103"/>
                  </a:cubicBezTo>
                  <a:lnTo>
                    <a:pt x="20295" y="19103"/>
                  </a:lnTo>
                  <a:cubicBezTo>
                    <a:pt x="20002" y="19103"/>
                    <a:pt x="19751" y="19124"/>
                    <a:pt x="19458" y="19124"/>
                  </a:cubicBezTo>
                  <a:cubicBezTo>
                    <a:pt x="19332" y="19124"/>
                    <a:pt x="19186" y="19145"/>
                    <a:pt x="19060" y="19145"/>
                  </a:cubicBezTo>
                  <a:cubicBezTo>
                    <a:pt x="18830" y="19187"/>
                    <a:pt x="18558" y="19187"/>
                    <a:pt x="18328" y="19208"/>
                  </a:cubicBezTo>
                  <a:cubicBezTo>
                    <a:pt x="18181" y="19229"/>
                    <a:pt x="18014" y="19229"/>
                    <a:pt x="17867" y="19250"/>
                  </a:cubicBezTo>
                  <a:cubicBezTo>
                    <a:pt x="17658" y="19292"/>
                    <a:pt x="17407" y="19313"/>
                    <a:pt x="17198" y="19334"/>
                  </a:cubicBezTo>
                  <a:cubicBezTo>
                    <a:pt x="17030" y="19354"/>
                    <a:pt x="16842" y="19396"/>
                    <a:pt x="16654" y="19396"/>
                  </a:cubicBezTo>
                  <a:cubicBezTo>
                    <a:pt x="16466" y="19417"/>
                    <a:pt x="16256" y="19438"/>
                    <a:pt x="16089" y="19459"/>
                  </a:cubicBezTo>
                  <a:cubicBezTo>
                    <a:pt x="15880" y="19501"/>
                    <a:pt x="15670" y="19522"/>
                    <a:pt x="15482" y="19543"/>
                  </a:cubicBezTo>
                  <a:cubicBezTo>
                    <a:pt x="15294" y="19564"/>
                    <a:pt x="15147" y="19606"/>
                    <a:pt x="14959" y="19626"/>
                  </a:cubicBezTo>
                  <a:cubicBezTo>
                    <a:pt x="14750" y="19647"/>
                    <a:pt x="14520" y="19710"/>
                    <a:pt x="14310" y="19731"/>
                  </a:cubicBezTo>
                  <a:cubicBezTo>
                    <a:pt x="14143" y="19752"/>
                    <a:pt x="13955" y="19773"/>
                    <a:pt x="13808" y="19836"/>
                  </a:cubicBezTo>
                  <a:cubicBezTo>
                    <a:pt x="13599" y="19878"/>
                    <a:pt x="13390" y="19919"/>
                    <a:pt x="13181" y="19961"/>
                  </a:cubicBezTo>
                  <a:cubicBezTo>
                    <a:pt x="12971" y="20024"/>
                    <a:pt x="12741" y="20045"/>
                    <a:pt x="12532" y="20087"/>
                  </a:cubicBezTo>
                  <a:cubicBezTo>
                    <a:pt x="12364" y="20129"/>
                    <a:pt x="12218" y="20170"/>
                    <a:pt x="12051" y="20191"/>
                  </a:cubicBezTo>
                  <a:cubicBezTo>
                    <a:pt x="12030" y="20191"/>
                    <a:pt x="12009" y="20191"/>
                    <a:pt x="11967" y="20233"/>
                  </a:cubicBezTo>
                  <a:cubicBezTo>
                    <a:pt x="11611" y="20296"/>
                    <a:pt x="11276" y="20380"/>
                    <a:pt x="10900" y="20484"/>
                  </a:cubicBezTo>
                  <a:cubicBezTo>
                    <a:pt x="10889" y="20474"/>
                    <a:pt x="10863" y="20469"/>
                    <a:pt x="10829" y="20469"/>
                  </a:cubicBezTo>
                  <a:cubicBezTo>
                    <a:pt x="10795" y="20469"/>
                    <a:pt x="10753" y="20474"/>
                    <a:pt x="10712" y="20484"/>
                  </a:cubicBezTo>
                  <a:cubicBezTo>
                    <a:pt x="10544" y="20568"/>
                    <a:pt x="10293" y="20610"/>
                    <a:pt x="10126" y="20694"/>
                  </a:cubicBezTo>
                  <a:cubicBezTo>
                    <a:pt x="7092" y="21489"/>
                    <a:pt x="4204" y="22493"/>
                    <a:pt x="1756" y="23581"/>
                  </a:cubicBezTo>
                  <a:cubicBezTo>
                    <a:pt x="1401" y="23719"/>
                    <a:pt x="1381" y="24341"/>
                    <a:pt x="1801" y="24341"/>
                  </a:cubicBezTo>
                  <a:cubicBezTo>
                    <a:pt x="1826" y="24341"/>
                    <a:pt x="1853" y="24339"/>
                    <a:pt x="1882" y="24334"/>
                  </a:cubicBezTo>
                  <a:cubicBezTo>
                    <a:pt x="2279" y="24272"/>
                    <a:pt x="2656" y="24209"/>
                    <a:pt x="3053" y="24146"/>
                  </a:cubicBezTo>
                  <a:lnTo>
                    <a:pt x="3074" y="24146"/>
                  </a:lnTo>
                  <a:cubicBezTo>
                    <a:pt x="7510" y="23476"/>
                    <a:pt x="11925" y="22786"/>
                    <a:pt x="16340" y="22221"/>
                  </a:cubicBezTo>
                  <a:cubicBezTo>
                    <a:pt x="16926" y="22137"/>
                    <a:pt x="17470" y="22075"/>
                    <a:pt x="18077" y="22033"/>
                  </a:cubicBezTo>
                  <a:lnTo>
                    <a:pt x="18244" y="22033"/>
                  </a:lnTo>
                  <a:cubicBezTo>
                    <a:pt x="19960" y="21907"/>
                    <a:pt x="21696" y="21823"/>
                    <a:pt x="23412" y="21698"/>
                  </a:cubicBezTo>
                  <a:lnTo>
                    <a:pt x="23433" y="21698"/>
                  </a:lnTo>
                  <a:cubicBezTo>
                    <a:pt x="22994" y="21761"/>
                    <a:pt x="22575" y="21844"/>
                    <a:pt x="22115" y="21928"/>
                  </a:cubicBezTo>
                  <a:cubicBezTo>
                    <a:pt x="21906" y="21949"/>
                    <a:pt x="21696" y="22012"/>
                    <a:pt x="21487" y="22054"/>
                  </a:cubicBezTo>
                  <a:cubicBezTo>
                    <a:pt x="21278" y="22116"/>
                    <a:pt x="21069" y="22137"/>
                    <a:pt x="20859" y="22179"/>
                  </a:cubicBezTo>
                  <a:cubicBezTo>
                    <a:pt x="20587" y="22242"/>
                    <a:pt x="20295" y="22284"/>
                    <a:pt x="20002" y="22367"/>
                  </a:cubicBezTo>
                  <a:cubicBezTo>
                    <a:pt x="19897" y="22388"/>
                    <a:pt x="19792" y="22430"/>
                    <a:pt x="19667" y="22451"/>
                  </a:cubicBezTo>
                  <a:cubicBezTo>
                    <a:pt x="13160" y="23811"/>
                    <a:pt x="6631" y="25883"/>
                    <a:pt x="501" y="27829"/>
                  </a:cubicBezTo>
                  <a:cubicBezTo>
                    <a:pt x="292" y="27912"/>
                    <a:pt x="145" y="28080"/>
                    <a:pt x="103" y="28226"/>
                  </a:cubicBezTo>
                  <a:cubicBezTo>
                    <a:pt x="1" y="28615"/>
                    <a:pt x="199" y="29064"/>
                    <a:pt x="677" y="29064"/>
                  </a:cubicBezTo>
                  <a:cubicBezTo>
                    <a:pt x="688" y="29064"/>
                    <a:pt x="699" y="29063"/>
                    <a:pt x="710" y="29063"/>
                  </a:cubicBezTo>
                  <a:cubicBezTo>
                    <a:pt x="1714" y="29021"/>
                    <a:pt x="2761" y="28937"/>
                    <a:pt x="3807" y="28833"/>
                  </a:cubicBezTo>
                  <a:cubicBezTo>
                    <a:pt x="6631" y="28561"/>
                    <a:pt x="9498" y="28101"/>
                    <a:pt x="12281" y="27452"/>
                  </a:cubicBezTo>
                  <a:lnTo>
                    <a:pt x="12323" y="27452"/>
                  </a:lnTo>
                  <a:cubicBezTo>
                    <a:pt x="12657" y="27368"/>
                    <a:pt x="13013" y="27285"/>
                    <a:pt x="13369" y="27180"/>
                  </a:cubicBezTo>
                  <a:cubicBezTo>
                    <a:pt x="13411" y="27159"/>
                    <a:pt x="13473" y="27159"/>
                    <a:pt x="13536" y="27138"/>
                  </a:cubicBezTo>
                  <a:cubicBezTo>
                    <a:pt x="14206" y="26971"/>
                    <a:pt x="14854" y="26782"/>
                    <a:pt x="15482" y="26615"/>
                  </a:cubicBezTo>
                  <a:cubicBezTo>
                    <a:pt x="15524" y="26573"/>
                    <a:pt x="15587" y="26573"/>
                    <a:pt x="15629" y="26552"/>
                  </a:cubicBezTo>
                  <a:cubicBezTo>
                    <a:pt x="15880" y="26468"/>
                    <a:pt x="16089" y="26427"/>
                    <a:pt x="16319" y="26343"/>
                  </a:cubicBezTo>
                  <a:cubicBezTo>
                    <a:pt x="16549" y="26259"/>
                    <a:pt x="16758" y="26217"/>
                    <a:pt x="16989" y="26134"/>
                  </a:cubicBezTo>
                  <a:cubicBezTo>
                    <a:pt x="17177" y="26092"/>
                    <a:pt x="17365" y="26008"/>
                    <a:pt x="17554" y="25945"/>
                  </a:cubicBezTo>
                  <a:cubicBezTo>
                    <a:pt x="17888" y="25841"/>
                    <a:pt x="18223" y="25715"/>
                    <a:pt x="18558" y="25590"/>
                  </a:cubicBezTo>
                  <a:lnTo>
                    <a:pt x="18809" y="25506"/>
                  </a:lnTo>
                  <a:cubicBezTo>
                    <a:pt x="19248" y="25360"/>
                    <a:pt x="19688" y="25171"/>
                    <a:pt x="20127" y="24983"/>
                  </a:cubicBezTo>
                  <a:lnTo>
                    <a:pt x="20295" y="24899"/>
                  </a:lnTo>
                  <a:cubicBezTo>
                    <a:pt x="20713" y="24753"/>
                    <a:pt x="21111" y="24564"/>
                    <a:pt x="21529" y="24376"/>
                  </a:cubicBezTo>
                  <a:cubicBezTo>
                    <a:pt x="21550" y="24355"/>
                    <a:pt x="21592" y="24355"/>
                    <a:pt x="21634" y="24334"/>
                  </a:cubicBezTo>
                  <a:cubicBezTo>
                    <a:pt x="22094" y="24125"/>
                    <a:pt x="22596" y="23895"/>
                    <a:pt x="23036" y="23686"/>
                  </a:cubicBezTo>
                  <a:cubicBezTo>
                    <a:pt x="24458" y="23267"/>
                    <a:pt x="25860" y="22891"/>
                    <a:pt x="27283" y="22535"/>
                  </a:cubicBezTo>
                  <a:lnTo>
                    <a:pt x="27283" y="22535"/>
                  </a:lnTo>
                  <a:cubicBezTo>
                    <a:pt x="25839" y="23414"/>
                    <a:pt x="24458" y="24460"/>
                    <a:pt x="23119" y="25527"/>
                  </a:cubicBezTo>
                  <a:cubicBezTo>
                    <a:pt x="22115" y="26343"/>
                    <a:pt x="21131" y="27180"/>
                    <a:pt x="20127" y="28017"/>
                  </a:cubicBezTo>
                  <a:cubicBezTo>
                    <a:pt x="18558" y="29356"/>
                    <a:pt x="16968" y="30653"/>
                    <a:pt x="15294" y="31804"/>
                  </a:cubicBezTo>
                  <a:cubicBezTo>
                    <a:pt x="15001" y="31992"/>
                    <a:pt x="14750" y="32181"/>
                    <a:pt x="14457" y="32369"/>
                  </a:cubicBezTo>
                  <a:cubicBezTo>
                    <a:pt x="14373" y="32411"/>
                    <a:pt x="14310" y="32474"/>
                    <a:pt x="14206" y="32536"/>
                  </a:cubicBezTo>
                  <a:cubicBezTo>
                    <a:pt x="13934" y="32704"/>
                    <a:pt x="13683" y="32892"/>
                    <a:pt x="13411" y="33038"/>
                  </a:cubicBezTo>
                  <a:cubicBezTo>
                    <a:pt x="13285" y="33122"/>
                    <a:pt x="13118" y="33227"/>
                    <a:pt x="12992" y="33311"/>
                  </a:cubicBezTo>
                  <a:cubicBezTo>
                    <a:pt x="12364" y="33687"/>
                    <a:pt x="11737" y="34085"/>
                    <a:pt x="11109" y="34461"/>
                  </a:cubicBezTo>
                  <a:lnTo>
                    <a:pt x="11130" y="34461"/>
                  </a:lnTo>
                  <a:cubicBezTo>
                    <a:pt x="8787" y="35884"/>
                    <a:pt x="6380" y="37244"/>
                    <a:pt x="4058" y="38667"/>
                  </a:cubicBezTo>
                  <a:cubicBezTo>
                    <a:pt x="4016" y="38667"/>
                    <a:pt x="3995" y="38667"/>
                    <a:pt x="3995" y="38688"/>
                  </a:cubicBezTo>
                  <a:cubicBezTo>
                    <a:pt x="3346" y="39064"/>
                    <a:pt x="2719" y="39441"/>
                    <a:pt x="2091" y="39860"/>
                  </a:cubicBezTo>
                  <a:cubicBezTo>
                    <a:pt x="1453" y="40285"/>
                    <a:pt x="1834" y="41175"/>
                    <a:pt x="2490" y="41175"/>
                  </a:cubicBezTo>
                  <a:cubicBezTo>
                    <a:pt x="2543" y="41175"/>
                    <a:pt x="2599" y="41170"/>
                    <a:pt x="2656" y="41157"/>
                  </a:cubicBezTo>
                  <a:cubicBezTo>
                    <a:pt x="2949" y="41094"/>
                    <a:pt x="3263" y="41010"/>
                    <a:pt x="3556" y="40906"/>
                  </a:cubicBezTo>
                  <a:cubicBezTo>
                    <a:pt x="10168" y="39190"/>
                    <a:pt x="17826" y="34838"/>
                    <a:pt x="22994" y="29272"/>
                  </a:cubicBezTo>
                  <a:lnTo>
                    <a:pt x="23015" y="29251"/>
                  </a:lnTo>
                  <a:cubicBezTo>
                    <a:pt x="23224" y="29021"/>
                    <a:pt x="23454" y="28770"/>
                    <a:pt x="23663" y="28540"/>
                  </a:cubicBezTo>
                  <a:cubicBezTo>
                    <a:pt x="23768" y="28435"/>
                    <a:pt x="23852" y="28331"/>
                    <a:pt x="23956" y="28205"/>
                  </a:cubicBezTo>
                  <a:cubicBezTo>
                    <a:pt x="24040" y="28121"/>
                    <a:pt x="24103" y="28017"/>
                    <a:pt x="24165" y="27933"/>
                  </a:cubicBezTo>
                  <a:cubicBezTo>
                    <a:pt x="24312" y="27724"/>
                    <a:pt x="24479" y="27557"/>
                    <a:pt x="24626" y="27347"/>
                  </a:cubicBezTo>
                  <a:cubicBezTo>
                    <a:pt x="24688" y="27285"/>
                    <a:pt x="24709" y="27243"/>
                    <a:pt x="24772" y="27180"/>
                  </a:cubicBezTo>
                  <a:cubicBezTo>
                    <a:pt x="25128" y="26720"/>
                    <a:pt x="25463" y="26238"/>
                    <a:pt x="25777" y="25778"/>
                  </a:cubicBezTo>
                  <a:cubicBezTo>
                    <a:pt x="25777" y="25778"/>
                    <a:pt x="25777" y="25736"/>
                    <a:pt x="25818" y="25736"/>
                  </a:cubicBezTo>
                  <a:cubicBezTo>
                    <a:pt x="26488" y="24732"/>
                    <a:pt x="27095" y="23644"/>
                    <a:pt x="27555" y="22577"/>
                  </a:cubicBezTo>
                  <a:cubicBezTo>
                    <a:pt x="27597" y="22535"/>
                    <a:pt x="27555" y="22472"/>
                    <a:pt x="27534" y="22451"/>
                  </a:cubicBezTo>
                  <a:cubicBezTo>
                    <a:pt x="29020" y="22075"/>
                    <a:pt x="30526" y="21740"/>
                    <a:pt x="32012" y="21426"/>
                  </a:cubicBezTo>
                  <a:lnTo>
                    <a:pt x="32012" y="21426"/>
                  </a:lnTo>
                  <a:cubicBezTo>
                    <a:pt x="28329" y="25171"/>
                    <a:pt x="25463" y="29649"/>
                    <a:pt x="22052" y="33583"/>
                  </a:cubicBezTo>
                  <a:cubicBezTo>
                    <a:pt x="21947" y="33729"/>
                    <a:pt x="21843" y="33834"/>
                    <a:pt x="21738" y="33959"/>
                  </a:cubicBezTo>
                  <a:cubicBezTo>
                    <a:pt x="21027" y="34775"/>
                    <a:pt x="20315" y="35549"/>
                    <a:pt x="19604" y="36365"/>
                  </a:cubicBezTo>
                  <a:cubicBezTo>
                    <a:pt x="17365" y="38876"/>
                    <a:pt x="15085" y="41366"/>
                    <a:pt x="12804" y="43835"/>
                  </a:cubicBezTo>
                  <a:lnTo>
                    <a:pt x="12783" y="43835"/>
                  </a:lnTo>
                  <a:cubicBezTo>
                    <a:pt x="12323" y="44358"/>
                    <a:pt x="11841" y="44860"/>
                    <a:pt x="11381" y="45383"/>
                  </a:cubicBezTo>
                  <a:cubicBezTo>
                    <a:pt x="11130" y="45655"/>
                    <a:pt x="11297" y="46074"/>
                    <a:pt x="11590" y="46179"/>
                  </a:cubicBezTo>
                  <a:cubicBezTo>
                    <a:pt x="11631" y="46195"/>
                    <a:pt x="11678" y="46205"/>
                    <a:pt x="11727" y="46205"/>
                  </a:cubicBezTo>
                  <a:cubicBezTo>
                    <a:pt x="11805" y="46205"/>
                    <a:pt x="11890" y="46180"/>
                    <a:pt x="11967" y="46116"/>
                  </a:cubicBezTo>
                  <a:cubicBezTo>
                    <a:pt x="20211" y="40173"/>
                    <a:pt x="28873" y="31218"/>
                    <a:pt x="32137" y="21384"/>
                  </a:cubicBezTo>
                  <a:cubicBezTo>
                    <a:pt x="37138" y="20338"/>
                    <a:pt x="42243" y="19626"/>
                    <a:pt x="47391" y="19229"/>
                  </a:cubicBezTo>
                  <a:lnTo>
                    <a:pt x="47391" y="19229"/>
                  </a:lnTo>
                  <a:cubicBezTo>
                    <a:pt x="47370" y="19250"/>
                    <a:pt x="47328" y="19250"/>
                    <a:pt x="47307" y="19292"/>
                  </a:cubicBezTo>
                  <a:cubicBezTo>
                    <a:pt x="46951" y="19543"/>
                    <a:pt x="46596" y="19815"/>
                    <a:pt x="46240" y="20066"/>
                  </a:cubicBezTo>
                  <a:cubicBezTo>
                    <a:pt x="46156" y="20129"/>
                    <a:pt x="46156" y="20254"/>
                    <a:pt x="46261" y="20275"/>
                  </a:cubicBezTo>
                  <a:cubicBezTo>
                    <a:pt x="46344" y="20296"/>
                    <a:pt x="43185" y="26217"/>
                    <a:pt x="41260" y="29691"/>
                  </a:cubicBezTo>
                  <a:cubicBezTo>
                    <a:pt x="40590" y="30946"/>
                    <a:pt x="40067" y="31888"/>
                    <a:pt x="39900" y="32097"/>
                  </a:cubicBezTo>
                  <a:cubicBezTo>
                    <a:pt x="39170" y="33200"/>
                    <a:pt x="38427" y="34291"/>
                    <a:pt x="37682" y="35388"/>
                  </a:cubicBezTo>
                  <a:lnTo>
                    <a:pt x="37682" y="35388"/>
                  </a:lnTo>
                  <a:cubicBezTo>
                    <a:pt x="38801" y="33696"/>
                    <a:pt x="39806" y="31949"/>
                    <a:pt x="40632" y="30172"/>
                  </a:cubicBezTo>
                  <a:cubicBezTo>
                    <a:pt x="40779" y="29900"/>
                    <a:pt x="40883" y="29649"/>
                    <a:pt x="41009" y="29377"/>
                  </a:cubicBezTo>
                  <a:cubicBezTo>
                    <a:pt x="41030" y="29356"/>
                    <a:pt x="41030" y="29293"/>
                    <a:pt x="41051" y="29272"/>
                  </a:cubicBezTo>
                  <a:cubicBezTo>
                    <a:pt x="41155" y="29042"/>
                    <a:pt x="41260" y="28770"/>
                    <a:pt x="41365" y="28540"/>
                  </a:cubicBezTo>
                  <a:cubicBezTo>
                    <a:pt x="41406" y="28498"/>
                    <a:pt x="41427" y="28435"/>
                    <a:pt x="41427" y="28393"/>
                  </a:cubicBezTo>
                  <a:cubicBezTo>
                    <a:pt x="41532" y="28142"/>
                    <a:pt x="41616" y="27912"/>
                    <a:pt x="41720" y="27661"/>
                  </a:cubicBezTo>
                  <a:lnTo>
                    <a:pt x="41720" y="27619"/>
                  </a:lnTo>
                  <a:cubicBezTo>
                    <a:pt x="41867" y="27201"/>
                    <a:pt x="41992" y="26824"/>
                    <a:pt x="42139" y="26406"/>
                  </a:cubicBezTo>
                  <a:cubicBezTo>
                    <a:pt x="42181" y="26238"/>
                    <a:pt x="42243" y="26050"/>
                    <a:pt x="42285" y="25904"/>
                  </a:cubicBezTo>
                  <a:cubicBezTo>
                    <a:pt x="42306" y="25778"/>
                    <a:pt x="42369" y="25632"/>
                    <a:pt x="42390" y="25506"/>
                  </a:cubicBezTo>
                  <a:cubicBezTo>
                    <a:pt x="42453" y="25318"/>
                    <a:pt x="42494" y="25108"/>
                    <a:pt x="42557" y="24941"/>
                  </a:cubicBezTo>
                  <a:cubicBezTo>
                    <a:pt x="42578" y="24795"/>
                    <a:pt x="42599" y="24690"/>
                    <a:pt x="42620" y="24564"/>
                  </a:cubicBezTo>
                  <a:cubicBezTo>
                    <a:pt x="42683" y="24355"/>
                    <a:pt x="42725" y="24146"/>
                    <a:pt x="42766" y="23958"/>
                  </a:cubicBezTo>
                  <a:cubicBezTo>
                    <a:pt x="42787" y="23853"/>
                    <a:pt x="42808" y="23748"/>
                    <a:pt x="42808" y="23644"/>
                  </a:cubicBezTo>
                  <a:cubicBezTo>
                    <a:pt x="42871" y="23435"/>
                    <a:pt x="42892" y="23204"/>
                    <a:pt x="42913" y="22995"/>
                  </a:cubicBezTo>
                  <a:cubicBezTo>
                    <a:pt x="42934" y="22891"/>
                    <a:pt x="42934" y="22807"/>
                    <a:pt x="42976" y="22702"/>
                  </a:cubicBezTo>
                  <a:cubicBezTo>
                    <a:pt x="42997" y="22451"/>
                    <a:pt x="43038" y="22179"/>
                    <a:pt x="43080" y="21949"/>
                  </a:cubicBezTo>
                  <a:cubicBezTo>
                    <a:pt x="43080" y="21907"/>
                    <a:pt x="43101" y="21844"/>
                    <a:pt x="43101" y="21761"/>
                  </a:cubicBezTo>
                  <a:cubicBezTo>
                    <a:pt x="43122" y="21447"/>
                    <a:pt x="43143" y="21112"/>
                    <a:pt x="43185" y="20798"/>
                  </a:cubicBezTo>
                  <a:cubicBezTo>
                    <a:pt x="43185" y="20652"/>
                    <a:pt x="43080" y="20547"/>
                    <a:pt x="42934" y="20484"/>
                  </a:cubicBezTo>
                  <a:cubicBezTo>
                    <a:pt x="42894" y="20471"/>
                    <a:pt x="42852" y="20464"/>
                    <a:pt x="42810" y="20464"/>
                  </a:cubicBezTo>
                  <a:cubicBezTo>
                    <a:pt x="42720" y="20464"/>
                    <a:pt x="42629" y="20497"/>
                    <a:pt x="42557" y="20568"/>
                  </a:cubicBezTo>
                  <a:cubicBezTo>
                    <a:pt x="42474" y="20673"/>
                    <a:pt x="42390" y="20756"/>
                    <a:pt x="42306" y="20861"/>
                  </a:cubicBezTo>
                  <a:cubicBezTo>
                    <a:pt x="42097" y="21091"/>
                    <a:pt x="41930" y="21300"/>
                    <a:pt x="41720" y="21531"/>
                  </a:cubicBezTo>
                  <a:cubicBezTo>
                    <a:pt x="41658" y="21593"/>
                    <a:pt x="41720" y="21656"/>
                    <a:pt x="41783" y="21656"/>
                  </a:cubicBezTo>
                  <a:cubicBezTo>
                    <a:pt x="41344" y="21865"/>
                    <a:pt x="40883" y="22242"/>
                    <a:pt x="40423" y="22744"/>
                  </a:cubicBezTo>
                  <a:cubicBezTo>
                    <a:pt x="38205" y="25192"/>
                    <a:pt x="36134" y="30632"/>
                    <a:pt x="34836" y="32787"/>
                  </a:cubicBezTo>
                  <a:cubicBezTo>
                    <a:pt x="33581" y="34817"/>
                    <a:pt x="32305" y="36826"/>
                    <a:pt x="31007" y="38813"/>
                  </a:cubicBezTo>
                  <a:cubicBezTo>
                    <a:pt x="31070" y="38772"/>
                    <a:pt x="31091" y="38709"/>
                    <a:pt x="31154" y="38667"/>
                  </a:cubicBezTo>
                  <a:lnTo>
                    <a:pt x="31154" y="38667"/>
                  </a:lnTo>
                  <a:cubicBezTo>
                    <a:pt x="30422" y="39818"/>
                    <a:pt x="29647" y="40969"/>
                    <a:pt x="28894" y="42119"/>
                  </a:cubicBezTo>
                  <a:lnTo>
                    <a:pt x="28873" y="42119"/>
                  </a:lnTo>
                  <a:cubicBezTo>
                    <a:pt x="28162" y="43186"/>
                    <a:pt x="27450" y="44254"/>
                    <a:pt x="26718" y="45342"/>
                  </a:cubicBezTo>
                  <a:lnTo>
                    <a:pt x="26697" y="45342"/>
                  </a:lnTo>
                  <a:cubicBezTo>
                    <a:pt x="26509" y="45614"/>
                    <a:pt x="26341" y="45886"/>
                    <a:pt x="26153" y="46137"/>
                  </a:cubicBezTo>
                  <a:cubicBezTo>
                    <a:pt x="26153" y="46179"/>
                    <a:pt x="26132" y="46179"/>
                    <a:pt x="26132" y="46199"/>
                  </a:cubicBezTo>
                  <a:lnTo>
                    <a:pt x="26090" y="46199"/>
                  </a:lnTo>
                  <a:cubicBezTo>
                    <a:pt x="25944" y="46492"/>
                    <a:pt x="26028" y="46764"/>
                    <a:pt x="26195" y="46953"/>
                  </a:cubicBezTo>
                  <a:cubicBezTo>
                    <a:pt x="26237" y="46953"/>
                    <a:pt x="26237" y="46974"/>
                    <a:pt x="26258" y="47015"/>
                  </a:cubicBezTo>
                  <a:cubicBezTo>
                    <a:pt x="26362" y="47120"/>
                    <a:pt x="26488" y="47162"/>
                    <a:pt x="26655" y="47183"/>
                  </a:cubicBezTo>
                  <a:cubicBezTo>
                    <a:pt x="26736" y="47203"/>
                    <a:pt x="26820" y="47215"/>
                    <a:pt x="26902" y="47215"/>
                  </a:cubicBezTo>
                  <a:cubicBezTo>
                    <a:pt x="27075" y="47215"/>
                    <a:pt x="27246" y="47164"/>
                    <a:pt x="27388" y="47036"/>
                  </a:cubicBezTo>
                  <a:cubicBezTo>
                    <a:pt x="30422" y="44358"/>
                    <a:pt x="33665" y="40969"/>
                    <a:pt x="36427" y="37181"/>
                  </a:cubicBezTo>
                  <a:lnTo>
                    <a:pt x="36427" y="37181"/>
                  </a:lnTo>
                  <a:cubicBezTo>
                    <a:pt x="35046" y="39127"/>
                    <a:pt x="33602" y="41073"/>
                    <a:pt x="32137" y="42998"/>
                  </a:cubicBezTo>
                  <a:lnTo>
                    <a:pt x="32137" y="43040"/>
                  </a:lnTo>
                  <a:cubicBezTo>
                    <a:pt x="31635" y="43689"/>
                    <a:pt x="31154" y="44316"/>
                    <a:pt x="30652" y="44965"/>
                  </a:cubicBezTo>
                  <a:cubicBezTo>
                    <a:pt x="30463" y="45195"/>
                    <a:pt x="30484" y="45509"/>
                    <a:pt x="30631" y="45760"/>
                  </a:cubicBezTo>
                  <a:cubicBezTo>
                    <a:pt x="30673" y="45823"/>
                    <a:pt x="30735" y="45886"/>
                    <a:pt x="30798" y="45927"/>
                  </a:cubicBezTo>
                  <a:cubicBezTo>
                    <a:pt x="30895" y="46003"/>
                    <a:pt x="31004" y="46045"/>
                    <a:pt x="31121" y="46045"/>
                  </a:cubicBezTo>
                  <a:cubicBezTo>
                    <a:pt x="31230" y="46045"/>
                    <a:pt x="31346" y="46008"/>
                    <a:pt x="31468" y="45927"/>
                  </a:cubicBezTo>
                  <a:cubicBezTo>
                    <a:pt x="32535" y="45153"/>
                    <a:pt x="33581" y="44337"/>
                    <a:pt x="34606" y="43458"/>
                  </a:cubicBezTo>
                  <a:lnTo>
                    <a:pt x="34606" y="43417"/>
                  </a:lnTo>
                  <a:cubicBezTo>
                    <a:pt x="34920" y="43166"/>
                    <a:pt x="35234" y="42873"/>
                    <a:pt x="35506" y="42622"/>
                  </a:cubicBezTo>
                  <a:cubicBezTo>
                    <a:pt x="35506" y="42622"/>
                    <a:pt x="35506" y="42580"/>
                    <a:pt x="35548" y="42580"/>
                  </a:cubicBezTo>
                  <a:cubicBezTo>
                    <a:pt x="36908" y="41324"/>
                    <a:pt x="38184" y="40006"/>
                    <a:pt x="39377" y="38604"/>
                  </a:cubicBezTo>
                  <a:cubicBezTo>
                    <a:pt x="41762" y="35779"/>
                    <a:pt x="43813" y="32683"/>
                    <a:pt x="45382" y="29356"/>
                  </a:cubicBezTo>
                  <a:cubicBezTo>
                    <a:pt x="45424" y="29251"/>
                    <a:pt x="45487" y="29147"/>
                    <a:pt x="45507" y="29063"/>
                  </a:cubicBezTo>
                  <a:cubicBezTo>
                    <a:pt x="45612" y="28833"/>
                    <a:pt x="45717" y="28624"/>
                    <a:pt x="45821" y="28393"/>
                  </a:cubicBezTo>
                  <a:cubicBezTo>
                    <a:pt x="45863" y="28247"/>
                    <a:pt x="45926" y="28121"/>
                    <a:pt x="46010" y="27975"/>
                  </a:cubicBezTo>
                  <a:cubicBezTo>
                    <a:pt x="46072" y="27766"/>
                    <a:pt x="46177" y="27557"/>
                    <a:pt x="46261" y="27305"/>
                  </a:cubicBezTo>
                  <a:cubicBezTo>
                    <a:pt x="46324" y="27159"/>
                    <a:pt x="46386" y="26992"/>
                    <a:pt x="46449" y="26845"/>
                  </a:cubicBezTo>
                  <a:lnTo>
                    <a:pt x="46679" y="26217"/>
                  </a:lnTo>
                  <a:lnTo>
                    <a:pt x="46993" y="25360"/>
                  </a:lnTo>
                  <a:lnTo>
                    <a:pt x="47223" y="24648"/>
                  </a:lnTo>
                  <a:cubicBezTo>
                    <a:pt x="47286" y="24460"/>
                    <a:pt x="47328" y="24272"/>
                    <a:pt x="47412" y="24104"/>
                  </a:cubicBezTo>
                  <a:cubicBezTo>
                    <a:pt x="47474" y="23895"/>
                    <a:pt x="47516" y="23707"/>
                    <a:pt x="47579" y="23497"/>
                  </a:cubicBezTo>
                  <a:lnTo>
                    <a:pt x="47725" y="22953"/>
                  </a:lnTo>
                  <a:cubicBezTo>
                    <a:pt x="47788" y="22744"/>
                    <a:pt x="47830" y="22556"/>
                    <a:pt x="47893" y="22347"/>
                  </a:cubicBezTo>
                  <a:cubicBezTo>
                    <a:pt x="47935" y="22158"/>
                    <a:pt x="47956" y="21970"/>
                    <a:pt x="48018" y="21823"/>
                  </a:cubicBezTo>
                  <a:cubicBezTo>
                    <a:pt x="48060" y="21614"/>
                    <a:pt x="48123" y="21405"/>
                    <a:pt x="48144" y="21196"/>
                  </a:cubicBezTo>
                  <a:cubicBezTo>
                    <a:pt x="48165" y="21028"/>
                    <a:pt x="48207" y="20861"/>
                    <a:pt x="48248" y="20694"/>
                  </a:cubicBezTo>
                  <a:cubicBezTo>
                    <a:pt x="48269" y="20484"/>
                    <a:pt x="48332" y="20296"/>
                    <a:pt x="48353" y="20087"/>
                  </a:cubicBezTo>
                  <a:cubicBezTo>
                    <a:pt x="48416" y="19752"/>
                    <a:pt x="48207" y="19417"/>
                    <a:pt x="47893" y="19292"/>
                  </a:cubicBezTo>
                  <a:cubicBezTo>
                    <a:pt x="50720" y="19079"/>
                    <a:pt x="53566" y="18973"/>
                    <a:pt x="56425" y="18973"/>
                  </a:cubicBezTo>
                  <a:cubicBezTo>
                    <a:pt x="59744" y="18973"/>
                    <a:pt x="63082" y="19115"/>
                    <a:pt x="66431" y="19396"/>
                  </a:cubicBezTo>
                  <a:cubicBezTo>
                    <a:pt x="66159" y="19647"/>
                    <a:pt x="65908" y="19940"/>
                    <a:pt x="65678" y="20233"/>
                  </a:cubicBezTo>
                  <a:cubicBezTo>
                    <a:pt x="65615" y="20275"/>
                    <a:pt x="65594" y="20338"/>
                    <a:pt x="65531" y="20380"/>
                  </a:cubicBezTo>
                  <a:cubicBezTo>
                    <a:pt x="65406" y="20547"/>
                    <a:pt x="65301" y="20694"/>
                    <a:pt x="65176" y="20861"/>
                  </a:cubicBezTo>
                  <a:cubicBezTo>
                    <a:pt x="65113" y="20924"/>
                    <a:pt x="65071" y="20986"/>
                    <a:pt x="65008" y="21070"/>
                  </a:cubicBezTo>
                  <a:cubicBezTo>
                    <a:pt x="64904" y="21217"/>
                    <a:pt x="64778" y="21384"/>
                    <a:pt x="64674" y="21531"/>
                  </a:cubicBezTo>
                  <a:lnTo>
                    <a:pt x="64527" y="21761"/>
                  </a:lnTo>
                  <a:lnTo>
                    <a:pt x="64213" y="22242"/>
                  </a:lnTo>
                  <a:cubicBezTo>
                    <a:pt x="64150" y="22326"/>
                    <a:pt x="64109" y="22388"/>
                    <a:pt x="64046" y="22493"/>
                  </a:cubicBezTo>
                  <a:cubicBezTo>
                    <a:pt x="63941" y="22660"/>
                    <a:pt x="63837" y="22807"/>
                    <a:pt x="63753" y="22995"/>
                  </a:cubicBezTo>
                  <a:cubicBezTo>
                    <a:pt x="63711" y="23079"/>
                    <a:pt x="63648" y="23183"/>
                    <a:pt x="63606" y="23267"/>
                  </a:cubicBezTo>
                  <a:cubicBezTo>
                    <a:pt x="63502" y="23414"/>
                    <a:pt x="63418" y="23581"/>
                    <a:pt x="63313" y="23748"/>
                  </a:cubicBezTo>
                  <a:cubicBezTo>
                    <a:pt x="63272" y="23853"/>
                    <a:pt x="63209" y="23937"/>
                    <a:pt x="63167" y="24041"/>
                  </a:cubicBezTo>
                  <a:cubicBezTo>
                    <a:pt x="63021" y="24272"/>
                    <a:pt x="62895" y="24523"/>
                    <a:pt x="62790" y="24753"/>
                  </a:cubicBezTo>
                  <a:cubicBezTo>
                    <a:pt x="62686" y="24941"/>
                    <a:pt x="62602" y="25108"/>
                    <a:pt x="62497" y="25297"/>
                  </a:cubicBezTo>
                  <a:cubicBezTo>
                    <a:pt x="62456" y="25380"/>
                    <a:pt x="62435" y="25485"/>
                    <a:pt x="62372" y="25569"/>
                  </a:cubicBezTo>
                  <a:cubicBezTo>
                    <a:pt x="62267" y="25778"/>
                    <a:pt x="62184" y="25945"/>
                    <a:pt x="62079" y="26155"/>
                  </a:cubicBezTo>
                  <a:lnTo>
                    <a:pt x="62016" y="26322"/>
                  </a:lnTo>
                  <a:cubicBezTo>
                    <a:pt x="61430" y="27494"/>
                    <a:pt x="60886" y="28665"/>
                    <a:pt x="60342" y="29795"/>
                  </a:cubicBezTo>
                  <a:cubicBezTo>
                    <a:pt x="60342" y="29816"/>
                    <a:pt x="60300" y="29858"/>
                    <a:pt x="60300" y="29858"/>
                  </a:cubicBezTo>
                  <a:cubicBezTo>
                    <a:pt x="60196" y="30088"/>
                    <a:pt x="60070" y="30298"/>
                    <a:pt x="59966" y="30528"/>
                  </a:cubicBezTo>
                  <a:cubicBezTo>
                    <a:pt x="59715" y="31051"/>
                    <a:pt x="59443" y="31553"/>
                    <a:pt x="59150" y="32013"/>
                  </a:cubicBezTo>
                  <a:cubicBezTo>
                    <a:pt x="57371" y="35110"/>
                    <a:pt x="55446" y="38123"/>
                    <a:pt x="53458" y="41094"/>
                  </a:cubicBezTo>
                  <a:cubicBezTo>
                    <a:pt x="53458" y="41115"/>
                    <a:pt x="53438" y="41115"/>
                    <a:pt x="53396" y="41157"/>
                  </a:cubicBezTo>
                  <a:lnTo>
                    <a:pt x="50257" y="45865"/>
                  </a:lnTo>
                  <a:cubicBezTo>
                    <a:pt x="50071" y="46144"/>
                    <a:pt x="50357" y="46412"/>
                    <a:pt x="50645" y="46412"/>
                  </a:cubicBezTo>
                  <a:cubicBezTo>
                    <a:pt x="50745" y="46412"/>
                    <a:pt x="50846" y="46380"/>
                    <a:pt x="50927" y="46304"/>
                  </a:cubicBezTo>
                  <a:cubicBezTo>
                    <a:pt x="53479" y="43898"/>
                    <a:pt x="55781" y="41261"/>
                    <a:pt x="57852" y="38437"/>
                  </a:cubicBezTo>
                  <a:lnTo>
                    <a:pt x="57852" y="38395"/>
                  </a:lnTo>
                  <a:cubicBezTo>
                    <a:pt x="59087" y="36721"/>
                    <a:pt x="60259" y="34984"/>
                    <a:pt x="61326" y="33143"/>
                  </a:cubicBezTo>
                  <a:cubicBezTo>
                    <a:pt x="62916" y="30444"/>
                    <a:pt x="64966" y="27243"/>
                    <a:pt x="66034" y="23937"/>
                  </a:cubicBezTo>
                  <a:lnTo>
                    <a:pt x="66034" y="23916"/>
                  </a:lnTo>
                  <a:cubicBezTo>
                    <a:pt x="66117" y="23707"/>
                    <a:pt x="66159" y="23497"/>
                    <a:pt x="66222" y="23288"/>
                  </a:cubicBezTo>
                  <a:cubicBezTo>
                    <a:pt x="66222" y="23225"/>
                    <a:pt x="66243" y="23204"/>
                    <a:pt x="66243" y="23163"/>
                  </a:cubicBezTo>
                  <a:cubicBezTo>
                    <a:pt x="66306" y="22995"/>
                    <a:pt x="66326" y="22849"/>
                    <a:pt x="66368" y="22702"/>
                  </a:cubicBezTo>
                  <a:cubicBezTo>
                    <a:pt x="66410" y="22639"/>
                    <a:pt x="66410" y="22577"/>
                    <a:pt x="66431" y="22493"/>
                  </a:cubicBezTo>
                  <a:cubicBezTo>
                    <a:pt x="66452" y="22347"/>
                    <a:pt x="66515" y="22179"/>
                    <a:pt x="66536" y="22054"/>
                  </a:cubicBezTo>
                  <a:cubicBezTo>
                    <a:pt x="66557" y="21928"/>
                    <a:pt x="66578" y="21823"/>
                    <a:pt x="66619" y="21698"/>
                  </a:cubicBezTo>
                  <a:cubicBezTo>
                    <a:pt x="66640" y="21614"/>
                    <a:pt x="66640" y="21531"/>
                    <a:pt x="66661" y="21447"/>
                  </a:cubicBezTo>
                  <a:cubicBezTo>
                    <a:pt x="66682" y="21321"/>
                    <a:pt x="66682" y="21217"/>
                    <a:pt x="66724" y="21091"/>
                  </a:cubicBezTo>
                  <a:lnTo>
                    <a:pt x="66724" y="20986"/>
                  </a:lnTo>
                  <a:cubicBezTo>
                    <a:pt x="66745" y="20714"/>
                    <a:pt x="66766" y="20442"/>
                    <a:pt x="66787" y="20170"/>
                  </a:cubicBezTo>
                  <a:cubicBezTo>
                    <a:pt x="66787" y="19940"/>
                    <a:pt x="66829" y="19668"/>
                    <a:pt x="66787" y="19438"/>
                  </a:cubicBezTo>
                  <a:lnTo>
                    <a:pt x="66787" y="19438"/>
                  </a:lnTo>
                  <a:cubicBezTo>
                    <a:pt x="68565" y="19606"/>
                    <a:pt x="70344" y="19773"/>
                    <a:pt x="72122" y="20024"/>
                  </a:cubicBezTo>
                  <a:cubicBezTo>
                    <a:pt x="72018" y="20129"/>
                    <a:pt x="71955" y="20233"/>
                    <a:pt x="71850" y="20338"/>
                  </a:cubicBezTo>
                  <a:cubicBezTo>
                    <a:pt x="71788" y="20380"/>
                    <a:pt x="71767" y="20442"/>
                    <a:pt x="71704" y="20484"/>
                  </a:cubicBezTo>
                  <a:lnTo>
                    <a:pt x="71390" y="20882"/>
                  </a:lnTo>
                  <a:cubicBezTo>
                    <a:pt x="71348" y="20924"/>
                    <a:pt x="71285" y="21007"/>
                    <a:pt x="71244" y="21070"/>
                  </a:cubicBezTo>
                  <a:cubicBezTo>
                    <a:pt x="71139" y="21196"/>
                    <a:pt x="71034" y="21342"/>
                    <a:pt x="70909" y="21489"/>
                  </a:cubicBezTo>
                  <a:cubicBezTo>
                    <a:pt x="70867" y="21531"/>
                    <a:pt x="70825" y="21593"/>
                    <a:pt x="70804" y="21635"/>
                  </a:cubicBezTo>
                  <a:cubicBezTo>
                    <a:pt x="70658" y="21803"/>
                    <a:pt x="70553" y="21949"/>
                    <a:pt x="70428" y="22116"/>
                  </a:cubicBezTo>
                  <a:cubicBezTo>
                    <a:pt x="70407" y="22137"/>
                    <a:pt x="70407" y="22158"/>
                    <a:pt x="70386" y="22179"/>
                  </a:cubicBezTo>
                  <a:cubicBezTo>
                    <a:pt x="69821" y="22953"/>
                    <a:pt x="69298" y="23748"/>
                    <a:pt x="68775" y="24564"/>
                  </a:cubicBezTo>
                  <a:cubicBezTo>
                    <a:pt x="68356" y="25171"/>
                    <a:pt x="68000" y="25799"/>
                    <a:pt x="67666" y="26448"/>
                  </a:cubicBezTo>
                  <a:cubicBezTo>
                    <a:pt x="66850" y="27829"/>
                    <a:pt x="66034" y="29230"/>
                    <a:pt x="65176" y="30528"/>
                  </a:cubicBezTo>
                  <a:cubicBezTo>
                    <a:pt x="62393" y="34796"/>
                    <a:pt x="59443" y="38918"/>
                    <a:pt x="56492" y="43061"/>
                  </a:cubicBezTo>
                  <a:cubicBezTo>
                    <a:pt x="56492" y="43061"/>
                    <a:pt x="56492" y="43082"/>
                    <a:pt x="56471" y="43082"/>
                  </a:cubicBezTo>
                  <a:lnTo>
                    <a:pt x="56074" y="43626"/>
                  </a:lnTo>
                  <a:cubicBezTo>
                    <a:pt x="55822" y="43988"/>
                    <a:pt x="56079" y="44373"/>
                    <a:pt x="56400" y="44373"/>
                  </a:cubicBezTo>
                  <a:cubicBezTo>
                    <a:pt x="56506" y="44373"/>
                    <a:pt x="56619" y="44331"/>
                    <a:pt x="56723" y="44233"/>
                  </a:cubicBezTo>
                  <a:cubicBezTo>
                    <a:pt x="58668" y="42412"/>
                    <a:pt x="60719" y="40257"/>
                    <a:pt x="62707" y="37956"/>
                  </a:cubicBezTo>
                  <a:cubicBezTo>
                    <a:pt x="62707" y="37935"/>
                    <a:pt x="62749" y="37935"/>
                    <a:pt x="62749" y="37935"/>
                  </a:cubicBezTo>
                  <a:cubicBezTo>
                    <a:pt x="62790" y="37872"/>
                    <a:pt x="62853" y="37830"/>
                    <a:pt x="62895" y="37746"/>
                  </a:cubicBezTo>
                  <a:cubicBezTo>
                    <a:pt x="62895" y="37949"/>
                    <a:pt x="63058" y="38129"/>
                    <a:pt x="63236" y="38129"/>
                  </a:cubicBezTo>
                  <a:cubicBezTo>
                    <a:pt x="63297" y="38129"/>
                    <a:pt x="63360" y="38108"/>
                    <a:pt x="63418" y="38060"/>
                  </a:cubicBezTo>
                  <a:lnTo>
                    <a:pt x="63816" y="37746"/>
                  </a:lnTo>
                  <a:lnTo>
                    <a:pt x="63816" y="37725"/>
                  </a:lnTo>
                  <a:cubicBezTo>
                    <a:pt x="64318" y="37328"/>
                    <a:pt x="64799" y="36909"/>
                    <a:pt x="65301" y="36491"/>
                  </a:cubicBezTo>
                  <a:cubicBezTo>
                    <a:pt x="65406" y="36386"/>
                    <a:pt x="65531" y="36282"/>
                    <a:pt x="65636" y="36198"/>
                  </a:cubicBezTo>
                  <a:lnTo>
                    <a:pt x="65636" y="36198"/>
                  </a:lnTo>
                  <a:cubicBezTo>
                    <a:pt x="65636" y="36240"/>
                    <a:pt x="65615" y="36240"/>
                    <a:pt x="65615" y="36261"/>
                  </a:cubicBezTo>
                  <a:cubicBezTo>
                    <a:pt x="66452" y="35528"/>
                    <a:pt x="67289" y="34733"/>
                    <a:pt x="68084" y="33959"/>
                  </a:cubicBezTo>
                  <a:lnTo>
                    <a:pt x="68126" y="33896"/>
                  </a:lnTo>
                  <a:lnTo>
                    <a:pt x="68879" y="33143"/>
                  </a:lnTo>
                  <a:cubicBezTo>
                    <a:pt x="68942" y="33101"/>
                    <a:pt x="68984" y="33038"/>
                    <a:pt x="69047" y="32955"/>
                  </a:cubicBezTo>
                  <a:cubicBezTo>
                    <a:pt x="69256" y="32725"/>
                    <a:pt x="69465" y="32515"/>
                    <a:pt x="69674" y="32285"/>
                  </a:cubicBezTo>
                  <a:cubicBezTo>
                    <a:pt x="69758" y="32202"/>
                    <a:pt x="69821" y="32097"/>
                    <a:pt x="69925" y="32013"/>
                  </a:cubicBezTo>
                  <a:cubicBezTo>
                    <a:pt x="70114" y="31804"/>
                    <a:pt x="70302" y="31637"/>
                    <a:pt x="70448" y="31427"/>
                  </a:cubicBezTo>
                  <a:cubicBezTo>
                    <a:pt x="70553" y="31281"/>
                    <a:pt x="70658" y="31176"/>
                    <a:pt x="70762" y="31051"/>
                  </a:cubicBezTo>
                  <a:cubicBezTo>
                    <a:pt x="70930" y="30862"/>
                    <a:pt x="71055" y="30716"/>
                    <a:pt x="71223" y="30528"/>
                  </a:cubicBezTo>
                  <a:cubicBezTo>
                    <a:pt x="71348" y="30381"/>
                    <a:pt x="71474" y="30235"/>
                    <a:pt x="71578" y="30088"/>
                  </a:cubicBezTo>
                  <a:cubicBezTo>
                    <a:pt x="71704" y="29921"/>
                    <a:pt x="71850" y="29774"/>
                    <a:pt x="71955" y="29607"/>
                  </a:cubicBezTo>
                  <a:cubicBezTo>
                    <a:pt x="72080" y="29440"/>
                    <a:pt x="72227" y="29272"/>
                    <a:pt x="72373" y="29084"/>
                  </a:cubicBezTo>
                  <a:cubicBezTo>
                    <a:pt x="72478" y="28958"/>
                    <a:pt x="72583" y="28812"/>
                    <a:pt x="72687" y="28665"/>
                  </a:cubicBezTo>
                  <a:cubicBezTo>
                    <a:pt x="72834" y="28498"/>
                    <a:pt x="73001" y="28289"/>
                    <a:pt x="73127" y="28101"/>
                  </a:cubicBezTo>
                  <a:cubicBezTo>
                    <a:pt x="73231" y="27975"/>
                    <a:pt x="73315" y="27829"/>
                    <a:pt x="73420" y="27724"/>
                  </a:cubicBezTo>
                  <a:lnTo>
                    <a:pt x="73880" y="27096"/>
                  </a:lnTo>
                  <a:cubicBezTo>
                    <a:pt x="73964" y="26992"/>
                    <a:pt x="74047" y="26866"/>
                    <a:pt x="74110" y="26761"/>
                  </a:cubicBezTo>
                  <a:cubicBezTo>
                    <a:pt x="74277" y="26531"/>
                    <a:pt x="74424" y="26301"/>
                    <a:pt x="74591" y="26092"/>
                  </a:cubicBezTo>
                  <a:cubicBezTo>
                    <a:pt x="74675" y="25987"/>
                    <a:pt x="74717" y="25883"/>
                    <a:pt x="74801" y="25778"/>
                  </a:cubicBezTo>
                  <a:cubicBezTo>
                    <a:pt x="74947" y="25527"/>
                    <a:pt x="75135" y="25276"/>
                    <a:pt x="75303" y="25046"/>
                  </a:cubicBezTo>
                  <a:cubicBezTo>
                    <a:pt x="75345" y="24962"/>
                    <a:pt x="75407" y="24857"/>
                    <a:pt x="75470" y="24774"/>
                  </a:cubicBezTo>
                  <a:cubicBezTo>
                    <a:pt x="75637" y="24523"/>
                    <a:pt x="75826" y="24251"/>
                    <a:pt x="75972" y="23999"/>
                  </a:cubicBezTo>
                  <a:cubicBezTo>
                    <a:pt x="76035" y="23916"/>
                    <a:pt x="76056" y="23853"/>
                    <a:pt x="76098" y="23790"/>
                  </a:cubicBezTo>
                  <a:cubicBezTo>
                    <a:pt x="76286" y="23497"/>
                    <a:pt x="76454" y="23204"/>
                    <a:pt x="76621" y="22911"/>
                  </a:cubicBezTo>
                  <a:cubicBezTo>
                    <a:pt x="76621" y="22891"/>
                    <a:pt x="76663" y="22891"/>
                    <a:pt x="76663" y="22870"/>
                  </a:cubicBezTo>
                  <a:cubicBezTo>
                    <a:pt x="77018" y="22263"/>
                    <a:pt x="77353" y="21635"/>
                    <a:pt x="77667" y="21028"/>
                  </a:cubicBezTo>
                  <a:cubicBezTo>
                    <a:pt x="78483" y="21196"/>
                    <a:pt x="79299" y="21321"/>
                    <a:pt x="80115" y="21510"/>
                  </a:cubicBezTo>
                  <a:cubicBezTo>
                    <a:pt x="80031" y="21593"/>
                    <a:pt x="79927" y="21656"/>
                    <a:pt x="79843" y="21740"/>
                  </a:cubicBezTo>
                  <a:cubicBezTo>
                    <a:pt x="79801" y="21803"/>
                    <a:pt x="79739" y="21844"/>
                    <a:pt x="79655" y="21907"/>
                  </a:cubicBezTo>
                  <a:cubicBezTo>
                    <a:pt x="79550" y="22012"/>
                    <a:pt x="79446" y="22075"/>
                    <a:pt x="79383" y="22179"/>
                  </a:cubicBezTo>
                  <a:cubicBezTo>
                    <a:pt x="79299" y="22263"/>
                    <a:pt x="79215" y="22347"/>
                    <a:pt x="79174" y="22430"/>
                  </a:cubicBezTo>
                  <a:cubicBezTo>
                    <a:pt x="79090" y="22493"/>
                    <a:pt x="79006" y="22598"/>
                    <a:pt x="78922" y="22681"/>
                  </a:cubicBezTo>
                  <a:cubicBezTo>
                    <a:pt x="78818" y="22786"/>
                    <a:pt x="78755" y="22891"/>
                    <a:pt x="78650" y="22995"/>
                  </a:cubicBezTo>
                  <a:cubicBezTo>
                    <a:pt x="78588" y="23058"/>
                    <a:pt x="78546" y="23121"/>
                    <a:pt x="78483" y="23183"/>
                  </a:cubicBezTo>
                  <a:cubicBezTo>
                    <a:pt x="78337" y="23372"/>
                    <a:pt x="78169" y="23539"/>
                    <a:pt x="78044" y="23727"/>
                  </a:cubicBezTo>
                  <a:lnTo>
                    <a:pt x="77981" y="23790"/>
                  </a:lnTo>
                  <a:cubicBezTo>
                    <a:pt x="77855" y="23958"/>
                    <a:pt x="77709" y="24146"/>
                    <a:pt x="77562" y="24334"/>
                  </a:cubicBezTo>
                  <a:cubicBezTo>
                    <a:pt x="77542" y="24355"/>
                    <a:pt x="77521" y="24418"/>
                    <a:pt x="77500" y="24439"/>
                  </a:cubicBezTo>
                  <a:cubicBezTo>
                    <a:pt x="77353" y="24627"/>
                    <a:pt x="77228" y="24774"/>
                    <a:pt x="77102" y="24962"/>
                  </a:cubicBezTo>
                  <a:cubicBezTo>
                    <a:pt x="77081" y="24983"/>
                    <a:pt x="77081" y="25004"/>
                    <a:pt x="77039" y="25046"/>
                  </a:cubicBezTo>
                  <a:cubicBezTo>
                    <a:pt x="76140" y="26343"/>
                    <a:pt x="75261" y="27766"/>
                    <a:pt x="74403" y="29084"/>
                  </a:cubicBezTo>
                  <a:cubicBezTo>
                    <a:pt x="74005" y="29712"/>
                    <a:pt x="73587" y="30318"/>
                    <a:pt x="73210" y="30904"/>
                  </a:cubicBezTo>
                  <a:cubicBezTo>
                    <a:pt x="70532" y="34629"/>
                    <a:pt x="67687" y="38228"/>
                    <a:pt x="64841" y="41805"/>
                  </a:cubicBezTo>
                  <a:cubicBezTo>
                    <a:pt x="64841" y="41826"/>
                    <a:pt x="64799" y="41826"/>
                    <a:pt x="64778" y="41847"/>
                  </a:cubicBezTo>
                  <a:cubicBezTo>
                    <a:pt x="64653" y="42015"/>
                    <a:pt x="64548" y="42161"/>
                    <a:pt x="64422" y="42329"/>
                  </a:cubicBezTo>
                  <a:cubicBezTo>
                    <a:pt x="64052" y="42766"/>
                    <a:pt x="64426" y="43500"/>
                    <a:pt x="64913" y="43500"/>
                  </a:cubicBezTo>
                  <a:cubicBezTo>
                    <a:pt x="65031" y="43500"/>
                    <a:pt x="65157" y="43457"/>
                    <a:pt x="65280" y="43354"/>
                  </a:cubicBezTo>
                  <a:cubicBezTo>
                    <a:pt x="66368" y="42433"/>
                    <a:pt x="67582" y="41408"/>
                    <a:pt x="68816" y="40257"/>
                  </a:cubicBezTo>
                  <a:cubicBezTo>
                    <a:pt x="68816" y="40257"/>
                    <a:pt x="68816" y="40236"/>
                    <a:pt x="68837" y="40236"/>
                  </a:cubicBezTo>
                  <a:lnTo>
                    <a:pt x="68921" y="40153"/>
                  </a:lnTo>
                  <a:lnTo>
                    <a:pt x="68942" y="40153"/>
                  </a:lnTo>
                  <a:cubicBezTo>
                    <a:pt x="73838" y="35612"/>
                    <a:pt x="79132" y="29440"/>
                    <a:pt x="80575" y="23393"/>
                  </a:cubicBezTo>
                  <a:cubicBezTo>
                    <a:pt x="80596" y="23309"/>
                    <a:pt x="80638" y="23204"/>
                    <a:pt x="80638" y="23121"/>
                  </a:cubicBezTo>
                  <a:cubicBezTo>
                    <a:pt x="80659" y="23058"/>
                    <a:pt x="80659" y="22995"/>
                    <a:pt x="80680" y="22911"/>
                  </a:cubicBezTo>
                  <a:cubicBezTo>
                    <a:pt x="80764" y="22472"/>
                    <a:pt x="80847" y="22054"/>
                    <a:pt x="80889" y="21614"/>
                  </a:cubicBezTo>
                  <a:cubicBezTo>
                    <a:pt x="81894" y="21823"/>
                    <a:pt x="82877" y="22033"/>
                    <a:pt x="83881" y="22263"/>
                  </a:cubicBezTo>
                  <a:cubicBezTo>
                    <a:pt x="83777" y="22451"/>
                    <a:pt x="83693" y="22660"/>
                    <a:pt x="83588" y="22849"/>
                  </a:cubicBezTo>
                  <a:cubicBezTo>
                    <a:pt x="83526" y="22974"/>
                    <a:pt x="83484" y="23079"/>
                    <a:pt x="83400" y="23204"/>
                  </a:cubicBezTo>
                  <a:cubicBezTo>
                    <a:pt x="83275" y="23497"/>
                    <a:pt x="83107" y="23811"/>
                    <a:pt x="82982" y="24125"/>
                  </a:cubicBezTo>
                  <a:cubicBezTo>
                    <a:pt x="82961" y="24167"/>
                    <a:pt x="82940" y="24230"/>
                    <a:pt x="82940" y="24251"/>
                  </a:cubicBezTo>
                  <a:cubicBezTo>
                    <a:pt x="81831" y="26678"/>
                    <a:pt x="80889" y="29168"/>
                    <a:pt x="79529" y="31490"/>
                  </a:cubicBezTo>
                  <a:cubicBezTo>
                    <a:pt x="77521" y="34922"/>
                    <a:pt x="75010" y="37872"/>
                    <a:pt x="72290" y="40759"/>
                  </a:cubicBezTo>
                  <a:lnTo>
                    <a:pt x="72290" y="40780"/>
                  </a:lnTo>
                  <a:lnTo>
                    <a:pt x="72269" y="40801"/>
                  </a:lnTo>
                  <a:cubicBezTo>
                    <a:pt x="72050" y="41105"/>
                    <a:pt x="72320" y="41558"/>
                    <a:pt x="72630" y="41558"/>
                  </a:cubicBezTo>
                  <a:cubicBezTo>
                    <a:pt x="72705" y="41558"/>
                    <a:pt x="72782" y="41532"/>
                    <a:pt x="72855" y="41471"/>
                  </a:cubicBezTo>
                  <a:cubicBezTo>
                    <a:pt x="74257" y="40383"/>
                    <a:pt x="75637" y="39169"/>
                    <a:pt x="76914" y="37746"/>
                  </a:cubicBezTo>
                  <a:cubicBezTo>
                    <a:pt x="76914" y="37746"/>
                    <a:pt x="76914" y="37725"/>
                    <a:pt x="76935" y="37725"/>
                  </a:cubicBezTo>
                  <a:cubicBezTo>
                    <a:pt x="80785" y="33583"/>
                    <a:pt x="83840" y="28205"/>
                    <a:pt x="84216" y="22807"/>
                  </a:cubicBezTo>
                  <a:lnTo>
                    <a:pt x="84216" y="22744"/>
                  </a:lnTo>
                  <a:cubicBezTo>
                    <a:pt x="84216" y="22598"/>
                    <a:pt x="84237" y="22493"/>
                    <a:pt x="84237" y="22367"/>
                  </a:cubicBezTo>
                  <a:cubicBezTo>
                    <a:pt x="85785" y="22744"/>
                    <a:pt x="87355" y="23163"/>
                    <a:pt x="88903" y="23581"/>
                  </a:cubicBezTo>
                  <a:cubicBezTo>
                    <a:pt x="88254" y="24230"/>
                    <a:pt x="87689" y="24941"/>
                    <a:pt x="87166" y="25673"/>
                  </a:cubicBezTo>
                  <a:lnTo>
                    <a:pt x="87145" y="25694"/>
                  </a:lnTo>
                  <a:cubicBezTo>
                    <a:pt x="87062" y="25820"/>
                    <a:pt x="86957" y="25924"/>
                    <a:pt x="86894" y="26050"/>
                  </a:cubicBezTo>
                  <a:cubicBezTo>
                    <a:pt x="86853" y="26113"/>
                    <a:pt x="86832" y="26155"/>
                    <a:pt x="86790" y="26196"/>
                  </a:cubicBezTo>
                  <a:cubicBezTo>
                    <a:pt x="86727" y="26301"/>
                    <a:pt x="86643" y="26364"/>
                    <a:pt x="86601" y="26468"/>
                  </a:cubicBezTo>
                  <a:cubicBezTo>
                    <a:pt x="86539" y="26552"/>
                    <a:pt x="86518" y="26615"/>
                    <a:pt x="86476" y="26678"/>
                  </a:cubicBezTo>
                  <a:cubicBezTo>
                    <a:pt x="86434" y="26740"/>
                    <a:pt x="86413" y="26761"/>
                    <a:pt x="86392" y="26824"/>
                  </a:cubicBezTo>
                  <a:cubicBezTo>
                    <a:pt x="85555" y="28101"/>
                    <a:pt x="84802" y="29398"/>
                    <a:pt x="83944" y="30716"/>
                  </a:cubicBezTo>
                  <a:cubicBezTo>
                    <a:pt x="83254" y="31804"/>
                    <a:pt x="82521" y="32913"/>
                    <a:pt x="81747" y="33980"/>
                  </a:cubicBezTo>
                  <a:cubicBezTo>
                    <a:pt x="81287" y="34671"/>
                    <a:pt x="80806" y="35340"/>
                    <a:pt x="80345" y="35989"/>
                  </a:cubicBezTo>
                  <a:cubicBezTo>
                    <a:pt x="79529" y="37098"/>
                    <a:pt x="78713" y="38186"/>
                    <a:pt x="77876" y="39295"/>
                  </a:cubicBezTo>
                  <a:cubicBezTo>
                    <a:pt x="77834" y="39378"/>
                    <a:pt x="77772" y="39420"/>
                    <a:pt x="77730" y="39504"/>
                  </a:cubicBezTo>
                  <a:cubicBezTo>
                    <a:pt x="77426" y="39909"/>
                    <a:pt x="77735" y="40546"/>
                    <a:pt x="78163" y="40546"/>
                  </a:cubicBezTo>
                  <a:cubicBezTo>
                    <a:pt x="78265" y="40546"/>
                    <a:pt x="78374" y="40509"/>
                    <a:pt x="78483" y="40425"/>
                  </a:cubicBezTo>
                  <a:cubicBezTo>
                    <a:pt x="79885" y="39399"/>
                    <a:pt x="81308" y="38165"/>
                    <a:pt x="82647" y="36826"/>
                  </a:cubicBezTo>
                  <a:cubicBezTo>
                    <a:pt x="86225" y="33206"/>
                    <a:pt x="89175" y="28603"/>
                    <a:pt x="89154" y="23644"/>
                  </a:cubicBezTo>
                  <a:lnTo>
                    <a:pt x="89154" y="23623"/>
                  </a:lnTo>
                  <a:cubicBezTo>
                    <a:pt x="93632" y="24899"/>
                    <a:pt x="98068" y="26448"/>
                    <a:pt x="102420" y="28310"/>
                  </a:cubicBezTo>
                  <a:cubicBezTo>
                    <a:pt x="102545" y="28101"/>
                    <a:pt x="102629" y="27870"/>
                    <a:pt x="102503" y="27808"/>
                  </a:cubicBezTo>
                  <a:cubicBezTo>
                    <a:pt x="97837" y="25778"/>
                    <a:pt x="93025" y="24041"/>
                    <a:pt x="88171" y="22660"/>
                  </a:cubicBezTo>
                  <a:cubicBezTo>
                    <a:pt x="88254" y="22639"/>
                    <a:pt x="88317" y="22598"/>
                    <a:pt x="88380" y="22535"/>
                  </a:cubicBezTo>
                  <a:cubicBezTo>
                    <a:pt x="88401" y="22493"/>
                    <a:pt x="88401" y="22472"/>
                    <a:pt x="88401" y="22451"/>
                  </a:cubicBezTo>
                  <a:cubicBezTo>
                    <a:pt x="88464" y="22137"/>
                    <a:pt x="88485" y="21823"/>
                    <a:pt x="88526" y="21489"/>
                  </a:cubicBezTo>
                  <a:lnTo>
                    <a:pt x="88526" y="21426"/>
                  </a:lnTo>
                  <a:cubicBezTo>
                    <a:pt x="88568" y="21133"/>
                    <a:pt x="88589" y="20819"/>
                    <a:pt x="88589" y="20547"/>
                  </a:cubicBezTo>
                  <a:lnTo>
                    <a:pt x="88589" y="20359"/>
                  </a:lnTo>
                  <a:lnTo>
                    <a:pt x="88589" y="19626"/>
                  </a:lnTo>
                  <a:lnTo>
                    <a:pt x="88589" y="19187"/>
                  </a:lnTo>
                  <a:cubicBezTo>
                    <a:pt x="88589" y="19041"/>
                    <a:pt x="88589" y="18936"/>
                    <a:pt x="88568" y="18810"/>
                  </a:cubicBezTo>
                  <a:cubicBezTo>
                    <a:pt x="88359" y="14730"/>
                    <a:pt x="86790" y="10755"/>
                    <a:pt x="84174" y="7595"/>
                  </a:cubicBezTo>
                  <a:cubicBezTo>
                    <a:pt x="83881" y="7219"/>
                    <a:pt x="83588" y="6884"/>
                    <a:pt x="83254" y="6570"/>
                  </a:cubicBezTo>
                  <a:lnTo>
                    <a:pt x="83065" y="6382"/>
                  </a:lnTo>
                  <a:cubicBezTo>
                    <a:pt x="83024" y="6340"/>
                    <a:pt x="82940" y="6277"/>
                    <a:pt x="82856" y="6256"/>
                  </a:cubicBezTo>
                  <a:cubicBezTo>
                    <a:pt x="82782" y="6226"/>
                    <a:pt x="82702" y="6211"/>
                    <a:pt x="82621" y="6211"/>
                  </a:cubicBezTo>
                  <a:cubicBezTo>
                    <a:pt x="82315" y="6211"/>
                    <a:pt x="81993" y="6414"/>
                    <a:pt x="81894" y="6696"/>
                  </a:cubicBezTo>
                  <a:cubicBezTo>
                    <a:pt x="81873" y="6696"/>
                    <a:pt x="81894" y="6696"/>
                    <a:pt x="81894" y="6738"/>
                  </a:cubicBezTo>
                  <a:cubicBezTo>
                    <a:pt x="81831" y="6842"/>
                    <a:pt x="81831" y="6989"/>
                    <a:pt x="81873" y="7114"/>
                  </a:cubicBezTo>
                  <a:cubicBezTo>
                    <a:pt x="82124" y="7909"/>
                    <a:pt x="82396" y="8725"/>
                    <a:pt x="82668" y="9499"/>
                  </a:cubicBezTo>
                  <a:lnTo>
                    <a:pt x="82668" y="9520"/>
                  </a:lnTo>
                  <a:cubicBezTo>
                    <a:pt x="84195" y="13914"/>
                    <a:pt x="85911" y="18350"/>
                    <a:pt x="87857" y="22535"/>
                  </a:cubicBezTo>
                  <a:cubicBezTo>
                    <a:pt x="87857" y="22550"/>
                    <a:pt x="87867" y="22564"/>
                    <a:pt x="87881" y="22572"/>
                  </a:cubicBezTo>
                  <a:lnTo>
                    <a:pt x="87881" y="22572"/>
                  </a:lnTo>
                  <a:cubicBezTo>
                    <a:pt x="86673" y="22239"/>
                    <a:pt x="85445" y="21926"/>
                    <a:pt x="84216" y="21614"/>
                  </a:cubicBezTo>
                  <a:cubicBezTo>
                    <a:pt x="84205" y="21580"/>
                    <a:pt x="84180" y="21564"/>
                    <a:pt x="84154" y="21564"/>
                  </a:cubicBezTo>
                  <a:cubicBezTo>
                    <a:pt x="84132" y="21564"/>
                    <a:pt x="84109" y="21574"/>
                    <a:pt x="84091" y="21593"/>
                  </a:cubicBezTo>
                  <a:cubicBezTo>
                    <a:pt x="83693" y="21489"/>
                    <a:pt x="83337" y="21405"/>
                    <a:pt x="82940" y="21300"/>
                  </a:cubicBezTo>
                  <a:cubicBezTo>
                    <a:pt x="82961" y="21279"/>
                    <a:pt x="82982" y="21238"/>
                    <a:pt x="82982" y="21196"/>
                  </a:cubicBezTo>
                  <a:cubicBezTo>
                    <a:pt x="83086" y="20568"/>
                    <a:pt x="83149" y="19961"/>
                    <a:pt x="83170" y="19334"/>
                  </a:cubicBezTo>
                  <a:lnTo>
                    <a:pt x="83170" y="19208"/>
                  </a:lnTo>
                  <a:lnTo>
                    <a:pt x="83170" y="18727"/>
                  </a:lnTo>
                  <a:lnTo>
                    <a:pt x="83170" y="18497"/>
                  </a:lnTo>
                  <a:lnTo>
                    <a:pt x="83170" y="18141"/>
                  </a:lnTo>
                  <a:cubicBezTo>
                    <a:pt x="83170" y="17994"/>
                    <a:pt x="83170" y="17890"/>
                    <a:pt x="83149" y="17764"/>
                  </a:cubicBezTo>
                  <a:cubicBezTo>
                    <a:pt x="83149" y="17681"/>
                    <a:pt x="83149" y="17576"/>
                    <a:pt x="83128" y="17513"/>
                  </a:cubicBezTo>
                  <a:cubicBezTo>
                    <a:pt x="83128" y="17346"/>
                    <a:pt x="83086" y="17157"/>
                    <a:pt x="83065" y="17011"/>
                  </a:cubicBezTo>
                  <a:lnTo>
                    <a:pt x="83065" y="16885"/>
                  </a:lnTo>
                  <a:cubicBezTo>
                    <a:pt x="82438" y="11550"/>
                    <a:pt x="79215" y="6758"/>
                    <a:pt x="74549" y="4059"/>
                  </a:cubicBezTo>
                  <a:cubicBezTo>
                    <a:pt x="74131" y="3829"/>
                    <a:pt x="73713" y="3620"/>
                    <a:pt x="73252" y="3411"/>
                  </a:cubicBezTo>
                  <a:cubicBezTo>
                    <a:pt x="73148" y="3348"/>
                    <a:pt x="73085" y="3306"/>
                    <a:pt x="72980" y="3285"/>
                  </a:cubicBezTo>
                  <a:cubicBezTo>
                    <a:pt x="72311" y="2992"/>
                    <a:pt x="71641" y="2720"/>
                    <a:pt x="70930" y="2511"/>
                  </a:cubicBezTo>
                  <a:cubicBezTo>
                    <a:pt x="70873" y="2496"/>
                    <a:pt x="70818" y="2489"/>
                    <a:pt x="70763" y="2489"/>
                  </a:cubicBezTo>
                  <a:cubicBezTo>
                    <a:pt x="70292" y="2489"/>
                    <a:pt x="69915" y="3021"/>
                    <a:pt x="70009" y="3453"/>
                  </a:cubicBezTo>
                  <a:cubicBezTo>
                    <a:pt x="68482" y="2239"/>
                    <a:pt x="66829" y="1130"/>
                    <a:pt x="65134" y="105"/>
                  </a:cubicBezTo>
                  <a:cubicBezTo>
                    <a:pt x="65008" y="32"/>
                    <a:pt x="64882" y="0"/>
                    <a:pt x="647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33"/>
            <p:cNvSpPr/>
            <p:nvPr/>
          </p:nvSpPr>
          <p:spPr>
            <a:xfrm>
              <a:off x="19388400" y="28623625"/>
              <a:ext cx="714775" cy="158125"/>
            </a:xfrm>
            <a:custGeom>
              <a:avLst/>
              <a:gdLst/>
              <a:ahLst/>
              <a:cxnLst/>
              <a:rect l="l" t="t" r="r" b="b"/>
              <a:pathLst>
                <a:path w="28591" h="6325" extrusionOk="0">
                  <a:moveTo>
                    <a:pt x="9416" y="0"/>
                  </a:moveTo>
                  <a:cubicBezTo>
                    <a:pt x="6592" y="0"/>
                    <a:pt x="3725" y="272"/>
                    <a:pt x="942" y="711"/>
                  </a:cubicBezTo>
                  <a:cubicBezTo>
                    <a:pt x="1" y="837"/>
                    <a:pt x="1" y="2176"/>
                    <a:pt x="1026" y="2218"/>
                  </a:cubicBezTo>
                  <a:cubicBezTo>
                    <a:pt x="1193" y="2218"/>
                    <a:pt x="1361" y="2260"/>
                    <a:pt x="1549" y="2281"/>
                  </a:cubicBezTo>
                  <a:lnTo>
                    <a:pt x="1675" y="2281"/>
                  </a:lnTo>
                  <a:cubicBezTo>
                    <a:pt x="5336" y="2490"/>
                    <a:pt x="8998" y="3055"/>
                    <a:pt x="12618" y="3683"/>
                  </a:cubicBezTo>
                  <a:lnTo>
                    <a:pt x="12513" y="3683"/>
                  </a:lnTo>
                  <a:cubicBezTo>
                    <a:pt x="16070" y="4310"/>
                    <a:pt x="19606" y="5022"/>
                    <a:pt x="23163" y="5587"/>
                  </a:cubicBezTo>
                  <a:lnTo>
                    <a:pt x="23644" y="5670"/>
                  </a:lnTo>
                  <a:cubicBezTo>
                    <a:pt x="24000" y="5733"/>
                    <a:pt x="24335" y="5775"/>
                    <a:pt x="24711" y="5838"/>
                  </a:cubicBezTo>
                  <a:cubicBezTo>
                    <a:pt x="25130" y="5880"/>
                    <a:pt x="25548" y="5963"/>
                    <a:pt x="25967" y="6026"/>
                  </a:cubicBezTo>
                  <a:cubicBezTo>
                    <a:pt x="26113" y="6047"/>
                    <a:pt x="26302" y="6068"/>
                    <a:pt x="26469" y="6089"/>
                  </a:cubicBezTo>
                  <a:lnTo>
                    <a:pt x="28352" y="6319"/>
                  </a:lnTo>
                  <a:cubicBezTo>
                    <a:pt x="28364" y="6323"/>
                    <a:pt x="28377" y="6325"/>
                    <a:pt x="28389" y="6325"/>
                  </a:cubicBezTo>
                  <a:cubicBezTo>
                    <a:pt x="28500" y="6325"/>
                    <a:pt x="28591" y="6162"/>
                    <a:pt x="28478" y="6068"/>
                  </a:cubicBezTo>
                  <a:cubicBezTo>
                    <a:pt x="23142" y="1716"/>
                    <a:pt x="16760" y="105"/>
                    <a:pt x="102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050" y="1856384"/>
            <a:ext cx="5432953" cy="311424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548612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Sing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49"/>
          <p:cNvSpPr txBox="1">
            <a:spLocks noGrp="1"/>
          </p:cNvSpPr>
          <p:nvPr>
            <p:ph type="title"/>
          </p:nvPr>
        </p:nvSpPr>
        <p:spPr>
          <a:xfrm>
            <a:off x="374074" y="4245943"/>
            <a:ext cx="3454916" cy="596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" dirty="0" smtClean="0">
                <a:latin typeface="Tw Cen MT" panose="020B0602020104020603" pitchFamily="34" charset="0"/>
              </a:rPr>
              <a:t>Kapal </a:t>
            </a:r>
            <a:r>
              <a:rPr lang="en-US" dirty="0">
                <a:latin typeface="Tw Cen MT" panose="020B0602020104020603" pitchFamily="34" charset="0"/>
              </a:rPr>
              <a:t> yang  </a:t>
            </a:r>
            <a:r>
              <a:rPr lang="en-US" dirty="0" err="1">
                <a:latin typeface="Tw Cen MT" panose="020B0602020104020603" pitchFamily="34" charset="0"/>
              </a:rPr>
              <a:t>menggunakan</a:t>
            </a:r>
            <a:r>
              <a:rPr lang="en-US" dirty="0">
                <a:latin typeface="Tw Cen MT" panose="020B0602020104020603" pitchFamily="34" charset="0"/>
              </a:rPr>
              <a:t>  longline  </a:t>
            </a:r>
            <a:r>
              <a:rPr lang="en-US" dirty="0" err="1">
                <a:latin typeface="Tw Cen MT" panose="020B0602020104020603" pitchFamily="34" charset="0"/>
              </a:rPr>
              <a:t>sebagai</a:t>
            </a:r>
            <a:r>
              <a:rPr lang="en-US" dirty="0">
                <a:latin typeface="Tw Cen MT" panose="020B0602020104020603" pitchFamily="34" charset="0"/>
              </a:rPr>
              <a:t>  </a:t>
            </a:r>
            <a:r>
              <a:rPr lang="en-US" dirty="0" err="1">
                <a:latin typeface="Tw Cen MT" panose="020B0602020104020603" pitchFamily="34" charset="0"/>
              </a:rPr>
              <a:t>alat</a:t>
            </a:r>
            <a:r>
              <a:rPr lang="en-US" dirty="0">
                <a:latin typeface="Tw Cen MT" panose="020B0602020104020603" pitchFamily="34" charset="0"/>
              </a:rPr>
              <a:t>  </a:t>
            </a:r>
            <a:r>
              <a:rPr lang="en-US" dirty="0" err="1">
                <a:latin typeface="Tw Cen MT" panose="020B0602020104020603" pitchFamily="34" charset="0"/>
              </a:rPr>
              <a:t>untuk</a:t>
            </a:r>
            <a:r>
              <a:rPr lang="en-US" dirty="0">
                <a:latin typeface="Tw Cen MT" panose="020B0602020104020603" pitchFamily="34" charset="0"/>
              </a:rPr>
              <a:t>  </a:t>
            </a:r>
            <a:r>
              <a:rPr lang="en-US" dirty="0" err="1">
                <a:latin typeface="Tw Cen MT" panose="020B0602020104020603" pitchFamily="34" charset="0"/>
              </a:rPr>
              <a:t>menangkap</a:t>
            </a:r>
            <a:r>
              <a:rPr lang="en-US" dirty="0">
                <a:latin typeface="Tw Cen MT" panose="020B0602020104020603" pitchFamily="34" charset="0"/>
              </a:rPr>
              <a:t>  </a:t>
            </a:r>
            <a:r>
              <a:rPr lang="en-US" dirty="0" err="1">
                <a:latin typeface="Tw Cen MT" panose="020B0602020104020603" pitchFamily="34" charset="0"/>
              </a:rPr>
              <a:t>ikan</a:t>
            </a:r>
            <a:r>
              <a:rPr lang="en-US" dirty="0">
                <a:latin typeface="Tw Cen MT" panose="020B0602020104020603" pitchFamily="34" charset="0"/>
              </a:rPr>
              <a:t>.</a:t>
            </a:r>
            <a:endParaRPr dirty="0">
              <a:latin typeface="Tw Cen MT" panose="020B0602020104020603" pitchFamily="34" charset="0"/>
            </a:endParaRPr>
          </a:p>
        </p:txBody>
      </p:sp>
      <p:sp>
        <p:nvSpPr>
          <p:cNvPr id="1225" name="Google Shape;1225;p49"/>
          <p:cNvSpPr txBox="1">
            <a:spLocks noGrp="1"/>
          </p:cNvSpPr>
          <p:nvPr>
            <p:ph type="title" idx="2"/>
          </p:nvPr>
        </p:nvSpPr>
        <p:spPr>
          <a:xfrm>
            <a:off x="6691663" y="4245943"/>
            <a:ext cx="2476400" cy="596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 smtClean="0">
                <a:latin typeface="Tw Cen MT" panose="020B0602020104020603" pitchFamily="34" charset="0"/>
              </a:rPr>
              <a:t>Pada umumnya digunakan untuk menangkap ikan tuna</a:t>
            </a:r>
            <a:endParaRPr dirty="0">
              <a:latin typeface="Tw Cen MT" panose="020B0602020104020603" pitchFamily="34" charset="0"/>
            </a:endParaRPr>
          </a:p>
        </p:txBody>
      </p:sp>
      <p:sp>
        <p:nvSpPr>
          <p:cNvPr id="1226" name="Google Shape;1226;p49"/>
          <p:cNvSpPr txBox="1">
            <a:spLocks noGrp="1"/>
          </p:cNvSpPr>
          <p:nvPr>
            <p:ph type="subTitle" idx="3"/>
          </p:nvPr>
        </p:nvSpPr>
        <p:spPr>
          <a:xfrm>
            <a:off x="6691663" y="4387000"/>
            <a:ext cx="2476400" cy="1381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dirty="0">
              <a:latin typeface="Tw Cen MT" panose="020B0602020104020603" pitchFamily="34" charset="0"/>
            </a:endParaRPr>
          </a:p>
        </p:txBody>
      </p:sp>
      <p:sp>
        <p:nvSpPr>
          <p:cNvPr id="1227" name="Google Shape;1227;p49"/>
          <p:cNvSpPr txBox="1">
            <a:spLocks noGrp="1"/>
          </p:cNvSpPr>
          <p:nvPr>
            <p:ph type="title" idx="4"/>
          </p:nvPr>
        </p:nvSpPr>
        <p:spPr>
          <a:xfrm>
            <a:off x="3984869" y="4480800"/>
            <a:ext cx="2476400" cy="596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 smtClean="0">
                <a:latin typeface="Tw Cen MT" panose="020B0602020104020603" pitchFamily="34" charset="0"/>
              </a:rPr>
              <a:t>Kapal ini mudah dikenali dari bentuknya yang mirip kapal perang</a:t>
            </a:r>
            <a:endParaRPr dirty="0">
              <a:latin typeface="Tw Cen MT" panose="020B0602020104020603" pitchFamily="34" charset="0"/>
            </a:endParaRPr>
          </a:p>
        </p:txBody>
      </p:sp>
      <p:sp>
        <p:nvSpPr>
          <p:cNvPr id="1228" name="Google Shape;1228;p49"/>
          <p:cNvSpPr txBox="1">
            <a:spLocks noGrp="1"/>
          </p:cNvSpPr>
          <p:nvPr>
            <p:ph type="subTitle" idx="5"/>
          </p:nvPr>
        </p:nvSpPr>
        <p:spPr>
          <a:xfrm>
            <a:off x="1542992" y="1630916"/>
            <a:ext cx="3319955" cy="1381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-US" dirty="0" err="1" smtClean="0"/>
              <a:t>Menurut</a:t>
            </a:r>
            <a:r>
              <a:rPr lang="en-US" dirty="0" smtClean="0"/>
              <a:t> </a:t>
            </a:r>
            <a:r>
              <a:rPr lang="en-US" dirty="0" err="1" smtClean="0"/>
              <a:t>Manullang</a:t>
            </a:r>
            <a:r>
              <a:rPr lang="en-US" dirty="0" smtClean="0"/>
              <a:t>, 2014</a:t>
            </a:r>
            <a:endParaRPr dirty="0"/>
          </a:p>
        </p:txBody>
      </p:sp>
      <p:sp>
        <p:nvSpPr>
          <p:cNvPr id="1229" name="Google Shape;1229;p49"/>
          <p:cNvSpPr txBox="1">
            <a:spLocks noGrp="1"/>
          </p:cNvSpPr>
          <p:nvPr>
            <p:ph type="title" idx="6"/>
          </p:nvPr>
        </p:nvSpPr>
        <p:spPr>
          <a:xfrm>
            <a:off x="946000" y="946633"/>
            <a:ext cx="10300000" cy="596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b="1" dirty="0" smtClean="0">
                <a:latin typeface="Tw Cen MT" panose="020B0602020104020603" pitchFamily="34" charset="0"/>
              </a:rPr>
              <a:t>Karakteristik Kapal Longliner</a:t>
            </a:r>
            <a:endParaRPr b="1" dirty="0">
              <a:latin typeface="Tw Cen MT" panose="020B0602020104020603" pitchFamily="34" charset="0"/>
            </a:endParaRPr>
          </a:p>
        </p:txBody>
      </p:sp>
      <p:sp>
        <p:nvSpPr>
          <p:cNvPr id="1230" name="Google Shape;1230;p49"/>
          <p:cNvSpPr/>
          <p:nvPr/>
        </p:nvSpPr>
        <p:spPr>
          <a:xfrm rot="5400000" flipH="1">
            <a:off x="2052245" y="2961488"/>
            <a:ext cx="304579" cy="945328"/>
          </a:xfrm>
          <a:custGeom>
            <a:avLst/>
            <a:gdLst/>
            <a:ahLst/>
            <a:cxnLst/>
            <a:rect l="l" t="t" r="r" b="b"/>
            <a:pathLst>
              <a:path w="42539" h="132029" extrusionOk="0">
                <a:moveTo>
                  <a:pt x="21259" y="1"/>
                </a:moveTo>
                <a:cubicBezTo>
                  <a:pt x="21259" y="1"/>
                  <a:pt x="21029" y="210"/>
                  <a:pt x="20631" y="649"/>
                </a:cubicBezTo>
                <a:cubicBezTo>
                  <a:pt x="18874" y="2449"/>
                  <a:pt x="17325" y="4437"/>
                  <a:pt x="15861" y="6487"/>
                </a:cubicBezTo>
                <a:lnTo>
                  <a:pt x="15275" y="7345"/>
                </a:lnTo>
                <a:cubicBezTo>
                  <a:pt x="15066" y="7638"/>
                  <a:pt x="14877" y="7931"/>
                  <a:pt x="14689" y="8245"/>
                </a:cubicBezTo>
                <a:cubicBezTo>
                  <a:pt x="14291" y="8831"/>
                  <a:pt x="13915" y="9416"/>
                  <a:pt x="13538" y="10023"/>
                </a:cubicBezTo>
                <a:lnTo>
                  <a:pt x="12450" y="11823"/>
                </a:lnTo>
                <a:lnTo>
                  <a:pt x="11425" y="13685"/>
                </a:lnTo>
                <a:cubicBezTo>
                  <a:pt x="11048" y="14271"/>
                  <a:pt x="10776" y="14940"/>
                  <a:pt x="10421" y="15568"/>
                </a:cubicBezTo>
                <a:lnTo>
                  <a:pt x="9960" y="16510"/>
                </a:lnTo>
                <a:lnTo>
                  <a:pt x="9730" y="16970"/>
                </a:lnTo>
                <a:lnTo>
                  <a:pt x="9479" y="17451"/>
                </a:lnTo>
                <a:cubicBezTo>
                  <a:pt x="8914" y="18727"/>
                  <a:pt x="8286" y="20004"/>
                  <a:pt x="7763" y="21322"/>
                </a:cubicBezTo>
                <a:lnTo>
                  <a:pt x="6947" y="23268"/>
                </a:lnTo>
                <a:lnTo>
                  <a:pt x="6215" y="25256"/>
                </a:lnTo>
                <a:lnTo>
                  <a:pt x="5859" y="26260"/>
                </a:lnTo>
                <a:cubicBezTo>
                  <a:pt x="5713" y="26595"/>
                  <a:pt x="5608" y="26909"/>
                  <a:pt x="5504" y="27243"/>
                </a:cubicBezTo>
                <a:lnTo>
                  <a:pt x="4855" y="29252"/>
                </a:lnTo>
                <a:cubicBezTo>
                  <a:pt x="4395" y="30591"/>
                  <a:pt x="4039" y="31951"/>
                  <a:pt x="3683" y="33311"/>
                </a:cubicBezTo>
                <a:cubicBezTo>
                  <a:pt x="3286" y="34671"/>
                  <a:pt x="2993" y="36052"/>
                  <a:pt x="2679" y="37433"/>
                </a:cubicBezTo>
                <a:lnTo>
                  <a:pt x="2449" y="38437"/>
                </a:lnTo>
                <a:lnTo>
                  <a:pt x="2344" y="38961"/>
                </a:lnTo>
                <a:lnTo>
                  <a:pt x="2239" y="39484"/>
                </a:lnTo>
                <a:lnTo>
                  <a:pt x="1842" y="41576"/>
                </a:lnTo>
                <a:cubicBezTo>
                  <a:pt x="1716" y="42287"/>
                  <a:pt x="1591" y="42957"/>
                  <a:pt x="1486" y="43668"/>
                </a:cubicBezTo>
                <a:lnTo>
                  <a:pt x="1193" y="45761"/>
                </a:lnTo>
                <a:lnTo>
                  <a:pt x="900" y="47853"/>
                </a:lnTo>
                <a:lnTo>
                  <a:pt x="838" y="48376"/>
                </a:lnTo>
                <a:lnTo>
                  <a:pt x="775" y="48899"/>
                </a:lnTo>
                <a:lnTo>
                  <a:pt x="670" y="49945"/>
                </a:lnTo>
                <a:lnTo>
                  <a:pt x="461" y="52080"/>
                </a:lnTo>
                <a:cubicBezTo>
                  <a:pt x="419" y="52770"/>
                  <a:pt x="314" y="53482"/>
                  <a:pt x="273" y="54193"/>
                </a:cubicBezTo>
                <a:lnTo>
                  <a:pt x="63" y="58420"/>
                </a:lnTo>
                <a:lnTo>
                  <a:pt x="42" y="58943"/>
                </a:lnTo>
                <a:lnTo>
                  <a:pt x="42" y="59466"/>
                </a:lnTo>
                <a:lnTo>
                  <a:pt x="42" y="60512"/>
                </a:lnTo>
                <a:lnTo>
                  <a:pt x="22" y="62646"/>
                </a:lnTo>
                <a:cubicBezTo>
                  <a:pt x="22" y="63337"/>
                  <a:pt x="1" y="64048"/>
                  <a:pt x="22" y="64759"/>
                </a:cubicBezTo>
                <a:lnTo>
                  <a:pt x="105" y="66873"/>
                </a:lnTo>
                <a:lnTo>
                  <a:pt x="168" y="68986"/>
                </a:lnTo>
                <a:lnTo>
                  <a:pt x="210" y="70032"/>
                </a:lnTo>
                <a:lnTo>
                  <a:pt x="231" y="70555"/>
                </a:lnTo>
                <a:lnTo>
                  <a:pt x="273" y="71078"/>
                </a:lnTo>
                <a:cubicBezTo>
                  <a:pt x="524" y="73903"/>
                  <a:pt x="649" y="76707"/>
                  <a:pt x="1068" y="79511"/>
                </a:cubicBezTo>
                <a:cubicBezTo>
                  <a:pt x="1256" y="80912"/>
                  <a:pt x="1402" y="82314"/>
                  <a:pt x="1591" y="83716"/>
                </a:cubicBezTo>
                <a:lnTo>
                  <a:pt x="2260" y="87901"/>
                </a:lnTo>
                <a:lnTo>
                  <a:pt x="2616" y="89993"/>
                </a:lnTo>
                <a:cubicBezTo>
                  <a:pt x="2742" y="90705"/>
                  <a:pt x="2888" y="91374"/>
                  <a:pt x="3035" y="92065"/>
                </a:cubicBezTo>
                <a:lnTo>
                  <a:pt x="3892" y="96228"/>
                </a:lnTo>
                <a:lnTo>
                  <a:pt x="4102" y="97275"/>
                </a:lnTo>
                <a:lnTo>
                  <a:pt x="4353" y="98279"/>
                </a:lnTo>
                <a:lnTo>
                  <a:pt x="4855" y="100350"/>
                </a:lnTo>
                <a:lnTo>
                  <a:pt x="5880" y="104451"/>
                </a:lnTo>
                <a:cubicBezTo>
                  <a:pt x="6236" y="105812"/>
                  <a:pt x="6654" y="107172"/>
                  <a:pt x="7052" y="108532"/>
                </a:cubicBezTo>
                <a:cubicBezTo>
                  <a:pt x="7449" y="109892"/>
                  <a:pt x="7847" y="111252"/>
                  <a:pt x="8224" y="112591"/>
                </a:cubicBezTo>
                <a:cubicBezTo>
                  <a:pt x="9123" y="115269"/>
                  <a:pt x="9981" y="117947"/>
                  <a:pt x="10902" y="120625"/>
                </a:cubicBezTo>
                <a:lnTo>
                  <a:pt x="13831" y="128555"/>
                </a:lnTo>
                <a:lnTo>
                  <a:pt x="13915" y="128765"/>
                </a:lnTo>
                <a:lnTo>
                  <a:pt x="14124" y="128869"/>
                </a:lnTo>
                <a:lnTo>
                  <a:pt x="21050" y="131924"/>
                </a:lnTo>
                <a:lnTo>
                  <a:pt x="21280" y="132029"/>
                </a:lnTo>
                <a:lnTo>
                  <a:pt x="21510" y="131924"/>
                </a:lnTo>
                <a:lnTo>
                  <a:pt x="28457" y="128869"/>
                </a:lnTo>
                <a:lnTo>
                  <a:pt x="28666" y="128765"/>
                </a:lnTo>
                <a:lnTo>
                  <a:pt x="28729" y="128555"/>
                </a:lnTo>
                <a:lnTo>
                  <a:pt x="31658" y="120625"/>
                </a:lnTo>
                <a:cubicBezTo>
                  <a:pt x="32579" y="117947"/>
                  <a:pt x="33437" y="115269"/>
                  <a:pt x="34336" y="112591"/>
                </a:cubicBezTo>
                <a:cubicBezTo>
                  <a:pt x="34755" y="111231"/>
                  <a:pt x="35110" y="109871"/>
                  <a:pt x="35508" y="108532"/>
                </a:cubicBezTo>
                <a:lnTo>
                  <a:pt x="36680" y="104451"/>
                </a:lnTo>
                <a:lnTo>
                  <a:pt x="37705" y="100350"/>
                </a:lnTo>
                <a:lnTo>
                  <a:pt x="38207" y="98279"/>
                </a:lnTo>
                <a:lnTo>
                  <a:pt x="38458" y="97275"/>
                </a:lnTo>
                <a:lnTo>
                  <a:pt x="38667" y="96228"/>
                </a:lnTo>
                <a:lnTo>
                  <a:pt x="39546" y="92086"/>
                </a:lnTo>
                <a:cubicBezTo>
                  <a:pt x="39672" y="91416"/>
                  <a:pt x="39818" y="90705"/>
                  <a:pt x="39965" y="90014"/>
                </a:cubicBezTo>
                <a:lnTo>
                  <a:pt x="40299" y="87922"/>
                </a:lnTo>
                <a:lnTo>
                  <a:pt x="40969" y="83737"/>
                </a:lnTo>
                <a:cubicBezTo>
                  <a:pt x="41178" y="82356"/>
                  <a:pt x="41346" y="80954"/>
                  <a:pt x="41492" y="79531"/>
                </a:cubicBezTo>
                <a:cubicBezTo>
                  <a:pt x="41890" y="76728"/>
                  <a:pt x="42057" y="73903"/>
                  <a:pt x="42287" y="71120"/>
                </a:cubicBezTo>
                <a:lnTo>
                  <a:pt x="42329" y="70597"/>
                </a:lnTo>
                <a:lnTo>
                  <a:pt x="42371" y="70074"/>
                </a:lnTo>
                <a:lnTo>
                  <a:pt x="42392" y="69028"/>
                </a:lnTo>
                <a:lnTo>
                  <a:pt x="42476" y="66894"/>
                </a:lnTo>
                <a:lnTo>
                  <a:pt x="42538" y="64780"/>
                </a:lnTo>
                <a:cubicBezTo>
                  <a:pt x="42476" y="64027"/>
                  <a:pt x="42476" y="63316"/>
                  <a:pt x="42476" y="62604"/>
                </a:cubicBezTo>
                <a:lnTo>
                  <a:pt x="42434" y="60491"/>
                </a:lnTo>
                <a:lnTo>
                  <a:pt x="42434" y="59445"/>
                </a:lnTo>
                <a:lnTo>
                  <a:pt x="42434" y="58922"/>
                </a:lnTo>
                <a:lnTo>
                  <a:pt x="42413" y="58399"/>
                </a:lnTo>
                <a:lnTo>
                  <a:pt x="42204" y="54151"/>
                </a:lnTo>
                <a:cubicBezTo>
                  <a:pt x="42183" y="53461"/>
                  <a:pt x="42099" y="52749"/>
                  <a:pt x="42015" y="52038"/>
                </a:cubicBezTo>
                <a:lnTo>
                  <a:pt x="41806" y="49925"/>
                </a:lnTo>
                <a:lnTo>
                  <a:pt x="41701" y="48878"/>
                </a:lnTo>
                <a:lnTo>
                  <a:pt x="41660" y="48355"/>
                </a:lnTo>
                <a:lnTo>
                  <a:pt x="41576" y="47832"/>
                </a:lnTo>
                <a:lnTo>
                  <a:pt x="41283" y="45740"/>
                </a:lnTo>
                <a:lnTo>
                  <a:pt x="41011" y="43647"/>
                </a:lnTo>
                <a:cubicBezTo>
                  <a:pt x="40864" y="42936"/>
                  <a:pt x="40739" y="42266"/>
                  <a:pt x="40634" y="41555"/>
                </a:cubicBezTo>
                <a:lnTo>
                  <a:pt x="40237" y="39463"/>
                </a:lnTo>
                <a:lnTo>
                  <a:pt x="40132" y="38940"/>
                </a:lnTo>
                <a:lnTo>
                  <a:pt x="40027" y="38417"/>
                </a:lnTo>
                <a:lnTo>
                  <a:pt x="39797" y="37391"/>
                </a:lnTo>
                <a:cubicBezTo>
                  <a:pt x="39483" y="36010"/>
                  <a:pt x="39191" y="34650"/>
                  <a:pt x="38814" y="33290"/>
                </a:cubicBezTo>
                <a:cubicBezTo>
                  <a:pt x="38437" y="31930"/>
                  <a:pt x="38082" y="30570"/>
                  <a:pt x="37621" y="29231"/>
                </a:cubicBezTo>
                <a:lnTo>
                  <a:pt x="36973" y="27222"/>
                </a:lnTo>
                <a:cubicBezTo>
                  <a:pt x="36868" y="26888"/>
                  <a:pt x="36742" y="26532"/>
                  <a:pt x="36638" y="26218"/>
                </a:cubicBezTo>
                <a:lnTo>
                  <a:pt x="36261" y="25235"/>
                </a:lnTo>
                <a:lnTo>
                  <a:pt x="35529" y="23247"/>
                </a:lnTo>
                <a:lnTo>
                  <a:pt x="34734" y="21280"/>
                </a:lnTo>
                <a:cubicBezTo>
                  <a:pt x="34211" y="19983"/>
                  <a:pt x="33604" y="18706"/>
                  <a:pt x="32997" y="17409"/>
                </a:cubicBezTo>
                <a:lnTo>
                  <a:pt x="32767" y="16949"/>
                </a:lnTo>
                <a:lnTo>
                  <a:pt x="32537" y="16468"/>
                </a:lnTo>
                <a:lnTo>
                  <a:pt x="32056" y="15526"/>
                </a:lnTo>
                <a:cubicBezTo>
                  <a:pt x="31742" y="14898"/>
                  <a:pt x="31428" y="14271"/>
                  <a:pt x="31093" y="13643"/>
                </a:cubicBezTo>
                <a:lnTo>
                  <a:pt x="30068" y="11802"/>
                </a:lnTo>
                <a:lnTo>
                  <a:pt x="28980" y="9981"/>
                </a:lnTo>
                <a:cubicBezTo>
                  <a:pt x="28603" y="9395"/>
                  <a:pt x="28206" y="8810"/>
                  <a:pt x="27829" y="8203"/>
                </a:cubicBezTo>
                <a:cubicBezTo>
                  <a:pt x="27641" y="7931"/>
                  <a:pt x="27431" y="7617"/>
                  <a:pt x="27243" y="7324"/>
                </a:cubicBezTo>
                <a:lnTo>
                  <a:pt x="26636" y="6466"/>
                </a:lnTo>
                <a:cubicBezTo>
                  <a:pt x="25172" y="4416"/>
                  <a:pt x="23644" y="2428"/>
                  <a:pt x="21887" y="628"/>
                </a:cubicBezTo>
                <a:cubicBezTo>
                  <a:pt x="21510" y="231"/>
                  <a:pt x="21301" y="22"/>
                  <a:pt x="2125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defRPr/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31" name="Google Shape;1231;p49"/>
          <p:cNvSpPr/>
          <p:nvPr/>
        </p:nvSpPr>
        <p:spPr>
          <a:xfrm rot="5400000" flipH="1">
            <a:off x="4914912" y="2961488"/>
            <a:ext cx="304579" cy="945328"/>
          </a:xfrm>
          <a:custGeom>
            <a:avLst/>
            <a:gdLst/>
            <a:ahLst/>
            <a:cxnLst/>
            <a:rect l="l" t="t" r="r" b="b"/>
            <a:pathLst>
              <a:path w="42539" h="132029" extrusionOk="0">
                <a:moveTo>
                  <a:pt x="21259" y="1"/>
                </a:moveTo>
                <a:cubicBezTo>
                  <a:pt x="21259" y="1"/>
                  <a:pt x="21029" y="210"/>
                  <a:pt x="20631" y="649"/>
                </a:cubicBezTo>
                <a:cubicBezTo>
                  <a:pt x="18874" y="2449"/>
                  <a:pt x="17325" y="4437"/>
                  <a:pt x="15861" y="6487"/>
                </a:cubicBezTo>
                <a:lnTo>
                  <a:pt x="15275" y="7345"/>
                </a:lnTo>
                <a:cubicBezTo>
                  <a:pt x="15066" y="7638"/>
                  <a:pt x="14877" y="7931"/>
                  <a:pt x="14689" y="8245"/>
                </a:cubicBezTo>
                <a:cubicBezTo>
                  <a:pt x="14291" y="8831"/>
                  <a:pt x="13915" y="9416"/>
                  <a:pt x="13538" y="10023"/>
                </a:cubicBezTo>
                <a:lnTo>
                  <a:pt x="12450" y="11823"/>
                </a:lnTo>
                <a:lnTo>
                  <a:pt x="11425" y="13685"/>
                </a:lnTo>
                <a:cubicBezTo>
                  <a:pt x="11048" y="14271"/>
                  <a:pt x="10776" y="14940"/>
                  <a:pt x="10421" y="15568"/>
                </a:cubicBezTo>
                <a:lnTo>
                  <a:pt x="9960" y="16510"/>
                </a:lnTo>
                <a:lnTo>
                  <a:pt x="9730" y="16970"/>
                </a:lnTo>
                <a:lnTo>
                  <a:pt x="9479" y="17451"/>
                </a:lnTo>
                <a:cubicBezTo>
                  <a:pt x="8914" y="18727"/>
                  <a:pt x="8286" y="20004"/>
                  <a:pt x="7763" y="21322"/>
                </a:cubicBezTo>
                <a:lnTo>
                  <a:pt x="6947" y="23268"/>
                </a:lnTo>
                <a:lnTo>
                  <a:pt x="6215" y="25256"/>
                </a:lnTo>
                <a:lnTo>
                  <a:pt x="5859" y="26260"/>
                </a:lnTo>
                <a:cubicBezTo>
                  <a:pt x="5713" y="26595"/>
                  <a:pt x="5608" y="26909"/>
                  <a:pt x="5504" y="27243"/>
                </a:cubicBezTo>
                <a:lnTo>
                  <a:pt x="4855" y="29252"/>
                </a:lnTo>
                <a:cubicBezTo>
                  <a:pt x="4395" y="30591"/>
                  <a:pt x="4039" y="31951"/>
                  <a:pt x="3683" y="33311"/>
                </a:cubicBezTo>
                <a:cubicBezTo>
                  <a:pt x="3286" y="34671"/>
                  <a:pt x="2993" y="36052"/>
                  <a:pt x="2679" y="37433"/>
                </a:cubicBezTo>
                <a:lnTo>
                  <a:pt x="2449" y="38437"/>
                </a:lnTo>
                <a:lnTo>
                  <a:pt x="2344" y="38961"/>
                </a:lnTo>
                <a:lnTo>
                  <a:pt x="2239" y="39484"/>
                </a:lnTo>
                <a:lnTo>
                  <a:pt x="1842" y="41576"/>
                </a:lnTo>
                <a:cubicBezTo>
                  <a:pt x="1716" y="42287"/>
                  <a:pt x="1591" y="42957"/>
                  <a:pt x="1486" y="43668"/>
                </a:cubicBezTo>
                <a:lnTo>
                  <a:pt x="1193" y="45761"/>
                </a:lnTo>
                <a:lnTo>
                  <a:pt x="900" y="47853"/>
                </a:lnTo>
                <a:lnTo>
                  <a:pt x="838" y="48376"/>
                </a:lnTo>
                <a:lnTo>
                  <a:pt x="775" y="48899"/>
                </a:lnTo>
                <a:lnTo>
                  <a:pt x="670" y="49945"/>
                </a:lnTo>
                <a:lnTo>
                  <a:pt x="461" y="52080"/>
                </a:lnTo>
                <a:cubicBezTo>
                  <a:pt x="419" y="52770"/>
                  <a:pt x="314" y="53482"/>
                  <a:pt x="273" y="54193"/>
                </a:cubicBezTo>
                <a:lnTo>
                  <a:pt x="63" y="58420"/>
                </a:lnTo>
                <a:lnTo>
                  <a:pt x="42" y="58943"/>
                </a:lnTo>
                <a:lnTo>
                  <a:pt x="42" y="59466"/>
                </a:lnTo>
                <a:lnTo>
                  <a:pt x="42" y="60512"/>
                </a:lnTo>
                <a:lnTo>
                  <a:pt x="22" y="62646"/>
                </a:lnTo>
                <a:cubicBezTo>
                  <a:pt x="22" y="63337"/>
                  <a:pt x="1" y="64048"/>
                  <a:pt x="22" y="64759"/>
                </a:cubicBezTo>
                <a:lnTo>
                  <a:pt x="105" y="66873"/>
                </a:lnTo>
                <a:lnTo>
                  <a:pt x="168" y="68986"/>
                </a:lnTo>
                <a:lnTo>
                  <a:pt x="210" y="70032"/>
                </a:lnTo>
                <a:lnTo>
                  <a:pt x="231" y="70555"/>
                </a:lnTo>
                <a:lnTo>
                  <a:pt x="273" y="71078"/>
                </a:lnTo>
                <a:cubicBezTo>
                  <a:pt x="524" y="73903"/>
                  <a:pt x="649" y="76707"/>
                  <a:pt x="1068" y="79511"/>
                </a:cubicBezTo>
                <a:cubicBezTo>
                  <a:pt x="1256" y="80912"/>
                  <a:pt x="1402" y="82314"/>
                  <a:pt x="1591" y="83716"/>
                </a:cubicBezTo>
                <a:lnTo>
                  <a:pt x="2260" y="87901"/>
                </a:lnTo>
                <a:lnTo>
                  <a:pt x="2616" y="89993"/>
                </a:lnTo>
                <a:cubicBezTo>
                  <a:pt x="2742" y="90705"/>
                  <a:pt x="2888" y="91374"/>
                  <a:pt x="3035" y="92065"/>
                </a:cubicBezTo>
                <a:lnTo>
                  <a:pt x="3892" y="96228"/>
                </a:lnTo>
                <a:lnTo>
                  <a:pt x="4102" y="97275"/>
                </a:lnTo>
                <a:lnTo>
                  <a:pt x="4353" y="98279"/>
                </a:lnTo>
                <a:lnTo>
                  <a:pt x="4855" y="100350"/>
                </a:lnTo>
                <a:lnTo>
                  <a:pt x="5880" y="104451"/>
                </a:lnTo>
                <a:cubicBezTo>
                  <a:pt x="6236" y="105812"/>
                  <a:pt x="6654" y="107172"/>
                  <a:pt x="7052" y="108532"/>
                </a:cubicBezTo>
                <a:cubicBezTo>
                  <a:pt x="7449" y="109892"/>
                  <a:pt x="7847" y="111252"/>
                  <a:pt x="8224" y="112591"/>
                </a:cubicBezTo>
                <a:cubicBezTo>
                  <a:pt x="9123" y="115269"/>
                  <a:pt x="9981" y="117947"/>
                  <a:pt x="10902" y="120625"/>
                </a:cubicBezTo>
                <a:lnTo>
                  <a:pt x="13831" y="128555"/>
                </a:lnTo>
                <a:lnTo>
                  <a:pt x="13915" y="128765"/>
                </a:lnTo>
                <a:lnTo>
                  <a:pt x="14124" y="128869"/>
                </a:lnTo>
                <a:lnTo>
                  <a:pt x="21050" y="131924"/>
                </a:lnTo>
                <a:lnTo>
                  <a:pt x="21280" y="132029"/>
                </a:lnTo>
                <a:lnTo>
                  <a:pt x="21510" y="131924"/>
                </a:lnTo>
                <a:lnTo>
                  <a:pt x="28457" y="128869"/>
                </a:lnTo>
                <a:lnTo>
                  <a:pt x="28666" y="128765"/>
                </a:lnTo>
                <a:lnTo>
                  <a:pt x="28729" y="128555"/>
                </a:lnTo>
                <a:lnTo>
                  <a:pt x="31658" y="120625"/>
                </a:lnTo>
                <a:cubicBezTo>
                  <a:pt x="32579" y="117947"/>
                  <a:pt x="33437" y="115269"/>
                  <a:pt x="34336" y="112591"/>
                </a:cubicBezTo>
                <a:cubicBezTo>
                  <a:pt x="34755" y="111231"/>
                  <a:pt x="35110" y="109871"/>
                  <a:pt x="35508" y="108532"/>
                </a:cubicBezTo>
                <a:lnTo>
                  <a:pt x="36680" y="104451"/>
                </a:lnTo>
                <a:lnTo>
                  <a:pt x="37705" y="100350"/>
                </a:lnTo>
                <a:lnTo>
                  <a:pt x="38207" y="98279"/>
                </a:lnTo>
                <a:lnTo>
                  <a:pt x="38458" y="97275"/>
                </a:lnTo>
                <a:lnTo>
                  <a:pt x="38667" y="96228"/>
                </a:lnTo>
                <a:lnTo>
                  <a:pt x="39546" y="92086"/>
                </a:lnTo>
                <a:cubicBezTo>
                  <a:pt x="39672" y="91416"/>
                  <a:pt x="39818" y="90705"/>
                  <a:pt x="39965" y="90014"/>
                </a:cubicBezTo>
                <a:lnTo>
                  <a:pt x="40299" y="87922"/>
                </a:lnTo>
                <a:lnTo>
                  <a:pt x="40969" y="83737"/>
                </a:lnTo>
                <a:cubicBezTo>
                  <a:pt x="41178" y="82356"/>
                  <a:pt x="41346" y="80954"/>
                  <a:pt x="41492" y="79531"/>
                </a:cubicBezTo>
                <a:cubicBezTo>
                  <a:pt x="41890" y="76728"/>
                  <a:pt x="42057" y="73903"/>
                  <a:pt x="42287" y="71120"/>
                </a:cubicBezTo>
                <a:lnTo>
                  <a:pt x="42329" y="70597"/>
                </a:lnTo>
                <a:lnTo>
                  <a:pt x="42371" y="70074"/>
                </a:lnTo>
                <a:lnTo>
                  <a:pt x="42392" y="69028"/>
                </a:lnTo>
                <a:lnTo>
                  <a:pt x="42476" y="66894"/>
                </a:lnTo>
                <a:lnTo>
                  <a:pt x="42538" y="64780"/>
                </a:lnTo>
                <a:cubicBezTo>
                  <a:pt x="42476" y="64027"/>
                  <a:pt x="42476" y="63316"/>
                  <a:pt x="42476" y="62604"/>
                </a:cubicBezTo>
                <a:lnTo>
                  <a:pt x="42434" y="60491"/>
                </a:lnTo>
                <a:lnTo>
                  <a:pt x="42434" y="59445"/>
                </a:lnTo>
                <a:lnTo>
                  <a:pt x="42434" y="58922"/>
                </a:lnTo>
                <a:lnTo>
                  <a:pt x="42413" y="58399"/>
                </a:lnTo>
                <a:lnTo>
                  <a:pt x="42204" y="54151"/>
                </a:lnTo>
                <a:cubicBezTo>
                  <a:pt x="42183" y="53461"/>
                  <a:pt x="42099" y="52749"/>
                  <a:pt x="42015" y="52038"/>
                </a:cubicBezTo>
                <a:lnTo>
                  <a:pt x="41806" y="49925"/>
                </a:lnTo>
                <a:lnTo>
                  <a:pt x="41701" y="48878"/>
                </a:lnTo>
                <a:lnTo>
                  <a:pt x="41660" y="48355"/>
                </a:lnTo>
                <a:lnTo>
                  <a:pt x="41576" y="47832"/>
                </a:lnTo>
                <a:lnTo>
                  <a:pt x="41283" y="45740"/>
                </a:lnTo>
                <a:lnTo>
                  <a:pt x="41011" y="43647"/>
                </a:lnTo>
                <a:cubicBezTo>
                  <a:pt x="40864" y="42936"/>
                  <a:pt x="40739" y="42266"/>
                  <a:pt x="40634" y="41555"/>
                </a:cubicBezTo>
                <a:lnTo>
                  <a:pt x="40237" y="39463"/>
                </a:lnTo>
                <a:lnTo>
                  <a:pt x="40132" y="38940"/>
                </a:lnTo>
                <a:lnTo>
                  <a:pt x="40027" y="38417"/>
                </a:lnTo>
                <a:lnTo>
                  <a:pt x="39797" y="37391"/>
                </a:lnTo>
                <a:cubicBezTo>
                  <a:pt x="39483" y="36010"/>
                  <a:pt x="39191" y="34650"/>
                  <a:pt x="38814" y="33290"/>
                </a:cubicBezTo>
                <a:cubicBezTo>
                  <a:pt x="38437" y="31930"/>
                  <a:pt x="38082" y="30570"/>
                  <a:pt x="37621" y="29231"/>
                </a:cubicBezTo>
                <a:lnTo>
                  <a:pt x="36973" y="27222"/>
                </a:lnTo>
                <a:cubicBezTo>
                  <a:pt x="36868" y="26888"/>
                  <a:pt x="36742" y="26532"/>
                  <a:pt x="36638" y="26218"/>
                </a:cubicBezTo>
                <a:lnTo>
                  <a:pt x="36261" y="25235"/>
                </a:lnTo>
                <a:lnTo>
                  <a:pt x="35529" y="23247"/>
                </a:lnTo>
                <a:lnTo>
                  <a:pt x="34734" y="21280"/>
                </a:lnTo>
                <a:cubicBezTo>
                  <a:pt x="34211" y="19983"/>
                  <a:pt x="33604" y="18706"/>
                  <a:pt x="32997" y="17409"/>
                </a:cubicBezTo>
                <a:lnTo>
                  <a:pt x="32767" y="16949"/>
                </a:lnTo>
                <a:lnTo>
                  <a:pt x="32537" y="16468"/>
                </a:lnTo>
                <a:lnTo>
                  <a:pt x="32056" y="15526"/>
                </a:lnTo>
                <a:cubicBezTo>
                  <a:pt x="31742" y="14898"/>
                  <a:pt x="31428" y="14271"/>
                  <a:pt x="31093" y="13643"/>
                </a:cubicBezTo>
                <a:lnTo>
                  <a:pt x="30068" y="11802"/>
                </a:lnTo>
                <a:lnTo>
                  <a:pt x="28980" y="9981"/>
                </a:lnTo>
                <a:cubicBezTo>
                  <a:pt x="28603" y="9395"/>
                  <a:pt x="28206" y="8810"/>
                  <a:pt x="27829" y="8203"/>
                </a:cubicBezTo>
                <a:cubicBezTo>
                  <a:pt x="27641" y="7931"/>
                  <a:pt x="27431" y="7617"/>
                  <a:pt x="27243" y="7324"/>
                </a:cubicBezTo>
                <a:lnTo>
                  <a:pt x="26636" y="6466"/>
                </a:lnTo>
                <a:cubicBezTo>
                  <a:pt x="25172" y="4416"/>
                  <a:pt x="23644" y="2428"/>
                  <a:pt x="21887" y="628"/>
                </a:cubicBezTo>
                <a:cubicBezTo>
                  <a:pt x="21510" y="231"/>
                  <a:pt x="21301" y="22"/>
                  <a:pt x="2125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defRPr/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32" name="Google Shape;1232;p49"/>
          <p:cNvSpPr/>
          <p:nvPr/>
        </p:nvSpPr>
        <p:spPr>
          <a:xfrm rot="5400000" flipH="1">
            <a:off x="7777579" y="2961488"/>
            <a:ext cx="304579" cy="945328"/>
          </a:xfrm>
          <a:custGeom>
            <a:avLst/>
            <a:gdLst/>
            <a:ahLst/>
            <a:cxnLst/>
            <a:rect l="l" t="t" r="r" b="b"/>
            <a:pathLst>
              <a:path w="42539" h="132029" extrusionOk="0">
                <a:moveTo>
                  <a:pt x="21259" y="1"/>
                </a:moveTo>
                <a:cubicBezTo>
                  <a:pt x="21259" y="1"/>
                  <a:pt x="21029" y="210"/>
                  <a:pt x="20631" y="649"/>
                </a:cubicBezTo>
                <a:cubicBezTo>
                  <a:pt x="18874" y="2449"/>
                  <a:pt x="17325" y="4437"/>
                  <a:pt x="15861" y="6487"/>
                </a:cubicBezTo>
                <a:lnTo>
                  <a:pt x="15275" y="7345"/>
                </a:lnTo>
                <a:cubicBezTo>
                  <a:pt x="15066" y="7638"/>
                  <a:pt x="14877" y="7931"/>
                  <a:pt x="14689" y="8245"/>
                </a:cubicBezTo>
                <a:cubicBezTo>
                  <a:pt x="14291" y="8831"/>
                  <a:pt x="13915" y="9416"/>
                  <a:pt x="13538" y="10023"/>
                </a:cubicBezTo>
                <a:lnTo>
                  <a:pt x="12450" y="11823"/>
                </a:lnTo>
                <a:lnTo>
                  <a:pt x="11425" y="13685"/>
                </a:lnTo>
                <a:cubicBezTo>
                  <a:pt x="11048" y="14271"/>
                  <a:pt x="10776" y="14940"/>
                  <a:pt x="10421" y="15568"/>
                </a:cubicBezTo>
                <a:lnTo>
                  <a:pt x="9960" y="16510"/>
                </a:lnTo>
                <a:lnTo>
                  <a:pt x="9730" y="16970"/>
                </a:lnTo>
                <a:lnTo>
                  <a:pt x="9479" y="17451"/>
                </a:lnTo>
                <a:cubicBezTo>
                  <a:pt x="8914" y="18727"/>
                  <a:pt x="8286" y="20004"/>
                  <a:pt x="7763" y="21322"/>
                </a:cubicBezTo>
                <a:lnTo>
                  <a:pt x="6947" y="23268"/>
                </a:lnTo>
                <a:lnTo>
                  <a:pt x="6215" y="25256"/>
                </a:lnTo>
                <a:lnTo>
                  <a:pt x="5859" y="26260"/>
                </a:lnTo>
                <a:cubicBezTo>
                  <a:pt x="5713" y="26595"/>
                  <a:pt x="5608" y="26909"/>
                  <a:pt x="5504" y="27243"/>
                </a:cubicBezTo>
                <a:lnTo>
                  <a:pt x="4855" y="29252"/>
                </a:lnTo>
                <a:cubicBezTo>
                  <a:pt x="4395" y="30591"/>
                  <a:pt x="4039" y="31951"/>
                  <a:pt x="3683" y="33311"/>
                </a:cubicBezTo>
                <a:cubicBezTo>
                  <a:pt x="3286" y="34671"/>
                  <a:pt x="2993" y="36052"/>
                  <a:pt x="2679" y="37433"/>
                </a:cubicBezTo>
                <a:lnTo>
                  <a:pt x="2449" y="38437"/>
                </a:lnTo>
                <a:lnTo>
                  <a:pt x="2344" y="38961"/>
                </a:lnTo>
                <a:lnTo>
                  <a:pt x="2239" y="39484"/>
                </a:lnTo>
                <a:lnTo>
                  <a:pt x="1842" y="41576"/>
                </a:lnTo>
                <a:cubicBezTo>
                  <a:pt x="1716" y="42287"/>
                  <a:pt x="1591" y="42957"/>
                  <a:pt x="1486" y="43668"/>
                </a:cubicBezTo>
                <a:lnTo>
                  <a:pt x="1193" y="45761"/>
                </a:lnTo>
                <a:lnTo>
                  <a:pt x="900" y="47853"/>
                </a:lnTo>
                <a:lnTo>
                  <a:pt x="838" y="48376"/>
                </a:lnTo>
                <a:lnTo>
                  <a:pt x="775" y="48899"/>
                </a:lnTo>
                <a:lnTo>
                  <a:pt x="670" y="49945"/>
                </a:lnTo>
                <a:lnTo>
                  <a:pt x="461" y="52080"/>
                </a:lnTo>
                <a:cubicBezTo>
                  <a:pt x="419" y="52770"/>
                  <a:pt x="314" y="53482"/>
                  <a:pt x="273" y="54193"/>
                </a:cubicBezTo>
                <a:lnTo>
                  <a:pt x="63" y="58420"/>
                </a:lnTo>
                <a:lnTo>
                  <a:pt x="42" y="58943"/>
                </a:lnTo>
                <a:lnTo>
                  <a:pt x="42" y="59466"/>
                </a:lnTo>
                <a:lnTo>
                  <a:pt x="42" y="60512"/>
                </a:lnTo>
                <a:lnTo>
                  <a:pt x="22" y="62646"/>
                </a:lnTo>
                <a:cubicBezTo>
                  <a:pt x="22" y="63337"/>
                  <a:pt x="1" y="64048"/>
                  <a:pt x="22" y="64759"/>
                </a:cubicBezTo>
                <a:lnTo>
                  <a:pt x="105" y="66873"/>
                </a:lnTo>
                <a:lnTo>
                  <a:pt x="168" y="68986"/>
                </a:lnTo>
                <a:lnTo>
                  <a:pt x="210" y="70032"/>
                </a:lnTo>
                <a:lnTo>
                  <a:pt x="231" y="70555"/>
                </a:lnTo>
                <a:lnTo>
                  <a:pt x="273" y="71078"/>
                </a:lnTo>
                <a:cubicBezTo>
                  <a:pt x="524" y="73903"/>
                  <a:pt x="649" y="76707"/>
                  <a:pt x="1068" y="79511"/>
                </a:cubicBezTo>
                <a:cubicBezTo>
                  <a:pt x="1256" y="80912"/>
                  <a:pt x="1402" y="82314"/>
                  <a:pt x="1591" y="83716"/>
                </a:cubicBezTo>
                <a:lnTo>
                  <a:pt x="2260" y="87901"/>
                </a:lnTo>
                <a:lnTo>
                  <a:pt x="2616" y="89993"/>
                </a:lnTo>
                <a:cubicBezTo>
                  <a:pt x="2742" y="90705"/>
                  <a:pt x="2888" y="91374"/>
                  <a:pt x="3035" y="92065"/>
                </a:cubicBezTo>
                <a:lnTo>
                  <a:pt x="3892" y="96228"/>
                </a:lnTo>
                <a:lnTo>
                  <a:pt x="4102" y="97275"/>
                </a:lnTo>
                <a:lnTo>
                  <a:pt x="4353" y="98279"/>
                </a:lnTo>
                <a:lnTo>
                  <a:pt x="4855" y="100350"/>
                </a:lnTo>
                <a:lnTo>
                  <a:pt x="5880" y="104451"/>
                </a:lnTo>
                <a:cubicBezTo>
                  <a:pt x="6236" y="105812"/>
                  <a:pt x="6654" y="107172"/>
                  <a:pt x="7052" y="108532"/>
                </a:cubicBezTo>
                <a:cubicBezTo>
                  <a:pt x="7449" y="109892"/>
                  <a:pt x="7847" y="111252"/>
                  <a:pt x="8224" y="112591"/>
                </a:cubicBezTo>
                <a:cubicBezTo>
                  <a:pt x="9123" y="115269"/>
                  <a:pt x="9981" y="117947"/>
                  <a:pt x="10902" y="120625"/>
                </a:cubicBezTo>
                <a:lnTo>
                  <a:pt x="13831" y="128555"/>
                </a:lnTo>
                <a:lnTo>
                  <a:pt x="13915" y="128765"/>
                </a:lnTo>
                <a:lnTo>
                  <a:pt x="14124" y="128869"/>
                </a:lnTo>
                <a:lnTo>
                  <a:pt x="21050" y="131924"/>
                </a:lnTo>
                <a:lnTo>
                  <a:pt x="21280" y="132029"/>
                </a:lnTo>
                <a:lnTo>
                  <a:pt x="21510" y="131924"/>
                </a:lnTo>
                <a:lnTo>
                  <a:pt x="28457" y="128869"/>
                </a:lnTo>
                <a:lnTo>
                  <a:pt x="28666" y="128765"/>
                </a:lnTo>
                <a:lnTo>
                  <a:pt x="28729" y="128555"/>
                </a:lnTo>
                <a:lnTo>
                  <a:pt x="31658" y="120625"/>
                </a:lnTo>
                <a:cubicBezTo>
                  <a:pt x="32579" y="117947"/>
                  <a:pt x="33437" y="115269"/>
                  <a:pt x="34336" y="112591"/>
                </a:cubicBezTo>
                <a:cubicBezTo>
                  <a:pt x="34755" y="111231"/>
                  <a:pt x="35110" y="109871"/>
                  <a:pt x="35508" y="108532"/>
                </a:cubicBezTo>
                <a:lnTo>
                  <a:pt x="36680" y="104451"/>
                </a:lnTo>
                <a:lnTo>
                  <a:pt x="37705" y="100350"/>
                </a:lnTo>
                <a:lnTo>
                  <a:pt x="38207" y="98279"/>
                </a:lnTo>
                <a:lnTo>
                  <a:pt x="38458" y="97275"/>
                </a:lnTo>
                <a:lnTo>
                  <a:pt x="38667" y="96228"/>
                </a:lnTo>
                <a:lnTo>
                  <a:pt x="39546" y="92086"/>
                </a:lnTo>
                <a:cubicBezTo>
                  <a:pt x="39672" y="91416"/>
                  <a:pt x="39818" y="90705"/>
                  <a:pt x="39965" y="90014"/>
                </a:cubicBezTo>
                <a:lnTo>
                  <a:pt x="40299" y="87922"/>
                </a:lnTo>
                <a:lnTo>
                  <a:pt x="40969" y="83737"/>
                </a:lnTo>
                <a:cubicBezTo>
                  <a:pt x="41178" y="82356"/>
                  <a:pt x="41346" y="80954"/>
                  <a:pt x="41492" y="79531"/>
                </a:cubicBezTo>
                <a:cubicBezTo>
                  <a:pt x="41890" y="76728"/>
                  <a:pt x="42057" y="73903"/>
                  <a:pt x="42287" y="71120"/>
                </a:cubicBezTo>
                <a:lnTo>
                  <a:pt x="42329" y="70597"/>
                </a:lnTo>
                <a:lnTo>
                  <a:pt x="42371" y="70074"/>
                </a:lnTo>
                <a:lnTo>
                  <a:pt x="42392" y="69028"/>
                </a:lnTo>
                <a:lnTo>
                  <a:pt x="42476" y="66894"/>
                </a:lnTo>
                <a:lnTo>
                  <a:pt x="42538" y="64780"/>
                </a:lnTo>
                <a:cubicBezTo>
                  <a:pt x="42476" y="64027"/>
                  <a:pt x="42476" y="63316"/>
                  <a:pt x="42476" y="62604"/>
                </a:cubicBezTo>
                <a:lnTo>
                  <a:pt x="42434" y="60491"/>
                </a:lnTo>
                <a:lnTo>
                  <a:pt x="42434" y="59445"/>
                </a:lnTo>
                <a:lnTo>
                  <a:pt x="42434" y="58922"/>
                </a:lnTo>
                <a:lnTo>
                  <a:pt x="42413" y="58399"/>
                </a:lnTo>
                <a:lnTo>
                  <a:pt x="42204" y="54151"/>
                </a:lnTo>
                <a:cubicBezTo>
                  <a:pt x="42183" y="53461"/>
                  <a:pt x="42099" y="52749"/>
                  <a:pt x="42015" y="52038"/>
                </a:cubicBezTo>
                <a:lnTo>
                  <a:pt x="41806" y="49925"/>
                </a:lnTo>
                <a:lnTo>
                  <a:pt x="41701" y="48878"/>
                </a:lnTo>
                <a:lnTo>
                  <a:pt x="41660" y="48355"/>
                </a:lnTo>
                <a:lnTo>
                  <a:pt x="41576" y="47832"/>
                </a:lnTo>
                <a:lnTo>
                  <a:pt x="41283" y="45740"/>
                </a:lnTo>
                <a:lnTo>
                  <a:pt x="41011" y="43647"/>
                </a:lnTo>
                <a:cubicBezTo>
                  <a:pt x="40864" y="42936"/>
                  <a:pt x="40739" y="42266"/>
                  <a:pt x="40634" y="41555"/>
                </a:cubicBezTo>
                <a:lnTo>
                  <a:pt x="40237" y="39463"/>
                </a:lnTo>
                <a:lnTo>
                  <a:pt x="40132" y="38940"/>
                </a:lnTo>
                <a:lnTo>
                  <a:pt x="40027" y="38417"/>
                </a:lnTo>
                <a:lnTo>
                  <a:pt x="39797" y="37391"/>
                </a:lnTo>
                <a:cubicBezTo>
                  <a:pt x="39483" y="36010"/>
                  <a:pt x="39191" y="34650"/>
                  <a:pt x="38814" y="33290"/>
                </a:cubicBezTo>
                <a:cubicBezTo>
                  <a:pt x="38437" y="31930"/>
                  <a:pt x="38082" y="30570"/>
                  <a:pt x="37621" y="29231"/>
                </a:cubicBezTo>
                <a:lnTo>
                  <a:pt x="36973" y="27222"/>
                </a:lnTo>
                <a:cubicBezTo>
                  <a:pt x="36868" y="26888"/>
                  <a:pt x="36742" y="26532"/>
                  <a:pt x="36638" y="26218"/>
                </a:cubicBezTo>
                <a:lnTo>
                  <a:pt x="36261" y="25235"/>
                </a:lnTo>
                <a:lnTo>
                  <a:pt x="35529" y="23247"/>
                </a:lnTo>
                <a:lnTo>
                  <a:pt x="34734" y="21280"/>
                </a:lnTo>
                <a:cubicBezTo>
                  <a:pt x="34211" y="19983"/>
                  <a:pt x="33604" y="18706"/>
                  <a:pt x="32997" y="17409"/>
                </a:cubicBezTo>
                <a:lnTo>
                  <a:pt x="32767" y="16949"/>
                </a:lnTo>
                <a:lnTo>
                  <a:pt x="32537" y="16468"/>
                </a:lnTo>
                <a:lnTo>
                  <a:pt x="32056" y="15526"/>
                </a:lnTo>
                <a:cubicBezTo>
                  <a:pt x="31742" y="14898"/>
                  <a:pt x="31428" y="14271"/>
                  <a:pt x="31093" y="13643"/>
                </a:cubicBezTo>
                <a:lnTo>
                  <a:pt x="30068" y="11802"/>
                </a:lnTo>
                <a:lnTo>
                  <a:pt x="28980" y="9981"/>
                </a:lnTo>
                <a:cubicBezTo>
                  <a:pt x="28603" y="9395"/>
                  <a:pt x="28206" y="8810"/>
                  <a:pt x="27829" y="8203"/>
                </a:cubicBezTo>
                <a:cubicBezTo>
                  <a:pt x="27641" y="7931"/>
                  <a:pt x="27431" y="7617"/>
                  <a:pt x="27243" y="7324"/>
                </a:cubicBezTo>
                <a:lnTo>
                  <a:pt x="26636" y="6466"/>
                </a:lnTo>
                <a:cubicBezTo>
                  <a:pt x="25172" y="4416"/>
                  <a:pt x="23644" y="2428"/>
                  <a:pt x="21887" y="628"/>
                </a:cubicBezTo>
                <a:cubicBezTo>
                  <a:pt x="21510" y="231"/>
                  <a:pt x="21301" y="22"/>
                  <a:pt x="2125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defRPr/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3442946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519" y="1247968"/>
            <a:ext cx="9644611" cy="511922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09" name="Google Shape;609;p43"/>
          <p:cNvSpPr txBox="1">
            <a:spLocks noGrp="1"/>
          </p:cNvSpPr>
          <p:nvPr>
            <p:ph type="title"/>
          </p:nvPr>
        </p:nvSpPr>
        <p:spPr>
          <a:xfrm>
            <a:off x="928824" y="484367"/>
            <a:ext cx="10752000" cy="763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dirty="0" err="1" smtClean="0"/>
              <a:t>Kapal</a:t>
            </a:r>
            <a:r>
              <a:rPr lang="en-GB" dirty="0" smtClean="0"/>
              <a:t> </a:t>
            </a:r>
            <a:r>
              <a:rPr lang="en-GB" dirty="0" err="1" smtClean="0"/>
              <a:t>Longliner</a:t>
            </a:r>
            <a:r>
              <a:rPr lang="en-GB" dirty="0" smtClean="0"/>
              <a:t> </a:t>
            </a:r>
            <a:r>
              <a:rPr lang="en-GB" dirty="0" err="1"/>
              <a:t>Tampak</a:t>
            </a:r>
            <a:r>
              <a:rPr lang="en-GB" dirty="0"/>
              <a:t> </a:t>
            </a:r>
            <a:r>
              <a:rPr lang="en-GB" dirty="0" err="1"/>
              <a:t>Samping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187874" y="6367195"/>
            <a:ext cx="71249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2A2A2A"/>
                </a:solidFill>
                <a:latin typeface="Tw Cen MT" panose="020B0602020104020603" pitchFamily="34" charset="0"/>
              </a:rPr>
              <a:t>Prototype </a:t>
            </a:r>
            <a:r>
              <a:rPr lang="en-US" b="1" dirty="0" err="1" smtClean="0">
                <a:solidFill>
                  <a:srgbClr val="2A2A2A"/>
                </a:solidFill>
                <a:latin typeface="Tw Cen MT" panose="020B0602020104020603" pitchFamily="34" charset="0"/>
              </a:rPr>
              <a:t>Kapal</a:t>
            </a:r>
            <a:r>
              <a:rPr lang="en-US" b="1" dirty="0" smtClean="0">
                <a:solidFill>
                  <a:srgbClr val="2A2A2A"/>
                </a:solidFill>
                <a:latin typeface="Tw Cen MT" panose="020B0602020104020603" pitchFamily="34" charset="0"/>
              </a:rPr>
              <a:t> </a:t>
            </a:r>
            <a:r>
              <a:rPr lang="en-US" b="1" dirty="0" err="1" smtClean="0">
                <a:solidFill>
                  <a:srgbClr val="2A2A2A"/>
                </a:solidFill>
                <a:latin typeface="Tw Cen MT" panose="020B0602020104020603" pitchFamily="34" charset="0"/>
              </a:rPr>
              <a:t>Longliner</a:t>
            </a:r>
            <a:r>
              <a:rPr lang="en-US" b="1" dirty="0" smtClean="0">
                <a:solidFill>
                  <a:srgbClr val="2A2A2A"/>
                </a:solidFill>
                <a:latin typeface="Tw Cen MT" panose="020B0602020104020603" pitchFamily="34" charset="0"/>
              </a:rPr>
              <a:t> 60 GT FPIK UB</a:t>
            </a:r>
            <a:endParaRPr lang="en-US" b="1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1176424"/>
      </p:ext>
    </p:extLst>
  </p:cSld>
  <p:clrMapOvr>
    <a:masterClrMapping/>
  </p:clrMapOvr>
  <p:transition spd="med">
    <p:pull dir="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43"/>
          <p:cNvSpPr txBox="1">
            <a:spLocks noGrp="1"/>
          </p:cNvSpPr>
          <p:nvPr>
            <p:ph type="title"/>
          </p:nvPr>
        </p:nvSpPr>
        <p:spPr>
          <a:xfrm>
            <a:off x="884220" y="444083"/>
            <a:ext cx="10752000" cy="763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dirty="0" err="1" smtClean="0"/>
              <a:t>Kapal</a:t>
            </a:r>
            <a:r>
              <a:rPr lang="en-GB" dirty="0" smtClean="0"/>
              <a:t> </a:t>
            </a:r>
            <a:r>
              <a:rPr lang="en-GB" dirty="0" err="1" smtClean="0"/>
              <a:t>Longliner</a:t>
            </a:r>
            <a:r>
              <a:rPr lang="en-GB" dirty="0" smtClean="0"/>
              <a:t> </a:t>
            </a:r>
            <a:r>
              <a:rPr lang="en-GB" dirty="0" err="1" smtClean="0"/>
              <a:t>Depan</a:t>
            </a:r>
            <a:r>
              <a:rPr lang="en-GB" dirty="0" smtClean="0"/>
              <a:t> &amp; </a:t>
            </a:r>
            <a:r>
              <a:rPr lang="en-GB" dirty="0" err="1" smtClean="0"/>
              <a:t>Belakang</a:t>
            </a:r>
            <a:endParaRPr dirty="0"/>
          </a:p>
        </p:txBody>
      </p:sp>
      <p:pic>
        <p:nvPicPr>
          <p:cNvPr id="4" name="Picture 3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459"/>
          <a:stretch/>
        </p:blipFill>
        <p:spPr bwMode="auto">
          <a:xfrm>
            <a:off x="1680119" y="1207684"/>
            <a:ext cx="4319059" cy="524267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251"/>
          <a:stretch/>
        </p:blipFill>
        <p:spPr bwMode="auto">
          <a:xfrm>
            <a:off x="6840083" y="1283016"/>
            <a:ext cx="4088112" cy="516734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Rectangle 4"/>
          <p:cNvSpPr/>
          <p:nvPr/>
        </p:nvSpPr>
        <p:spPr>
          <a:xfrm>
            <a:off x="277153" y="6450359"/>
            <a:ext cx="712498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2A2A2A"/>
                </a:solidFill>
                <a:latin typeface="Roboto" pitchFamily="2" charset="0"/>
              </a:rPr>
              <a:t>Prototype </a:t>
            </a:r>
            <a:r>
              <a:rPr lang="en-US" dirty="0" err="1" smtClean="0">
                <a:solidFill>
                  <a:srgbClr val="2A2A2A"/>
                </a:solidFill>
                <a:latin typeface="Roboto" pitchFamily="2" charset="0"/>
              </a:rPr>
              <a:t>Kapal</a:t>
            </a:r>
            <a:r>
              <a:rPr lang="en-US" dirty="0" smtClean="0">
                <a:solidFill>
                  <a:srgbClr val="2A2A2A"/>
                </a:solidFill>
                <a:latin typeface="Roboto" pitchFamily="2" charset="0"/>
              </a:rPr>
              <a:t> </a:t>
            </a:r>
            <a:r>
              <a:rPr lang="en-US" dirty="0" err="1" smtClean="0">
                <a:solidFill>
                  <a:srgbClr val="2A2A2A"/>
                </a:solidFill>
                <a:latin typeface="Roboto" pitchFamily="2" charset="0"/>
              </a:rPr>
              <a:t>Longliner</a:t>
            </a:r>
            <a:r>
              <a:rPr lang="en-US" dirty="0" smtClean="0">
                <a:solidFill>
                  <a:srgbClr val="2A2A2A"/>
                </a:solidFill>
                <a:latin typeface="Roboto" pitchFamily="2" charset="0"/>
              </a:rPr>
              <a:t> 60 GT FPIK 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146749"/>
      </p:ext>
    </p:extLst>
  </p:cSld>
  <p:clrMapOvr>
    <a:masterClrMapping/>
  </p:clrMapOvr>
  <p:transition spd="slow">
    <p:pull dir="ld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43"/>
          <p:cNvSpPr txBox="1">
            <a:spLocks noGrp="1"/>
          </p:cNvSpPr>
          <p:nvPr>
            <p:ph type="title"/>
          </p:nvPr>
        </p:nvSpPr>
        <p:spPr>
          <a:xfrm>
            <a:off x="884220" y="444083"/>
            <a:ext cx="10752000" cy="763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dirty="0" err="1" smtClean="0"/>
              <a:t>Desain</a:t>
            </a:r>
            <a:r>
              <a:rPr lang="en-GB" dirty="0" smtClean="0"/>
              <a:t> </a:t>
            </a:r>
            <a:r>
              <a:rPr lang="en-GB" dirty="0" err="1" smtClean="0"/>
              <a:t>Kapal</a:t>
            </a:r>
            <a:r>
              <a:rPr lang="en-GB" dirty="0" smtClean="0"/>
              <a:t> </a:t>
            </a:r>
            <a:r>
              <a:rPr lang="en-GB" dirty="0" err="1" smtClean="0"/>
              <a:t>Longliner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77506" y="692068"/>
            <a:ext cx="484650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0213" y="2260751"/>
            <a:ext cx="4728505" cy="372063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01360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43"/>
          <p:cNvSpPr txBox="1">
            <a:spLocks noGrp="1"/>
          </p:cNvSpPr>
          <p:nvPr>
            <p:ph type="title"/>
          </p:nvPr>
        </p:nvSpPr>
        <p:spPr>
          <a:xfrm>
            <a:off x="884220" y="444083"/>
            <a:ext cx="10752000" cy="763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dirty="0" err="1" smtClean="0"/>
              <a:t>Ukuran</a:t>
            </a:r>
            <a:r>
              <a:rPr lang="en-GB" dirty="0" smtClean="0"/>
              <a:t> </a:t>
            </a:r>
            <a:r>
              <a:rPr lang="en-GB" dirty="0" err="1" smtClean="0"/>
              <a:t>Kapal</a:t>
            </a:r>
            <a:r>
              <a:rPr lang="en-GB" dirty="0" smtClean="0"/>
              <a:t> Long Line 60 GT</a:t>
            </a:r>
            <a:endParaRPr dirty="0"/>
          </a:p>
        </p:txBody>
      </p:sp>
      <p:pic>
        <p:nvPicPr>
          <p:cNvPr id="6" name="Picture 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" t="42647" r="20394" b="9378"/>
          <a:stretch/>
        </p:blipFill>
        <p:spPr bwMode="auto">
          <a:xfrm>
            <a:off x="750114" y="1724519"/>
            <a:ext cx="5814885" cy="46762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Google Shape;659;p37"/>
          <p:cNvSpPr txBox="1">
            <a:spLocks/>
          </p:cNvSpPr>
          <p:nvPr/>
        </p:nvSpPr>
        <p:spPr>
          <a:xfrm>
            <a:off x="6564999" y="1472717"/>
            <a:ext cx="5404087" cy="5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dika"/>
              <a:buChar char="●"/>
              <a:defRPr sz="1400" b="0" i="0" u="none" strike="noStrike" cap="none"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dika"/>
              <a:buChar char="○"/>
              <a:defRPr sz="1400" b="0" i="0" u="none" strike="noStrike" cap="none"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dika"/>
              <a:buChar char="■"/>
              <a:defRPr sz="1400" b="0" i="0" u="none" strike="noStrike" cap="none"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dika"/>
              <a:buChar char="●"/>
              <a:defRPr sz="1400" b="0" i="0" u="none" strike="noStrike" cap="none"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dika"/>
              <a:buChar char="○"/>
              <a:defRPr sz="1400" b="0" i="0" u="none" strike="noStrike" cap="none"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dika"/>
              <a:buChar char="■"/>
              <a:defRPr sz="1400" b="0" i="0" u="none" strike="noStrike" cap="none"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dika"/>
              <a:buChar char="●"/>
              <a:defRPr sz="1400" b="0" i="0" u="none" strike="noStrike" cap="none"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dika"/>
              <a:buChar char="○"/>
              <a:defRPr sz="1400" b="0" i="0" u="none" strike="noStrike" cap="none"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ndika"/>
              <a:buChar char="■"/>
              <a:defRPr sz="1400" b="0" i="0" u="none" strike="noStrike" cap="none"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defRPr>
            </a:lvl9pPr>
          </a:lstStyle>
          <a:p>
            <a:pPr marL="186262" indent="0" algn="just" defTabSz="1219170">
              <a:lnSpc>
                <a:spcPct val="150000"/>
              </a:lnSpc>
              <a:buClr>
                <a:srgbClr val="1A4568"/>
              </a:buClr>
              <a:buNone/>
            </a:pPr>
            <a:r>
              <a:rPr lang="en-US" sz="2133" b="1" kern="0" dirty="0" err="1">
                <a:solidFill>
                  <a:srgbClr val="002060"/>
                </a:solidFill>
                <a:latin typeface="Anton" panose="020B0604020202020204" charset="0"/>
                <a:ea typeface="Roboto" pitchFamily="2" charset="0"/>
              </a:rPr>
              <a:t>Ukuran</a:t>
            </a:r>
            <a:r>
              <a:rPr lang="en-US" sz="2133" b="1" kern="0" dirty="0">
                <a:solidFill>
                  <a:srgbClr val="002060"/>
                </a:solidFill>
                <a:latin typeface="Anton" panose="020B0604020202020204" charset="0"/>
                <a:ea typeface="Roboto" pitchFamily="2" charset="0"/>
              </a:rPr>
              <a:t> </a:t>
            </a:r>
            <a:r>
              <a:rPr lang="en-US" sz="2133" b="1" kern="0" dirty="0" err="1">
                <a:solidFill>
                  <a:srgbClr val="002060"/>
                </a:solidFill>
                <a:latin typeface="Anton" panose="020B0604020202020204" charset="0"/>
                <a:ea typeface="Roboto" pitchFamily="2" charset="0"/>
              </a:rPr>
              <a:t>Kapal</a:t>
            </a:r>
            <a:r>
              <a:rPr lang="en-US" sz="2133" b="1" kern="0" dirty="0">
                <a:solidFill>
                  <a:srgbClr val="002060"/>
                </a:solidFill>
                <a:latin typeface="Anton" panose="020B0604020202020204" charset="0"/>
                <a:ea typeface="Roboto" pitchFamily="2" charset="0"/>
              </a:rPr>
              <a:t> Long Line 60 GT, </a:t>
            </a:r>
            <a:r>
              <a:rPr lang="en-GB" sz="2133" b="1" kern="0" dirty="0" err="1">
                <a:solidFill>
                  <a:srgbClr val="002060"/>
                </a:solidFill>
                <a:latin typeface="Anton" panose="020B0604020202020204" charset="0"/>
              </a:rPr>
              <a:t>Produksi</a:t>
            </a:r>
            <a:r>
              <a:rPr lang="en-GB" sz="2133" b="1" kern="0" dirty="0">
                <a:solidFill>
                  <a:srgbClr val="002060"/>
                </a:solidFill>
                <a:latin typeface="Anton" panose="020B0604020202020204" charset="0"/>
              </a:rPr>
              <a:t> PAL Ship Building Indonesia Industry </a:t>
            </a:r>
            <a:r>
              <a:rPr lang="en-GB" sz="2133" b="1" kern="0" dirty="0" err="1">
                <a:solidFill>
                  <a:srgbClr val="002060"/>
                </a:solidFill>
                <a:latin typeface="Anton" panose="020B0604020202020204" charset="0"/>
              </a:rPr>
              <a:t>dengan</a:t>
            </a:r>
            <a:r>
              <a:rPr lang="en-GB" sz="2133" b="1" kern="0" dirty="0">
                <a:solidFill>
                  <a:srgbClr val="002060"/>
                </a:solidFill>
                <a:latin typeface="Anton" panose="020B0604020202020204" charset="0"/>
              </a:rPr>
              <a:t> </a:t>
            </a:r>
            <a:r>
              <a:rPr lang="en-GB" sz="2133" b="1" kern="0" dirty="0" err="1">
                <a:solidFill>
                  <a:srgbClr val="002060"/>
                </a:solidFill>
                <a:latin typeface="Anton" panose="020B0604020202020204" charset="0"/>
              </a:rPr>
              <a:t>skala</a:t>
            </a:r>
            <a:r>
              <a:rPr lang="en-GB" sz="2133" b="1" kern="0" dirty="0">
                <a:solidFill>
                  <a:srgbClr val="002060"/>
                </a:solidFill>
                <a:latin typeface="Anton" panose="020B0604020202020204" charset="0"/>
              </a:rPr>
              <a:t> 1 : 25</a:t>
            </a:r>
          </a:p>
          <a:p>
            <a:pPr marL="186262" indent="0" defTabSz="1219170">
              <a:lnSpc>
                <a:spcPct val="150000"/>
              </a:lnSpc>
              <a:buClr>
                <a:srgbClr val="1A4568"/>
              </a:buClr>
              <a:buNone/>
            </a:pPr>
            <a:r>
              <a:rPr lang="en-GB" sz="2133" b="1" kern="0" dirty="0">
                <a:solidFill>
                  <a:srgbClr val="002060"/>
                </a:solidFill>
                <a:latin typeface="Anton" panose="020B0604020202020204" charset="0"/>
              </a:rPr>
              <a:t>L</a:t>
            </a:r>
            <a:r>
              <a:rPr lang="en-GB" sz="2133" b="1" kern="0" baseline="-25000" dirty="0">
                <a:solidFill>
                  <a:srgbClr val="002060"/>
                </a:solidFill>
                <a:latin typeface="Anton" panose="020B0604020202020204" charset="0"/>
              </a:rPr>
              <a:t>OA  </a:t>
            </a:r>
            <a:r>
              <a:rPr lang="en-GB" sz="2133" b="1" kern="0" dirty="0">
                <a:solidFill>
                  <a:srgbClr val="002060"/>
                </a:solidFill>
                <a:latin typeface="Anton" panose="020B0604020202020204" charset="0"/>
              </a:rPr>
              <a:t>(Length Over All</a:t>
            </a:r>
            <a:r>
              <a:rPr lang="en-GB" sz="2133" b="1" kern="0" dirty="0" smtClean="0">
                <a:solidFill>
                  <a:srgbClr val="002060"/>
                </a:solidFill>
                <a:latin typeface="Anton" panose="020B0604020202020204" charset="0"/>
              </a:rPr>
              <a:t>)	: </a:t>
            </a:r>
            <a:r>
              <a:rPr lang="en-GB" sz="2133" b="1" kern="0" dirty="0">
                <a:solidFill>
                  <a:srgbClr val="002060"/>
                </a:solidFill>
                <a:latin typeface="Anton" panose="020B0604020202020204" charset="0"/>
              </a:rPr>
              <a:t>22.30 m </a:t>
            </a:r>
            <a:endParaRPr lang="en-US" sz="2133" b="1" kern="0" dirty="0">
              <a:solidFill>
                <a:srgbClr val="002060"/>
              </a:solidFill>
              <a:latin typeface="Anton" panose="020B0604020202020204" charset="0"/>
            </a:endParaRPr>
          </a:p>
          <a:p>
            <a:pPr marL="186262" indent="0" defTabSz="1219170">
              <a:lnSpc>
                <a:spcPct val="150000"/>
              </a:lnSpc>
              <a:buClr>
                <a:srgbClr val="1A4568"/>
              </a:buClr>
              <a:buNone/>
            </a:pPr>
            <a:r>
              <a:rPr lang="en-GB" sz="2133" b="1" kern="0" dirty="0">
                <a:solidFill>
                  <a:srgbClr val="002060"/>
                </a:solidFill>
                <a:latin typeface="Anton" panose="020B0604020202020204" charset="0"/>
              </a:rPr>
              <a:t>BM (Breadth Moulded)	: 05.20 m</a:t>
            </a:r>
            <a:endParaRPr lang="en-US" sz="2133" b="1" kern="0" dirty="0">
              <a:solidFill>
                <a:srgbClr val="002060"/>
              </a:solidFill>
              <a:latin typeface="Anton" panose="020B0604020202020204" charset="0"/>
            </a:endParaRPr>
          </a:p>
          <a:p>
            <a:pPr marL="186262" indent="0" defTabSz="1219170">
              <a:lnSpc>
                <a:spcPct val="150000"/>
              </a:lnSpc>
              <a:buClr>
                <a:srgbClr val="1A4568"/>
              </a:buClr>
              <a:buNone/>
            </a:pPr>
            <a:r>
              <a:rPr lang="en-GB" sz="2133" b="1" kern="0" dirty="0">
                <a:solidFill>
                  <a:srgbClr val="002060"/>
                </a:solidFill>
                <a:latin typeface="Anton" panose="020B0604020202020204" charset="0"/>
              </a:rPr>
              <a:t>D (Depth)		</a:t>
            </a:r>
            <a:r>
              <a:rPr lang="en-GB" sz="2133" b="1" kern="0" dirty="0" smtClean="0">
                <a:solidFill>
                  <a:srgbClr val="002060"/>
                </a:solidFill>
                <a:latin typeface="Anton" panose="020B0604020202020204" charset="0"/>
              </a:rPr>
              <a:t>: </a:t>
            </a:r>
            <a:r>
              <a:rPr lang="en-GB" sz="2133" b="1" kern="0" dirty="0">
                <a:solidFill>
                  <a:srgbClr val="002060"/>
                </a:solidFill>
                <a:latin typeface="Anton" panose="020B0604020202020204" charset="0"/>
              </a:rPr>
              <a:t>02.20 m </a:t>
            </a:r>
            <a:endParaRPr lang="en-US" sz="2133" b="1" kern="0" dirty="0">
              <a:solidFill>
                <a:srgbClr val="002060"/>
              </a:solidFill>
              <a:latin typeface="Anton" panose="020B0604020202020204" charset="0"/>
            </a:endParaRPr>
          </a:p>
          <a:p>
            <a:pPr marL="186262" indent="0" defTabSz="1219170">
              <a:lnSpc>
                <a:spcPct val="150000"/>
              </a:lnSpc>
              <a:buClr>
                <a:srgbClr val="1A4568"/>
              </a:buClr>
              <a:buNone/>
            </a:pPr>
            <a:r>
              <a:rPr lang="en-GB" sz="2133" b="1" kern="0" dirty="0">
                <a:solidFill>
                  <a:srgbClr val="002060"/>
                </a:solidFill>
                <a:latin typeface="Anton" panose="020B0604020202020204" charset="0"/>
              </a:rPr>
              <a:t>L</a:t>
            </a:r>
            <a:r>
              <a:rPr lang="en-GB" sz="2133" b="1" kern="0" baseline="-25000" dirty="0">
                <a:solidFill>
                  <a:srgbClr val="002060"/>
                </a:solidFill>
                <a:latin typeface="Anton" panose="020B0604020202020204" charset="0"/>
              </a:rPr>
              <a:t>WL </a:t>
            </a:r>
            <a:r>
              <a:rPr lang="en-GB" sz="2133" b="1" kern="0" dirty="0">
                <a:solidFill>
                  <a:srgbClr val="002060"/>
                </a:solidFill>
                <a:latin typeface="Anton" panose="020B0604020202020204" charset="0"/>
              </a:rPr>
              <a:t>(Length Water Line)	: 01.60 m </a:t>
            </a:r>
            <a:endParaRPr lang="en-US" sz="2133" b="1" kern="0" dirty="0">
              <a:solidFill>
                <a:srgbClr val="002060"/>
              </a:solidFill>
              <a:latin typeface="Anton" panose="020B0604020202020204" charset="0"/>
            </a:endParaRPr>
          </a:p>
          <a:p>
            <a:pPr marL="186262" indent="0" defTabSz="1219170">
              <a:lnSpc>
                <a:spcPct val="150000"/>
              </a:lnSpc>
              <a:buClr>
                <a:srgbClr val="1A4568"/>
              </a:buClr>
              <a:buNone/>
            </a:pPr>
            <a:r>
              <a:rPr lang="en-GB" sz="2133" b="1" kern="0" dirty="0" err="1">
                <a:solidFill>
                  <a:srgbClr val="002060"/>
                </a:solidFill>
                <a:latin typeface="Anton" panose="020B0604020202020204" charset="0"/>
              </a:rPr>
              <a:t>Mesin</a:t>
            </a:r>
            <a:r>
              <a:rPr lang="en-GB" sz="2133" b="1" kern="0" dirty="0">
                <a:solidFill>
                  <a:srgbClr val="002060"/>
                </a:solidFill>
                <a:latin typeface="Anton" panose="020B0604020202020204" charset="0"/>
              </a:rPr>
              <a:t> </a:t>
            </a:r>
            <a:r>
              <a:rPr lang="en-GB" sz="2133" b="1" kern="0" dirty="0" err="1">
                <a:solidFill>
                  <a:srgbClr val="002060"/>
                </a:solidFill>
                <a:latin typeface="Anton" panose="020B0604020202020204" charset="0"/>
              </a:rPr>
              <a:t>Kapal</a:t>
            </a:r>
            <a:r>
              <a:rPr lang="en-GB" sz="2133" b="1" kern="0" dirty="0">
                <a:solidFill>
                  <a:srgbClr val="002060"/>
                </a:solidFill>
                <a:latin typeface="Anton" panose="020B0604020202020204" charset="0"/>
              </a:rPr>
              <a:t> 		: 240 </a:t>
            </a:r>
            <a:r>
              <a:rPr lang="en-GB" sz="2133" b="1" kern="0" dirty="0" err="1">
                <a:solidFill>
                  <a:srgbClr val="002060"/>
                </a:solidFill>
                <a:latin typeface="Anton" panose="020B0604020202020204" charset="0"/>
              </a:rPr>
              <a:t>hp</a:t>
            </a:r>
            <a:endParaRPr lang="en-US" sz="2133" b="1" kern="0" dirty="0">
              <a:solidFill>
                <a:srgbClr val="002060"/>
              </a:solidFill>
              <a:latin typeface="Anton" panose="020B0604020202020204" charset="0"/>
            </a:endParaRPr>
          </a:p>
          <a:p>
            <a:pPr marL="186262" indent="0" defTabSz="1219170">
              <a:lnSpc>
                <a:spcPct val="150000"/>
              </a:lnSpc>
              <a:buClr>
                <a:srgbClr val="1A4568"/>
              </a:buClr>
              <a:buNone/>
            </a:pPr>
            <a:r>
              <a:rPr lang="en-GB" sz="2133" b="1" kern="0" dirty="0" err="1">
                <a:solidFill>
                  <a:srgbClr val="002060"/>
                </a:solidFill>
                <a:latin typeface="Anton" panose="020B0604020202020204" charset="0"/>
              </a:rPr>
              <a:t>Kecepatan</a:t>
            </a:r>
            <a:r>
              <a:rPr lang="en-GB" sz="2133" b="1" kern="0" dirty="0">
                <a:solidFill>
                  <a:srgbClr val="002060"/>
                </a:solidFill>
                <a:latin typeface="Anton" panose="020B0604020202020204" charset="0"/>
              </a:rPr>
              <a:t> 		: 12 knots </a:t>
            </a:r>
            <a:endParaRPr lang="en-US" sz="2133" b="1" kern="0" dirty="0">
              <a:solidFill>
                <a:srgbClr val="002060"/>
              </a:solidFill>
              <a:latin typeface="Anton" panose="020B0604020202020204" charset="0"/>
            </a:endParaRPr>
          </a:p>
          <a:p>
            <a:pPr marL="186262" indent="0" defTabSz="1219170">
              <a:lnSpc>
                <a:spcPct val="150000"/>
              </a:lnSpc>
              <a:buClr>
                <a:srgbClr val="1A4568"/>
              </a:buClr>
              <a:buNone/>
            </a:pPr>
            <a:r>
              <a:rPr lang="en-GB" sz="2133" b="1" kern="0" dirty="0" err="1">
                <a:solidFill>
                  <a:srgbClr val="002060"/>
                </a:solidFill>
                <a:latin typeface="Anton" panose="020B0604020202020204" charset="0"/>
              </a:rPr>
              <a:t>Awak</a:t>
            </a:r>
            <a:r>
              <a:rPr lang="en-GB" sz="2133" b="1" kern="0" dirty="0">
                <a:solidFill>
                  <a:srgbClr val="002060"/>
                </a:solidFill>
                <a:latin typeface="Anton" panose="020B0604020202020204" charset="0"/>
              </a:rPr>
              <a:t> </a:t>
            </a:r>
            <a:r>
              <a:rPr lang="en-GB" sz="2133" b="1" kern="0" dirty="0" err="1">
                <a:solidFill>
                  <a:srgbClr val="002060"/>
                </a:solidFill>
                <a:latin typeface="Anton" panose="020B0604020202020204" charset="0"/>
              </a:rPr>
              <a:t>Kapal</a:t>
            </a:r>
            <a:r>
              <a:rPr lang="en-GB" sz="2133" b="1" kern="0" dirty="0">
                <a:solidFill>
                  <a:srgbClr val="002060"/>
                </a:solidFill>
                <a:latin typeface="Anton" panose="020B0604020202020204" charset="0"/>
              </a:rPr>
              <a:t> 		: 8 orang </a:t>
            </a:r>
            <a:endParaRPr lang="en-US" sz="2133" b="1" kern="0" dirty="0">
              <a:solidFill>
                <a:srgbClr val="002060"/>
              </a:solidFill>
              <a:latin typeface="Anton" panose="020B060402020202020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8818" y="6506147"/>
            <a:ext cx="712498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2A2A2A"/>
                </a:solidFill>
                <a:latin typeface="Roboto" pitchFamily="2" charset="0"/>
              </a:rPr>
              <a:t>Prototype </a:t>
            </a:r>
            <a:r>
              <a:rPr lang="en-US" dirty="0" err="1" smtClean="0">
                <a:solidFill>
                  <a:srgbClr val="2A2A2A"/>
                </a:solidFill>
                <a:latin typeface="Roboto" pitchFamily="2" charset="0"/>
              </a:rPr>
              <a:t>Kapal</a:t>
            </a:r>
            <a:r>
              <a:rPr lang="en-US" dirty="0" smtClean="0">
                <a:solidFill>
                  <a:srgbClr val="2A2A2A"/>
                </a:solidFill>
                <a:latin typeface="Roboto" pitchFamily="2" charset="0"/>
              </a:rPr>
              <a:t> </a:t>
            </a:r>
            <a:r>
              <a:rPr lang="en-US" dirty="0" err="1" smtClean="0">
                <a:solidFill>
                  <a:srgbClr val="2A2A2A"/>
                </a:solidFill>
                <a:latin typeface="Roboto" pitchFamily="2" charset="0"/>
              </a:rPr>
              <a:t>Longliner</a:t>
            </a:r>
            <a:r>
              <a:rPr lang="en-US" dirty="0" smtClean="0">
                <a:solidFill>
                  <a:srgbClr val="2A2A2A"/>
                </a:solidFill>
                <a:latin typeface="Roboto" pitchFamily="2" charset="0"/>
              </a:rPr>
              <a:t> 60 GT FPIK 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420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>
            <a:spLocks noGrp="1"/>
          </p:cNvSpPr>
          <p:nvPr>
            <p:ph type="title" idx="2"/>
          </p:nvPr>
        </p:nvSpPr>
        <p:spPr>
          <a:xfrm>
            <a:off x="3531169" y="2408801"/>
            <a:ext cx="5129200" cy="198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" sz="7200" dirty="0"/>
              <a:t>Konstruksi</a:t>
            </a:r>
            <a:endParaRPr sz="7200" dirty="0"/>
          </a:p>
        </p:txBody>
      </p:sp>
      <p:sp>
        <p:nvSpPr>
          <p:cNvPr id="823" name="Google Shape;823;p42"/>
          <p:cNvSpPr txBox="1">
            <a:spLocks noGrp="1"/>
          </p:cNvSpPr>
          <p:nvPr>
            <p:ph type="title"/>
          </p:nvPr>
        </p:nvSpPr>
        <p:spPr>
          <a:xfrm>
            <a:off x="3398294" y="3509601"/>
            <a:ext cx="5636524" cy="882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 smtClean="0"/>
              <a:t>Kapal Longliner</a:t>
            </a:r>
            <a:endParaRPr dirty="0"/>
          </a:p>
        </p:txBody>
      </p:sp>
      <p:sp>
        <p:nvSpPr>
          <p:cNvPr id="824" name="Google Shape;824;p42"/>
          <p:cNvSpPr txBox="1">
            <a:spLocks noGrp="1"/>
          </p:cNvSpPr>
          <p:nvPr>
            <p:ph type="subTitle" idx="1"/>
          </p:nvPr>
        </p:nvSpPr>
        <p:spPr>
          <a:xfrm>
            <a:off x="4092169" y="4690400"/>
            <a:ext cx="4007200" cy="790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420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45"/>
          <p:cNvSpPr txBox="1">
            <a:spLocks noGrp="1"/>
          </p:cNvSpPr>
          <p:nvPr>
            <p:ph type="title"/>
          </p:nvPr>
        </p:nvSpPr>
        <p:spPr>
          <a:xfrm>
            <a:off x="3786851" y="-23056"/>
            <a:ext cx="4802955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 smtClean="0"/>
              <a:t>Konstruksi Kapal </a:t>
            </a:r>
            <a:r>
              <a:rPr lang="en" dirty="0" smtClean="0"/>
              <a:t>Longliner 60 GT</a:t>
            </a:r>
            <a:endParaRPr dirty="0"/>
          </a:p>
        </p:txBody>
      </p:sp>
      <p:sp>
        <p:nvSpPr>
          <p:cNvPr id="665" name="Google Shape;665;p45"/>
          <p:cNvSpPr txBox="1">
            <a:spLocks noGrp="1"/>
          </p:cNvSpPr>
          <p:nvPr>
            <p:ph type="subTitle" idx="1"/>
          </p:nvPr>
        </p:nvSpPr>
        <p:spPr>
          <a:xfrm>
            <a:off x="4438588" y="2539300"/>
            <a:ext cx="3314800" cy="476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/>
            <a:r>
              <a:rPr lang="en" dirty="0" smtClean="0"/>
              <a:t>Lunas</a:t>
            </a:r>
            <a:endParaRPr dirty="0"/>
          </a:p>
        </p:txBody>
      </p:sp>
      <p:sp>
        <p:nvSpPr>
          <p:cNvPr id="666" name="Google Shape;666;p45"/>
          <p:cNvSpPr txBox="1">
            <a:spLocks noGrp="1"/>
          </p:cNvSpPr>
          <p:nvPr>
            <p:ph type="subTitle" idx="2"/>
          </p:nvPr>
        </p:nvSpPr>
        <p:spPr>
          <a:xfrm>
            <a:off x="4814588" y="2964800"/>
            <a:ext cx="2562800" cy="82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dirty="0" smtClean="0"/>
              <a:t>(Keel)</a:t>
            </a:r>
            <a:endParaRPr dirty="0"/>
          </a:p>
        </p:txBody>
      </p:sp>
      <p:sp>
        <p:nvSpPr>
          <p:cNvPr id="667" name="Google Shape;667;p45"/>
          <p:cNvSpPr txBox="1">
            <a:spLocks noGrp="1"/>
          </p:cNvSpPr>
          <p:nvPr>
            <p:ph type="subTitle" idx="3"/>
          </p:nvPr>
        </p:nvSpPr>
        <p:spPr>
          <a:xfrm>
            <a:off x="879551" y="2539300"/>
            <a:ext cx="3314800" cy="476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/>
            <a:r>
              <a:rPr lang="en-US" dirty="0" err="1" smtClean="0"/>
              <a:t>Linggi</a:t>
            </a:r>
            <a:endParaRPr dirty="0"/>
          </a:p>
        </p:txBody>
      </p:sp>
      <p:sp>
        <p:nvSpPr>
          <p:cNvPr id="669" name="Google Shape;669;p45"/>
          <p:cNvSpPr txBox="1">
            <a:spLocks noGrp="1"/>
          </p:cNvSpPr>
          <p:nvPr>
            <p:ph type="subTitle" idx="5"/>
          </p:nvPr>
        </p:nvSpPr>
        <p:spPr>
          <a:xfrm>
            <a:off x="4438588" y="5086000"/>
            <a:ext cx="3314800" cy="476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/>
            <a:r>
              <a:rPr lang="en" dirty="0" smtClean="0"/>
              <a:t>Anjungan</a:t>
            </a:r>
            <a:endParaRPr dirty="0"/>
          </a:p>
        </p:txBody>
      </p:sp>
      <p:sp>
        <p:nvSpPr>
          <p:cNvPr id="670" name="Google Shape;670;p45"/>
          <p:cNvSpPr txBox="1">
            <a:spLocks noGrp="1"/>
          </p:cNvSpPr>
          <p:nvPr>
            <p:ph type="subTitle" idx="6"/>
          </p:nvPr>
        </p:nvSpPr>
        <p:spPr>
          <a:xfrm>
            <a:off x="4814588" y="5511504"/>
            <a:ext cx="2562800" cy="82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dirty="0" smtClean="0"/>
              <a:t>(Wheel House)</a:t>
            </a:r>
            <a:endParaRPr dirty="0"/>
          </a:p>
        </p:txBody>
      </p:sp>
      <p:sp>
        <p:nvSpPr>
          <p:cNvPr id="671" name="Google Shape;671;p45"/>
          <p:cNvSpPr txBox="1">
            <a:spLocks noGrp="1"/>
          </p:cNvSpPr>
          <p:nvPr>
            <p:ph type="subTitle" idx="7"/>
          </p:nvPr>
        </p:nvSpPr>
        <p:spPr>
          <a:xfrm>
            <a:off x="879551" y="5086000"/>
            <a:ext cx="3314800" cy="476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/>
            <a:r>
              <a:rPr lang="en" dirty="0" smtClean="0"/>
              <a:t>Tiang</a:t>
            </a:r>
            <a:endParaRPr dirty="0"/>
          </a:p>
        </p:txBody>
      </p:sp>
      <p:sp>
        <p:nvSpPr>
          <p:cNvPr id="672" name="Google Shape;672;p45"/>
          <p:cNvSpPr txBox="1">
            <a:spLocks noGrp="1"/>
          </p:cNvSpPr>
          <p:nvPr>
            <p:ph type="subTitle" idx="8"/>
          </p:nvPr>
        </p:nvSpPr>
        <p:spPr>
          <a:xfrm>
            <a:off x="1255551" y="5511504"/>
            <a:ext cx="2562800" cy="82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dirty="0" smtClean="0"/>
              <a:t>(</a:t>
            </a:r>
            <a:r>
              <a:rPr lang="en-US" dirty="0" err="1" smtClean="0"/>
              <a:t>Mest</a:t>
            </a:r>
            <a:r>
              <a:rPr lang="en-US" dirty="0" smtClean="0"/>
              <a:t>)</a:t>
            </a:r>
            <a:endParaRPr dirty="0"/>
          </a:p>
        </p:txBody>
      </p:sp>
      <p:sp>
        <p:nvSpPr>
          <p:cNvPr id="673" name="Google Shape;673;p45"/>
          <p:cNvSpPr txBox="1">
            <a:spLocks noGrp="1"/>
          </p:cNvSpPr>
          <p:nvPr>
            <p:ph type="subTitle" idx="9"/>
          </p:nvPr>
        </p:nvSpPr>
        <p:spPr>
          <a:xfrm>
            <a:off x="7997621" y="2539300"/>
            <a:ext cx="3314800" cy="476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/>
            <a:r>
              <a:rPr lang="en" dirty="0" smtClean="0"/>
              <a:t>Geladak</a:t>
            </a:r>
            <a:endParaRPr dirty="0"/>
          </a:p>
        </p:txBody>
      </p:sp>
      <p:sp>
        <p:nvSpPr>
          <p:cNvPr id="674" name="Google Shape;674;p45"/>
          <p:cNvSpPr txBox="1">
            <a:spLocks noGrp="1"/>
          </p:cNvSpPr>
          <p:nvPr>
            <p:ph type="subTitle" idx="13"/>
          </p:nvPr>
        </p:nvSpPr>
        <p:spPr>
          <a:xfrm>
            <a:off x="8373621" y="2964800"/>
            <a:ext cx="2562800" cy="82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dirty="0" smtClean="0"/>
              <a:t>(Deck)</a:t>
            </a:r>
            <a:endParaRPr dirty="0"/>
          </a:p>
        </p:txBody>
      </p:sp>
      <p:sp>
        <p:nvSpPr>
          <p:cNvPr id="675" name="Google Shape;675;p45"/>
          <p:cNvSpPr/>
          <p:nvPr/>
        </p:nvSpPr>
        <p:spPr>
          <a:xfrm>
            <a:off x="5554200" y="1387632"/>
            <a:ext cx="1083600" cy="1083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defRPr/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76" name="Google Shape;676;p45"/>
          <p:cNvSpPr/>
          <p:nvPr/>
        </p:nvSpPr>
        <p:spPr>
          <a:xfrm>
            <a:off x="5553517" y="3956865"/>
            <a:ext cx="1083600" cy="1083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defRPr/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77" name="Google Shape;677;p45"/>
          <p:cNvSpPr/>
          <p:nvPr/>
        </p:nvSpPr>
        <p:spPr>
          <a:xfrm>
            <a:off x="9112517" y="3956865"/>
            <a:ext cx="1083600" cy="1083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defRPr/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78" name="Google Shape;678;p45"/>
          <p:cNvSpPr/>
          <p:nvPr/>
        </p:nvSpPr>
        <p:spPr>
          <a:xfrm>
            <a:off x="1994517" y="3956865"/>
            <a:ext cx="1083600" cy="1083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defRPr/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79" name="Google Shape;679;p45"/>
          <p:cNvSpPr/>
          <p:nvPr/>
        </p:nvSpPr>
        <p:spPr>
          <a:xfrm>
            <a:off x="9113200" y="1387632"/>
            <a:ext cx="1083600" cy="1083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defRPr/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80" name="Google Shape;680;p45"/>
          <p:cNvSpPr txBox="1">
            <a:spLocks noGrp="1"/>
          </p:cNvSpPr>
          <p:nvPr>
            <p:ph type="subTitle" idx="14"/>
          </p:nvPr>
        </p:nvSpPr>
        <p:spPr>
          <a:xfrm>
            <a:off x="7997621" y="5086000"/>
            <a:ext cx="3314800" cy="476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/>
            <a:r>
              <a:rPr lang="en" dirty="0" smtClean="0"/>
              <a:t>Palka</a:t>
            </a:r>
            <a:endParaRPr dirty="0"/>
          </a:p>
        </p:txBody>
      </p:sp>
      <p:sp>
        <p:nvSpPr>
          <p:cNvPr id="681" name="Google Shape;681;p45"/>
          <p:cNvSpPr txBox="1">
            <a:spLocks noGrp="1"/>
          </p:cNvSpPr>
          <p:nvPr>
            <p:ph type="subTitle" idx="15"/>
          </p:nvPr>
        </p:nvSpPr>
        <p:spPr>
          <a:xfrm>
            <a:off x="8373621" y="5511504"/>
            <a:ext cx="2562800" cy="82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682" name="Google Shape;682;p45"/>
          <p:cNvSpPr/>
          <p:nvPr/>
        </p:nvSpPr>
        <p:spPr>
          <a:xfrm>
            <a:off x="1995200" y="1387632"/>
            <a:ext cx="1083600" cy="1083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defRPr/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68" name="Google Shape;668;p45"/>
          <p:cNvSpPr txBox="1">
            <a:spLocks noGrp="1"/>
          </p:cNvSpPr>
          <p:nvPr>
            <p:ph type="subTitle" idx="4"/>
          </p:nvPr>
        </p:nvSpPr>
        <p:spPr>
          <a:xfrm>
            <a:off x="1224051" y="1434933"/>
            <a:ext cx="2562800" cy="82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4800" dirty="0"/>
              <a:t>1</a:t>
            </a:r>
            <a:endParaRPr sz="4800" dirty="0"/>
          </a:p>
        </p:txBody>
      </p:sp>
      <p:sp>
        <p:nvSpPr>
          <p:cNvPr id="56" name="Google Shape;668;p45"/>
          <p:cNvSpPr txBox="1">
            <a:spLocks/>
          </p:cNvSpPr>
          <p:nvPr/>
        </p:nvSpPr>
        <p:spPr>
          <a:xfrm>
            <a:off x="4814588" y="1501748"/>
            <a:ext cx="25628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defTabSz="1219170">
              <a:buClr>
                <a:srgbClr val="285E89"/>
              </a:buClr>
            </a:pPr>
            <a:r>
              <a:rPr lang="en-US" sz="4800" kern="0" dirty="0">
                <a:solidFill>
                  <a:srgbClr val="285E89"/>
                </a:solidFill>
              </a:rPr>
              <a:t>2</a:t>
            </a:r>
          </a:p>
        </p:txBody>
      </p:sp>
      <p:sp>
        <p:nvSpPr>
          <p:cNvPr id="57" name="Google Shape;668;p45"/>
          <p:cNvSpPr txBox="1">
            <a:spLocks/>
          </p:cNvSpPr>
          <p:nvPr/>
        </p:nvSpPr>
        <p:spPr>
          <a:xfrm>
            <a:off x="8372917" y="1514848"/>
            <a:ext cx="25628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defTabSz="1219170">
              <a:buClr>
                <a:srgbClr val="285E89"/>
              </a:buClr>
            </a:pPr>
            <a:r>
              <a:rPr lang="en-US" sz="4800" kern="0" dirty="0">
                <a:solidFill>
                  <a:srgbClr val="285E89"/>
                </a:solidFill>
              </a:rPr>
              <a:t>3</a:t>
            </a:r>
          </a:p>
        </p:txBody>
      </p:sp>
      <p:sp>
        <p:nvSpPr>
          <p:cNvPr id="58" name="Google Shape;668;p45"/>
          <p:cNvSpPr txBox="1">
            <a:spLocks/>
          </p:cNvSpPr>
          <p:nvPr/>
        </p:nvSpPr>
        <p:spPr>
          <a:xfrm>
            <a:off x="1224051" y="3956865"/>
            <a:ext cx="25628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defTabSz="1219170">
              <a:buClr>
                <a:srgbClr val="285E89"/>
              </a:buClr>
            </a:pPr>
            <a:r>
              <a:rPr lang="en-US" sz="4800" kern="0" dirty="0">
                <a:solidFill>
                  <a:srgbClr val="285E89"/>
                </a:solidFill>
              </a:rPr>
              <a:t>4</a:t>
            </a:r>
          </a:p>
        </p:txBody>
      </p:sp>
      <p:sp>
        <p:nvSpPr>
          <p:cNvPr id="59" name="Google Shape;668;p45"/>
          <p:cNvSpPr txBox="1">
            <a:spLocks/>
          </p:cNvSpPr>
          <p:nvPr/>
        </p:nvSpPr>
        <p:spPr>
          <a:xfrm>
            <a:off x="4775257" y="4033545"/>
            <a:ext cx="25628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defTabSz="1219170">
              <a:buClr>
                <a:srgbClr val="285E89"/>
              </a:buClr>
            </a:pPr>
            <a:r>
              <a:rPr lang="en-US" sz="4800" kern="0" dirty="0">
                <a:solidFill>
                  <a:srgbClr val="285E89"/>
                </a:solidFill>
              </a:rPr>
              <a:t>5</a:t>
            </a:r>
          </a:p>
        </p:txBody>
      </p:sp>
      <p:sp>
        <p:nvSpPr>
          <p:cNvPr id="60" name="Google Shape;668;p45"/>
          <p:cNvSpPr txBox="1">
            <a:spLocks/>
          </p:cNvSpPr>
          <p:nvPr/>
        </p:nvSpPr>
        <p:spPr>
          <a:xfrm>
            <a:off x="8326464" y="4048448"/>
            <a:ext cx="25628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defTabSz="1219170">
              <a:buClr>
                <a:srgbClr val="285E89"/>
              </a:buClr>
            </a:pPr>
            <a:r>
              <a:rPr lang="en-US" sz="4800" kern="0" dirty="0">
                <a:solidFill>
                  <a:srgbClr val="285E89"/>
                </a:solidFill>
              </a:rPr>
              <a:t>6</a:t>
            </a:r>
          </a:p>
        </p:txBody>
      </p:sp>
      <p:sp>
        <p:nvSpPr>
          <p:cNvPr id="61" name="Google Shape;672;p45"/>
          <p:cNvSpPr txBox="1">
            <a:spLocks/>
          </p:cNvSpPr>
          <p:nvPr/>
        </p:nvSpPr>
        <p:spPr>
          <a:xfrm>
            <a:off x="1255551" y="3028404"/>
            <a:ext cx="25628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defTabSz="1219170">
              <a:buClr>
                <a:srgbClr val="285E89"/>
              </a:buClr>
            </a:pPr>
            <a:r>
              <a:rPr lang="en-US" sz="1867" kern="0" dirty="0">
                <a:solidFill>
                  <a:srgbClr val="285E89"/>
                </a:solidFill>
              </a:rPr>
              <a:t>(Post)</a:t>
            </a:r>
          </a:p>
        </p:txBody>
      </p:sp>
    </p:spTree>
    <p:extLst>
      <p:ext uri="{BB962C8B-B14F-4D97-AF65-F5344CB8AC3E}">
        <p14:creationId xmlns:p14="http://schemas.microsoft.com/office/powerpoint/2010/main" val="4225796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45"/>
          <p:cNvSpPr txBox="1">
            <a:spLocks noGrp="1"/>
          </p:cNvSpPr>
          <p:nvPr>
            <p:ph type="title"/>
          </p:nvPr>
        </p:nvSpPr>
        <p:spPr>
          <a:xfrm>
            <a:off x="3786851" y="-53547"/>
            <a:ext cx="4802955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 smtClean="0"/>
              <a:t>Konstruksi Kapal </a:t>
            </a:r>
            <a:r>
              <a:rPr lang="en" dirty="0" smtClean="0"/>
              <a:t>Longliner 60 GT</a:t>
            </a:r>
            <a:endParaRPr dirty="0"/>
          </a:p>
        </p:txBody>
      </p:sp>
      <p:sp>
        <p:nvSpPr>
          <p:cNvPr id="665" name="Google Shape;665;p45"/>
          <p:cNvSpPr txBox="1">
            <a:spLocks noGrp="1"/>
          </p:cNvSpPr>
          <p:nvPr>
            <p:ph type="subTitle" idx="1"/>
          </p:nvPr>
        </p:nvSpPr>
        <p:spPr>
          <a:xfrm>
            <a:off x="4477273" y="2832665"/>
            <a:ext cx="3314800" cy="476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/>
            <a:r>
              <a:rPr lang="en" dirty="0" smtClean="0"/>
              <a:t>Sekat Kedap Air</a:t>
            </a:r>
            <a:endParaRPr dirty="0"/>
          </a:p>
        </p:txBody>
      </p:sp>
      <p:sp>
        <p:nvSpPr>
          <p:cNvPr id="667" name="Google Shape;667;p45"/>
          <p:cNvSpPr txBox="1">
            <a:spLocks noGrp="1"/>
          </p:cNvSpPr>
          <p:nvPr>
            <p:ph type="subTitle" idx="3"/>
          </p:nvPr>
        </p:nvSpPr>
        <p:spPr>
          <a:xfrm>
            <a:off x="879551" y="2539300"/>
            <a:ext cx="3314800" cy="476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/>
            <a:r>
              <a:rPr lang="en-US" dirty="0" smtClean="0"/>
              <a:t>Propeller</a:t>
            </a:r>
            <a:endParaRPr dirty="0"/>
          </a:p>
        </p:txBody>
      </p:sp>
      <p:sp>
        <p:nvSpPr>
          <p:cNvPr id="669" name="Google Shape;669;p45"/>
          <p:cNvSpPr txBox="1">
            <a:spLocks noGrp="1"/>
          </p:cNvSpPr>
          <p:nvPr>
            <p:ph type="subTitle" idx="5"/>
          </p:nvPr>
        </p:nvSpPr>
        <p:spPr>
          <a:xfrm>
            <a:off x="4488719" y="5349209"/>
            <a:ext cx="3314800" cy="476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/>
            <a:r>
              <a:rPr lang="en-US" dirty="0" err="1" smtClean="0"/>
              <a:t>Kamar</a:t>
            </a:r>
            <a:r>
              <a:rPr lang="en-US" dirty="0" smtClean="0"/>
              <a:t> </a:t>
            </a:r>
          </a:p>
          <a:p>
            <a:pPr marL="0" indent="0"/>
            <a:r>
              <a:rPr lang="en-US" dirty="0" err="1" smtClean="0"/>
              <a:t>Mesin</a:t>
            </a:r>
            <a:r>
              <a:rPr lang="en-US" dirty="0" smtClean="0"/>
              <a:t> </a:t>
            </a:r>
            <a:endParaRPr dirty="0"/>
          </a:p>
        </p:txBody>
      </p:sp>
      <p:sp>
        <p:nvSpPr>
          <p:cNvPr id="670" name="Google Shape;670;p45"/>
          <p:cNvSpPr txBox="1">
            <a:spLocks noGrp="1"/>
          </p:cNvSpPr>
          <p:nvPr>
            <p:ph type="subTitle" idx="6"/>
          </p:nvPr>
        </p:nvSpPr>
        <p:spPr>
          <a:xfrm>
            <a:off x="4814588" y="5511504"/>
            <a:ext cx="2562800" cy="82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671" name="Google Shape;671;p45"/>
          <p:cNvSpPr txBox="1">
            <a:spLocks noGrp="1"/>
          </p:cNvSpPr>
          <p:nvPr>
            <p:ph type="subTitle" idx="7"/>
          </p:nvPr>
        </p:nvSpPr>
        <p:spPr>
          <a:xfrm>
            <a:off x="848051" y="5252704"/>
            <a:ext cx="3314800" cy="476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/>
            <a:r>
              <a:rPr lang="en" dirty="0" smtClean="0"/>
              <a:t>Lambung</a:t>
            </a:r>
            <a:endParaRPr dirty="0"/>
          </a:p>
        </p:txBody>
      </p:sp>
      <p:sp>
        <p:nvSpPr>
          <p:cNvPr id="672" name="Google Shape;672;p45"/>
          <p:cNvSpPr txBox="1">
            <a:spLocks noGrp="1"/>
          </p:cNvSpPr>
          <p:nvPr>
            <p:ph type="subTitle" idx="8"/>
          </p:nvPr>
        </p:nvSpPr>
        <p:spPr>
          <a:xfrm>
            <a:off x="1255551" y="5511504"/>
            <a:ext cx="2562800" cy="82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dirty="0" smtClean="0"/>
              <a:t>(Hull)</a:t>
            </a:r>
            <a:endParaRPr dirty="0"/>
          </a:p>
        </p:txBody>
      </p:sp>
      <p:sp>
        <p:nvSpPr>
          <p:cNvPr id="673" name="Google Shape;673;p45"/>
          <p:cNvSpPr txBox="1">
            <a:spLocks noGrp="1"/>
          </p:cNvSpPr>
          <p:nvPr>
            <p:ph type="subTitle" idx="9"/>
          </p:nvPr>
        </p:nvSpPr>
        <p:spPr>
          <a:xfrm>
            <a:off x="7996917" y="2740665"/>
            <a:ext cx="3314800" cy="476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/>
            <a:r>
              <a:rPr lang="en" dirty="0" smtClean="0"/>
              <a:t>Tangki Ceruk</a:t>
            </a:r>
            <a:endParaRPr dirty="0"/>
          </a:p>
        </p:txBody>
      </p:sp>
      <p:sp>
        <p:nvSpPr>
          <p:cNvPr id="675" name="Google Shape;675;p45"/>
          <p:cNvSpPr/>
          <p:nvPr/>
        </p:nvSpPr>
        <p:spPr>
          <a:xfrm>
            <a:off x="5554200" y="1387632"/>
            <a:ext cx="1083600" cy="1083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defRPr/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76" name="Google Shape;676;p45"/>
          <p:cNvSpPr/>
          <p:nvPr/>
        </p:nvSpPr>
        <p:spPr>
          <a:xfrm>
            <a:off x="5553517" y="3956865"/>
            <a:ext cx="1083600" cy="1083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defRPr/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77" name="Google Shape;677;p45"/>
          <p:cNvSpPr/>
          <p:nvPr/>
        </p:nvSpPr>
        <p:spPr>
          <a:xfrm>
            <a:off x="9112517" y="3956865"/>
            <a:ext cx="1083600" cy="1083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defRPr/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78" name="Google Shape;678;p45"/>
          <p:cNvSpPr/>
          <p:nvPr/>
        </p:nvSpPr>
        <p:spPr>
          <a:xfrm>
            <a:off x="1994517" y="3956865"/>
            <a:ext cx="1083600" cy="1083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defRPr/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79" name="Google Shape;679;p45"/>
          <p:cNvSpPr/>
          <p:nvPr/>
        </p:nvSpPr>
        <p:spPr>
          <a:xfrm>
            <a:off x="9113200" y="1387632"/>
            <a:ext cx="1083600" cy="1083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defRPr/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80" name="Google Shape;680;p45"/>
          <p:cNvSpPr txBox="1">
            <a:spLocks noGrp="1"/>
          </p:cNvSpPr>
          <p:nvPr>
            <p:ph type="subTitle" idx="14"/>
          </p:nvPr>
        </p:nvSpPr>
        <p:spPr>
          <a:xfrm>
            <a:off x="8129388" y="5301456"/>
            <a:ext cx="3314800" cy="476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/>
            <a:r>
              <a:rPr lang="en" dirty="0" smtClean="0"/>
              <a:t>Winch Jangkar</a:t>
            </a:r>
            <a:endParaRPr dirty="0"/>
          </a:p>
        </p:txBody>
      </p:sp>
      <p:sp>
        <p:nvSpPr>
          <p:cNvPr id="681" name="Google Shape;681;p45"/>
          <p:cNvSpPr txBox="1">
            <a:spLocks noGrp="1"/>
          </p:cNvSpPr>
          <p:nvPr>
            <p:ph type="subTitle" idx="15"/>
          </p:nvPr>
        </p:nvSpPr>
        <p:spPr>
          <a:xfrm>
            <a:off x="8373621" y="5511504"/>
            <a:ext cx="2562800" cy="82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682" name="Google Shape;682;p45"/>
          <p:cNvSpPr/>
          <p:nvPr/>
        </p:nvSpPr>
        <p:spPr>
          <a:xfrm>
            <a:off x="1995200" y="1387632"/>
            <a:ext cx="1083600" cy="1083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defRPr/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68" name="Google Shape;668;p45"/>
          <p:cNvSpPr txBox="1">
            <a:spLocks noGrp="1"/>
          </p:cNvSpPr>
          <p:nvPr>
            <p:ph type="subTitle" idx="4"/>
          </p:nvPr>
        </p:nvSpPr>
        <p:spPr>
          <a:xfrm>
            <a:off x="1224051" y="1434933"/>
            <a:ext cx="2562800" cy="82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4800" dirty="0"/>
              <a:t>7</a:t>
            </a:r>
            <a:endParaRPr sz="4800" dirty="0"/>
          </a:p>
        </p:txBody>
      </p:sp>
      <p:sp>
        <p:nvSpPr>
          <p:cNvPr id="56" name="Google Shape;668;p45"/>
          <p:cNvSpPr txBox="1">
            <a:spLocks/>
          </p:cNvSpPr>
          <p:nvPr/>
        </p:nvSpPr>
        <p:spPr>
          <a:xfrm>
            <a:off x="4814588" y="1501748"/>
            <a:ext cx="25628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defTabSz="1219170">
              <a:buClr>
                <a:srgbClr val="285E89"/>
              </a:buClr>
            </a:pPr>
            <a:r>
              <a:rPr lang="en-US" sz="4800" kern="0" dirty="0">
                <a:solidFill>
                  <a:srgbClr val="285E89"/>
                </a:solidFill>
              </a:rPr>
              <a:t>8</a:t>
            </a:r>
          </a:p>
        </p:txBody>
      </p:sp>
      <p:sp>
        <p:nvSpPr>
          <p:cNvPr id="57" name="Google Shape;668;p45"/>
          <p:cNvSpPr txBox="1">
            <a:spLocks/>
          </p:cNvSpPr>
          <p:nvPr/>
        </p:nvSpPr>
        <p:spPr>
          <a:xfrm>
            <a:off x="8372917" y="1514848"/>
            <a:ext cx="25628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defTabSz="1219170">
              <a:buClr>
                <a:srgbClr val="285E89"/>
              </a:buClr>
            </a:pPr>
            <a:r>
              <a:rPr lang="en-US" sz="4800" kern="0" dirty="0">
                <a:solidFill>
                  <a:srgbClr val="285E89"/>
                </a:solidFill>
              </a:rPr>
              <a:t>9</a:t>
            </a:r>
          </a:p>
        </p:txBody>
      </p:sp>
      <p:sp>
        <p:nvSpPr>
          <p:cNvPr id="58" name="Google Shape;668;p45"/>
          <p:cNvSpPr txBox="1">
            <a:spLocks/>
          </p:cNvSpPr>
          <p:nvPr/>
        </p:nvSpPr>
        <p:spPr>
          <a:xfrm>
            <a:off x="1224051" y="3956865"/>
            <a:ext cx="25628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defTabSz="1219170">
              <a:buClr>
                <a:srgbClr val="285E89"/>
              </a:buClr>
            </a:pPr>
            <a:r>
              <a:rPr lang="en-US" sz="4800" kern="0" dirty="0">
                <a:solidFill>
                  <a:srgbClr val="285E89"/>
                </a:solidFill>
              </a:rPr>
              <a:t>10</a:t>
            </a:r>
          </a:p>
        </p:txBody>
      </p:sp>
      <p:sp>
        <p:nvSpPr>
          <p:cNvPr id="59" name="Google Shape;668;p45"/>
          <p:cNvSpPr txBox="1">
            <a:spLocks/>
          </p:cNvSpPr>
          <p:nvPr/>
        </p:nvSpPr>
        <p:spPr>
          <a:xfrm>
            <a:off x="4775257" y="4033545"/>
            <a:ext cx="25628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defTabSz="1219170">
              <a:buClr>
                <a:srgbClr val="285E89"/>
              </a:buClr>
            </a:pPr>
            <a:r>
              <a:rPr lang="en-US" sz="4800" kern="0" dirty="0">
                <a:solidFill>
                  <a:srgbClr val="285E89"/>
                </a:solidFill>
              </a:rPr>
              <a:t>11</a:t>
            </a:r>
          </a:p>
        </p:txBody>
      </p:sp>
      <p:sp>
        <p:nvSpPr>
          <p:cNvPr id="60" name="Google Shape;668;p45"/>
          <p:cNvSpPr txBox="1">
            <a:spLocks/>
          </p:cNvSpPr>
          <p:nvPr/>
        </p:nvSpPr>
        <p:spPr>
          <a:xfrm>
            <a:off x="8326464" y="4048448"/>
            <a:ext cx="25628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defTabSz="1219170">
              <a:buClr>
                <a:srgbClr val="285E89"/>
              </a:buClr>
            </a:pPr>
            <a:r>
              <a:rPr lang="en-US" sz="4800" kern="0" dirty="0">
                <a:solidFill>
                  <a:srgbClr val="285E89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6373831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45"/>
          <p:cNvSpPr txBox="1">
            <a:spLocks noGrp="1"/>
          </p:cNvSpPr>
          <p:nvPr>
            <p:ph type="title"/>
          </p:nvPr>
        </p:nvSpPr>
        <p:spPr>
          <a:xfrm>
            <a:off x="3786851" y="-53547"/>
            <a:ext cx="4802955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 smtClean="0"/>
              <a:t>Konstruksi Kapal Longliner 60 GT</a:t>
            </a:r>
            <a:endParaRPr dirty="0"/>
          </a:p>
        </p:txBody>
      </p:sp>
      <p:sp>
        <p:nvSpPr>
          <p:cNvPr id="665" name="Google Shape;665;p45"/>
          <p:cNvSpPr txBox="1">
            <a:spLocks noGrp="1"/>
          </p:cNvSpPr>
          <p:nvPr>
            <p:ph type="subTitle" idx="1"/>
          </p:nvPr>
        </p:nvSpPr>
        <p:spPr>
          <a:xfrm>
            <a:off x="848051" y="5334099"/>
            <a:ext cx="3314800" cy="476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/>
            <a:r>
              <a:rPr lang="en" dirty="0" smtClean="0"/>
              <a:t>Gudang</a:t>
            </a:r>
            <a:endParaRPr dirty="0"/>
          </a:p>
        </p:txBody>
      </p:sp>
      <p:sp>
        <p:nvSpPr>
          <p:cNvPr id="667" name="Google Shape;667;p45"/>
          <p:cNvSpPr txBox="1">
            <a:spLocks noGrp="1"/>
          </p:cNvSpPr>
          <p:nvPr>
            <p:ph type="subTitle" idx="3"/>
          </p:nvPr>
        </p:nvSpPr>
        <p:spPr>
          <a:xfrm>
            <a:off x="957629" y="2870299"/>
            <a:ext cx="3314800" cy="476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/>
            <a:r>
              <a:rPr lang="en-US" dirty="0" err="1" smtClean="0"/>
              <a:t>Ruang</a:t>
            </a:r>
            <a:r>
              <a:rPr lang="en-US" dirty="0" smtClean="0"/>
              <a:t> </a:t>
            </a:r>
            <a:r>
              <a:rPr lang="en-US" dirty="0" err="1" smtClean="0"/>
              <a:t>mesin</a:t>
            </a:r>
            <a:r>
              <a:rPr lang="en-US" dirty="0" smtClean="0"/>
              <a:t> </a:t>
            </a:r>
            <a:r>
              <a:rPr lang="en-US" dirty="0" err="1" smtClean="0"/>
              <a:t>Kemudi</a:t>
            </a:r>
            <a:endParaRPr dirty="0"/>
          </a:p>
        </p:txBody>
      </p:sp>
      <p:sp>
        <p:nvSpPr>
          <p:cNvPr id="669" name="Google Shape;669;p45"/>
          <p:cNvSpPr txBox="1">
            <a:spLocks noGrp="1"/>
          </p:cNvSpPr>
          <p:nvPr>
            <p:ph type="subTitle" idx="5"/>
          </p:nvPr>
        </p:nvSpPr>
        <p:spPr>
          <a:xfrm>
            <a:off x="4488719" y="5349209"/>
            <a:ext cx="3314800" cy="476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/>
            <a:r>
              <a:rPr lang="en-US" dirty="0" err="1" smtClean="0"/>
              <a:t>Lampu</a:t>
            </a:r>
            <a:r>
              <a:rPr lang="en-US" dirty="0" smtClean="0"/>
              <a:t> </a:t>
            </a:r>
            <a:r>
              <a:rPr lang="en-US" dirty="0" err="1" smtClean="0"/>
              <a:t>Trafik</a:t>
            </a:r>
            <a:endParaRPr dirty="0"/>
          </a:p>
        </p:txBody>
      </p:sp>
      <p:sp>
        <p:nvSpPr>
          <p:cNvPr id="670" name="Google Shape;670;p45"/>
          <p:cNvSpPr txBox="1">
            <a:spLocks noGrp="1"/>
          </p:cNvSpPr>
          <p:nvPr>
            <p:ph type="subTitle" idx="6"/>
          </p:nvPr>
        </p:nvSpPr>
        <p:spPr>
          <a:xfrm>
            <a:off x="4814588" y="5511504"/>
            <a:ext cx="2562800" cy="82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671" name="Google Shape;671;p45"/>
          <p:cNvSpPr txBox="1">
            <a:spLocks noGrp="1"/>
          </p:cNvSpPr>
          <p:nvPr>
            <p:ph type="subTitle" idx="7"/>
          </p:nvPr>
        </p:nvSpPr>
        <p:spPr>
          <a:xfrm>
            <a:off x="4488719" y="2897779"/>
            <a:ext cx="3314800" cy="476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/>
            <a:r>
              <a:rPr lang="en" dirty="0" smtClean="0"/>
              <a:t>Ruang Anak Buah Kapal</a:t>
            </a:r>
            <a:endParaRPr dirty="0"/>
          </a:p>
        </p:txBody>
      </p:sp>
      <p:sp>
        <p:nvSpPr>
          <p:cNvPr id="672" name="Google Shape;672;p45"/>
          <p:cNvSpPr txBox="1">
            <a:spLocks noGrp="1"/>
          </p:cNvSpPr>
          <p:nvPr>
            <p:ph type="subTitle" idx="8"/>
          </p:nvPr>
        </p:nvSpPr>
        <p:spPr>
          <a:xfrm>
            <a:off x="1255551" y="5511504"/>
            <a:ext cx="2562800" cy="82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673" name="Google Shape;673;p45"/>
          <p:cNvSpPr txBox="1">
            <a:spLocks noGrp="1"/>
          </p:cNvSpPr>
          <p:nvPr>
            <p:ph type="subTitle" idx="9"/>
          </p:nvPr>
        </p:nvSpPr>
        <p:spPr>
          <a:xfrm>
            <a:off x="8019809" y="2882063"/>
            <a:ext cx="3314800" cy="476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/>
            <a:r>
              <a:rPr lang="en" dirty="0" smtClean="0"/>
              <a:t>Ruang Mesin Pendingin</a:t>
            </a:r>
            <a:endParaRPr dirty="0"/>
          </a:p>
        </p:txBody>
      </p:sp>
      <p:sp>
        <p:nvSpPr>
          <p:cNvPr id="675" name="Google Shape;675;p45"/>
          <p:cNvSpPr/>
          <p:nvPr/>
        </p:nvSpPr>
        <p:spPr>
          <a:xfrm>
            <a:off x="5554200" y="1387632"/>
            <a:ext cx="1083600" cy="1083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defRPr/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76" name="Google Shape;676;p45"/>
          <p:cNvSpPr/>
          <p:nvPr/>
        </p:nvSpPr>
        <p:spPr>
          <a:xfrm>
            <a:off x="5553517" y="3956865"/>
            <a:ext cx="1083600" cy="1083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defRPr/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77" name="Google Shape;677;p45"/>
          <p:cNvSpPr/>
          <p:nvPr/>
        </p:nvSpPr>
        <p:spPr>
          <a:xfrm>
            <a:off x="9112517" y="3956865"/>
            <a:ext cx="1083600" cy="1083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defRPr/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78" name="Google Shape;678;p45"/>
          <p:cNvSpPr/>
          <p:nvPr/>
        </p:nvSpPr>
        <p:spPr>
          <a:xfrm>
            <a:off x="1994517" y="3956865"/>
            <a:ext cx="1083600" cy="1083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defRPr/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79" name="Google Shape;679;p45"/>
          <p:cNvSpPr/>
          <p:nvPr/>
        </p:nvSpPr>
        <p:spPr>
          <a:xfrm>
            <a:off x="9113200" y="1387632"/>
            <a:ext cx="1083600" cy="1083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defRPr/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80" name="Google Shape;680;p45"/>
          <p:cNvSpPr txBox="1">
            <a:spLocks noGrp="1"/>
          </p:cNvSpPr>
          <p:nvPr>
            <p:ph type="subTitle" idx="14"/>
          </p:nvPr>
        </p:nvSpPr>
        <p:spPr>
          <a:xfrm>
            <a:off x="8129388" y="5301456"/>
            <a:ext cx="3314800" cy="476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/>
            <a:r>
              <a:rPr lang="en" dirty="0" smtClean="0"/>
              <a:t>Dasar Berganda</a:t>
            </a:r>
            <a:endParaRPr dirty="0"/>
          </a:p>
        </p:txBody>
      </p:sp>
      <p:sp>
        <p:nvSpPr>
          <p:cNvPr id="681" name="Google Shape;681;p45"/>
          <p:cNvSpPr txBox="1">
            <a:spLocks noGrp="1"/>
          </p:cNvSpPr>
          <p:nvPr>
            <p:ph type="subTitle" idx="15"/>
          </p:nvPr>
        </p:nvSpPr>
        <p:spPr>
          <a:xfrm>
            <a:off x="8373621" y="5511504"/>
            <a:ext cx="2562800" cy="82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682" name="Google Shape;682;p45"/>
          <p:cNvSpPr/>
          <p:nvPr/>
        </p:nvSpPr>
        <p:spPr>
          <a:xfrm>
            <a:off x="1995200" y="1387632"/>
            <a:ext cx="1083600" cy="1083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defRPr/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68" name="Google Shape;668;p45"/>
          <p:cNvSpPr txBox="1">
            <a:spLocks noGrp="1"/>
          </p:cNvSpPr>
          <p:nvPr>
            <p:ph type="subTitle" idx="4"/>
          </p:nvPr>
        </p:nvSpPr>
        <p:spPr>
          <a:xfrm>
            <a:off x="1224051" y="1434933"/>
            <a:ext cx="2562800" cy="82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4800" dirty="0"/>
              <a:t>13</a:t>
            </a:r>
            <a:endParaRPr sz="4800" dirty="0"/>
          </a:p>
        </p:txBody>
      </p:sp>
      <p:sp>
        <p:nvSpPr>
          <p:cNvPr id="56" name="Google Shape;668;p45"/>
          <p:cNvSpPr txBox="1">
            <a:spLocks/>
          </p:cNvSpPr>
          <p:nvPr/>
        </p:nvSpPr>
        <p:spPr>
          <a:xfrm>
            <a:off x="4814588" y="1501748"/>
            <a:ext cx="25628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defTabSz="1219170">
              <a:buClr>
                <a:srgbClr val="285E89"/>
              </a:buClr>
            </a:pPr>
            <a:r>
              <a:rPr lang="en-US" sz="4800" kern="0" dirty="0">
                <a:solidFill>
                  <a:srgbClr val="285E89"/>
                </a:solidFill>
              </a:rPr>
              <a:t>14</a:t>
            </a:r>
            <a:endParaRPr lang="en-US" sz="4800" kern="0" dirty="0">
              <a:solidFill>
                <a:srgbClr val="285E89"/>
              </a:solidFill>
            </a:endParaRPr>
          </a:p>
        </p:txBody>
      </p:sp>
      <p:sp>
        <p:nvSpPr>
          <p:cNvPr id="57" name="Google Shape;668;p45"/>
          <p:cNvSpPr txBox="1">
            <a:spLocks/>
          </p:cNvSpPr>
          <p:nvPr/>
        </p:nvSpPr>
        <p:spPr>
          <a:xfrm>
            <a:off x="8372917" y="1514848"/>
            <a:ext cx="25628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defTabSz="1219170">
              <a:buClr>
                <a:srgbClr val="285E89"/>
              </a:buClr>
            </a:pPr>
            <a:r>
              <a:rPr lang="en-US" sz="4800" kern="0" dirty="0">
                <a:solidFill>
                  <a:srgbClr val="285E89"/>
                </a:solidFill>
              </a:rPr>
              <a:t>15</a:t>
            </a:r>
            <a:endParaRPr lang="en-US" sz="4800" kern="0" dirty="0">
              <a:solidFill>
                <a:srgbClr val="285E89"/>
              </a:solidFill>
            </a:endParaRPr>
          </a:p>
        </p:txBody>
      </p:sp>
      <p:sp>
        <p:nvSpPr>
          <p:cNvPr id="58" name="Google Shape;668;p45"/>
          <p:cNvSpPr txBox="1">
            <a:spLocks/>
          </p:cNvSpPr>
          <p:nvPr/>
        </p:nvSpPr>
        <p:spPr>
          <a:xfrm>
            <a:off x="1224051" y="3956865"/>
            <a:ext cx="25628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defTabSz="1219170">
              <a:buClr>
                <a:srgbClr val="285E89"/>
              </a:buClr>
            </a:pPr>
            <a:r>
              <a:rPr lang="en-US" sz="4800" kern="0" dirty="0">
                <a:solidFill>
                  <a:srgbClr val="285E89"/>
                </a:solidFill>
              </a:rPr>
              <a:t>16</a:t>
            </a:r>
            <a:endParaRPr lang="en-US" sz="4800" kern="0" dirty="0">
              <a:solidFill>
                <a:srgbClr val="285E89"/>
              </a:solidFill>
            </a:endParaRPr>
          </a:p>
        </p:txBody>
      </p:sp>
      <p:sp>
        <p:nvSpPr>
          <p:cNvPr id="59" name="Google Shape;668;p45"/>
          <p:cNvSpPr txBox="1">
            <a:spLocks/>
          </p:cNvSpPr>
          <p:nvPr/>
        </p:nvSpPr>
        <p:spPr>
          <a:xfrm>
            <a:off x="4775257" y="4033545"/>
            <a:ext cx="25628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defTabSz="1219170">
              <a:buClr>
                <a:srgbClr val="285E89"/>
              </a:buClr>
            </a:pPr>
            <a:r>
              <a:rPr lang="en-US" sz="4800" kern="0" dirty="0">
                <a:solidFill>
                  <a:srgbClr val="285E89"/>
                </a:solidFill>
              </a:rPr>
              <a:t>17</a:t>
            </a:r>
            <a:endParaRPr lang="en-US" sz="4800" kern="0" dirty="0">
              <a:solidFill>
                <a:srgbClr val="285E89"/>
              </a:solidFill>
            </a:endParaRPr>
          </a:p>
        </p:txBody>
      </p:sp>
      <p:sp>
        <p:nvSpPr>
          <p:cNvPr id="60" name="Google Shape;668;p45"/>
          <p:cNvSpPr txBox="1">
            <a:spLocks/>
          </p:cNvSpPr>
          <p:nvPr/>
        </p:nvSpPr>
        <p:spPr>
          <a:xfrm>
            <a:off x="8326464" y="4048448"/>
            <a:ext cx="2562800" cy="8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defTabSz="1219170">
              <a:buClr>
                <a:srgbClr val="285E89"/>
              </a:buClr>
            </a:pPr>
            <a:r>
              <a:rPr lang="en-US" sz="4800" kern="0" dirty="0">
                <a:solidFill>
                  <a:srgbClr val="285E89"/>
                </a:solidFill>
              </a:rPr>
              <a:t>18</a:t>
            </a:r>
            <a:endParaRPr lang="en-US" sz="4800" kern="0" dirty="0">
              <a:solidFill>
                <a:srgbClr val="285E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757183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2"/>
          <p:cNvSpPr txBox="1">
            <a:spLocks noGrp="1"/>
          </p:cNvSpPr>
          <p:nvPr>
            <p:ph type="title"/>
          </p:nvPr>
        </p:nvSpPr>
        <p:spPr>
          <a:xfrm>
            <a:off x="3934196" y="231493"/>
            <a:ext cx="460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" sz="4267" dirty="0" smtClean="0"/>
              <a:t>Linggi </a:t>
            </a:r>
            <a:r>
              <a:rPr lang="en" sz="4267" dirty="0"/>
              <a:t>(Post)</a:t>
            </a:r>
            <a:endParaRPr dirty="0"/>
          </a:p>
        </p:txBody>
      </p:sp>
      <p:sp>
        <p:nvSpPr>
          <p:cNvPr id="602" name="Google Shape;602;p42"/>
          <p:cNvSpPr txBox="1">
            <a:spLocks noGrp="1"/>
          </p:cNvSpPr>
          <p:nvPr>
            <p:ph type="subTitle" idx="2"/>
          </p:nvPr>
        </p:nvSpPr>
        <p:spPr>
          <a:xfrm>
            <a:off x="606742" y="1955546"/>
            <a:ext cx="5412095" cy="423305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 indent="0" algn="just">
              <a:lnSpc>
                <a:spcPct val="150000"/>
              </a:lnSpc>
              <a:buNone/>
            </a:pPr>
            <a:r>
              <a:rPr lang="en-US" sz="2133" dirty="0" err="1"/>
              <a:t>Badan</a:t>
            </a:r>
            <a:r>
              <a:rPr lang="en-US" sz="2133" dirty="0"/>
              <a:t> </a:t>
            </a:r>
            <a:r>
              <a:rPr lang="en-US" sz="2133" dirty="0" err="1"/>
              <a:t>kapal</a:t>
            </a:r>
            <a:r>
              <a:rPr lang="en-US" sz="2133" dirty="0"/>
              <a:t> </a:t>
            </a:r>
            <a:r>
              <a:rPr lang="en-US" sz="2133" dirty="0" err="1"/>
              <a:t>dilengkapi</a:t>
            </a:r>
            <a:r>
              <a:rPr lang="en-US" sz="2133" dirty="0"/>
              <a:t> </a:t>
            </a:r>
            <a:r>
              <a:rPr lang="en-US" sz="2133" dirty="0" err="1"/>
              <a:t>oleh</a:t>
            </a:r>
            <a:r>
              <a:rPr lang="en-US" sz="2133" dirty="0"/>
              <a:t> </a:t>
            </a:r>
            <a:r>
              <a:rPr lang="en-US" sz="2133" dirty="0" err="1"/>
              <a:t>bagian</a:t>
            </a:r>
            <a:r>
              <a:rPr lang="en-US" sz="2133" dirty="0"/>
              <a:t> </a:t>
            </a:r>
            <a:r>
              <a:rPr lang="en-US" sz="2133" dirty="0" err="1"/>
              <a:t>depan</a:t>
            </a:r>
            <a:r>
              <a:rPr lang="en-US" sz="2133" dirty="0"/>
              <a:t> </a:t>
            </a:r>
            <a:r>
              <a:rPr lang="en-US" sz="2133" dirty="0" err="1"/>
              <a:t>dengan</a:t>
            </a:r>
            <a:r>
              <a:rPr lang="en-US" sz="2133" dirty="0"/>
              <a:t> </a:t>
            </a:r>
            <a:r>
              <a:rPr lang="en-US" sz="2133" dirty="0" err="1"/>
              <a:t>linggi</a:t>
            </a:r>
            <a:r>
              <a:rPr lang="en-US" sz="2133" dirty="0"/>
              <a:t> </a:t>
            </a:r>
            <a:r>
              <a:rPr lang="en-US" sz="2133" dirty="0" err="1"/>
              <a:t>haluan</a:t>
            </a:r>
            <a:r>
              <a:rPr lang="en-US" sz="2133" dirty="0"/>
              <a:t> (Stem) </a:t>
            </a:r>
            <a:r>
              <a:rPr lang="en-US" sz="2133" dirty="0" err="1"/>
              <a:t>dan</a:t>
            </a:r>
            <a:r>
              <a:rPr lang="en-US" sz="2133" dirty="0"/>
              <a:t> </a:t>
            </a:r>
            <a:r>
              <a:rPr lang="en-US" sz="2133" dirty="0" err="1"/>
              <a:t>bagian</a:t>
            </a:r>
            <a:r>
              <a:rPr lang="en-US" sz="2133" dirty="0"/>
              <a:t> </a:t>
            </a:r>
            <a:r>
              <a:rPr lang="en-US" sz="2133" dirty="0" err="1"/>
              <a:t>belakang</a:t>
            </a:r>
            <a:r>
              <a:rPr lang="en-US" sz="2133" dirty="0"/>
              <a:t> </a:t>
            </a:r>
            <a:r>
              <a:rPr lang="en-US" sz="2133" dirty="0" err="1"/>
              <a:t>dengan</a:t>
            </a:r>
            <a:r>
              <a:rPr lang="en-US" sz="2133" dirty="0"/>
              <a:t> </a:t>
            </a:r>
            <a:r>
              <a:rPr lang="en-US" sz="2133" dirty="0" err="1"/>
              <a:t>linggi</a:t>
            </a:r>
            <a:r>
              <a:rPr lang="en-US" sz="2133" dirty="0"/>
              <a:t> </a:t>
            </a:r>
            <a:r>
              <a:rPr lang="en-US" sz="2133" dirty="0" err="1"/>
              <a:t>buritan</a:t>
            </a:r>
            <a:r>
              <a:rPr lang="en-US" sz="2133" dirty="0"/>
              <a:t> (Stern Post) yang </a:t>
            </a:r>
            <a:r>
              <a:rPr lang="en-US" sz="2133" dirty="0" err="1"/>
              <a:t>merupakan</a:t>
            </a:r>
            <a:r>
              <a:rPr lang="en-US" sz="2133" dirty="0"/>
              <a:t> </a:t>
            </a:r>
            <a:r>
              <a:rPr lang="en-US" sz="2133" dirty="0" err="1"/>
              <a:t>ujung-ujung</a:t>
            </a:r>
            <a:r>
              <a:rPr lang="en-US" sz="2133" dirty="0"/>
              <a:t> yang </a:t>
            </a:r>
            <a:r>
              <a:rPr lang="en-US" sz="2133" dirty="0" err="1"/>
              <a:t>kokoh</a:t>
            </a:r>
            <a:r>
              <a:rPr lang="en-US" sz="2133" dirty="0"/>
              <a:t> </a:t>
            </a:r>
            <a:r>
              <a:rPr lang="en-US" sz="2133" dirty="0" err="1"/>
              <a:t>untuk</a:t>
            </a:r>
            <a:r>
              <a:rPr lang="en-US" sz="2133" dirty="0"/>
              <a:t> </a:t>
            </a:r>
            <a:r>
              <a:rPr lang="en-US" sz="2133" dirty="0" err="1"/>
              <a:t>suatu</a:t>
            </a:r>
            <a:r>
              <a:rPr lang="en-US" sz="2133" dirty="0"/>
              <a:t> </a:t>
            </a:r>
            <a:r>
              <a:rPr lang="en-US" sz="2133" dirty="0" err="1"/>
              <a:t>kapal</a:t>
            </a:r>
            <a:r>
              <a:rPr lang="en-US" sz="2133" dirty="0"/>
              <a:t>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3"/>
          </p:nvPr>
        </p:nvSpPr>
        <p:spPr>
          <a:xfrm>
            <a:off x="5642080" y="5135308"/>
            <a:ext cx="3606000" cy="476000"/>
          </a:xfrm>
        </p:spPr>
        <p:txBody>
          <a:bodyPr/>
          <a:lstStyle/>
          <a:p>
            <a:r>
              <a:rPr lang="en-US" dirty="0" err="1" smtClean="0"/>
              <a:t>Linggi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Haluan</a:t>
            </a:r>
            <a:endParaRPr lang="en-US" dirty="0"/>
          </a:p>
        </p:txBody>
      </p:sp>
      <p:pic>
        <p:nvPicPr>
          <p:cNvPr id="2050" name="Picture 2" descr="Lab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976"/>
          <a:stretch>
            <a:fillRect/>
          </a:stretch>
        </p:blipFill>
        <p:spPr bwMode="auto">
          <a:xfrm>
            <a:off x="6228399" y="1955546"/>
            <a:ext cx="2690035" cy="283236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 descr="IMG-20180408-WA000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74"/>
          <a:stretch>
            <a:fillRect/>
          </a:stretch>
        </p:blipFill>
        <p:spPr bwMode="auto">
          <a:xfrm>
            <a:off x="8992667" y="2031415"/>
            <a:ext cx="2983932" cy="268062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52" name="AutoShape 4"/>
          <p:cNvCxnSpPr>
            <a:cxnSpLocks noChangeShapeType="1"/>
          </p:cNvCxnSpPr>
          <p:nvPr/>
        </p:nvCxnSpPr>
        <p:spPr bwMode="auto">
          <a:xfrm flipV="1">
            <a:off x="6483875" y="4072072"/>
            <a:ext cx="789516" cy="340784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3" name="AutoShape 5"/>
          <p:cNvCxnSpPr>
            <a:cxnSpLocks noChangeShapeType="1"/>
          </p:cNvCxnSpPr>
          <p:nvPr/>
        </p:nvCxnSpPr>
        <p:spPr bwMode="auto">
          <a:xfrm flipV="1">
            <a:off x="10677138" y="3901680"/>
            <a:ext cx="789516" cy="34078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Subtitle 2"/>
          <p:cNvSpPr>
            <a:spLocks noGrp="1"/>
          </p:cNvSpPr>
          <p:nvPr>
            <p:ph type="subTitle" idx="3"/>
          </p:nvPr>
        </p:nvSpPr>
        <p:spPr>
          <a:xfrm>
            <a:off x="8681632" y="5134511"/>
            <a:ext cx="3606000" cy="476000"/>
          </a:xfrm>
        </p:spPr>
        <p:txBody>
          <a:bodyPr/>
          <a:lstStyle/>
          <a:p>
            <a:r>
              <a:rPr lang="en-US" dirty="0" err="1" smtClean="0"/>
              <a:t>Linggi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Buritan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2744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Single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2"/>
          <p:cNvSpPr txBox="1">
            <a:spLocks noGrp="1"/>
          </p:cNvSpPr>
          <p:nvPr>
            <p:ph type="title"/>
          </p:nvPr>
        </p:nvSpPr>
        <p:spPr>
          <a:xfrm>
            <a:off x="3934196" y="231493"/>
            <a:ext cx="460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US" sz="4267" dirty="0" err="1"/>
              <a:t>Linggi</a:t>
            </a:r>
            <a:r>
              <a:rPr lang="en-US" sz="4267" dirty="0"/>
              <a:t> </a:t>
            </a:r>
            <a:r>
              <a:rPr lang="en-US" sz="4267" dirty="0" err="1"/>
              <a:t>Haluan</a:t>
            </a:r>
            <a:r>
              <a:rPr lang="en-US" sz="4267" dirty="0"/>
              <a:t> (Stem)</a:t>
            </a:r>
          </a:p>
        </p:txBody>
      </p:sp>
      <p:sp>
        <p:nvSpPr>
          <p:cNvPr id="602" name="Google Shape;602;p42"/>
          <p:cNvSpPr txBox="1">
            <a:spLocks noGrp="1"/>
          </p:cNvSpPr>
          <p:nvPr>
            <p:ph type="subTitle" idx="2"/>
          </p:nvPr>
        </p:nvSpPr>
        <p:spPr>
          <a:xfrm>
            <a:off x="414237" y="1986039"/>
            <a:ext cx="5412095" cy="423305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 indent="0" algn="just">
              <a:buNone/>
            </a:pPr>
            <a:r>
              <a:rPr lang="en-US" sz="2133" dirty="0" err="1"/>
              <a:t>Linggi</a:t>
            </a:r>
            <a:r>
              <a:rPr lang="en-US" sz="2133" dirty="0"/>
              <a:t> </a:t>
            </a:r>
            <a:r>
              <a:rPr lang="en-US" sz="2133" dirty="0" err="1"/>
              <a:t>haluan</a:t>
            </a:r>
            <a:r>
              <a:rPr lang="en-US" sz="2133" dirty="0"/>
              <a:t> </a:t>
            </a:r>
            <a:r>
              <a:rPr lang="en-US" sz="2133" dirty="0" err="1"/>
              <a:t>merupakan</a:t>
            </a:r>
            <a:r>
              <a:rPr lang="en-US" sz="2133" dirty="0"/>
              <a:t> </a:t>
            </a:r>
            <a:r>
              <a:rPr lang="en-US" sz="2133" dirty="0" err="1"/>
              <a:t>tempat</a:t>
            </a:r>
            <a:r>
              <a:rPr lang="en-US" sz="2133" dirty="0"/>
              <a:t> </a:t>
            </a:r>
            <a:r>
              <a:rPr lang="en-US" sz="2133" dirty="0" err="1"/>
              <a:t>untuk</a:t>
            </a:r>
            <a:r>
              <a:rPr lang="en-US" sz="2133" dirty="0"/>
              <a:t> </a:t>
            </a:r>
            <a:r>
              <a:rPr lang="en-US" sz="2133" dirty="0" err="1"/>
              <a:t>menempelkan</a:t>
            </a:r>
            <a:r>
              <a:rPr lang="en-US" sz="2133" dirty="0"/>
              <a:t> </a:t>
            </a:r>
            <a:r>
              <a:rPr lang="en-US" sz="2133" dirty="0" err="1"/>
              <a:t>pelaut</a:t>
            </a:r>
            <a:r>
              <a:rPr lang="en-US" sz="2133" dirty="0"/>
              <a:t> </a:t>
            </a:r>
            <a:r>
              <a:rPr lang="en-US" sz="2133" dirty="0" err="1"/>
              <a:t>kulit</a:t>
            </a:r>
            <a:r>
              <a:rPr lang="en-US" sz="2133" dirty="0"/>
              <a:t> </a:t>
            </a:r>
            <a:r>
              <a:rPr lang="en-US" sz="2133" dirty="0" err="1"/>
              <a:t>dan</a:t>
            </a:r>
            <a:r>
              <a:rPr lang="en-US" sz="2133" dirty="0"/>
              <a:t> </a:t>
            </a:r>
            <a:r>
              <a:rPr lang="en-US" sz="2133" dirty="0" err="1"/>
              <a:t>juga</a:t>
            </a:r>
            <a:r>
              <a:rPr lang="en-US" sz="2133" dirty="0"/>
              <a:t> </a:t>
            </a:r>
            <a:r>
              <a:rPr lang="en-US" sz="2133" dirty="0" err="1"/>
              <a:t>penguat</a:t>
            </a:r>
            <a:r>
              <a:rPr lang="en-US" sz="2133" dirty="0"/>
              <a:t> </a:t>
            </a:r>
            <a:r>
              <a:rPr lang="en-US" sz="2133" dirty="0" err="1"/>
              <a:t>utama</a:t>
            </a:r>
            <a:r>
              <a:rPr lang="en-US" sz="2133" dirty="0"/>
              <a:t> di </a:t>
            </a:r>
            <a:r>
              <a:rPr lang="en-US" sz="2133" dirty="0" err="1"/>
              <a:t>bagian</a:t>
            </a:r>
            <a:r>
              <a:rPr lang="en-US" sz="2133" dirty="0"/>
              <a:t> </a:t>
            </a:r>
            <a:r>
              <a:rPr lang="en-US" sz="2133" dirty="0" err="1"/>
              <a:t>ujung</a:t>
            </a:r>
            <a:r>
              <a:rPr lang="en-US" sz="2133" dirty="0"/>
              <a:t> </a:t>
            </a:r>
            <a:r>
              <a:rPr lang="en-US" sz="2133" dirty="0" err="1"/>
              <a:t>depan</a:t>
            </a:r>
            <a:r>
              <a:rPr lang="en-US" sz="2133" dirty="0"/>
              <a:t> </a:t>
            </a:r>
            <a:r>
              <a:rPr lang="en-US" sz="2133" dirty="0" err="1"/>
              <a:t>kapal</a:t>
            </a:r>
            <a:r>
              <a:rPr lang="en-US" sz="2133" dirty="0"/>
              <a:t>. </a:t>
            </a:r>
            <a:r>
              <a:rPr lang="en-US" sz="2133" dirty="0" err="1"/>
              <a:t>Linggi</a:t>
            </a:r>
            <a:r>
              <a:rPr lang="en-US" sz="2133" dirty="0"/>
              <a:t> </a:t>
            </a:r>
            <a:r>
              <a:rPr lang="en-US" sz="2133" dirty="0" err="1"/>
              <a:t>batang</a:t>
            </a:r>
            <a:r>
              <a:rPr lang="en-US" sz="2133" dirty="0"/>
              <a:t> </a:t>
            </a:r>
            <a:r>
              <a:rPr lang="en-US" sz="2133" dirty="0" err="1"/>
              <a:t>dipasang</a:t>
            </a:r>
            <a:r>
              <a:rPr lang="en-US" sz="2133" dirty="0"/>
              <a:t> </a:t>
            </a:r>
            <a:r>
              <a:rPr lang="en-US" sz="2133" dirty="0" err="1"/>
              <a:t>dari</a:t>
            </a:r>
            <a:r>
              <a:rPr lang="en-US" sz="2133" dirty="0"/>
              <a:t> </a:t>
            </a:r>
            <a:r>
              <a:rPr lang="en-US" sz="2133" dirty="0" err="1"/>
              <a:t>lunas</a:t>
            </a:r>
            <a:r>
              <a:rPr lang="en-US" sz="2133" dirty="0"/>
              <a:t> </a:t>
            </a:r>
            <a:r>
              <a:rPr lang="en-US" sz="2133" dirty="0" err="1"/>
              <a:t>sampai</a:t>
            </a:r>
            <a:r>
              <a:rPr lang="en-US" sz="2133" dirty="0"/>
              <a:t> </a:t>
            </a:r>
            <a:r>
              <a:rPr lang="en-US" sz="2133" dirty="0" err="1"/>
              <a:t>garis</a:t>
            </a:r>
            <a:r>
              <a:rPr lang="en-US" sz="2133" dirty="0"/>
              <a:t> air </a:t>
            </a:r>
            <a:r>
              <a:rPr lang="en-US" sz="2133" dirty="0" err="1"/>
              <a:t>muat</a:t>
            </a:r>
            <a:r>
              <a:rPr lang="en-US" sz="2133" dirty="0"/>
              <a:t> </a:t>
            </a:r>
            <a:r>
              <a:rPr lang="en-US" sz="2133" dirty="0" err="1"/>
              <a:t>dan</a:t>
            </a:r>
            <a:r>
              <a:rPr lang="en-US" sz="2133" dirty="0"/>
              <a:t> </a:t>
            </a:r>
            <a:r>
              <a:rPr lang="en-US" sz="2133" dirty="0" err="1"/>
              <a:t>ke</a:t>
            </a:r>
            <a:r>
              <a:rPr lang="en-US" sz="2133" dirty="0"/>
              <a:t> </a:t>
            </a:r>
            <a:r>
              <a:rPr lang="en-US" sz="2133" dirty="0" err="1"/>
              <a:t>atas</a:t>
            </a:r>
            <a:r>
              <a:rPr lang="en-US" sz="2133" dirty="0"/>
              <a:t> </a:t>
            </a:r>
            <a:r>
              <a:rPr lang="en-US" sz="2133" dirty="0" err="1"/>
              <a:t>dilanjutkan</a:t>
            </a:r>
            <a:r>
              <a:rPr lang="en-US" sz="2133" dirty="0"/>
              <a:t> </a:t>
            </a:r>
            <a:r>
              <a:rPr lang="en-US" sz="2133" dirty="0" err="1"/>
              <a:t>dengan</a:t>
            </a:r>
            <a:r>
              <a:rPr lang="en-US" sz="2133" dirty="0"/>
              <a:t> </a:t>
            </a:r>
            <a:r>
              <a:rPr lang="en-US" sz="2133" dirty="0" err="1"/>
              <a:t>konstruksi</a:t>
            </a:r>
            <a:r>
              <a:rPr lang="en-US" sz="2133" dirty="0"/>
              <a:t> </a:t>
            </a:r>
            <a:r>
              <a:rPr lang="en-US" sz="2133" dirty="0" err="1"/>
              <a:t>linggi</a:t>
            </a:r>
            <a:r>
              <a:rPr lang="en-US" sz="2133" dirty="0"/>
              <a:t> </a:t>
            </a:r>
            <a:r>
              <a:rPr lang="en-US" sz="2133" dirty="0" err="1"/>
              <a:t>pelat</a:t>
            </a:r>
            <a:endParaRPr lang="en-US" sz="2667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" name="Picture 15" descr="http://3.bp.blogspot.com/-ZmU_9nnxDBo/UvIWz8R2vnI/AAAAAAAAAGw/C91XQiwkIJY/s1600/DS5.png">
            <a:hlinkClick r:id="rId3"/>
          </p:cNvPr>
          <p:cNvPicPr/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9731" y="1827210"/>
            <a:ext cx="5383804" cy="354994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Rectangle 7"/>
          <p:cNvSpPr/>
          <p:nvPr/>
        </p:nvSpPr>
        <p:spPr>
          <a:xfrm>
            <a:off x="259841" y="4820549"/>
            <a:ext cx="8935455" cy="1816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1219170">
              <a:lnSpc>
                <a:spcPct val="150000"/>
              </a:lnSpc>
              <a:buClr>
                <a:srgbClr val="000000"/>
              </a:buClr>
            </a:pPr>
            <a:r>
              <a:rPr lang="en-US" sz="1867" kern="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/>
                <a:sym typeface="Arial"/>
              </a:rPr>
              <a:t>Keterangan</a:t>
            </a:r>
            <a:r>
              <a:rPr lang="en-US" sz="1867" kern="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/>
                <a:sym typeface="Arial"/>
              </a:rPr>
              <a:t> :</a:t>
            </a:r>
            <a:endParaRPr lang="en-US"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just" defTabSz="1219170">
              <a:lnSpc>
                <a:spcPct val="150000"/>
              </a:lnSpc>
              <a:buClr>
                <a:srgbClr val="000000"/>
              </a:buClr>
            </a:pPr>
            <a:r>
              <a:rPr lang="en-US" sz="1867" kern="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/>
                <a:sym typeface="Arial"/>
              </a:rPr>
              <a:t>a.1. </a:t>
            </a:r>
            <a:r>
              <a:rPr lang="en-US" sz="1867" kern="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/>
                <a:sym typeface="Arial"/>
              </a:rPr>
              <a:t>Linggi</a:t>
            </a:r>
            <a:r>
              <a:rPr lang="en-US" sz="1867" kern="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/>
                <a:sym typeface="Arial"/>
              </a:rPr>
              <a:t> </a:t>
            </a:r>
            <a:r>
              <a:rPr lang="en-US" sz="1867" kern="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/>
                <a:sym typeface="Arial"/>
              </a:rPr>
              <a:t>tegak</a:t>
            </a:r>
            <a:r>
              <a:rPr lang="en-US" sz="1867" kern="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/>
                <a:sym typeface="Arial"/>
              </a:rPr>
              <a:t> (Vertical Stem)	 a.2. </a:t>
            </a:r>
            <a:r>
              <a:rPr lang="en-US" sz="1867" kern="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/>
                <a:sym typeface="Arial"/>
              </a:rPr>
              <a:t>Linggi</a:t>
            </a:r>
            <a:r>
              <a:rPr lang="en-US" sz="1867" kern="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/>
                <a:sym typeface="Arial"/>
              </a:rPr>
              <a:t> </a:t>
            </a:r>
            <a:r>
              <a:rPr lang="en-US" sz="1867" kern="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/>
                <a:sym typeface="Arial"/>
              </a:rPr>
              <a:t>condong</a:t>
            </a:r>
            <a:r>
              <a:rPr lang="en-US" sz="1867" kern="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/>
                <a:sym typeface="Arial"/>
              </a:rPr>
              <a:t> (Racked Stem)</a:t>
            </a:r>
            <a:endParaRPr lang="en-US"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just" defTabSz="1219170">
              <a:lnSpc>
                <a:spcPct val="150000"/>
              </a:lnSpc>
              <a:buClr>
                <a:srgbClr val="000000"/>
              </a:buClr>
            </a:pPr>
            <a:r>
              <a:rPr lang="en-US" sz="1867" kern="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/>
                <a:sym typeface="Arial"/>
              </a:rPr>
              <a:t>a.3. </a:t>
            </a:r>
            <a:r>
              <a:rPr lang="en-US" sz="1867" kern="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/>
                <a:sym typeface="Arial"/>
              </a:rPr>
              <a:t>Linggi</a:t>
            </a:r>
            <a:r>
              <a:rPr lang="en-US" sz="1867" kern="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/>
                <a:sym typeface="Arial"/>
              </a:rPr>
              <a:t> </a:t>
            </a:r>
            <a:r>
              <a:rPr lang="en-US" sz="1867" kern="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/>
                <a:sym typeface="Arial"/>
              </a:rPr>
              <a:t>bulba</a:t>
            </a:r>
            <a:r>
              <a:rPr lang="en-US" sz="1867" kern="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/>
                <a:sym typeface="Arial"/>
              </a:rPr>
              <a:t> (Bulb Stem)    	 a.4. </a:t>
            </a:r>
            <a:r>
              <a:rPr lang="en-US" sz="1867" kern="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/>
                <a:sym typeface="Arial"/>
              </a:rPr>
              <a:t>Linggi</a:t>
            </a:r>
            <a:r>
              <a:rPr lang="en-US" sz="1867" kern="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/>
                <a:sym typeface="Arial"/>
              </a:rPr>
              <a:t> Maier (Maier Stem)</a:t>
            </a:r>
            <a:endParaRPr lang="en-US"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just" defTabSz="1219170">
              <a:lnSpc>
                <a:spcPct val="150000"/>
              </a:lnSpc>
              <a:buClr>
                <a:srgbClr val="000000"/>
              </a:buClr>
            </a:pPr>
            <a:r>
              <a:rPr lang="en-US" sz="1867" kern="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/>
                <a:sym typeface="Arial"/>
              </a:rPr>
              <a:t>a.5. </a:t>
            </a:r>
            <a:r>
              <a:rPr lang="en-US" sz="1867" kern="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/>
                <a:sym typeface="Arial"/>
              </a:rPr>
              <a:t>Linggi</a:t>
            </a:r>
            <a:r>
              <a:rPr lang="en-US" sz="1867" kern="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/>
                <a:sym typeface="Arial"/>
              </a:rPr>
              <a:t> </a:t>
            </a:r>
            <a:r>
              <a:rPr lang="en-US" sz="1867" kern="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/>
                <a:sym typeface="Arial"/>
              </a:rPr>
              <a:t>Gunting</a:t>
            </a:r>
            <a:r>
              <a:rPr lang="en-US" sz="1867" kern="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/>
                <a:sym typeface="Arial"/>
              </a:rPr>
              <a:t> (Clipper Stem)  a.6. </a:t>
            </a:r>
            <a:r>
              <a:rPr lang="en-US" sz="1867" kern="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/>
                <a:sym typeface="Arial"/>
              </a:rPr>
              <a:t>Linggi</a:t>
            </a:r>
            <a:r>
              <a:rPr lang="en-US" sz="1867" kern="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/>
                <a:sym typeface="Arial"/>
              </a:rPr>
              <a:t> </a:t>
            </a:r>
            <a:r>
              <a:rPr lang="en-US" sz="1867" kern="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/>
                <a:sym typeface="Arial"/>
              </a:rPr>
              <a:t>Pemecah</a:t>
            </a:r>
            <a:r>
              <a:rPr lang="en-US" sz="1867" kern="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/>
                <a:sym typeface="Arial"/>
              </a:rPr>
              <a:t> </a:t>
            </a:r>
            <a:r>
              <a:rPr lang="en-US" sz="1867" kern="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/>
                <a:sym typeface="Arial"/>
              </a:rPr>
              <a:t>Es</a:t>
            </a:r>
            <a:r>
              <a:rPr lang="en-US" sz="1867" kern="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/>
                <a:sym typeface="Arial"/>
              </a:rPr>
              <a:t> (Ice Breaker Stem)</a:t>
            </a:r>
            <a:endParaRPr lang="en-US"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97087406"/>
      </p:ext>
    </p:extLst>
  </p:cSld>
  <p:clrMapOvr>
    <a:masterClrMapping/>
  </p:clrMapOvr>
  <p:transition spd="slow">
    <p:pull dir="l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2"/>
          <p:cNvSpPr txBox="1">
            <a:spLocks noGrp="1"/>
          </p:cNvSpPr>
          <p:nvPr>
            <p:ph type="title"/>
          </p:nvPr>
        </p:nvSpPr>
        <p:spPr>
          <a:xfrm>
            <a:off x="3934196" y="231493"/>
            <a:ext cx="460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US" dirty="0" err="1"/>
              <a:t>Linggi</a:t>
            </a:r>
            <a:r>
              <a:rPr lang="en-US" dirty="0"/>
              <a:t> </a:t>
            </a:r>
            <a:r>
              <a:rPr lang="en-US" dirty="0" err="1"/>
              <a:t>Buritan</a:t>
            </a:r>
            <a:r>
              <a:rPr lang="en-US" dirty="0"/>
              <a:t> </a:t>
            </a:r>
            <a:r>
              <a:rPr lang="en-US" i="1" dirty="0"/>
              <a:t>(Stern Post)</a:t>
            </a:r>
            <a:endParaRPr lang="en-US" dirty="0"/>
          </a:p>
        </p:txBody>
      </p:sp>
      <p:sp>
        <p:nvSpPr>
          <p:cNvPr id="602" name="Google Shape;602;p42"/>
          <p:cNvSpPr txBox="1">
            <a:spLocks noGrp="1"/>
          </p:cNvSpPr>
          <p:nvPr>
            <p:ph type="subTitle" idx="2"/>
          </p:nvPr>
        </p:nvSpPr>
        <p:spPr>
          <a:xfrm>
            <a:off x="414237" y="1986039"/>
            <a:ext cx="5412095" cy="423305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 indent="0" algn="just">
              <a:buNone/>
            </a:pPr>
            <a:r>
              <a:rPr lang="en-US" sz="2133" dirty="0" err="1"/>
              <a:t>Konstruksi</a:t>
            </a:r>
            <a:r>
              <a:rPr lang="en-US" sz="2133" dirty="0"/>
              <a:t> </a:t>
            </a:r>
            <a:r>
              <a:rPr lang="en-US" sz="2133" dirty="0" err="1"/>
              <a:t>linggi</a:t>
            </a:r>
            <a:r>
              <a:rPr lang="en-US" sz="2133" dirty="0"/>
              <a:t> </a:t>
            </a:r>
            <a:r>
              <a:rPr lang="en-US" sz="2133" dirty="0" err="1"/>
              <a:t>buritan</a:t>
            </a:r>
            <a:r>
              <a:rPr lang="en-US" sz="2133" dirty="0"/>
              <a:t> </a:t>
            </a:r>
            <a:r>
              <a:rPr lang="en-US" sz="2133" dirty="0" err="1"/>
              <a:t>adalah</a:t>
            </a:r>
            <a:r>
              <a:rPr lang="en-US" sz="2133" dirty="0"/>
              <a:t> </a:t>
            </a:r>
            <a:r>
              <a:rPr lang="en-US" sz="2133" dirty="0" err="1"/>
              <a:t>bagian</a:t>
            </a:r>
            <a:r>
              <a:rPr lang="en-US" sz="2133" dirty="0"/>
              <a:t> </a:t>
            </a:r>
            <a:r>
              <a:rPr lang="en-US" sz="2133" dirty="0" err="1"/>
              <a:t>konstruksi</a:t>
            </a:r>
            <a:r>
              <a:rPr lang="en-US" sz="2133" dirty="0"/>
              <a:t> </a:t>
            </a:r>
            <a:r>
              <a:rPr lang="en-US" sz="2133" dirty="0" err="1"/>
              <a:t>kapal</a:t>
            </a:r>
            <a:r>
              <a:rPr lang="en-US" sz="2133" dirty="0"/>
              <a:t> yang </a:t>
            </a:r>
            <a:r>
              <a:rPr lang="en-US" sz="2133" dirty="0" err="1"/>
              <a:t>merupakan</a:t>
            </a:r>
            <a:r>
              <a:rPr lang="en-US" sz="2133" dirty="0"/>
              <a:t> </a:t>
            </a:r>
            <a:r>
              <a:rPr lang="en-US" sz="2133" dirty="0" err="1"/>
              <a:t>kelanjutan</a:t>
            </a:r>
            <a:r>
              <a:rPr lang="en-US" sz="2133" dirty="0"/>
              <a:t> </a:t>
            </a:r>
            <a:r>
              <a:rPr lang="en-US" sz="2133" dirty="0" err="1"/>
              <a:t>lunas</a:t>
            </a:r>
            <a:r>
              <a:rPr lang="en-US" sz="2133" dirty="0"/>
              <a:t> </a:t>
            </a:r>
            <a:r>
              <a:rPr lang="en-US" sz="2133" dirty="0" err="1"/>
              <a:t>kapal</a:t>
            </a:r>
            <a:r>
              <a:rPr lang="en-US" sz="2133" dirty="0"/>
              <a:t>. </a:t>
            </a:r>
            <a:r>
              <a:rPr lang="en-US" sz="2133" dirty="0" err="1"/>
              <a:t>Bagian</a:t>
            </a:r>
            <a:r>
              <a:rPr lang="en-US" sz="2133" dirty="0"/>
              <a:t> </a:t>
            </a:r>
            <a:r>
              <a:rPr lang="en-US" sz="2133" dirty="0" err="1"/>
              <a:t>linggi</a:t>
            </a:r>
            <a:r>
              <a:rPr lang="en-US" sz="2133" dirty="0"/>
              <a:t> </a:t>
            </a:r>
            <a:r>
              <a:rPr lang="en-US" sz="2133" dirty="0" err="1"/>
              <a:t>ini</a:t>
            </a:r>
            <a:r>
              <a:rPr lang="en-US" sz="2133" dirty="0"/>
              <a:t> </a:t>
            </a:r>
            <a:r>
              <a:rPr lang="en-US" sz="2133" dirty="0" err="1"/>
              <a:t>harus</a:t>
            </a:r>
            <a:r>
              <a:rPr lang="en-US" sz="2133" dirty="0"/>
              <a:t> </a:t>
            </a:r>
            <a:r>
              <a:rPr lang="en-US" sz="2133" dirty="0" err="1"/>
              <a:t>diperbesar</a:t>
            </a:r>
            <a:r>
              <a:rPr lang="en-US" sz="2133" dirty="0"/>
              <a:t> </a:t>
            </a:r>
            <a:r>
              <a:rPr lang="en-US" sz="2133" dirty="0" err="1"/>
              <a:t>atau</a:t>
            </a:r>
            <a:r>
              <a:rPr lang="en-US" sz="2133" dirty="0"/>
              <a:t> </a:t>
            </a:r>
            <a:r>
              <a:rPr lang="en-US" sz="2133" dirty="0" err="1"/>
              <a:t>diberi</a:t>
            </a:r>
            <a:r>
              <a:rPr lang="en-US" sz="2133" dirty="0"/>
              <a:t> boss </a:t>
            </a:r>
            <a:r>
              <a:rPr lang="en-US" sz="2133" dirty="0" err="1"/>
              <a:t>pada</a:t>
            </a:r>
            <a:r>
              <a:rPr lang="en-US" sz="2133" dirty="0"/>
              <a:t> </a:t>
            </a:r>
            <a:r>
              <a:rPr lang="en-US" sz="2133" dirty="0" err="1"/>
              <a:t>bagian</a:t>
            </a:r>
            <a:r>
              <a:rPr lang="en-US" sz="2133" dirty="0"/>
              <a:t> yang </a:t>
            </a:r>
            <a:r>
              <a:rPr lang="en-US" sz="2133" dirty="0" err="1"/>
              <a:t>ditembus</a:t>
            </a:r>
            <a:r>
              <a:rPr lang="en-US" sz="2133" dirty="0"/>
              <a:t> </a:t>
            </a:r>
            <a:r>
              <a:rPr lang="en-US" sz="2133" dirty="0" err="1"/>
              <a:t>oleh</a:t>
            </a:r>
            <a:r>
              <a:rPr lang="en-US" sz="2133" dirty="0"/>
              <a:t> </a:t>
            </a:r>
            <a:r>
              <a:rPr lang="en-US" sz="2133" dirty="0" err="1"/>
              <a:t>poros</a:t>
            </a:r>
            <a:r>
              <a:rPr lang="en-US" sz="2133" dirty="0"/>
              <a:t> baling-baling, </a:t>
            </a:r>
            <a:r>
              <a:rPr lang="en-US" sz="2133" dirty="0" err="1"/>
              <a:t>terutama</a:t>
            </a:r>
            <a:r>
              <a:rPr lang="en-US" sz="2133" dirty="0"/>
              <a:t> </a:t>
            </a:r>
            <a:r>
              <a:rPr lang="en-US" sz="2133" dirty="0" err="1"/>
              <a:t>pada</a:t>
            </a:r>
            <a:r>
              <a:rPr lang="en-US" sz="2133" dirty="0"/>
              <a:t> </a:t>
            </a:r>
            <a:r>
              <a:rPr lang="en-US" sz="2133" dirty="0" err="1"/>
              <a:t>kapal-kapal</a:t>
            </a:r>
            <a:r>
              <a:rPr lang="en-US" sz="2133" dirty="0"/>
              <a:t> yang </a:t>
            </a:r>
            <a:r>
              <a:rPr lang="en-US" sz="2133" dirty="0" err="1"/>
              <a:t>berbaling</a:t>
            </a:r>
            <a:r>
              <a:rPr lang="en-US" sz="2133" dirty="0"/>
              <a:t>-baling </a:t>
            </a:r>
            <a:r>
              <a:rPr lang="en-US" sz="2133" dirty="0" err="1"/>
              <a:t>tunggal</a:t>
            </a:r>
            <a:r>
              <a:rPr lang="en-US" sz="2133" dirty="0"/>
              <a:t> </a:t>
            </a:r>
            <a:r>
              <a:rPr lang="en-US" sz="2133" dirty="0" err="1"/>
              <a:t>atau</a:t>
            </a:r>
            <a:r>
              <a:rPr lang="en-US" sz="2133" dirty="0"/>
              <a:t> </a:t>
            </a:r>
            <a:r>
              <a:rPr lang="en-US" sz="2133" dirty="0" err="1"/>
              <a:t>berbaling</a:t>
            </a:r>
            <a:r>
              <a:rPr lang="en-US" sz="2133" dirty="0"/>
              <a:t>-baling </a:t>
            </a:r>
            <a:r>
              <a:rPr lang="en-US" sz="2133" dirty="0" err="1"/>
              <a:t>tiga</a:t>
            </a:r>
            <a:endParaRPr lang="en-US" sz="3733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72464" y="5369831"/>
            <a:ext cx="12124665" cy="1385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1219170">
              <a:lnSpc>
                <a:spcPct val="150000"/>
              </a:lnSpc>
              <a:buClr>
                <a:srgbClr val="000000"/>
              </a:buClr>
            </a:pPr>
            <a:r>
              <a:rPr lang="en-US" sz="1867" kern="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/>
                <a:sym typeface="Arial"/>
              </a:rPr>
              <a:t>Keterangan</a:t>
            </a:r>
            <a:r>
              <a:rPr lang="en-US" sz="1867" kern="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/>
                <a:sym typeface="Arial"/>
              </a:rPr>
              <a:t> :</a:t>
            </a:r>
            <a:endParaRPr lang="en-US"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b.1. </a:t>
            </a:r>
            <a:r>
              <a:rPr lang="en-US" sz="1867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Bentuk</a:t>
            </a: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1867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Eliptik</a:t>
            </a: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.				b.3. </a:t>
            </a:r>
            <a:r>
              <a:rPr lang="en-US" sz="1867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Bentuk</a:t>
            </a: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1867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Jelajah</a:t>
            </a: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(Cruiser) </a:t>
            </a:r>
            <a:r>
              <a:rPr lang="en-US" sz="1867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dengan</a:t>
            </a: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1867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kemudi</a:t>
            </a: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1867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gantung</a:t>
            </a: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.</a:t>
            </a:r>
          </a:p>
          <a:p>
            <a:pPr defTabSz="1219170">
              <a:buClr>
                <a:srgbClr val="000000"/>
              </a:buClr>
            </a:pP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b.2. </a:t>
            </a:r>
            <a:r>
              <a:rPr lang="en-US" sz="1867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Bentuk</a:t>
            </a: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1867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Jelajah</a:t>
            </a: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(Cruiser) </a:t>
            </a:r>
            <a:r>
              <a:rPr lang="en-US" sz="1867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dengan</a:t>
            </a: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1867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kemudi</a:t>
            </a: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1867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imbang</a:t>
            </a: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.	b.4. </a:t>
            </a:r>
            <a:r>
              <a:rPr lang="en-US" sz="1867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Bentuk</a:t>
            </a: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1867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Balok</a:t>
            </a: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sz="1867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Lintang</a:t>
            </a: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(Transom)</a:t>
            </a:r>
          </a:p>
          <a:p>
            <a:pPr defTabSz="1219170">
              <a:buClr>
                <a:srgbClr val="000000"/>
              </a:buClr>
            </a:pPr>
            <a:endParaRPr lang="en-US"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9" name="Picture 8" descr="http://2.bp.blogspot.com/-08qwdFE7hSQ/UvIXi_EFWmI/AAAAAAAAAHE/loAM-f_buNw/s1600/DS7.png">
            <a:hlinkClick r:id="rId3"/>
          </p:cNvPr>
          <p:cNvPicPr/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0727" y="1986040"/>
            <a:ext cx="5473336" cy="323268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00742771"/>
      </p:ext>
    </p:extLst>
  </p:cSld>
  <p:clrMapOvr>
    <a:masterClrMapping/>
  </p:clrMapOvr>
  <p:transition spd="slow">
    <p:pull dir="rd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2"/>
          <p:cNvSpPr txBox="1">
            <a:spLocks noGrp="1"/>
          </p:cNvSpPr>
          <p:nvPr>
            <p:ph type="title"/>
          </p:nvPr>
        </p:nvSpPr>
        <p:spPr>
          <a:xfrm>
            <a:off x="3934196" y="231493"/>
            <a:ext cx="460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" sz="4267" dirty="0" smtClean="0"/>
              <a:t>Lunas</a:t>
            </a:r>
            <a:endParaRPr dirty="0"/>
          </a:p>
        </p:txBody>
      </p:sp>
      <p:sp>
        <p:nvSpPr>
          <p:cNvPr id="602" name="Google Shape;602;p42"/>
          <p:cNvSpPr txBox="1">
            <a:spLocks noGrp="1"/>
          </p:cNvSpPr>
          <p:nvPr>
            <p:ph type="subTitle" idx="2"/>
          </p:nvPr>
        </p:nvSpPr>
        <p:spPr>
          <a:xfrm>
            <a:off x="264769" y="1775347"/>
            <a:ext cx="5412095" cy="255185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Lunas </a:t>
            </a:r>
            <a:r>
              <a:rPr lang="en-US" dirty="0" err="1"/>
              <a:t>berfungsi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bertumpunya</a:t>
            </a:r>
            <a:r>
              <a:rPr lang="en-US" dirty="0"/>
              <a:t> </a:t>
            </a:r>
            <a:r>
              <a:rPr lang="en-US" dirty="0" err="1" smtClean="0"/>
              <a:t>linggi</a:t>
            </a:r>
            <a:r>
              <a:rPr lang="en-US" dirty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gading</a:t>
            </a:r>
            <a:r>
              <a:rPr lang="en-US" dirty="0" smtClean="0"/>
              <a:t> </a:t>
            </a:r>
            <a:r>
              <a:rPr lang="en-US" dirty="0" err="1" smtClean="0"/>
              <a:t>serta</a:t>
            </a:r>
            <a:r>
              <a:rPr lang="en-US" dirty="0" smtClean="0"/>
              <a:t> </a:t>
            </a:r>
            <a:r>
              <a:rPr lang="en-US" dirty="0" err="1"/>
              <a:t>memperkokoh</a:t>
            </a:r>
            <a:r>
              <a:rPr lang="en-US" dirty="0"/>
              <a:t> </a:t>
            </a:r>
            <a:r>
              <a:rPr lang="en-US" dirty="0" err="1"/>
              <a:t>konstruksi</a:t>
            </a:r>
            <a:r>
              <a:rPr lang="en-US" dirty="0"/>
              <a:t> </a:t>
            </a:r>
            <a:r>
              <a:rPr lang="en-US" dirty="0" err="1"/>
              <a:t>melintang</a:t>
            </a:r>
            <a:r>
              <a:rPr lang="en-US" dirty="0"/>
              <a:t> </a:t>
            </a:r>
            <a:r>
              <a:rPr lang="en-US" dirty="0" err="1"/>
              <a:t>kapal</a:t>
            </a:r>
            <a:r>
              <a:rPr lang="en-US" dirty="0" smtClean="0"/>
              <a:t>;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Lunas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kapal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yang </a:t>
            </a:r>
            <a:r>
              <a:rPr lang="en-US" dirty="0" err="1"/>
              <a:t>terletak</a:t>
            </a:r>
            <a:r>
              <a:rPr lang="en-US" dirty="0"/>
              <a:t> paling </a:t>
            </a:r>
            <a:r>
              <a:rPr lang="en-US" dirty="0" err="1"/>
              <a:t>bawah</a:t>
            </a:r>
            <a:r>
              <a:rPr lang="en-US" dirty="0"/>
              <a:t> di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kapal</a:t>
            </a:r>
            <a:r>
              <a:rPr lang="en-US" dirty="0"/>
              <a:t>. </a:t>
            </a:r>
            <a:r>
              <a:rPr lang="en-US" dirty="0" smtClean="0"/>
              <a:t>Lunas </a:t>
            </a:r>
            <a:r>
              <a:rPr lang="en-US" dirty="0" err="1"/>
              <a:t>lambung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lunas</a:t>
            </a:r>
            <a:r>
              <a:rPr lang="en-US" dirty="0"/>
              <a:t> yang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melindungi</a:t>
            </a:r>
            <a:r>
              <a:rPr lang="en-US" dirty="0"/>
              <a:t> </a:t>
            </a:r>
            <a:r>
              <a:rPr lang="en-US" dirty="0" err="1"/>
              <a:t>kapal</a:t>
            </a:r>
            <a:r>
              <a:rPr lang="en-US" dirty="0"/>
              <a:t> </a:t>
            </a:r>
            <a:r>
              <a:rPr lang="en-US" dirty="0" err="1"/>
              <a:t>apabila</a:t>
            </a:r>
            <a:r>
              <a:rPr lang="en-US" dirty="0"/>
              <a:t> </a:t>
            </a:r>
            <a:r>
              <a:rPr lang="en-US" dirty="0" err="1"/>
              <a:t>terjadi</a:t>
            </a:r>
            <a:r>
              <a:rPr lang="en-US" dirty="0"/>
              <a:t> </a:t>
            </a:r>
            <a:r>
              <a:rPr lang="en-US" dirty="0" err="1"/>
              <a:t>kandas</a:t>
            </a:r>
            <a:r>
              <a:rPr lang="en-US" dirty="0"/>
              <a:t>. Lunas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umumnya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panjang</a:t>
            </a:r>
            <a:r>
              <a:rPr lang="en-US" dirty="0"/>
              <a:t> </a:t>
            </a:r>
            <a:r>
              <a:rPr lang="en-US" dirty="0" err="1"/>
              <a:t>seperempat</a:t>
            </a:r>
            <a:r>
              <a:rPr lang="en-US" dirty="0"/>
              <a:t> </a:t>
            </a:r>
            <a:r>
              <a:rPr lang="en-US" dirty="0" err="1"/>
              <a:t>hingga</a:t>
            </a:r>
            <a:r>
              <a:rPr lang="en-US" dirty="0"/>
              <a:t> </a:t>
            </a:r>
            <a:r>
              <a:rPr lang="en-US" dirty="0" err="1"/>
              <a:t>sepertiga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panjang</a:t>
            </a:r>
            <a:r>
              <a:rPr lang="en-US" dirty="0"/>
              <a:t> </a:t>
            </a:r>
            <a:r>
              <a:rPr lang="en-US" dirty="0" err="1"/>
              <a:t>kapal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bawah</a:t>
            </a:r>
            <a:r>
              <a:rPr lang="en-US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dirty="0" err="1"/>
              <a:t>Sementara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, </a:t>
            </a:r>
            <a:r>
              <a:rPr lang="en-US" dirty="0" err="1"/>
              <a:t>lunas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lajur</a:t>
            </a:r>
            <a:r>
              <a:rPr lang="en-US" dirty="0"/>
              <a:t> </a:t>
            </a:r>
            <a:r>
              <a:rPr lang="en-US" dirty="0" err="1"/>
              <a:t>kapal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ketebalan</a:t>
            </a:r>
            <a:r>
              <a:rPr lang="en-US" dirty="0"/>
              <a:t> </a:t>
            </a:r>
            <a:r>
              <a:rPr lang="en-US" dirty="0" err="1"/>
              <a:t>kurang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35 </a:t>
            </a:r>
            <a:r>
              <a:rPr lang="en-US" dirty="0" err="1"/>
              <a:t>persen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kulit</a:t>
            </a:r>
            <a:r>
              <a:rPr lang="en-US" dirty="0"/>
              <a:t> </a:t>
            </a:r>
            <a:r>
              <a:rPr lang="en-US" dirty="0" err="1"/>
              <a:t>kapal</a:t>
            </a:r>
            <a:r>
              <a:rPr lang="en-US" dirty="0"/>
              <a:t>. </a:t>
            </a:r>
            <a:r>
              <a:rPr lang="en-US" dirty="0" err="1"/>
              <a:t>Sedangkan</a:t>
            </a:r>
            <a:r>
              <a:rPr lang="en-US" dirty="0"/>
              <a:t> </a:t>
            </a:r>
            <a:r>
              <a:rPr lang="en-US" dirty="0" err="1"/>
              <a:t>lunas</a:t>
            </a:r>
            <a:r>
              <a:rPr lang="en-US" dirty="0"/>
              <a:t> </a:t>
            </a:r>
            <a:r>
              <a:rPr lang="en-US" dirty="0" err="1"/>
              <a:t>tegak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lunas</a:t>
            </a:r>
            <a:r>
              <a:rPr lang="en-US" dirty="0"/>
              <a:t> </a:t>
            </a:r>
            <a:r>
              <a:rPr lang="en-US" dirty="0" err="1"/>
              <a:t>sepanjang</a:t>
            </a:r>
            <a:r>
              <a:rPr lang="en-US" dirty="0"/>
              <a:t> </a:t>
            </a:r>
            <a:r>
              <a:rPr lang="en-US" dirty="0" err="1"/>
              <a:t>kapal</a:t>
            </a:r>
            <a:r>
              <a:rPr lang="en-US" dirty="0"/>
              <a:t>.</a:t>
            </a:r>
          </a:p>
          <a:p>
            <a:pPr marL="152396" indent="0" algn="just"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796" y="2087880"/>
            <a:ext cx="5468749" cy="40973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7008211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2"/>
          <p:cNvSpPr txBox="1">
            <a:spLocks noGrp="1"/>
          </p:cNvSpPr>
          <p:nvPr>
            <p:ph type="title"/>
          </p:nvPr>
        </p:nvSpPr>
        <p:spPr>
          <a:xfrm>
            <a:off x="3934196" y="231493"/>
            <a:ext cx="460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" sz="4267" dirty="0" smtClean="0"/>
              <a:t>Geladak</a:t>
            </a:r>
            <a:endParaRPr dirty="0"/>
          </a:p>
        </p:txBody>
      </p:sp>
      <p:sp>
        <p:nvSpPr>
          <p:cNvPr id="602" name="Google Shape;602;p42"/>
          <p:cNvSpPr txBox="1">
            <a:spLocks noGrp="1"/>
          </p:cNvSpPr>
          <p:nvPr>
            <p:ph type="subTitle" idx="2"/>
          </p:nvPr>
        </p:nvSpPr>
        <p:spPr>
          <a:xfrm>
            <a:off x="606742" y="1955546"/>
            <a:ext cx="5412095" cy="423305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1118" indent="-414856" algn="just">
              <a:lnSpc>
                <a:spcPct val="150000"/>
              </a:lnSpc>
            </a:pPr>
            <a:r>
              <a:rPr lang="en-US" sz="2133" dirty="0" err="1"/>
              <a:t>Geladak</a:t>
            </a:r>
            <a:r>
              <a:rPr lang="en-US" sz="2133" dirty="0"/>
              <a:t> </a:t>
            </a:r>
            <a:r>
              <a:rPr lang="en-US" sz="2133" dirty="0" err="1"/>
              <a:t>adalah</a:t>
            </a:r>
            <a:r>
              <a:rPr lang="en-US" sz="2133" dirty="0"/>
              <a:t> </a:t>
            </a:r>
            <a:r>
              <a:rPr lang="en-US" sz="2133" dirty="0" err="1"/>
              <a:t>Lapisan</a:t>
            </a:r>
            <a:r>
              <a:rPr lang="en-US" sz="2133" dirty="0"/>
              <a:t> yang </a:t>
            </a:r>
            <a:r>
              <a:rPr lang="en-US" sz="2133" dirty="0" err="1"/>
              <a:t>menghubungkan</a:t>
            </a:r>
            <a:r>
              <a:rPr lang="en-US" sz="2133" dirty="0"/>
              <a:t> </a:t>
            </a:r>
            <a:r>
              <a:rPr lang="en-US" sz="2133" dirty="0" err="1"/>
              <a:t>bagian</a:t>
            </a:r>
            <a:r>
              <a:rPr lang="en-US" sz="2133" dirty="0"/>
              <a:t> </a:t>
            </a:r>
            <a:r>
              <a:rPr lang="en-US" sz="2133" dirty="0" err="1"/>
              <a:t>atas</a:t>
            </a:r>
            <a:r>
              <a:rPr lang="en-US" sz="2133" dirty="0"/>
              <a:t> </a:t>
            </a:r>
            <a:r>
              <a:rPr lang="en-US" sz="2133" dirty="0" err="1"/>
              <a:t>kapal</a:t>
            </a:r>
            <a:r>
              <a:rPr lang="en-US" sz="2133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133" dirty="0" err="1"/>
              <a:t>Geladak</a:t>
            </a:r>
            <a:r>
              <a:rPr lang="en-US" sz="2133" dirty="0"/>
              <a:t> </a:t>
            </a:r>
            <a:r>
              <a:rPr lang="en-US" sz="2133" dirty="0" err="1"/>
              <a:t>ditopang</a:t>
            </a:r>
            <a:r>
              <a:rPr lang="en-US" sz="2133" dirty="0"/>
              <a:t> </a:t>
            </a:r>
            <a:r>
              <a:rPr lang="en-US" sz="2133" dirty="0" err="1"/>
              <a:t>oleh</a:t>
            </a:r>
            <a:r>
              <a:rPr lang="en-US" sz="2133" dirty="0"/>
              <a:t> </a:t>
            </a:r>
            <a:r>
              <a:rPr lang="en-US" sz="2133" dirty="0" err="1"/>
              <a:t>balok</a:t>
            </a:r>
            <a:r>
              <a:rPr lang="en-US" sz="2133" dirty="0"/>
              <a:t> </a:t>
            </a:r>
            <a:r>
              <a:rPr lang="en-US" sz="2133" dirty="0" err="1"/>
              <a:t>geladak</a:t>
            </a:r>
            <a:r>
              <a:rPr lang="en-US" sz="2133" dirty="0"/>
              <a:t>. </a:t>
            </a:r>
          </a:p>
          <a:p>
            <a:pPr algn="just">
              <a:lnSpc>
                <a:spcPct val="150000"/>
              </a:lnSpc>
            </a:pPr>
            <a:r>
              <a:rPr lang="en-US" sz="2133" dirty="0" err="1"/>
              <a:t>Geladak</a:t>
            </a:r>
            <a:r>
              <a:rPr lang="en-US" sz="2133" dirty="0"/>
              <a:t> </a:t>
            </a:r>
            <a:r>
              <a:rPr lang="en-US" sz="2133" dirty="0" err="1"/>
              <a:t>dibuat</a:t>
            </a:r>
            <a:r>
              <a:rPr lang="en-US" sz="2133" dirty="0"/>
              <a:t> </a:t>
            </a:r>
            <a:r>
              <a:rPr lang="en-US" sz="2133" dirty="0" err="1"/>
              <a:t>tidak</a:t>
            </a:r>
            <a:r>
              <a:rPr lang="en-US" sz="2133" dirty="0"/>
              <a:t> </a:t>
            </a:r>
            <a:r>
              <a:rPr lang="en-US" sz="2133" dirty="0" err="1"/>
              <a:t>datar</a:t>
            </a:r>
            <a:r>
              <a:rPr lang="en-US" sz="2133" dirty="0"/>
              <a:t>, </a:t>
            </a:r>
            <a:r>
              <a:rPr lang="en-US" sz="2133" dirty="0" err="1"/>
              <a:t>akan</a:t>
            </a:r>
            <a:r>
              <a:rPr lang="en-US" sz="2133" dirty="0"/>
              <a:t> </a:t>
            </a:r>
            <a:r>
              <a:rPr lang="en-US" sz="2133" dirty="0" err="1"/>
              <a:t>tetapi</a:t>
            </a:r>
            <a:r>
              <a:rPr lang="en-US" sz="2133" dirty="0"/>
              <a:t> </a:t>
            </a:r>
            <a:r>
              <a:rPr lang="en-US" sz="2133" dirty="0" err="1"/>
              <a:t>melengkung</a:t>
            </a:r>
            <a:r>
              <a:rPr lang="en-US" sz="2133" dirty="0"/>
              <a:t> </a:t>
            </a:r>
            <a:r>
              <a:rPr lang="en-US" sz="2133" dirty="0" err="1"/>
              <a:t>ke</a:t>
            </a:r>
            <a:r>
              <a:rPr lang="en-US" sz="2133" dirty="0"/>
              <a:t> </a:t>
            </a:r>
            <a:r>
              <a:rPr lang="en-US" sz="2133" dirty="0" err="1"/>
              <a:t>arah</a:t>
            </a:r>
            <a:r>
              <a:rPr lang="en-US" sz="2133" dirty="0"/>
              <a:t> </a:t>
            </a:r>
            <a:r>
              <a:rPr lang="en-US" sz="2133" dirty="0" err="1"/>
              <a:t>melintang</a:t>
            </a:r>
            <a:r>
              <a:rPr lang="en-US" sz="2133" dirty="0"/>
              <a:t> yang </a:t>
            </a:r>
            <a:r>
              <a:rPr lang="en-US" sz="2133" dirty="0" err="1"/>
              <a:t>disebut</a:t>
            </a:r>
            <a:r>
              <a:rPr lang="en-US" sz="2133" dirty="0"/>
              <a:t> </a:t>
            </a:r>
            <a:r>
              <a:rPr lang="en-US" sz="2133" dirty="0" err="1"/>
              <a:t>cembung</a:t>
            </a:r>
            <a:r>
              <a:rPr lang="en-US" sz="2133" dirty="0"/>
              <a:t> </a:t>
            </a:r>
            <a:r>
              <a:rPr lang="en-US" sz="2133" dirty="0" err="1"/>
              <a:t>geladak</a:t>
            </a:r>
            <a:r>
              <a:rPr lang="en-US" sz="2133" dirty="0"/>
              <a:t> </a:t>
            </a:r>
            <a:r>
              <a:rPr lang="en-US" sz="2133" dirty="0" err="1"/>
              <a:t>dan</a:t>
            </a:r>
            <a:r>
              <a:rPr lang="en-US" sz="2133" dirty="0"/>
              <a:t> </a:t>
            </a:r>
            <a:r>
              <a:rPr lang="en-US" sz="2133" dirty="0" err="1"/>
              <a:t>mendukung</a:t>
            </a:r>
            <a:r>
              <a:rPr lang="en-US" sz="2133" dirty="0"/>
              <a:t> </a:t>
            </a:r>
            <a:r>
              <a:rPr lang="en-US" sz="2133" dirty="0" err="1"/>
              <a:t>ke</a:t>
            </a:r>
            <a:r>
              <a:rPr lang="en-US" sz="2133" dirty="0"/>
              <a:t> </a:t>
            </a:r>
            <a:r>
              <a:rPr lang="en-US" sz="2133" dirty="0" err="1"/>
              <a:t>arah</a:t>
            </a:r>
            <a:r>
              <a:rPr lang="en-US" sz="2133" dirty="0"/>
              <a:t> </a:t>
            </a:r>
            <a:r>
              <a:rPr lang="en-US" sz="2133" dirty="0" err="1"/>
              <a:t>memanjang</a:t>
            </a:r>
            <a:r>
              <a:rPr lang="en-US" sz="2133" dirty="0"/>
              <a:t> </a:t>
            </a:r>
            <a:r>
              <a:rPr lang="en-US" sz="2133" dirty="0" err="1"/>
              <a:t>disebut</a:t>
            </a:r>
            <a:r>
              <a:rPr lang="en-US" sz="2133" dirty="0"/>
              <a:t> </a:t>
            </a:r>
            <a:r>
              <a:rPr lang="en-US" sz="2133" dirty="0" err="1"/>
              <a:t>lengkung</a:t>
            </a:r>
            <a:r>
              <a:rPr lang="en-US" sz="2133" dirty="0"/>
              <a:t> </a:t>
            </a:r>
            <a:r>
              <a:rPr lang="en-US" sz="2133" dirty="0" err="1"/>
              <a:t>geladak</a:t>
            </a:r>
            <a:r>
              <a:rPr lang="en-US" sz="2133" dirty="0"/>
              <a:t> </a:t>
            </a:r>
            <a:r>
              <a:rPr lang="en-US" sz="2133" dirty="0" err="1"/>
              <a:t>atau</a:t>
            </a:r>
            <a:r>
              <a:rPr lang="en-US" sz="2133" dirty="0"/>
              <a:t> </a:t>
            </a:r>
            <a:r>
              <a:rPr lang="en-US" sz="2133" dirty="0" err="1"/>
              <a:t>gaing</a:t>
            </a:r>
            <a:r>
              <a:rPr lang="en-US" sz="2133" dirty="0"/>
              <a:t>. </a:t>
            </a:r>
            <a:r>
              <a:rPr lang="en-US" sz="2133" dirty="0" err="1"/>
              <a:t>Geladak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796" y="2260768"/>
            <a:ext cx="5569929" cy="37543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926819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2"/>
          <p:cNvSpPr txBox="1">
            <a:spLocks noGrp="1"/>
          </p:cNvSpPr>
          <p:nvPr>
            <p:ph type="title"/>
          </p:nvPr>
        </p:nvSpPr>
        <p:spPr>
          <a:xfrm>
            <a:off x="3934196" y="231493"/>
            <a:ext cx="460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" sz="4267" dirty="0" smtClean="0"/>
              <a:t>Tiang</a:t>
            </a:r>
            <a:endParaRPr dirty="0"/>
          </a:p>
        </p:txBody>
      </p:sp>
      <p:sp>
        <p:nvSpPr>
          <p:cNvPr id="602" name="Google Shape;602;p42"/>
          <p:cNvSpPr txBox="1">
            <a:spLocks noGrp="1"/>
          </p:cNvSpPr>
          <p:nvPr>
            <p:ph type="subTitle" idx="2"/>
          </p:nvPr>
        </p:nvSpPr>
        <p:spPr>
          <a:xfrm>
            <a:off x="577006" y="1613575"/>
            <a:ext cx="5412095" cy="423305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86262" indent="0" algn="just">
              <a:lnSpc>
                <a:spcPct val="150000"/>
              </a:lnSpc>
              <a:buNone/>
            </a:pPr>
            <a:r>
              <a:rPr lang="en-US" sz="2133" dirty="0" err="1"/>
              <a:t>Tiang</a:t>
            </a:r>
            <a:r>
              <a:rPr lang="en-US" sz="2133" dirty="0"/>
              <a:t> </a:t>
            </a:r>
            <a:r>
              <a:rPr lang="en-US" sz="2133" dirty="0" err="1"/>
              <a:t>adalah</a:t>
            </a:r>
            <a:r>
              <a:rPr lang="en-US" sz="2133" dirty="0"/>
              <a:t> </a:t>
            </a:r>
            <a:r>
              <a:rPr lang="en-US" sz="2133" dirty="0" err="1"/>
              <a:t>sebuah</a:t>
            </a:r>
            <a:r>
              <a:rPr lang="en-US" sz="2133" dirty="0"/>
              <a:t> </a:t>
            </a:r>
            <a:r>
              <a:rPr lang="en-US" sz="2133" dirty="0" err="1"/>
              <a:t>tiang</a:t>
            </a:r>
            <a:r>
              <a:rPr lang="en-US" sz="2133" dirty="0"/>
              <a:t> </a:t>
            </a:r>
            <a:r>
              <a:rPr lang="en-US" sz="2133" dirty="0" err="1"/>
              <a:t>tinggi</a:t>
            </a:r>
            <a:r>
              <a:rPr lang="en-US" sz="2133" dirty="0"/>
              <a:t>, </a:t>
            </a:r>
            <a:r>
              <a:rPr lang="en-US" sz="2133" dirty="0" err="1"/>
              <a:t>atau</a:t>
            </a:r>
            <a:r>
              <a:rPr lang="en-US" sz="2133" dirty="0"/>
              <a:t> </a:t>
            </a:r>
            <a:r>
              <a:rPr lang="en-US" sz="2133" dirty="0" err="1"/>
              <a:t>susunan</a:t>
            </a:r>
            <a:r>
              <a:rPr lang="en-US" sz="2133" dirty="0"/>
              <a:t> </a:t>
            </a:r>
            <a:r>
              <a:rPr lang="en-US" sz="2133" dirty="0" err="1"/>
              <a:t>tiang</a:t>
            </a:r>
            <a:r>
              <a:rPr lang="en-US" sz="2133" dirty="0"/>
              <a:t>, yang </a:t>
            </a:r>
            <a:r>
              <a:rPr lang="en-US" sz="2133" dirty="0" err="1"/>
              <a:t>didirikan</a:t>
            </a:r>
            <a:r>
              <a:rPr lang="en-US" sz="2133" dirty="0"/>
              <a:t> </a:t>
            </a:r>
            <a:r>
              <a:rPr lang="en-US" sz="2133" dirty="0" err="1"/>
              <a:t>kurang</a:t>
            </a:r>
            <a:r>
              <a:rPr lang="en-US" sz="2133" dirty="0"/>
              <a:t> </a:t>
            </a:r>
            <a:r>
              <a:rPr lang="en-US" sz="2133" dirty="0" err="1"/>
              <a:t>lebih</a:t>
            </a:r>
            <a:r>
              <a:rPr lang="en-US" sz="2133" dirty="0"/>
              <a:t> </a:t>
            </a:r>
            <a:r>
              <a:rPr lang="en-US" sz="2133" dirty="0" err="1"/>
              <a:t>secara</a:t>
            </a:r>
            <a:r>
              <a:rPr lang="en-US" sz="2133" dirty="0"/>
              <a:t> </a:t>
            </a:r>
            <a:r>
              <a:rPr lang="en-US" sz="2133" dirty="0" err="1"/>
              <a:t>vertikal</a:t>
            </a:r>
            <a:r>
              <a:rPr lang="en-US" sz="2133" dirty="0"/>
              <a:t> di </a:t>
            </a:r>
            <a:r>
              <a:rPr lang="en-US" sz="2133" dirty="0" err="1"/>
              <a:t>garis</a:t>
            </a:r>
            <a:r>
              <a:rPr lang="en-US" sz="2133" dirty="0"/>
              <a:t> </a:t>
            </a:r>
            <a:r>
              <a:rPr lang="en-US" sz="2133" dirty="0" err="1"/>
              <a:t>tengah</a:t>
            </a:r>
            <a:r>
              <a:rPr lang="en-US" sz="2133" dirty="0"/>
              <a:t> </a:t>
            </a:r>
            <a:r>
              <a:rPr lang="en-US" sz="2133" dirty="0" err="1"/>
              <a:t>kapal</a:t>
            </a:r>
            <a:r>
              <a:rPr lang="en-US" sz="2133" dirty="0"/>
              <a:t> </a:t>
            </a:r>
            <a:r>
              <a:rPr lang="en-US" sz="2133" dirty="0" err="1"/>
              <a:t>atau</a:t>
            </a:r>
            <a:r>
              <a:rPr lang="en-US" sz="2133" dirty="0"/>
              <a:t> </a:t>
            </a:r>
            <a:r>
              <a:rPr lang="en-US" sz="2133" dirty="0" err="1"/>
              <a:t>perahu</a:t>
            </a:r>
            <a:r>
              <a:rPr lang="en-US" sz="2133" dirty="0"/>
              <a:t>. </a:t>
            </a:r>
            <a:r>
              <a:rPr lang="en-US" sz="2133" dirty="0" err="1"/>
              <a:t>Tujuan</a:t>
            </a:r>
            <a:r>
              <a:rPr lang="en-US" sz="2133" dirty="0"/>
              <a:t> </a:t>
            </a:r>
            <a:r>
              <a:rPr lang="en-US" sz="2133" dirty="0" err="1"/>
              <a:t>tiang</a:t>
            </a:r>
            <a:r>
              <a:rPr lang="en-US" sz="2133" dirty="0"/>
              <a:t> </a:t>
            </a:r>
            <a:r>
              <a:rPr lang="en-US" sz="2133" dirty="0" err="1"/>
              <a:t>tersebut</a:t>
            </a:r>
            <a:r>
              <a:rPr lang="en-US" sz="2133" dirty="0"/>
              <a:t> </a:t>
            </a:r>
            <a:r>
              <a:rPr lang="en-US" sz="2133" dirty="0" err="1"/>
              <a:t>seperti</a:t>
            </a:r>
            <a:r>
              <a:rPr lang="en-US" sz="2133" dirty="0"/>
              <a:t> </a:t>
            </a:r>
            <a:r>
              <a:rPr lang="en-US" sz="2133" dirty="0" err="1"/>
              <a:t>untuk</a:t>
            </a:r>
            <a:r>
              <a:rPr lang="en-US" sz="2133" dirty="0"/>
              <a:t> </a:t>
            </a:r>
            <a:r>
              <a:rPr lang="en-US" sz="2133" dirty="0" err="1"/>
              <a:t>membawa</a:t>
            </a:r>
            <a:r>
              <a:rPr lang="en-US" sz="2133" dirty="0"/>
              <a:t> </a:t>
            </a:r>
            <a:r>
              <a:rPr lang="en-US" sz="2133" dirty="0" err="1"/>
              <a:t>layar</a:t>
            </a:r>
            <a:r>
              <a:rPr lang="en-US" sz="2133" dirty="0"/>
              <a:t>, spar </a:t>
            </a:r>
            <a:r>
              <a:rPr lang="en-US" sz="2133" dirty="0" err="1"/>
              <a:t>dan</a:t>
            </a:r>
            <a:r>
              <a:rPr lang="en-US" sz="2133" dirty="0"/>
              <a:t> </a:t>
            </a:r>
            <a:r>
              <a:rPr lang="en-US" sz="2133" dirty="0" err="1"/>
              <a:t>derek</a:t>
            </a:r>
            <a:r>
              <a:rPr lang="en-US" sz="2133" dirty="0"/>
              <a:t>, </a:t>
            </a:r>
            <a:r>
              <a:rPr lang="en-US" sz="2133" dirty="0" err="1"/>
              <a:t>dan</a:t>
            </a:r>
            <a:r>
              <a:rPr lang="en-US" sz="2133" dirty="0"/>
              <a:t> </a:t>
            </a:r>
            <a:r>
              <a:rPr lang="en-US" sz="2133" dirty="0" err="1"/>
              <a:t>memberikan</a:t>
            </a:r>
            <a:r>
              <a:rPr lang="en-US" sz="2133" dirty="0"/>
              <a:t> </a:t>
            </a:r>
            <a:r>
              <a:rPr lang="en-US" sz="2133" dirty="0" err="1"/>
              <a:t>ketinggian</a:t>
            </a:r>
            <a:r>
              <a:rPr lang="en-US" sz="2133" dirty="0"/>
              <a:t> yang </a:t>
            </a:r>
            <a:r>
              <a:rPr lang="en-US" sz="2133" dirty="0" err="1"/>
              <a:t>diperlukan</a:t>
            </a:r>
            <a:r>
              <a:rPr lang="en-US" sz="2133" dirty="0"/>
              <a:t> </a:t>
            </a:r>
            <a:r>
              <a:rPr lang="en-US" sz="2133" dirty="0" err="1"/>
              <a:t>untuk</a:t>
            </a:r>
            <a:r>
              <a:rPr lang="en-US" sz="2133" dirty="0"/>
              <a:t> </a:t>
            </a:r>
            <a:r>
              <a:rPr lang="en-US" sz="2133" dirty="0" err="1"/>
              <a:t>lampu</a:t>
            </a:r>
            <a:r>
              <a:rPr lang="en-US" sz="2133" dirty="0"/>
              <a:t> </a:t>
            </a:r>
            <a:r>
              <a:rPr lang="en-US" sz="2133" dirty="0" err="1"/>
              <a:t>navigasi</a:t>
            </a:r>
            <a:r>
              <a:rPr lang="en-US" sz="2133" dirty="0"/>
              <a:t>, </a:t>
            </a:r>
            <a:r>
              <a:rPr lang="en-US" sz="2133" dirty="0" err="1"/>
              <a:t>posisi</a:t>
            </a:r>
            <a:r>
              <a:rPr lang="en-US" sz="2133" dirty="0"/>
              <a:t> </a:t>
            </a:r>
            <a:r>
              <a:rPr lang="en-US" sz="2133" dirty="0" err="1"/>
              <a:t>pengintaian</a:t>
            </a:r>
            <a:r>
              <a:rPr lang="en-US" sz="2133" dirty="0"/>
              <a:t>, </a:t>
            </a:r>
            <a:r>
              <a:rPr lang="en-US" sz="2133" dirty="0" err="1"/>
              <a:t>posisi</a:t>
            </a:r>
            <a:r>
              <a:rPr lang="en-US" sz="2133" dirty="0"/>
              <a:t> </a:t>
            </a:r>
            <a:r>
              <a:rPr lang="en-US" sz="2133" dirty="0" err="1"/>
              <a:t>kontrol</a:t>
            </a:r>
            <a:r>
              <a:rPr lang="en-US" sz="2133" dirty="0"/>
              <a:t>, antenna radio </a:t>
            </a:r>
            <a:r>
              <a:rPr lang="en-US" sz="2133" dirty="0" err="1"/>
              <a:t>atau</a:t>
            </a:r>
            <a:r>
              <a:rPr lang="en-US" sz="2133" dirty="0"/>
              <a:t> </a:t>
            </a:r>
            <a:r>
              <a:rPr lang="en-US" sz="2133" dirty="0" err="1"/>
              <a:t>lampu</a:t>
            </a:r>
            <a:r>
              <a:rPr lang="en-US" sz="2133" dirty="0"/>
              <a:t> </a:t>
            </a:r>
            <a:r>
              <a:rPr lang="en-US" sz="2133" dirty="0" err="1"/>
              <a:t>sinyal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092" y="1627528"/>
            <a:ext cx="5622675" cy="41361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6819849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2"/>
          <p:cNvSpPr txBox="1">
            <a:spLocks noGrp="1"/>
          </p:cNvSpPr>
          <p:nvPr>
            <p:ph type="title"/>
          </p:nvPr>
        </p:nvSpPr>
        <p:spPr>
          <a:xfrm>
            <a:off x="3934196" y="231493"/>
            <a:ext cx="460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" sz="4267" dirty="0" smtClean="0"/>
              <a:t>Anjungan </a:t>
            </a:r>
            <a:r>
              <a:rPr lang="en" sz="4267" dirty="0"/>
              <a:t>(Wheel House)</a:t>
            </a:r>
            <a:endParaRPr dirty="0"/>
          </a:p>
        </p:txBody>
      </p:sp>
      <p:sp>
        <p:nvSpPr>
          <p:cNvPr id="602" name="Google Shape;602;p42"/>
          <p:cNvSpPr txBox="1">
            <a:spLocks noGrp="1"/>
          </p:cNvSpPr>
          <p:nvPr>
            <p:ph type="subTitle" idx="2"/>
          </p:nvPr>
        </p:nvSpPr>
        <p:spPr>
          <a:xfrm>
            <a:off x="606742" y="1955546"/>
            <a:ext cx="5412095" cy="423305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86262" indent="0" algn="just">
              <a:lnSpc>
                <a:spcPct val="150000"/>
              </a:lnSpc>
              <a:buNone/>
            </a:pPr>
            <a:r>
              <a:rPr lang="en-US" sz="2400" dirty="0" err="1"/>
              <a:t>Anjungan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ruang</a:t>
            </a:r>
            <a:r>
              <a:rPr lang="en-US" sz="2400" dirty="0"/>
              <a:t> </a:t>
            </a:r>
            <a:r>
              <a:rPr lang="en-US" sz="2400" dirty="0" err="1"/>
              <a:t>komando</a:t>
            </a:r>
            <a:r>
              <a:rPr lang="en-US" sz="2400" dirty="0"/>
              <a:t> </a:t>
            </a:r>
            <a:r>
              <a:rPr lang="en-US" sz="2400" dirty="0" err="1"/>
              <a:t>kapal</a:t>
            </a:r>
            <a:r>
              <a:rPr lang="en-US" sz="2400" dirty="0"/>
              <a:t> di mana </a:t>
            </a:r>
            <a:r>
              <a:rPr lang="en-US" sz="2400" dirty="0" err="1"/>
              <a:t>ditempatkan</a:t>
            </a:r>
            <a:r>
              <a:rPr lang="en-US" sz="2400" dirty="0"/>
              <a:t> </a:t>
            </a:r>
            <a:r>
              <a:rPr lang="en-US" sz="2400" dirty="0" err="1"/>
              <a:t>roda</a:t>
            </a:r>
            <a:r>
              <a:rPr lang="en-US" sz="2400" dirty="0"/>
              <a:t> </a:t>
            </a:r>
            <a:r>
              <a:rPr lang="en-US" sz="2400" dirty="0" err="1"/>
              <a:t>kemudi</a:t>
            </a:r>
            <a:r>
              <a:rPr lang="en-US" sz="2400" dirty="0"/>
              <a:t> </a:t>
            </a:r>
            <a:r>
              <a:rPr lang="en-US" sz="2400" dirty="0" err="1"/>
              <a:t>kapal</a:t>
            </a:r>
            <a:r>
              <a:rPr lang="en-US" sz="2400" dirty="0"/>
              <a:t>, </a:t>
            </a:r>
            <a:r>
              <a:rPr lang="en-US" sz="2400" dirty="0" err="1"/>
              <a:t>peralatan</a:t>
            </a:r>
            <a:r>
              <a:rPr lang="en-US" sz="2400" dirty="0"/>
              <a:t> </a:t>
            </a:r>
            <a:r>
              <a:rPr lang="en-US" sz="2400" dirty="0" err="1"/>
              <a:t>navigasi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menentukan</a:t>
            </a:r>
            <a:r>
              <a:rPr lang="en-US" sz="2400" dirty="0"/>
              <a:t> </a:t>
            </a:r>
            <a:r>
              <a:rPr lang="en-US" sz="2400" dirty="0" err="1"/>
              <a:t>posisi</a:t>
            </a:r>
            <a:r>
              <a:rPr lang="en-US" sz="2400" dirty="0"/>
              <a:t> </a:t>
            </a:r>
            <a:r>
              <a:rPr lang="en-US" sz="2400" dirty="0" err="1"/>
              <a:t>kapal</a:t>
            </a:r>
            <a:r>
              <a:rPr lang="en-US" sz="2400" dirty="0"/>
              <a:t> </a:t>
            </a:r>
            <a:r>
              <a:rPr lang="en-US" sz="2400" dirty="0" err="1"/>
              <a:t>berada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biasanya</a:t>
            </a:r>
            <a:r>
              <a:rPr lang="en-US" sz="2400" dirty="0"/>
              <a:t> </a:t>
            </a:r>
            <a:r>
              <a:rPr lang="en-US" sz="2400" dirty="0" err="1"/>
              <a:t>terdapat</a:t>
            </a:r>
            <a:r>
              <a:rPr lang="en-US" sz="2400" dirty="0"/>
              <a:t> </a:t>
            </a:r>
            <a:r>
              <a:rPr lang="en-US" sz="2400" dirty="0" err="1"/>
              <a:t>juga</a:t>
            </a:r>
            <a:r>
              <a:rPr lang="en-US" sz="2400" dirty="0"/>
              <a:t> </a:t>
            </a:r>
            <a:r>
              <a:rPr lang="en-US" sz="2400" dirty="0" err="1"/>
              <a:t>kamar</a:t>
            </a:r>
            <a:r>
              <a:rPr lang="en-US" sz="2400" dirty="0"/>
              <a:t> </a:t>
            </a:r>
            <a:r>
              <a:rPr lang="en-US" sz="2400" dirty="0" err="1"/>
              <a:t>nakhoda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kamar</a:t>
            </a:r>
            <a:r>
              <a:rPr lang="en-US" sz="2400" dirty="0"/>
              <a:t> radio.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290" y="1955545"/>
            <a:ext cx="6120781" cy="45905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53549792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2"/>
          <p:cNvSpPr txBox="1">
            <a:spLocks noGrp="1"/>
          </p:cNvSpPr>
          <p:nvPr>
            <p:ph type="title"/>
          </p:nvPr>
        </p:nvSpPr>
        <p:spPr>
          <a:xfrm>
            <a:off x="3934196" y="231493"/>
            <a:ext cx="460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" sz="4267" dirty="0" smtClean="0"/>
              <a:t>Palka</a:t>
            </a:r>
            <a:endParaRPr dirty="0"/>
          </a:p>
        </p:txBody>
      </p:sp>
      <p:sp>
        <p:nvSpPr>
          <p:cNvPr id="602" name="Google Shape;602;p42"/>
          <p:cNvSpPr txBox="1">
            <a:spLocks noGrp="1"/>
          </p:cNvSpPr>
          <p:nvPr>
            <p:ph type="subTitle" idx="2"/>
          </p:nvPr>
        </p:nvSpPr>
        <p:spPr>
          <a:xfrm>
            <a:off x="628421" y="2193934"/>
            <a:ext cx="5412095" cy="423305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 indent="0" algn="just">
              <a:lnSpc>
                <a:spcPct val="150000"/>
              </a:lnSpc>
              <a:buNone/>
            </a:pPr>
            <a:r>
              <a:rPr lang="en-US" sz="2133" dirty="0" err="1"/>
              <a:t>Ruang</a:t>
            </a:r>
            <a:r>
              <a:rPr lang="en-US" sz="2133" dirty="0"/>
              <a:t> </a:t>
            </a:r>
            <a:r>
              <a:rPr lang="en-US" sz="2133" dirty="0" err="1"/>
              <a:t>palka</a:t>
            </a:r>
            <a:r>
              <a:rPr lang="en-US" sz="2133" dirty="0"/>
              <a:t> (</a:t>
            </a:r>
            <a:r>
              <a:rPr lang="en-US" sz="2133" dirty="0" err="1"/>
              <a:t>ruang</a:t>
            </a:r>
            <a:r>
              <a:rPr lang="en-US" sz="2133" dirty="0"/>
              <a:t> </a:t>
            </a:r>
            <a:r>
              <a:rPr lang="en-US" sz="2133" dirty="0" err="1"/>
              <a:t>muat</a:t>
            </a:r>
            <a:r>
              <a:rPr lang="en-US" sz="2133" dirty="0"/>
              <a:t>) </a:t>
            </a:r>
            <a:r>
              <a:rPr lang="en-US" sz="2133" dirty="0" err="1"/>
              <a:t>adalah</a:t>
            </a:r>
            <a:r>
              <a:rPr lang="en-US" sz="2133" dirty="0"/>
              <a:t> </a:t>
            </a:r>
            <a:r>
              <a:rPr lang="en-US" sz="2133" dirty="0" err="1"/>
              <a:t>ruangan</a:t>
            </a:r>
            <a:r>
              <a:rPr lang="en-US" sz="2133" dirty="0"/>
              <a:t> </a:t>
            </a:r>
            <a:r>
              <a:rPr lang="en-US" sz="2133" dirty="0" err="1"/>
              <a:t>dibawah</a:t>
            </a:r>
            <a:r>
              <a:rPr lang="en-US" sz="2133" dirty="0"/>
              <a:t> </a:t>
            </a:r>
            <a:r>
              <a:rPr lang="en-US" sz="2133" dirty="0" err="1"/>
              <a:t>geladak</a:t>
            </a:r>
            <a:r>
              <a:rPr lang="en-US" sz="2133" dirty="0"/>
              <a:t> yang </a:t>
            </a:r>
            <a:r>
              <a:rPr lang="en-US" sz="2133" dirty="0" err="1"/>
              <a:t>berfungsi</a:t>
            </a:r>
            <a:r>
              <a:rPr lang="en-US" sz="2133" dirty="0"/>
              <a:t> </a:t>
            </a:r>
            <a:r>
              <a:rPr lang="en-US" sz="2133" dirty="0" err="1"/>
              <a:t>untuk</a:t>
            </a:r>
            <a:r>
              <a:rPr lang="en-US" sz="2133" dirty="0"/>
              <a:t> </a:t>
            </a:r>
            <a:r>
              <a:rPr lang="en-US" sz="2133" dirty="0" err="1"/>
              <a:t>tempat</a:t>
            </a:r>
            <a:r>
              <a:rPr lang="en-US" sz="2133" dirty="0"/>
              <a:t> </a:t>
            </a:r>
            <a:r>
              <a:rPr lang="en-US" sz="2133" dirty="0" err="1"/>
              <a:t>menyimpan</a:t>
            </a:r>
            <a:r>
              <a:rPr lang="en-US" sz="2133" dirty="0"/>
              <a:t> </a:t>
            </a:r>
            <a:r>
              <a:rPr lang="en-US" sz="2133" dirty="0" err="1"/>
              <a:t>muatan</a:t>
            </a:r>
            <a:r>
              <a:rPr lang="en-US" sz="2133" dirty="0"/>
              <a:t> </a:t>
            </a:r>
            <a:r>
              <a:rPr lang="en-US" sz="2133" dirty="0" err="1"/>
              <a:t>kapal</a:t>
            </a:r>
            <a:r>
              <a:rPr lang="en-US" sz="2133" dirty="0"/>
              <a:t>. </a:t>
            </a:r>
            <a:r>
              <a:rPr lang="en-US" sz="2133" dirty="0" err="1"/>
              <a:t>Barang</a:t>
            </a:r>
            <a:r>
              <a:rPr lang="en-US" sz="2133" dirty="0"/>
              <a:t> </a:t>
            </a:r>
            <a:r>
              <a:rPr lang="en-US" sz="2133" dirty="0" err="1"/>
              <a:t>muatan</a:t>
            </a:r>
            <a:r>
              <a:rPr lang="en-US" sz="2133" dirty="0"/>
              <a:t> </a:t>
            </a:r>
            <a:r>
              <a:rPr lang="en-US" sz="2133" dirty="0" err="1"/>
              <a:t>harus</a:t>
            </a:r>
            <a:r>
              <a:rPr lang="en-US" sz="2133" dirty="0"/>
              <a:t> </a:t>
            </a:r>
            <a:r>
              <a:rPr lang="en-US" sz="2133" dirty="0" err="1"/>
              <a:t>dapat</a:t>
            </a:r>
            <a:r>
              <a:rPr lang="en-US" sz="2133" dirty="0"/>
              <a:t> </a:t>
            </a:r>
            <a:r>
              <a:rPr lang="en-US" sz="2133" dirty="0" err="1"/>
              <a:t>tersimpan</a:t>
            </a:r>
            <a:endParaRPr lang="en-US" sz="2133" dirty="0"/>
          </a:p>
          <a:p>
            <a:pPr marL="152396" indent="0" algn="just">
              <a:lnSpc>
                <a:spcPct val="150000"/>
              </a:lnSpc>
              <a:buNone/>
            </a:pPr>
            <a:r>
              <a:rPr lang="nn-NO" sz="2133" dirty="0"/>
              <a:t>dengan baik, tidak rusak dan tidak busuk.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920" y="2087608"/>
            <a:ext cx="5673067" cy="3104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621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2"/>
          <p:cNvSpPr txBox="1">
            <a:spLocks noGrp="1"/>
          </p:cNvSpPr>
          <p:nvPr>
            <p:ph type="title"/>
          </p:nvPr>
        </p:nvSpPr>
        <p:spPr>
          <a:xfrm>
            <a:off x="3934196" y="231493"/>
            <a:ext cx="460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" sz="4267" dirty="0" smtClean="0"/>
              <a:t>Propeller</a:t>
            </a:r>
            <a:endParaRPr dirty="0"/>
          </a:p>
        </p:txBody>
      </p:sp>
      <p:sp>
        <p:nvSpPr>
          <p:cNvPr id="602" name="Google Shape;602;p42"/>
          <p:cNvSpPr txBox="1">
            <a:spLocks noGrp="1"/>
          </p:cNvSpPr>
          <p:nvPr>
            <p:ph type="subTitle" idx="2"/>
          </p:nvPr>
        </p:nvSpPr>
        <p:spPr>
          <a:xfrm>
            <a:off x="272527" y="1629299"/>
            <a:ext cx="5767988" cy="423305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 indent="0" algn="just">
              <a:lnSpc>
                <a:spcPct val="150000"/>
              </a:lnSpc>
              <a:buNone/>
            </a:pPr>
            <a:r>
              <a:rPr lang="en-US" sz="2133" dirty="0"/>
              <a:t>Propeller </a:t>
            </a:r>
            <a:r>
              <a:rPr lang="en-US" sz="2133" dirty="0" err="1"/>
              <a:t>atau</a:t>
            </a:r>
            <a:r>
              <a:rPr lang="en-US" sz="2133" dirty="0"/>
              <a:t> </a:t>
            </a:r>
            <a:r>
              <a:rPr lang="en-US" sz="2133" dirty="0" err="1"/>
              <a:t>biasa</a:t>
            </a:r>
            <a:r>
              <a:rPr lang="en-US" sz="2133" dirty="0"/>
              <a:t> </a:t>
            </a:r>
            <a:r>
              <a:rPr lang="en-US" sz="2133" dirty="0" err="1"/>
              <a:t>disebut</a:t>
            </a:r>
            <a:r>
              <a:rPr lang="en-US" sz="2133" dirty="0"/>
              <a:t> </a:t>
            </a:r>
            <a:r>
              <a:rPr lang="en-US" sz="2133" dirty="0" err="1"/>
              <a:t>dengan</a:t>
            </a:r>
            <a:r>
              <a:rPr lang="en-US" sz="2133" dirty="0"/>
              <a:t> baling-baling </a:t>
            </a:r>
            <a:r>
              <a:rPr lang="en-US" sz="2133" dirty="0" err="1"/>
              <a:t>merupakan</a:t>
            </a:r>
            <a:r>
              <a:rPr lang="en-US" sz="2133" dirty="0"/>
              <a:t> </a:t>
            </a:r>
            <a:r>
              <a:rPr lang="en-US" sz="2133" dirty="0" err="1"/>
              <a:t>bagian</a:t>
            </a:r>
            <a:r>
              <a:rPr lang="en-US" sz="2133" dirty="0"/>
              <a:t> </a:t>
            </a:r>
            <a:r>
              <a:rPr lang="en-US" sz="2133" dirty="0" err="1"/>
              <a:t>kapal</a:t>
            </a:r>
            <a:r>
              <a:rPr lang="en-US" sz="2133" dirty="0"/>
              <a:t> </a:t>
            </a:r>
            <a:r>
              <a:rPr lang="en-US" sz="2133" dirty="0" err="1"/>
              <a:t>berupa</a:t>
            </a:r>
            <a:r>
              <a:rPr lang="en-US" sz="2133" dirty="0"/>
              <a:t> </a:t>
            </a:r>
            <a:r>
              <a:rPr lang="en-US" sz="2133" dirty="0" err="1"/>
              <a:t>mesin</a:t>
            </a:r>
            <a:r>
              <a:rPr lang="en-US" sz="2133" dirty="0"/>
              <a:t> </a:t>
            </a:r>
            <a:r>
              <a:rPr lang="en-US" sz="2133" dirty="0" err="1"/>
              <a:t>berputar</a:t>
            </a:r>
            <a:r>
              <a:rPr lang="en-US" sz="2133" dirty="0"/>
              <a:t> </a:t>
            </a:r>
            <a:r>
              <a:rPr lang="en-US" sz="2133" dirty="0" err="1"/>
              <a:t>guna</a:t>
            </a:r>
            <a:r>
              <a:rPr lang="en-US" sz="2133" dirty="0"/>
              <a:t> </a:t>
            </a:r>
            <a:r>
              <a:rPr lang="en-US" sz="2133" dirty="0" err="1"/>
              <a:t>menjalankan</a:t>
            </a:r>
            <a:r>
              <a:rPr lang="en-US" sz="2133" dirty="0"/>
              <a:t> </a:t>
            </a:r>
            <a:r>
              <a:rPr lang="en-US" sz="2133" dirty="0" err="1"/>
              <a:t>sebuah</a:t>
            </a:r>
            <a:r>
              <a:rPr lang="en-US" sz="2133" dirty="0"/>
              <a:t> </a:t>
            </a:r>
            <a:r>
              <a:rPr lang="en-US" sz="2133" dirty="0" err="1"/>
              <a:t>kapal</a:t>
            </a:r>
            <a:r>
              <a:rPr lang="en-US" sz="2133" dirty="0"/>
              <a:t>. </a:t>
            </a:r>
            <a:r>
              <a:rPr lang="en-US" sz="2133" dirty="0" err="1"/>
              <a:t>Elemen</a:t>
            </a:r>
            <a:r>
              <a:rPr lang="en-US" sz="2133" dirty="0"/>
              <a:t> </a:t>
            </a:r>
            <a:r>
              <a:rPr lang="en-US" sz="2133" dirty="0" err="1"/>
              <a:t>mesin</a:t>
            </a:r>
            <a:r>
              <a:rPr lang="en-US" sz="2133" dirty="0"/>
              <a:t> </a:t>
            </a:r>
            <a:r>
              <a:rPr lang="en-US" sz="2133" dirty="0" err="1"/>
              <a:t>ini</a:t>
            </a:r>
            <a:r>
              <a:rPr lang="en-US" sz="2133" dirty="0"/>
              <a:t> </a:t>
            </a:r>
            <a:r>
              <a:rPr lang="en-US" sz="2133" dirty="0" err="1"/>
              <a:t>dapat</a:t>
            </a:r>
            <a:r>
              <a:rPr lang="en-US" sz="2133" dirty="0"/>
              <a:t> </a:t>
            </a:r>
            <a:r>
              <a:rPr lang="en-US" sz="2133" dirty="0" err="1"/>
              <a:t>mengubah</a:t>
            </a:r>
            <a:r>
              <a:rPr lang="en-US" sz="2133" dirty="0"/>
              <a:t> </a:t>
            </a:r>
            <a:r>
              <a:rPr lang="en-US" sz="2133" dirty="0" err="1"/>
              <a:t>gaya</a:t>
            </a:r>
            <a:r>
              <a:rPr lang="en-US" sz="2133" dirty="0"/>
              <a:t> </a:t>
            </a:r>
            <a:r>
              <a:rPr lang="en-US" sz="2133" dirty="0" err="1"/>
              <a:t>gerak</a:t>
            </a:r>
            <a:r>
              <a:rPr lang="en-US" sz="2133" dirty="0"/>
              <a:t> </a:t>
            </a:r>
            <a:r>
              <a:rPr lang="en-US" sz="2133" dirty="0" err="1"/>
              <a:t>rotasi</a:t>
            </a:r>
            <a:r>
              <a:rPr lang="en-US" sz="2133" dirty="0"/>
              <a:t> </a:t>
            </a:r>
            <a:r>
              <a:rPr lang="en-US" sz="2133" dirty="0" err="1"/>
              <a:t>dan</a:t>
            </a:r>
            <a:r>
              <a:rPr lang="en-US" sz="2133" dirty="0"/>
              <a:t> </a:t>
            </a:r>
            <a:r>
              <a:rPr lang="en-US" sz="2133" dirty="0" err="1"/>
              <a:t>menciptakan</a:t>
            </a:r>
            <a:r>
              <a:rPr lang="en-US" sz="2133" dirty="0"/>
              <a:t> </a:t>
            </a:r>
            <a:r>
              <a:rPr lang="en-US" sz="2133" dirty="0" err="1"/>
              <a:t>gaya</a:t>
            </a:r>
            <a:r>
              <a:rPr lang="en-US" sz="2133" dirty="0"/>
              <a:t> </a:t>
            </a:r>
            <a:r>
              <a:rPr lang="en-US" sz="2133" dirty="0" err="1"/>
              <a:t>dorong</a:t>
            </a:r>
            <a:r>
              <a:rPr lang="en-US" sz="2133" dirty="0"/>
              <a:t>.</a:t>
            </a:r>
          </a:p>
          <a:p>
            <a:pPr marL="152396" indent="0" algn="just">
              <a:lnSpc>
                <a:spcPct val="150000"/>
              </a:lnSpc>
              <a:buNone/>
            </a:pPr>
            <a:r>
              <a:rPr lang="en-US" sz="2133" dirty="0"/>
              <a:t>Hal </a:t>
            </a:r>
            <a:r>
              <a:rPr lang="en-US" sz="2133" dirty="0" err="1"/>
              <a:t>ini</a:t>
            </a:r>
            <a:r>
              <a:rPr lang="en-US" sz="2133" dirty="0"/>
              <a:t> </a:t>
            </a:r>
            <a:r>
              <a:rPr lang="en-US" sz="2133" dirty="0" err="1"/>
              <a:t>dapat</a:t>
            </a:r>
            <a:r>
              <a:rPr lang="en-US" sz="2133" dirty="0"/>
              <a:t> </a:t>
            </a:r>
            <a:r>
              <a:rPr lang="en-US" sz="2133" dirty="0" err="1"/>
              <a:t>menggerakkan</a:t>
            </a:r>
            <a:r>
              <a:rPr lang="en-US" sz="2133" dirty="0"/>
              <a:t> </a:t>
            </a:r>
            <a:r>
              <a:rPr lang="en-US" sz="2133" dirty="0" err="1"/>
              <a:t>benda</a:t>
            </a:r>
            <a:r>
              <a:rPr lang="en-US" sz="2133" dirty="0"/>
              <a:t> </a:t>
            </a:r>
            <a:r>
              <a:rPr lang="en-US" sz="2133" dirty="0" err="1"/>
              <a:t>seperti</a:t>
            </a:r>
            <a:r>
              <a:rPr lang="en-US" sz="2133" dirty="0"/>
              <a:t> </a:t>
            </a:r>
            <a:r>
              <a:rPr lang="en-US" sz="2133" dirty="0" err="1"/>
              <a:t>kapal</a:t>
            </a:r>
            <a:r>
              <a:rPr lang="en-US" sz="2133" dirty="0"/>
              <a:t>, </a:t>
            </a:r>
            <a:r>
              <a:rPr lang="en-US" sz="2133" dirty="0" err="1"/>
              <a:t>pesawat</a:t>
            </a:r>
            <a:r>
              <a:rPr lang="en-US" sz="2133" dirty="0"/>
              <a:t> </a:t>
            </a:r>
            <a:r>
              <a:rPr lang="en-US" sz="2133" dirty="0" err="1"/>
              <a:t>terbang</a:t>
            </a:r>
            <a:r>
              <a:rPr lang="en-US" sz="2133" dirty="0"/>
              <a:t>, </a:t>
            </a:r>
            <a:r>
              <a:rPr lang="en-US" sz="2133" dirty="0" err="1"/>
              <a:t>helikopter</a:t>
            </a:r>
            <a:r>
              <a:rPr lang="en-US" sz="2133" dirty="0"/>
              <a:t> </a:t>
            </a:r>
            <a:r>
              <a:rPr lang="en-US" sz="2133" dirty="0" err="1"/>
              <a:t>dan</a:t>
            </a:r>
            <a:r>
              <a:rPr lang="en-US" sz="2133" dirty="0"/>
              <a:t> lain </a:t>
            </a:r>
            <a:r>
              <a:rPr lang="en-US" sz="2133" dirty="0" err="1"/>
              <a:t>sebagainya</a:t>
            </a:r>
            <a:r>
              <a:rPr lang="en-US" sz="2133" dirty="0"/>
              <a:t>. Baling-baling </a:t>
            </a:r>
            <a:r>
              <a:rPr lang="en-US" sz="2133" dirty="0" err="1"/>
              <a:t>atau</a:t>
            </a:r>
            <a:r>
              <a:rPr lang="en-US" sz="2133" dirty="0"/>
              <a:t> propeller </a:t>
            </a:r>
            <a:r>
              <a:rPr lang="en-US" sz="2133" dirty="0" err="1"/>
              <a:t>ini</a:t>
            </a:r>
            <a:r>
              <a:rPr lang="en-US" sz="2133" dirty="0"/>
              <a:t> </a:t>
            </a:r>
            <a:r>
              <a:rPr lang="en-US" sz="2133" dirty="0" err="1"/>
              <a:t>terdiri</a:t>
            </a:r>
            <a:r>
              <a:rPr lang="en-US" sz="2133" dirty="0"/>
              <a:t> </a:t>
            </a:r>
            <a:r>
              <a:rPr lang="en-US" sz="2133" dirty="0" err="1"/>
              <a:t>dari</a:t>
            </a:r>
            <a:r>
              <a:rPr lang="en-US" sz="2133" dirty="0"/>
              <a:t> </a:t>
            </a:r>
            <a:r>
              <a:rPr lang="en-US" sz="2133" dirty="0" err="1"/>
              <a:t>bilah-bilah</a:t>
            </a:r>
            <a:r>
              <a:rPr lang="en-US" sz="2133" dirty="0"/>
              <a:t> yang </a:t>
            </a:r>
            <a:r>
              <a:rPr lang="en-US" sz="2133" dirty="0" err="1"/>
              <a:t>berputar</a:t>
            </a:r>
            <a:r>
              <a:rPr lang="en-US" sz="2133" dirty="0"/>
              <a:t>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800" y="1965065"/>
            <a:ext cx="6045200" cy="426002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4310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2"/>
          <p:cNvSpPr txBox="1">
            <a:spLocks noGrp="1"/>
          </p:cNvSpPr>
          <p:nvPr>
            <p:ph type="title"/>
          </p:nvPr>
        </p:nvSpPr>
        <p:spPr>
          <a:xfrm>
            <a:off x="3703900" y="231493"/>
            <a:ext cx="5293489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" sz="4267" dirty="0" smtClean="0"/>
              <a:t>Sekat </a:t>
            </a:r>
            <a:r>
              <a:rPr lang="en" sz="4267" dirty="0"/>
              <a:t>Kedap Air</a:t>
            </a:r>
            <a:endParaRPr dirty="0"/>
          </a:p>
        </p:txBody>
      </p:sp>
      <p:sp>
        <p:nvSpPr>
          <p:cNvPr id="602" name="Google Shape;602;p42"/>
          <p:cNvSpPr txBox="1">
            <a:spLocks noGrp="1"/>
          </p:cNvSpPr>
          <p:nvPr>
            <p:ph type="subTitle" idx="2"/>
          </p:nvPr>
        </p:nvSpPr>
        <p:spPr>
          <a:xfrm>
            <a:off x="317718" y="1111170"/>
            <a:ext cx="5412095" cy="423305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 indent="0" algn="just">
              <a:lnSpc>
                <a:spcPct val="150000"/>
              </a:lnSpc>
              <a:buNone/>
            </a:pPr>
            <a:r>
              <a:rPr lang="en-US" sz="2133" dirty="0"/>
              <a:t>2 </a:t>
            </a:r>
            <a:r>
              <a:rPr lang="en-US" sz="2133" dirty="0" err="1"/>
              <a:t>macam</a:t>
            </a:r>
            <a:r>
              <a:rPr lang="en-US" sz="2133" dirty="0"/>
              <a:t> </a:t>
            </a:r>
            <a:r>
              <a:rPr lang="en-US" sz="2133" dirty="0" err="1"/>
              <a:t>sekat</a:t>
            </a:r>
            <a:r>
              <a:rPr lang="en-US" sz="2133" dirty="0"/>
              <a:t> </a:t>
            </a:r>
            <a:r>
              <a:rPr lang="en-US" sz="2133" dirty="0" err="1"/>
              <a:t>kedap</a:t>
            </a:r>
            <a:r>
              <a:rPr lang="en-US" sz="2133" dirty="0"/>
              <a:t> air </a:t>
            </a:r>
            <a:r>
              <a:rPr lang="en-US" sz="2133" dirty="0" err="1"/>
              <a:t>yaitu</a:t>
            </a:r>
            <a:r>
              <a:rPr lang="en-US" sz="2133" dirty="0"/>
              <a:t>:</a:t>
            </a:r>
          </a:p>
          <a:p>
            <a:pPr marL="152396" indent="0" algn="just">
              <a:lnSpc>
                <a:spcPct val="150000"/>
              </a:lnSpc>
              <a:buNone/>
            </a:pPr>
            <a:r>
              <a:rPr lang="en-US" sz="2133" dirty="0"/>
              <a:t>1. </a:t>
            </a:r>
            <a:r>
              <a:rPr lang="en-US" sz="2133" dirty="0" err="1"/>
              <a:t>Sekat</a:t>
            </a:r>
            <a:r>
              <a:rPr lang="en-US" sz="2133" dirty="0"/>
              <a:t> </a:t>
            </a:r>
            <a:r>
              <a:rPr lang="en-US" sz="2133" dirty="0" err="1"/>
              <a:t>Kedap</a:t>
            </a:r>
            <a:r>
              <a:rPr lang="en-US" sz="2133" dirty="0"/>
              <a:t> Air </a:t>
            </a:r>
            <a:r>
              <a:rPr lang="en-US" sz="2133" dirty="0" err="1"/>
              <a:t>Melintang</a:t>
            </a:r>
            <a:r>
              <a:rPr lang="en-US" sz="2133" dirty="0"/>
              <a:t> (</a:t>
            </a:r>
            <a:r>
              <a:rPr lang="en-US" sz="2133" i="1" dirty="0"/>
              <a:t>Transversal Bulk Head</a:t>
            </a:r>
            <a:r>
              <a:rPr lang="en-US" sz="2133" dirty="0"/>
              <a:t>)</a:t>
            </a:r>
          </a:p>
          <a:p>
            <a:pPr marL="152396" indent="0" algn="just">
              <a:lnSpc>
                <a:spcPct val="150000"/>
              </a:lnSpc>
              <a:buNone/>
            </a:pPr>
            <a:r>
              <a:rPr lang="en-US" sz="2133" dirty="0"/>
              <a:t>2. </a:t>
            </a:r>
            <a:r>
              <a:rPr lang="en-US" sz="2133" dirty="0" err="1"/>
              <a:t>Sekat</a:t>
            </a:r>
            <a:r>
              <a:rPr lang="en-US" sz="2133" dirty="0"/>
              <a:t> </a:t>
            </a:r>
            <a:r>
              <a:rPr lang="en-US" sz="2133" dirty="0" err="1"/>
              <a:t>Kedap</a:t>
            </a:r>
            <a:r>
              <a:rPr lang="en-US" sz="2133" dirty="0"/>
              <a:t> Air </a:t>
            </a:r>
            <a:r>
              <a:rPr lang="en-US" sz="2133" dirty="0" err="1"/>
              <a:t>Memanjang</a:t>
            </a:r>
            <a:r>
              <a:rPr lang="en-US" sz="2133" dirty="0"/>
              <a:t> (</a:t>
            </a:r>
            <a:r>
              <a:rPr lang="en-US" sz="2133" i="1" dirty="0"/>
              <a:t>Longitudinal Bulk Head</a:t>
            </a:r>
            <a:r>
              <a:rPr lang="en-US" sz="2133" dirty="0"/>
              <a:t>)</a:t>
            </a:r>
          </a:p>
          <a:p>
            <a:pPr marL="152396" indent="0" algn="just">
              <a:lnSpc>
                <a:spcPct val="150000"/>
              </a:lnSpc>
              <a:buNone/>
            </a:pPr>
            <a:r>
              <a:rPr lang="en-US" sz="2133" dirty="0" err="1"/>
              <a:t>Sekat</a:t>
            </a:r>
            <a:r>
              <a:rPr lang="en-US" sz="2133" dirty="0"/>
              <a:t> </a:t>
            </a:r>
            <a:r>
              <a:rPr lang="en-US" sz="2133" dirty="0" err="1"/>
              <a:t>kedap</a:t>
            </a:r>
            <a:r>
              <a:rPr lang="en-US" sz="2133" dirty="0"/>
              <a:t> air </a:t>
            </a:r>
            <a:r>
              <a:rPr lang="en-US" sz="2133" dirty="0" err="1"/>
              <a:t>berguna</a:t>
            </a:r>
            <a:r>
              <a:rPr lang="en-US" sz="2133" dirty="0"/>
              <a:t> </a:t>
            </a:r>
            <a:r>
              <a:rPr lang="en-US" sz="2133" dirty="0" err="1"/>
              <a:t>untuk</a:t>
            </a:r>
            <a:r>
              <a:rPr lang="en-US" sz="2133" dirty="0"/>
              <a:t>:</a:t>
            </a:r>
          </a:p>
          <a:p>
            <a:pPr algn="just">
              <a:lnSpc>
                <a:spcPct val="150000"/>
              </a:lnSpc>
            </a:pPr>
            <a:r>
              <a:rPr lang="en-US" sz="2133" dirty="0" err="1"/>
              <a:t>Membagi</a:t>
            </a:r>
            <a:r>
              <a:rPr lang="en-US" sz="2133" dirty="0"/>
              <a:t> </a:t>
            </a:r>
            <a:r>
              <a:rPr lang="en-US" sz="2133" dirty="0" err="1"/>
              <a:t>kapal</a:t>
            </a:r>
            <a:r>
              <a:rPr lang="en-US" sz="2133" dirty="0"/>
              <a:t> </a:t>
            </a:r>
            <a:r>
              <a:rPr lang="en-US" sz="2133" dirty="0" err="1"/>
              <a:t>atas</a:t>
            </a:r>
            <a:r>
              <a:rPr lang="en-US" sz="2133" dirty="0"/>
              <a:t> </a:t>
            </a:r>
            <a:r>
              <a:rPr lang="en-US" sz="2133" dirty="0" err="1"/>
              <a:t>beberapa</a:t>
            </a:r>
            <a:r>
              <a:rPr lang="en-US" sz="2133" dirty="0"/>
              <a:t> </a:t>
            </a:r>
            <a:r>
              <a:rPr lang="en-US" sz="2133" dirty="0" err="1"/>
              <a:t>bagian</a:t>
            </a:r>
            <a:r>
              <a:rPr lang="en-US" sz="2133" dirty="0"/>
              <a:t> (</a:t>
            </a:r>
            <a:r>
              <a:rPr lang="en-US" sz="2133" dirty="0" err="1"/>
              <a:t>Kompertment</a:t>
            </a:r>
            <a:r>
              <a:rPr lang="en-US" sz="2133" dirty="0"/>
              <a:t>) yang </a:t>
            </a:r>
            <a:r>
              <a:rPr lang="en-US" sz="2133" dirty="0" err="1"/>
              <a:t>kedap</a:t>
            </a:r>
            <a:r>
              <a:rPr lang="en-US" sz="2133" dirty="0"/>
              <a:t> air.</a:t>
            </a:r>
          </a:p>
          <a:p>
            <a:pPr algn="just">
              <a:lnSpc>
                <a:spcPct val="150000"/>
              </a:lnSpc>
            </a:pPr>
            <a:r>
              <a:rPr lang="en-US" sz="2133" dirty="0" err="1"/>
              <a:t>Mencegah</a:t>
            </a:r>
            <a:r>
              <a:rPr lang="en-US" sz="2133" dirty="0"/>
              <a:t> </a:t>
            </a:r>
            <a:r>
              <a:rPr lang="en-US" sz="2133" dirty="0" err="1"/>
              <a:t>atau</a:t>
            </a:r>
            <a:r>
              <a:rPr lang="en-US" sz="2133" dirty="0"/>
              <a:t> </a:t>
            </a:r>
            <a:r>
              <a:rPr lang="en-US" sz="2133" dirty="0" err="1"/>
              <a:t>membatasi</a:t>
            </a:r>
            <a:r>
              <a:rPr lang="en-US" sz="2133" dirty="0"/>
              <a:t> </a:t>
            </a:r>
            <a:r>
              <a:rPr lang="en-US" sz="2133" dirty="0" err="1"/>
              <a:t>menjalarnya</a:t>
            </a:r>
            <a:r>
              <a:rPr lang="en-US" sz="2133" dirty="0"/>
              <a:t> </a:t>
            </a:r>
            <a:r>
              <a:rPr lang="en-US" sz="2133" dirty="0" err="1"/>
              <a:t>api</a:t>
            </a:r>
            <a:r>
              <a:rPr lang="en-US" sz="2133" dirty="0"/>
              <a:t> </a:t>
            </a:r>
            <a:r>
              <a:rPr lang="en-US" sz="2133" dirty="0" err="1"/>
              <a:t>apabila</a:t>
            </a:r>
            <a:r>
              <a:rPr lang="en-US" sz="2133" dirty="0"/>
              <a:t> </a:t>
            </a:r>
            <a:r>
              <a:rPr lang="en-US" sz="2133" dirty="0" err="1"/>
              <a:t>terjadi</a:t>
            </a:r>
            <a:r>
              <a:rPr lang="en-US" sz="2133" dirty="0"/>
              <a:t> </a:t>
            </a:r>
            <a:r>
              <a:rPr lang="en-US" sz="2133" dirty="0" err="1"/>
              <a:t>kebocoran</a:t>
            </a:r>
            <a:r>
              <a:rPr lang="en-US" sz="2133" dirty="0"/>
              <a:t> </a:t>
            </a:r>
            <a:r>
              <a:rPr lang="en-US" sz="2133" dirty="0" err="1"/>
              <a:t>pada</a:t>
            </a:r>
            <a:r>
              <a:rPr lang="en-US" sz="2133" dirty="0"/>
              <a:t> </a:t>
            </a:r>
            <a:r>
              <a:rPr lang="en-US" sz="2133" dirty="0" err="1"/>
              <a:t>salah</a:t>
            </a:r>
            <a:r>
              <a:rPr lang="en-US" sz="2133" dirty="0"/>
              <a:t> </a:t>
            </a:r>
            <a:r>
              <a:rPr lang="en-US" sz="2133" dirty="0" err="1"/>
              <a:t>satu</a:t>
            </a:r>
            <a:r>
              <a:rPr lang="en-US" sz="2133" dirty="0"/>
              <a:t> </a:t>
            </a:r>
            <a:r>
              <a:rPr lang="en-US" sz="2133" dirty="0" err="1"/>
              <a:t>ruangan</a:t>
            </a:r>
            <a:r>
              <a:rPr lang="en-US" sz="2133" dirty="0"/>
              <a:t>.</a:t>
            </a:r>
            <a:endParaRPr lang="en-US" sz="4267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197" y="2193935"/>
            <a:ext cx="5448473" cy="315028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80848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2"/>
          <p:cNvSpPr txBox="1">
            <a:spLocks noGrp="1"/>
          </p:cNvSpPr>
          <p:nvPr>
            <p:ph type="title"/>
          </p:nvPr>
        </p:nvSpPr>
        <p:spPr>
          <a:xfrm>
            <a:off x="3934196" y="231493"/>
            <a:ext cx="460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" sz="4267" dirty="0" smtClean="0"/>
              <a:t>Tangki </a:t>
            </a:r>
            <a:r>
              <a:rPr lang="en" sz="4267" dirty="0"/>
              <a:t>Ceruk</a:t>
            </a:r>
            <a:endParaRPr dirty="0"/>
          </a:p>
        </p:txBody>
      </p:sp>
      <p:sp>
        <p:nvSpPr>
          <p:cNvPr id="602" name="Google Shape;602;p42"/>
          <p:cNvSpPr txBox="1">
            <a:spLocks noGrp="1"/>
          </p:cNvSpPr>
          <p:nvPr>
            <p:ph type="subTitle" idx="2"/>
          </p:nvPr>
        </p:nvSpPr>
        <p:spPr>
          <a:xfrm>
            <a:off x="498711" y="1276496"/>
            <a:ext cx="5412095" cy="423305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 indent="0" algn="just">
              <a:lnSpc>
                <a:spcPct val="150000"/>
              </a:lnSpc>
              <a:buNone/>
            </a:pPr>
            <a:r>
              <a:rPr lang="pt-BR" sz="2133" dirty="0"/>
              <a:t>Tangki Ceruk ada 2 macam antara lain:</a:t>
            </a:r>
          </a:p>
          <a:p>
            <a:pPr marL="152396" indent="0" algn="just">
              <a:lnSpc>
                <a:spcPct val="150000"/>
              </a:lnSpc>
              <a:buNone/>
            </a:pPr>
            <a:r>
              <a:rPr lang="en-US" sz="2133" dirty="0"/>
              <a:t>1. </a:t>
            </a:r>
            <a:r>
              <a:rPr lang="en-US" sz="2133" dirty="0" err="1"/>
              <a:t>Ceruk</a:t>
            </a:r>
            <a:r>
              <a:rPr lang="en-US" sz="2133" dirty="0"/>
              <a:t> </a:t>
            </a:r>
            <a:r>
              <a:rPr lang="en-US" sz="2133" dirty="0" err="1"/>
              <a:t>Haluan</a:t>
            </a:r>
            <a:r>
              <a:rPr lang="en-US" sz="2133" dirty="0"/>
              <a:t> (</a:t>
            </a:r>
            <a:r>
              <a:rPr lang="en-US" sz="2133" i="1" dirty="0"/>
              <a:t>Fore Peak Tank</a:t>
            </a:r>
            <a:r>
              <a:rPr lang="en-US" sz="2133" dirty="0"/>
              <a:t>), </a:t>
            </a:r>
            <a:r>
              <a:rPr lang="en-US" sz="2133" dirty="0" err="1"/>
              <a:t>yaitu</a:t>
            </a:r>
            <a:r>
              <a:rPr lang="en-US" sz="2133" dirty="0"/>
              <a:t> </a:t>
            </a:r>
            <a:r>
              <a:rPr lang="en-US" sz="2133" dirty="0" err="1"/>
              <a:t>tangki</a:t>
            </a:r>
            <a:r>
              <a:rPr lang="en-US" sz="2133" dirty="0"/>
              <a:t> yang </a:t>
            </a:r>
            <a:r>
              <a:rPr lang="en-US" sz="2133" dirty="0" err="1"/>
              <a:t>dibatasi</a:t>
            </a:r>
            <a:r>
              <a:rPr lang="en-US" sz="2133" dirty="0"/>
              <a:t> </a:t>
            </a:r>
            <a:r>
              <a:rPr lang="en-US" sz="2133" dirty="0" err="1"/>
              <a:t>bagian</a:t>
            </a:r>
            <a:r>
              <a:rPr lang="en-US" sz="2133" dirty="0"/>
              <a:t> </a:t>
            </a:r>
            <a:r>
              <a:rPr lang="en-US" sz="2133" dirty="0" err="1"/>
              <a:t>depan</a:t>
            </a:r>
            <a:r>
              <a:rPr lang="en-US" sz="2133" dirty="0"/>
              <a:t> </a:t>
            </a:r>
            <a:r>
              <a:rPr lang="en-US" sz="2133" dirty="0" err="1"/>
              <a:t>oleh</a:t>
            </a:r>
            <a:endParaRPr lang="en-US" sz="2133" dirty="0"/>
          </a:p>
          <a:p>
            <a:pPr marL="152396" indent="0" algn="just">
              <a:lnSpc>
                <a:spcPct val="150000"/>
              </a:lnSpc>
              <a:buNone/>
            </a:pPr>
            <a:r>
              <a:rPr lang="en-US" sz="2133" dirty="0" err="1"/>
              <a:t>linggi</a:t>
            </a:r>
            <a:r>
              <a:rPr lang="en-US" sz="2133" dirty="0"/>
              <a:t> </a:t>
            </a:r>
            <a:r>
              <a:rPr lang="en-US" sz="2133" dirty="0" err="1"/>
              <a:t>haluan</a:t>
            </a:r>
            <a:r>
              <a:rPr lang="en-US" sz="2133" dirty="0"/>
              <a:t> </a:t>
            </a:r>
            <a:r>
              <a:rPr lang="en-US" sz="2133" dirty="0" err="1"/>
              <a:t>dan</a:t>
            </a:r>
            <a:r>
              <a:rPr lang="en-US" sz="2133" dirty="0"/>
              <a:t> di </a:t>
            </a:r>
            <a:r>
              <a:rPr lang="en-US" sz="2133" dirty="0" err="1"/>
              <a:t>belakang</a:t>
            </a:r>
            <a:r>
              <a:rPr lang="en-US" sz="2133" dirty="0"/>
              <a:t> </a:t>
            </a:r>
            <a:r>
              <a:rPr lang="en-US" sz="2133" dirty="0" err="1"/>
              <a:t>oleh</a:t>
            </a:r>
            <a:r>
              <a:rPr lang="en-US" sz="2133" dirty="0"/>
              <a:t> </a:t>
            </a:r>
            <a:r>
              <a:rPr lang="en-US" sz="2133" dirty="0" err="1"/>
              <a:t>sekat</a:t>
            </a:r>
            <a:r>
              <a:rPr lang="en-US" sz="2133" dirty="0"/>
              <a:t> </a:t>
            </a:r>
            <a:r>
              <a:rPr lang="en-US" sz="2133" dirty="0" err="1"/>
              <a:t>pelanggaran</a:t>
            </a:r>
            <a:r>
              <a:rPr lang="en-US" sz="2133" dirty="0"/>
              <a:t>. </a:t>
            </a:r>
            <a:r>
              <a:rPr lang="en-US" sz="2133" dirty="0" err="1"/>
              <a:t>Ceruk</a:t>
            </a:r>
            <a:r>
              <a:rPr lang="en-US" sz="2133" dirty="0"/>
              <a:t> </a:t>
            </a:r>
            <a:r>
              <a:rPr lang="en-US" sz="2133" dirty="0" err="1"/>
              <a:t>haluan</a:t>
            </a:r>
            <a:r>
              <a:rPr lang="en-US" sz="2133" dirty="0"/>
              <a:t> </a:t>
            </a:r>
            <a:r>
              <a:rPr lang="en-US" sz="2133" dirty="0" err="1"/>
              <a:t>dipergunakan</a:t>
            </a:r>
            <a:r>
              <a:rPr lang="en-US" sz="2133" dirty="0"/>
              <a:t> </a:t>
            </a:r>
            <a:r>
              <a:rPr lang="en-US" sz="2133" dirty="0" err="1"/>
              <a:t>untuk</a:t>
            </a:r>
            <a:r>
              <a:rPr lang="en-US" sz="2133" dirty="0"/>
              <a:t> </a:t>
            </a:r>
            <a:r>
              <a:rPr lang="en-US" sz="2133" dirty="0" err="1"/>
              <a:t>tangki</a:t>
            </a:r>
            <a:r>
              <a:rPr lang="en-US" sz="2133" dirty="0"/>
              <a:t> </a:t>
            </a:r>
            <a:r>
              <a:rPr lang="en-US" sz="2133" dirty="0" err="1"/>
              <a:t>ballas</a:t>
            </a:r>
            <a:r>
              <a:rPr lang="en-US" sz="2133" dirty="0"/>
              <a:t> </a:t>
            </a:r>
            <a:r>
              <a:rPr lang="en-US" sz="2133" dirty="0" err="1"/>
              <a:t>atau</a:t>
            </a:r>
            <a:r>
              <a:rPr lang="en-US" sz="2133" dirty="0"/>
              <a:t> </a:t>
            </a:r>
            <a:r>
              <a:rPr lang="en-US" sz="2133" dirty="0" err="1"/>
              <a:t>bak</a:t>
            </a:r>
            <a:r>
              <a:rPr lang="en-US" sz="2133" dirty="0"/>
              <a:t> </a:t>
            </a:r>
            <a:r>
              <a:rPr lang="en-US" sz="2133" dirty="0" err="1"/>
              <a:t>rantai</a:t>
            </a:r>
            <a:r>
              <a:rPr lang="en-US" sz="2133" dirty="0"/>
              <a:t> </a:t>
            </a:r>
            <a:r>
              <a:rPr lang="en-US" sz="2133" dirty="0" err="1"/>
              <a:t>jangkar</a:t>
            </a:r>
            <a:r>
              <a:rPr lang="en-US" sz="2133" dirty="0"/>
              <a:t>.</a:t>
            </a:r>
          </a:p>
          <a:p>
            <a:pPr marL="152396" indent="0" algn="just">
              <a:lnSpc>
                <a:spcPct val="150000"/>
              </a:lnSpc>
              <a:buNone/>
            </a:pPr>
            <a:r>
              <a:rPr lang="en-US" sz="2133" dirty="0"/>
              <a:t>2. </a:t>
            </a:r>
            <a:r>
              <a:rPr lang="en-US" sz="2133" dirty="0" err="1"/>
              <a:t>Ceruk</a:t>
            </a:r>
            <a:r>
              <a:rPr lang="en-US" sz="2133" dirty="0"/>
              <a:t> </a:t>
            </a:r>
            <a:r>
              <a:rPr lang="en-US" sz="2133" dirty="0" err="1"/>
              <a:t>Buritan</a:t>
            </a:r>
            <a:r>
              <a:rPr lang="en-US" sz="2133" dirty="0"/>
              <a:t> (</a:t>
            </a:r>
            <a:r>
              <a:rPr lang="en-US" sz="2133" i="1" dirty="0"/>
              <a:t>After Peak Tank</a:t>
            </a:r>
            <a:r>
              <a:rPr lang="en-US" sz="2133" dirty="0"/>
              <a:t>) </a:t>
            </a:r>
            <a:r>
              <a:rPr lang="en-US" sz="2133" dirty="0" err="1"/>
              <a:t>yaitu</a:t>
            </a:r>
            <a:r>
              <a:rPr lang="en-US" sz="2133" dirty="0"/>
              <a:t>, </a:t>
            </a:r>
            <a:r>
              <a:rPr lang="en-US" sz="2133" dirty="0" err="1"/>
              <a:t>tangki</a:t>
            </a:r>
            <a:r>
              <a:rPr lang="en-US" sz="2133" dirty="0"/>
              <a:t> yang </a:t>
            </a:r>
            <a:r>
              <a:rPr lang="en-US" sz="2133" dirty="0" err="1"/>
              <a:t>dibatasi</a:t>
            </a:r>
            <a:r>
              <a:rPr lang="en-US" sz="2133" dirty="0"/>
              <a:t> </a:t>
            </a:r>
            <a:r>
              <a:rPr lang="en-US" sz="2133" dirty="0" err="1"/>
              <a:t>oleh</a:t>
            </a:r>
            <a:r>
              <a:rPr lang="en-US" sz="2133" dirty="0"/>
              <a:t> </a:t>
            </a:r>
            <a:r>
              <a:rPr lang="en-US" sz="2133" dirty="0" err="1"/>
              <a:t>linggi</a:t>
            </a:r>
            <a:r>
              <a:rPr lang="en-US" sz="2133" dirty="0"/>
              <a:t> </a:t>
            </a:r>
            <a:r>
              <a:rPr lang="en-US" sz="2133" dirty="0" err="1"/>
              <a:t>buritan</a:t>
            </a:r>
            <a:endParaRPr lang="en-US" sz="2133" dirty="0"/>
          </a:p>
          <a:p>
            <a:pPr marL="152396" indent="0" algn="just">
              <a:lnSpc>
                <a:spcPct val="150000"/>
              </a:lnSpc>
              <a:buNone/>
            </a:pPr>
            <a:r>
              <a:rPr lang="en-US" sz="2133" dirty="0" err="1"/>
              <a:t>dan</a:t>
            </a:r>
            <a:r>
              <a:rPr lang="en-US" sz="2133" dirty="0"/>
              <a:t> </a:t>
            </a:r>
            <a:r>
              <a:rPr lang="en-US" sz="2133" dirty="0" err="1"/>
              <a:t>dinding</a:t>
            </a:r>
            <a:r>
              <a:rPr lang="en-US" sz="2133" dirty="0"/>
              <a:t> </a:t>
            </a:r>
            <a:r>
              <a:rPr lang="en-US" sz="2133" dirty="0" err="1"/>
              <a:t>sekat</a:t>
            </a:r>
            <a:r>
              <a:rPr lang="en-US" sz="2133" dirty="0"/>
              <a:t> </a:t>
            </a:r>
            <a:r>
              <a:rPr lang="en-US" sz="2133" dirty="0" err="1"/>
              <a:t>kedap</a:t>
            </a:r>
            <a:r>
              <a:rPr lang="en-US" sz="2133" dirty="0"/>
              <a:t> air </a:t>
            </a:r>
            <a:r>
              <a:rPr lang="en-US" sz="2133" dirty="0" err="1"/>
              <a:t>belakang</a:t>
            </a:r>
            <a:r>
              <a:rPr lang="en-US" sz="2133" dirty="0"/>
              <a:t>. </a:t>
            </a:r>
            <a:r>
              <a:rPr lang="en-US" sz="2133" dirty="0" err="1"/>
              <a:t>Ceruk</a:t>
            </a:r>
            <a:r>
              <a:rPr lang="en-US" sz="2133" dirty="0"/>
              <a:t> </a:t>
            </a:r>
            <a:r>
              <a:rPr lang="en-US" sz="2133" dirty="0" err="1"/>
              <a:t>buritan</a:t>
            </a:r>
            <a:r>
              <a:rPr lang="en-US" sz="2133" dirty="0"/>
              <a:t> </a:t>
            </a:r>
            <a:r>
              <a:rPr lang="en-US" sz="2133" dirty="0" err="1"/>
              <a:t>berguna</a:t>
            </a:r>
            <a:r>
              <a:rPr lang="en-US" sz="2133" dirty="0"/>
              <a:t> </a:t>
            </a:r>
            <a:r>
              <a:rPr lang="en-US" sz="2133" dirty="0" err="1"/>
              <a:t>untuk</a:t>
            </a:r>
            <a:r>
              <a:rPr lang="en-US" sz="2133" dirty="0"/>
              <a:t> air ballast.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796" y="2193933"/>
            <a:ext cx="5872259" cy="331561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85524452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2"/>
          <p:cNvSpPr txBox="1">
            <a:spLocks noGrp="1"/>
          </p:cNvSpPr>
          <p:nvPr>
            <p:ph type="title"/>
          </p:nvPr>
        </p:nvSpPr>
        <p:spPr>
          <a:xfrm>
            <a:off x="3934196" y="231493"/>
            <a:ext cx="460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" sz="4267" dirty="0" smtClean="0"/>
              <a:t>Lambung </a:t>
            </a:r>
            <a:r>
              <a:rPr lang="en" sz="4267" dirty="0"/>
              <a:t>(Hull)</a:t>
            </a:r>
            <a:endParaRPr dirty="0"/>
          </a:p>
        </p:txBody>
      </p:sp>
      <p:sp>
        <p:nvSpPr>
          <p:cNvPr id="602" name="Google Shape;602;p42"/>
          <p:cNvSpPr txBox="1">
            <a:spLocks noGrp="1"/>
          </p:cNvSpPr>
          <p:nvPr>
            <p:ph type="subTitle" idx="2"/>
          </p:nvPr>
        </p:nvSpPr>
        <p:spPr>
          <a:xfrm>
            <a:off x="317718" y="1960438"/>
            <a:ext cx="5412095" cy="423305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 indent="0" algn="just">
              <a:lnSpc>
                <a:spcPct val="150000"/>
              </a:lnSpc>
              <a:buNone/>
            </a:pPr>
            <a:r>
              <a:rPr lang="en-US" sz="2133" dirty="0" err="1"/>
              <a:t>Lambung</a:t>
            </a:r>
            <a:r>
              <a:rPr lang="en-US" sz="2133" dirty="0"/>
              <a:t> </a:t>
            </a:r>
            <a:r>
              <a:rPr lang="en-US" sz="2133" dirty="0" err="1"/>
              <a:t>kapal</a:t>
            </a:r>
            <a:r>
              <a:rPr lang="en-US" sz="2133" dirty="0"/>
              <a:t> </a:t>
            </a:r>
            <a:r>
              <a:rPr lang="en-US" sz="2133" dirty="0" err="1"/>
              <a:t>atau</a:t>
            </a:r>
            <a:r>
              <a:rPr lang="en-US" sz="2133" dirty="0"/>
              <a:t> </a:t>
            </a:r>
            <a:r>
              <a:rPr lang="en-US" sz="2133" dirty="0" err="1"/>
              <a:t>dalam</a:t>
            </a:r>
            <a:r>
              <a:rPr lang="en-US" sz="2133" dirty="0"/>
              <a:t> </a:t>
            </a:r>
            <a:r>
              <a:rPr lang="en-US" sz="2133" dirty="0" err="1"/>
              <a:t>bahasa</a:t>
            </a:r>
            <a:r>
              <a:rPr lang="en-US" sz="2133" dirty="0"/>
              <a:t> </a:t>
            </a:r>
            <a:r>
              <a:rPr lang="en-US" sz="2133" dirty="0" err="1"/>
              <a:t>Inggris</a:t>
            </a:r>
            <a:r>
              <a:rPr lang="en-US" sz="2133" dirty="0"/>
              <a:t> </a:t>
            </a:r>
            <a:r>
              <a:rPr lang="en-US" sz="2133" dirty="0" err="1"/>
              <a:t>disebut</a:t>
            </a:r>
            <a:r>
              <a:rPr lang="en-US" sz="2133" dirty="0"/>
              <a:t> hull </a:t>
            </a:r>
            <a:r>
              <a:rPr lang="en-US" sz="2133" dirty="0" err="1"/>
              <a:t>adalah</a:t>
            </a:r>
            <a:r>
              <a:rPr lang="en-US" sz="2133" dirty="0"/>
              <a:t> </a:t>
            </a:r>
            <a:r>
              <a:rPr lang="en-US" sz="2133" dirty="0" err="1"/>
              <a:t>badan</a:t>
            </a:r>
            <a:r>
              <a:rPr lang="en-US" sz="2133" dirty="0"/>
              <a:t> </a:t>
            </a:r>
            <a:r>
              <a:rPr lang="en-US" sz="2133" dirty="0" err="1"/>
              <a:t>dari</a:t>
            </a:r>
            <a:r>
              <a:rPr lang="en-US" sz="2133" dirty="0"/>
              <a:t> </a:t>
            </a:r>
            <a:r>
              <a:rPr lang="en-US" sz="2133" dirty="0" err="1"/>
              <a:t>perahu</a:t>
            </a:r>
            <a:r>
              <a:rPr lang="en-US" sz="2133" dirty="0"/>
              <a:t> </a:t>
            </a:r>
            <a:r>
              <a:rPr lang="en-US" sz="2133" dirty="0" err="1"/>
              <a:t>atau</a:t>
            </a:r>
            <a:r>
              <a:rPr lang="en-US" sz="2133" dirty="0"/>
              <a:t> </a:t>
            </a:r>
            <a:r>
              <a:rPr lang="en-US" sz="2133" dirty="0" err="1"/>
              <a:t>kapal</a:t>
            </a:r>
            <a:r>
              <a:rPr lang="en-US" sz="2133" dirty="0"/>
              <a:t>. </a:t>
            </a:r>
            <a:r>
              <a:rPr lang="en-US" sz="2133" dirty="0" err="1"/>
              <a:t>Lambung</a:t>
            </a:r>
            <a:r>
              <a:rPr lang="en-US" sz="2133" dirty="0"/>
              <a:t> </a:t>
            </a:r>
            <a:r>
              <a:rPr lang="en-US" sz="2133" dirty="0" err="1"/>
              <a:t>kapal</a:t>
            </a:r>
            <a:r>
              <a:rPr lang="en-US" sz="2133" dirty="0"/>
              <a:t> </a:t>
            </a:r>
            <a:r>
              <a:rPr lang="en-US" sz="2133" dirty="0" err="1"/>
              <a:t>menyediakan</a:t>
            </a:r>
            <a:r>
              <a:rPr lang="en-US" sz="2133" dirty="0"/>
              <a:t> </a:t>
            </a:r>
            <a:r>
              <a:rPr lang="en-US" sz="2133" dirty="0" err="1"/>
              <a:t>daya</a:t>
            </a:r>
            <a:r>
              <a:rPr lang="en-US" sz="2133" dirty="0"/>
              <a:t> </a:t>
            </a:r>
            <a:r>
              <a:rPr lang="en-US" sz="2133" dirty="0" err="1"/>
              <a:t>apung</a:t>
            </a:r>
            <a:r>
              <a:rPr lang="en-US" sz="2133" dirty="0"/>
              <a:t> (</a:t>
            </a:r>
            <a:r>
              <a:rPr lang="en-US" sz="2133" dirty="0" err="1"/>
              <a:t>Bouyancy</a:t>
            </a:r>
            <a:r>
              <a:rPr lang="en-US" sz="2133" dirty="0"/>
              <a:t>) yang </a:t>
            </a:r>
            <a:r>
              <a:rPr lang="en-US" sz="2133" dirty="0" err="1"/>
              <a:t>mencegah</a:t>
            </a:r>
            <a:r>
              <a:rPr lang="en-US" sz="2133" dirty="0"/>
              <a:t> </a:t>
            </a:r>
            <a:r>
              <a:rPr lang="en-US" sz="2133" dirty="0" err="1"/>
              <a:t>kapal</a:t>
            </a:r>
            <a:r>
              <a:rPr lang="en-US" sz="2133" dirty="0"/>
              <a:t> </a:t>
            </a:r>
            <a:r>
              <a:rPr lang="en-US" sz="2133" dirty="0" err="1"/>
              <a:t>dari</a:t>
            </a:r>
            <a:r>
              <a:rPr lang="en-US" sz="2133" dirty="0"/>
              <a:t> </a:t>
            </a:r>
            <a:r>
              <a:rPr lang="en-US" sz="2133" dirty="0" err="1"/>
              <a:t>tenggelam</a:t>
            </a:r>
            <a:r>
              <a:rPr lang="en-US" sz="2133" dirty="0"/>
              <a:t> yang </a:t>
            </a:r>
            <a:r>
              <a:rPr lang="en-US" sz="2133" dirty="0" err="1"/>
              <a:t>dirancang</a:t>
            </a:r>
            <a:r>
              <a:rPr lang="en-US" sz="2133" dirty="0"/>
              <a:t> agar </a:t>
            </a:r>
            <a:r>
              <a:rPr lang="en-US" sz="2133" dirty="0" err="1"/>
              <a:t>sekecil</a:t>
            </a:r>
            <a:r>
              <a:rPr lang="en-US" sz="2133" dirty="0"/>
              <a:t> </a:t>
            </a:r>
            <a:r>
              <a:rPr lang="en-US" sz="2133" dirty="0" err="1"/>
              <a:t>mungkin</a:t>
            </a:r>
            <a:r>
              <a:rPr lang="en-US" sz="2133" dirty="0"/>
              <a:t> </a:t>
            </a:r>
            <a:r>
              <a:rPr lang="en-US" sz="2133" dirty="0" err="1"/>
              <a:t>menimbulkan</a:t>
            </a:r>
            <a:r>
              <a:rPr lang="en-US" sz="2133" dirty="0"/>
              <a:t> </a:t>
            </a:r>
            <a:r>
              <a:rPr lang="en-US" sz="2133" dirty="0" err="1"/>
              <a:t>gesekan</a:t>
            </a:r>
            <a:r>
              <a:rPr lang="en-US" sz="2133" dirty="0"/>
              <a:t> </a:t>
            </a:r>
            <a:r>
              <a:rPr lang="en-US" sz="2133" dirty="0" err="1"/>
              <a:t>dengan</a:t>
            </a:r>
            <a:r>
              <a:rPr lang="en-US" sz="2133" dirty="0"/>
              <a:t> air, </a:t>
            </a:r>
            <a:r>
              <a:rPr lang="en-US" sz="2133" dirty="0" err="1"/>
              <a:t>khususnya</a:t>
            </a:r>
            <a:r>
              <a:rPr lang="en-US" sz="2133" dirty="0"/>
              <a:t> </a:t>
            </a:r>
            <a:r>
              <a:rPr lang="en-US" sz="2133" dirty="0" err="1"/>
              <a:t>untuk</a:t>
            </a:r>
            <a:r>
              <a:rPr lang="en-US" sz="2133" dirty="0"/>
              <a:t> </a:t>
            </a:r>
            <a:r>
              <a:rPr lang="en-US" sz="2133" dirty="0" err="1"/>
              <a:t>kapal</a:t>
            </a:r>
            <a:r>
              <a:rPr lang="en-US" sz="2133" dirty="0"/>
              <a:t> </a:t>
            </a:r>
            <a:r>
              <a:rPr lang="en-US" sz="2133" dirty="0" err="1"/>
              <a:t>dengan</a:t>
            </a:r>
            <a:r>
              <a:rPr lang="en-US" sz="2133" dirty="0"/>
              <a:t> </a:t>
            </a:r>
            <a:r>
              <a:rPr lang="en-US" sz="2133" dirty="0" err="1"/>
              <a:t>kecepatan</a:t>
            </a:r>
            <a:r>
              <a:rPr lang="en-US" sz="2133" dirty="0"/>
              <a:t> </a:t>
            </a:r>
            <a:r>
              <a:rPr lang="en-US" sz="2133" dirty="0" err="1"/>
              <a:t>tinggi</a:t>
            </a:r>
            <a:r>
              <a:rPr lang="en-US" sz="2133" dirty="0"/>
              <a:t>. </a:t>
            </a:r>
            <a:endParaRPr lang="en-US" sz="4267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Lab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5096" y="2105499"/>
            <a:ext cx="5030992" cy="3779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760634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2"/>
          <p:cNvSpPr txBox="1">
            <a:spLocks noGrp="1"/>
          </p:cNvSpPr>
          <p:nvPr>
            <p:ph type="title"/>
          </p:nvPr>
        </p:nvSpPr>
        <p:spPr>
          <a:xfrm>
            <a:off x="3934196" y="231493"/>
            <a:ext cx="460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" sz="4267" dirty="0" smtClean="0"/>
              <a:t>Kamar </a:t>
            </a:r>
            <a:r>
              <a:rPr lang="en" sz="4267" dirty="0"/>
              <a:t>Mesin</a:t>
            </a:r>
            <a:endParaRPr dirty="0"/>
          </a:p>
        </p:txBody>
      </p:sp>
      <p:sp>
        <p:nvSpPr>
          <p:cNvPr id="602" name="Google Shape;602;p42"/>
          <p:cNvSpPr txBox="1">
            <a:spLocks noGrp="1"/>
          </p:cNvSpPr>
          <p:nvPr>
            <p:ph type="subTitle" idx="2"/>
          </p:nvPr>
        </p:nvSpPr>
        <p:spPr>
          <a:xfrm>
            <a:off x="313415" y="1752247"/>
            <a:ext cx="6327640" cy="423305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 indent="0" algn="just">
              <a:lnSpc>
                <a:spcPct val="150000"/>
              </a:lnSpc>
              <a:buNone/>
            </a:pPr>
            <a:r>
              <a:rPr lang="en-US" sz="2400" dirty="0" err="1"/>
              <a:t>Mesin</a:t>
            </a:r>
            <a:r>
              <a:rPr lang="en-US" sz="2400" dirty="0"/>
              <a:t> </a:t>
            </a:r>
            <a:r>
              <a:rPr lang="en-US" sz="2400" dirty="0" err="1"/>
              <a:t>kapal</a:t>
            </a:r>
            <a:r>
              <a:rPr lang="en-US" sz="2400" dirty="0"/>
              <a:t> </a:t>
            </a:r>
            <a:r>
              <a:rPr lang="en-US" sz="2400" dirty="0" err="1"/>
              <a:t>mempunyai</a:t>
            </a:r>
            <a:r>
              <a:rPr lang="en-US" sz="2400" dirty="0"/>
              <a:t> </a:t>
            </a:r>
            <a:r>
              <a:rPr lang="en-US" sz="2400" dirty="0" err="1"/>
              <a:t>ruangan</a:t>
            </a:r>
            <a:r>
              <a:rPr lang="en-US" sz="2400" dirty="0"/>
              <a:t> </a:t>
            </a:r>
            <a:r>
              <a:rPr lang="en-US" sz="2400" dirty="0" err="1"/>
              <a:t>tersendiri</a:t>
            </a:r>
            <a:r>
              <a:rPr lang="en-US" sz="2400" dirty="0"/>
              <a:t> yang </a:t>
            </a:r>
            <a:r>
              <a:rPr lang="en-US" sz="2400" dirty="0" err="1"/>
              <a:t>disebut</a:t>
            </a:r>
            <a:r>
              <a:rPr lang="en-US" sz="2400" dirty="0"/>
              <a:t> </a:t>
            </a:r>
            <a:r>
              <a:rPr lang="en-US" sz="2400" dirty="0" err="1"/>
              <a:t>kamar</a:t>
            </a:r>
            <a:r>
              <a:rPr lang="en-US" sz="2400" dirty="0"/>
              <a:t> </a:t>
            </a:r>
            <a:r>
              <a:rPr lang="en-US" sz="2400" dirty="0" err="1"/>
              <a:t>mesin</a:t>
            </a:r>
            <a:r>
              <a:rPr lang="en-US" sz="2400" dirty="0"/>
              <a:t>.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kamar</a:t>
            </a:r>
            <a:r>
              <a:rPr lang="en-US" sz="2400" dirty="0"/>
              <a:t> </a:t>
            </a:r>
            <a:r>
              <a:rPr lang="en-US" sz="2400" dirty="0" err="1"/>
              <a:t>mesin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diletakkan</a:t>
            </a:r>
            <a:r>
              <a:rPr lang="en-US" sz="2400" dirty="0"/>
              <a:t> </a:t>
            </a:r>
            <a:r>
              <a:rPr lang="en-US" sz="2400" dirty="0" err="1"/>
              <a:t>Mesin</a:t>
            </a:r>
            <a:r>
              <a:rPr lang="en-US" sz="2400" dirty="0"/>
              <a:t> </a:t>
            </a:r>
            <a:r>
              <a:rPr lang="en-US" sz="2400" dirty="0" err="1"/>
              <a:t>Induk</a:t>
            </a:r>
            <a:r>
              <a:rPr lang="en-US" sz="2400" dirty="0"/>
              <a:t> (</a:t>
            </a:r>
            <a:r>
              <a:rPr lang="en-US" sz="2400" i="1" dirty="0"/>
              <a:t>Main Engine</a:t>
            </a:r>
            <a:r>
              <a:rPr lang="en-US" sz="2400" dirty="0"/>
              <a:t>), </a:t>
            </a:r>
            <a:r>
              <a:rPr lang="en-US" sz="2400" dirty="0" err="1"/>
              <a:t>mesin</a:t>
            </a:r>
            <a:r>
              <a:rPr lang="en-US" sz="2400" dirty="0"/>
              <a:t> Bantu </a:t>
            </a:r>
            <a:r>
              <a:rPr lang="sv-SE" sz="2400" dirty="0"/>
              <a:t>(</a:t>
            </a:r>
            <a:r>
              <a:rPr lang="sv-SE" sz="2400" i="1" dirty="0"/>
              <a:t>Auxilary Engine</a:t>
            </a:r>
            <a:r>
              <a:rPr lang="sv-SE" sz="2400" dirty="0"/>
              <a:t>), pompa-pompa, kompresor dan sebagainya. Lebar kamar </a:t>
            </a:r>
            <a:r>
              <a:rPr lang="en-US" sz="2400" dirty="0" err="1"/>
              <a:t>mesin</a:t>
            </a:r>
            <a:r>
              <a:rPr lang="en-US" sz="2400" dirty="0"/>
              <a:t> </a:t>
            </a:r>
            <a:r>
              <a:rPr lang="en-US" sz="2400" dirty="0" err="1"/>
              <a:t>selebar</a:t>
            </a:r>
            <a:r>
              <a:rPr lang="en-US" sz="2400" dirty="0"/>
              <a:t> </a:t>
            </a:r>
            <a:r>
              <a:rPr lang="en-US" sz="2400" dirty="0" err="1"/>
              <a:t>kapal</a:t>
            </a:r>
            <a:r>
              <a:rPr lang="en-US" sz="2400" dirty="0"/>
              <a:t> </a:t>
            </a:r>
            <a:r>
              <a:rPr lang="en-US" sz="2400" dirty="0" err="1"/>
              <a:t>sedangkan</a:t>
            </a:r>
            <a:r>
              <a:rPr lang="en-US" sz="2400" dirty="0"/>
              <a:t> </a:t>
            </a:r>
            <a:r>
              <a:rPr lang="en-US" sz="2400" dirty="0" err="1"/>
              <a:t>panjangnya</a:t>
            </a:r>
            <a:r>
              <a:rPr lang="en-US" sz="2400" dirty="0"/>
              <a:t> </a:t>
            </a:r>
            <a:r>
              <a:rPr lang="en-US" sz="2400" dirty="0" err="1"/>
              <a:t>kurang</a:t>
            </a:r>
            <a:r>
              <a:rPr lang="en-US" sz="2400" dirty="0"/>
              <a:t> </a:t>
            </a:r>
            <a:r>
              <a:rPr lang="en-US" sz="2400" dirty="0" err="1"/>
              <a:t>lebih</a:t>
            </a:r>
            <a:r>
              <a:rPr lang="en-US" sz="2400" dirty="0"/>
              <a:t> 15%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panjang</a:t>
            </a:r>
            <a:r>
              <a:rPr lang="en-US" sz="2400" dirty="0"/>
              <a:t> </a:t>
            </a:r>
            <a:r>
              <a:rPr lang="en-US" sz="2400" dirty="0" err="1"/>
              <a:t>kapal</a:t>
            </a:r>
            <a:r>
              <a:rPr lang="en-US" sz="2400" dirty="0"/>
              <a:t>.</a:t>
            </a:r>
            <a:endParaRPr lang="en-US" sz="3733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122" y="2301035"/>
            <a:ext cx="5421396" cy="31354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00045687"/>
      </p:ext>
    </p:extLst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2"/>
          <p:cNvSpPr txBox="1">
            <a:spLocks noGrp="1"/>
          </p:cNvSpPr>
          <p:nvPr>
            <p:ph type="title"/>
          </p:nvPr>
        </p:nvSpPr>
        <p:spPr>
          <a:xfrm>
            <a:off x="3934196" y="231493"/>
            <a:ext cx="460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" sz="4267" dirty="0" smtClean="0"/>
              <a:t>Winch </a:t>
            </a:r>
            <a:r>
              <a:rPr lang="en" sz="4267" dirty="0"/>
              <a:t>Jangkar</a:t>
            </a:r>
            <a:endParaRPr dirty="0"/>
          </a:p>
        </p:txBody>
      </p:sp>
      <p:sp>
        <p:nvSpPr>
          <p:cNvPr id="602" name="Google Shape;602;p42"/>
          <p:cNvSpPr txBox="1">
            <a:spLocks noGrp="1"/>
          </p:cNvSpPr>
          <p:nvPr>
            <p:ph type="subTitle" idx="2"/>
          </p:nvPr>
        </p:nvSpPr>
        <p:spPr>
          <a:xfrm>
            <a:off x="313415" y="1970979"/>
            <a:ext cx="6214707" cy="423305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 indent="0">
              <a:lnSpc>
                <a:spcPct val="150000"/>
              </a:lnSpc>
              <a:buNone/>
            </a:pPr>
            <a:r>
              <a:rPr lang="en-US" sz="2133" b="1" dirty="0"/>
              <a:t>Winch </a:t>
            </a:r>
            <a:r>
              <a:rPr lang="en-US" sz="2133" b="1" dirty="0" err="1"/>
              <a:t>kapal</a:t>
            </a:r>
            <a:r>
              <a:rPr lang="en-US" sz="2133" dirty="0"/>
              <a:t> </a:t>
            </a:r>
            <a:r>
              <a:rPr lang="en-US" sz="2133" dirty="0" err="1"/>
              <a:t>adalah</a:t>
            </a:r>
            <a:r>
              <a:rPr lang="en-US" sz="2133" dirty="0"/>
              <a:t> </a:t>
            </a:r>
            <a:r>
              <a:rPr lang="en-US" sz="2133" dirty="0" err="1"/>
              <a:t>alat</a:t>
            </a:r>
            <a:r>
              <a:rPr lang="en-US" sz="2133" dirty="0"/>
              <a:t> yang </a:t>
            </a:r>
            <a:r>
              <a:rPr lang="en-US" sz="2133" dirty="0" err="1"/>
              <a:t>saling</a:t>
            </a:r>
            <a:r>
              <a:rPr lang="en-US" sz="2133" dirty="0"/>
              <a:t> </a:t>
            </a:r>
            <a:r>
              <a:rPr lang="en-US" sz="2133" dirty="0" err="1"/>
              <a:t>berkaitan</a:t>
            </a:r>
            <a:r>
              <a:rPr lang="en-US" sz="2133" dirty="0"/>
              <a:t> </a:t>
            </a:r>
            <a:r>
              <a:rPr lang="en-US" sz="2133" dirty="0" err="1"/>
              <a:t>dalam</a:t>
            </a:r>
            <a:r>
              <a:rPr lang="en-US" sz="2133" dirty="0"/>
              <a:t> </a:t>
            </a:r>
            <a:r>
              <a:rPr lang="en-US" sz="2133" dirty="0" err="1"/>
              <a:t>menunjang</a:t>
            </a:r>
            <a:r>
              <a:rPr lang="en-US" sz="2133" dirty="0"/>
              <a:t> </a:t>
            </a:r>
            <a:r>
              <a:rPr lang="en-US" sz="2133" dirty="0" err="1"/>
              <a:t>operasional</a:t>
            </a:r>
            <a:r>
              <a:rPr lang="en-US" sz="2133" dirty="0"/>
              <a:t> </a:t>
            </a:r>
            <a:r>
              <a:rPr lang="en-US" sz="2133" dirty="0" err="1"/>
              <a:t>kapal</a:t>
            </a:r>
            <a:r>
              <a:rPr lang="en-US" sz="2133" dirty="0"/>
              <a:t> </a:t>
            </a:r>
            <a:r>
              <a:rPr lang="en-US" sz="2133" dirty="0" err="1"/>
              <a:t>baik</a:t>
            </a:r>
            <a:r>
              <a:rPr lang="en-US" sz="2133" dirty="0"/>
              <a:t> </a:t>
            </a:r>
            <a:r>
              <a:rPr lang="en-US" sz="2133" dirty="0" err="1"/>
              <a:t>pada</a:t>
            </a:r>
            <a:r>
              <a:rPr lang="en-US" sz="2133" dirty="0"/>
              <a:t> </a:t>
            </a:r>
            <a:r>
              <a:rPr lang="en-US" sz="2133" dirty="0" err="1"/>
              <a:t>saat</a:t>
            </a:r>
            <a:r>
              <a:rPr lang="en-US" sz="2133" dirty="0"/>
              <a:t> </a:t>
            </a:r>
            <a:r>
              <a:rPr lang="en-US" sz="2133" dirty="0" err="1"/>
              <a:t>berlabuh</a:t>
            </a:r>
            <a:r>
              <a:rPr lang="en-US" sz="2133" dirty="0"/>
              <a:t> </a:t>
            </a:r>
            <a:r>
              <a:rPr lang="en-US" sz="2133" dirty="0" err="1"/>
              <a:t>jangkar</a:t>
            </a:r>
            <a:r>
              <a:rPr lang="en-US" sz="2133" dirty="0"/>
              <a:t>, </a:t>
            </a:r>
            <a:r>
              <a:rPr lang="en-US" sz="2133" dirty="0" err="1"/>
              <a:t>sandar</a:t>
            </a:r>
            <a:r>
              <a:rPr lang="en-US" sz="2133" dirty="0"/>
              <a:t> </a:t>
            </a:r>
            <a:r>
              <a:rPr lang="en-US" sz="2133" dirty="0" err="1"/>
              <a:t>disuatu</a:t>
            </a:r>
            <a:r>
              <a:rPr lang="en-US" sz="2133" dirty="0"/>
              <a:t> </a:t>
            </a:r>
            <a:r>
              <a:rPr lang="en-US" sz="2133" dirty="0" err="1"/>
              <a:t>pelabuhan</a:t>
            </a:r>
            <a:r>
              <a:rPr lang="en-US" sz="2133" dirty="0"/>
              <a:t> </a:t>
            </a:r>
            <a:r>
              <a:rPr lang="en-US" sz="2133" dirty="0" err="1"/>
              <a:t>dimana</a:t>
            </a:r>
            <a:r>
              <a:rPr lang="en-US" sz="2133" dirty="0"/>
              <a:t> </a:t>
            </a:r>
            <a:r>
              <a:rPr lang="en-US" sz="2133" dirty="0" err="1"/>
              <a:t>kapal</a:t>
            </a:r>
            <a:r>
              <a:rPr lang="en-US" sz="2133" dirty="0"/>
              <a:t> </a:t>
            </a:r>
            <a:r>
              <a:rPr lang="en-US" sz="2133" dirty="0" err="1"/>
              <a:t>membongkar</a:t>
            </a:r>
            <a:r>
              <a:rPr lang="en-US" sz="2133" dirty="0"/>
              <a:t> </a:t>
            </a:r>
            <a:r>
              <a:rPr lang="en-US" sz="2133" dirty="0" err="1"/>
              <a:t>maupun</a:t>
            </a:r>
            <a:r>
              <a:rPr lang="en-US" sz="2133" dirty="0"/>
              <a:t> </a:t>
            </a:r>
            <a:r>
              <a:rPr lang="en-US" sz="2133" dirty="0" err="1"/>
              <a:t>memuat</a:t>
            </a:r>
            <a:r>
              <a:rPr lang="en-US" sz="2133" dirty="0"/>
              <a:t> </a:t>
            </a:r>
            <a:r>
              <a:rPr lang="en-US" sz="2133" dirty="0" err="1"/>
              <a:t>muatan</a:t>
            </a:r>
            <a:r>
              <a:rPr lang="en-US" sz="2133" dirty="0"/>
              <a:t>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12805" b="12853"/>
          <a:stretch/>
        </p:blipFill>
        <p:spPr>
          <a:xfrm>
            <a:off x="6878634" y="1970979"/>
            <a:ext cx="4799999" cy="35683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28276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2"/>
          <p:cNvSpPr txBox="1">
            <a:spLocks noGrp="1"/>
          </p:cNvSpPr>
          <p:nvPr>
            <p:ph type="title"/>
          </p:nvPr>
        </p:nvSpPr>
        <p:spPr>
          <a:xfrm>
            <a:off x="3934196" y="231493"/>
            <a:ext cx="460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" sz="4267" dirty="0" smtClean="0"/>
              <a:t>Dasar Berganda</a:t>
            </a:r>
            <a:endParaRPr dirty="0"/>
          </a:p>
        </p:txBody>
      </p:sp>
      <p:sp>
        <p:nvSpPr>
          <p:cNvPr id="602" name="Google Shape;602;p42"/>
          <p:cNvSpPr txBox="1">
            <a:spLocks noGrp="1"/>
          </p:cNvSpPr>
          <p:nvPr>
            <p:ph type="subTitle" idx="2"/>
          </p:nvPr>
        </p:nvSpPr>
        <p:spPr>
          <a:xfrm>
            <a:off x="313415" y="1411421"/>
            <a:ext cx="6687886" cy="423305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 indent="0" algn="just">
              <a:lnSpc>
                <a:spcPct val="150000"/>
              </a:lnSpc>
              <a:buNone/>
            </a:pPr>
            <a:r>
              <a:rPr lang="en-US" sz="2400" dirty="0" err="1" smtClean="0">
                <a:latin typeface="Tw Cen MT" panose="020B0602020104020603" pitchFamily="34" charset="0"/>
              </a:rPr>
              <a:t>Sebuah</a:t>
            </a:r>
            <a:r>
              <a:rPr lang="en-US" sz="2400" dirty="0" smtClean="0">
                <a:latin typeface="Tw Cen MT" panose="020B0602020104020603" pitchFamily="34" charset="0"/>
              </a:rPr>
              <a:t> </a:t>
            </a:r>
            <a:r>
              <a:rPr lang="en-US" sz="2400" dirty="0" err="1">
                <a:latin typeface="Tw Cen MT" panose="020B0602020104020603" pitchFamily="34" charset="0"/>
              </a:rPr>
              <a:t>lapisan</a:t>
            </a:r>
            <a:r>
              <a:rPr lang="en-US" sz="2400" dirty="0">
                <a:latin typeface="Tw Cen MT" panose="020B0602020104020603" pitchFamily="34" charset="0"/>
              </a:rPr>
              <a:t> </a:t>
            </a:r>
            <a:r>
              <a:rPr lang="en-US" sz="2400" dirty="0" err="1">
                <a:latin typeface="Tw Cen MT" panose="020B0602020104020603" pitchFamily="34" charset="0"/>
              </a:rPr>
              <a:t>dasar</a:t>
            </a:r>
            <a:r>
              <a:rPr lang="en-US" sz="2400" dirty="0">
                <a:latin typeface="Tw Cen MT" panose="020B0602020104020603" pitchFamily="34" charset="0"/>
              </a:rPr>
              <a:t> </a:t>
            </a:r>
            <a:r>
              <a:rPr lang="en-US" sz="2400" dirty="0" err="1">
                <a:latin typeface="Tw Cen MT" panose="020B0602020104020603" pitchFamily="34" charset="0"/>
              </a:rPr>
              <a:t>kapal</a:t>
            </a:r>
            <a:r>
              <a:rPr lang="en-US" sz="2400" dirty="0">
                <a:latin typeface="Tw Cen MT" panose="020B0602020104020603" pitchFamily="34" charset="0"/>
              </a:rPr>
              <a:t> </a:t>
            </a:r>
            <a:r>
              <a:rPr lang="en-US" sz="2400" dirty="0" err="1">
                <a:latin typeface="Tw Cen MT" panose="020B0602020104020603" pitchFamily="34" charset="0"/>
              </a:rPr>
              <a:t>yg</a:t>
            </a:r>
            <a:r>
              <a:rPr lang="en-US" sz="2400" dirty="0">
                <a:latin typeface="Tw Cen MT" panose="020B0602020104020603" pitchFamily="34" charset="0"/>
              </a:rPr>
              <a:t> </a:t>
            </a:r>
            <a:r>
              <a:rPr lang="en-US" sz="2400" dirty="0" err="1">
                <a:latin typeface="Tw Cen MT" panose="020B0602020104020603" pitchFamily="34" charset="0"/>
              </a:rPr>
              <a:t>dibuat</a:t>
            </a:r>
            <a:r>
              <a:rPr lang="en-US" sz="2400" dirty="0">
                <a:latin typeface="Tw Cen MT" panose="020B0602020104020603" pitchFamily="34" charset="0"/>
              </a:rPr>
              <a:t> </a:t>
            </a:r>
            <a:r>
              <a:rPr lang="en-US" sz="2400" dirty="0" err="1">
                <a:latin typeface="Tw Cen MT" panose="020B0602020104020603" pitchFamily="34" charset="0"/>
              </a:rPr>
              <a:t>untung</a:t>
            </a:r>
            <a:r>
              <a:rPr lang="en-US" sz="2400" dirty="0">
                <a:latin typeface="Tw Cen MT" panose="020B0602020104020603" pitchFamily="34" charset="0"/>
              </a:rPr>
              <a:t> </a:t>
            </a:r>
            <a:r>
              <a:rPr lang="en-US" sz="2400" dirty="0" err="1">
                <a:latin typeface="Tw Cen MT" panose="020B0602020104020603" pitchFamily="34" charset="0"/>
              </a:rPr>
              <a:t>mencega</a:t>
            </a:r>
            <a:r>
              <a:rPr lang="en-US" sz="2400" dirty="0">
                <a:latin typeface="Tw Cen MT" panose="020B0602020104020603" pitchFamily="34" charset="0"/>
              </a:rPr>
              <a:t> </a:t>
            </a:r>
            <a:r>
              <a:rPr lang="en-US" sz="2400" dirty="0" err="1">
                <a:latin typeface="Tw Cen MT" panose="020B0602020104020603" pitchFamily="34" charset="0"/>
              </a:rPr>
              <a:t>atau</a:t>
            </a:r>
            <a:r>
              <a:rPr lang="en-US" sz="2400" dirty="0">
                <a:latin typeface="Tw Cen MT" panose="020B0602020104020603" pitchFamily="34" charset="0"/>
              </a:rPr>
              <a:t> agar </a:t>
            </a:r>
            <a:r>
              <a:rPr lang="en-US" sz="2400" dirty="0" err="1">
                <a:latin typeface="Tw Cen MT" panose="020B0602020104020603" pitchFamily="34" charset="0"/>
              </a:rPr>
              <a:t>kapal</a:t>
            </a:r>
            <a:r>
              <a:rPr lang="en-US" sz="2400" dirty="0">
                <a:latin typeface="Tw Cen MT" panose="020B0602020104020603" pitchFamily="34" charset="0"/>
              </a:rPr>
              <a:t> </a:t>
            </a:r>
            <a:r>
              <a:rPr lang="en-US" sz="2400" dirty="0" err="1">
                <a:latin typeface="Tw Cen MT" panose="020B0602020104020603" pitchFamily="34" charset="0"/>
              </a:rPr>
              <a:t>tdak</a:t>
            </a:r>
            <a:r>
              <a:rPr lang="en-US" sz="2400" dirty="0">
                <a:latin typeface="Tw Cen MT" panose="020B0602020104020603" pitchFamily="34" charset="0"/>
              </a:rPr>
              <a:t> </a:t>
            </a:r>
            <a:r>
              <a:rPr lang="en-US" sz="2400" dirty="0" err="1">
                <a:latin typeface="Tw Cen MT" panose="020B0602020104020603" pitchFamily="34" charset="0"/>
              </a:rPr>
              <a:t>tenggelam</a:t>
            </a:r>
            <a:r>
              <a:rPr lang="en-US" sz="2400" dirty="0">
                <a:latin typeface="Tw Cen MT" panose="020B0602020104020603" pitchFamily="34" charset="0"/>
              </a:rPr>
              <a:t> </a:t>
            </a:r>
            <a:r>
              <a:rPr lang="en-US" sz="2400" dirty="0" err="1">
                <a:latin typeface="Tw Cen MT" panose="020B0602020104020603" pitchFamily="34" charset="0"/>
              </a:rPr>
              <a:t>ketika</a:t>
            </a:r>
            <a:r>
              <a:rPr lang="en-US" sz="2400" dirty="0">
                <a:latin typeface="Tw Cen MT" panose="020B0602020104020603" pitchFamily="34" charset="0"/>
              </a:rPr>
              <a:t> </a:t>
            </a:r>
            <a:r>
              <a:rPr lang="en-US" sz="2400" dirty="0" err="1">
                <a:latin typeface="Tw Cen MT" panose="020B0602020104020603" pitchFamily="34" charset="0"/>
              </a:rPr>
              <a:t>terjadi</a:t>
            </a:r>
            <a:r>
              <a:rPr lang="en-US" sz="2400" dirty="0">
                <a:latin typeface="Tw Cen MT" panose="020B0602020104020603" pitchFamily="34" charset="0"/>
              </a:rPr>
              <a:t> </a:t>
            </a:r>
            <a:r>
              <a:rPr lang="en-US" sz="2400" dirty="0" err="1">
                <a:latin typeface="Tw Cen MT" panose="020B0602020104020603" pitchFamily="34" charset="0"/>
              </a:rPr>
              <a:t>kebocoran</a:t>
            </a:r>
            <a:r>
              <a:rPr lang="en-US" sz="2400" dirty="0">
                <a:latin typeface="Tw Cen MT" panose="020B0602020104020603" pitchFamily="34" charset="0"/>
              </a:rPr>
              <a:t> </a:t>
            </a:r>
            <a:r>
              <a:rPr lang="en-US" sz="2400" dirty="0" err="1">
                <a:latin typeface="Tw Cen MT" panose="020B0602020104020603" pitchFamily="34" charset="0"/>
              </a:rPr>
              <a:t>pada</a:t>
            </a:r>
            <a:r>
              <a:rPr lang="en-US" sz="2400" dirty="0">
                <a:latin typeface="Tw Cen MT" panose="020B0602020104020603" pitchFamily="34" charset="0"/>
              </a:rPr>
              <a:t> </a:t>
            </a:r>
            <a:r>
              <a:rPr lang="en-US" sz="2400" dirty="0" err="1">
                <a:latin typeface="Tw Cen MT" panose="020B0602020104020603" pitchFamily="34" charset="0"/>
              </a:rPr>
              <a:t>lambung</a:t>
            </a:r>
            <a:r>
              <a:rPr lang="en-US" sz="2400" dirty="0">
                <a:latin typeface="Tw Cen MT" panose="020B0602020104020603" pitchFamily="34" charset="0"/>
              </a:rPr>
              <a:t> </a:t>
            </a:r>
            <a:r>
              <a:rPr lang="en-US" sz="2400" dirty="0" err="1" smtClean="0">
                <a:latin typeface="Tw Cen MT" panose="020B0602020104020603" pitchFamily="34" charset="0"/>
              </a:rPr>
              <a:t>kapal</a:t>
            </a:r>
            <a:r>
              <a:rPr lang="en-US" sz="2400" dirty="0" smtClean="0">
                <a:latin typeface="Tw Cen MT" panose="020B0602020104020603" pitchFamily="34" charset="0"/>
              </a:rPr>
              <a:t>.</a:t>
            </a:r>
          </a:p>
          <a:p>
            <a:pPr marL="152396" indent="0" algn="just">
              <a:lnSpc>
                <a:spcPct val="150000"/>
              </a:lnSpc>
              <a:buNone/>
            </a:pPr>
            <a:r>
              <a:rPr lang="en-US" sz="2400" dirty="0" err="1" smtClean="0">
                <a:latin typeface="Tw Cen MT" panose="020B0602020104020603" pitchFamily="34" charset="0"/>
              </a:rPr>
              <a:t>Fungsi</a:t>
            </a:r>
            <a:r>
              <a:rPr lang="en-US" sz="2400" dirty="0" smtClean="0">
                <a:latin typeface="Tw Cen MT" panose="020B0602020104020603" pitchFamily="34" charset="0"/>
              </a:rPr>
              <a:t> </a:t>
            </a:r>
            <a:r>
              <a:rPr lang="en-US" sz="2400" dirty="0" err="1" smtClean="0">
                <a:latin typeface="Tw Cen MT" panose="020B0602020104020603" pitchFamily="34" charset="0"/>
              </a:rPr>
              <a:t>Dasar</a:t>
            </a:r>
            <a:r>
              <a:rPr lang="en-US" sz="2400" dirty="0" smtClean="0">
                <a:latin typeface="Tw Cen MT" panose="020B0602020104020603" pitchFamily="34" charset="0"/>
              </a:rPr>
              <a:t> </a:t>
            </a:r>
            <a:r>
              <a:rPr lang="en-US" sz="2400" dirty="0" err="1" smtClean="0">
                <a:latin typeface="Tw Cen MT" panose="020B0602020104020603" pitchFamily="34" charset="0"/>
              </a:rPr>
              <a:t>Berganda</a:t>
            </a:r>
            <a:r>
              <a:rPr lang="en-US" sz="2400" dirty="0" smtClean="0">
                <a:latin typeface="Tw Cen MT" panose="020B0602020104020603" pitchFamily="34" charset="0"/>
              </a:rPr>
              <a:t>:</a:t>
            </a:r>
            <a:endParaRPr lang="en-US" sz="2400" dirty="0">
              <a:latin typeface="Tw Cen MT" panose="020B0602020104020603" pitchFamily="34" charset="0"/>
            </a:endParaRPr>
          </a:p>
          <a:p>
            <a:pPr marL="495296" algn="just">
              <a:lnSpc>
                <a:spcPct val="150000"/>
              </a:lnSpc>
            </a:pPr>
            <a:r>
              <a:rPr lang="en-US" sz="2400" dirty="0" err="1" smtClean="0">
                <a:latin typeface="Tw Cen MT" panose="020B0602020104020603" pitchFamily="34" charset="0"/>
              </a:rPr>
              <a:t>Sebagai</a:t>
            </a:r>
            <a:r>
              <a:rPr lang="en-US" sz="2400" dirty="0" smtClean="0">
                <a:latin typeface="Tw Cen MT" panose="020B0602020104020603" pitchFamily="34" charset="0"/>
              </a:rPr>
              <a:t> </a:t>
            </a:r>
            <a:r>
              <a:rPr lang="en-US" sz="2400" dirty="0" err="1">
                <a:latin typeface="Tw Cen MT" panose="020B0602020104020603" pitchFamily="34" charset="0"/>
              </a:rPr>
              <a:t>ruangan</a:t>
            </a:r>
            <a:r>
              <a:rPr lang="en-US" sz="2400" dirty="0">
                <a:latin typeface="Tw Cen MT" panose="020B0602020104020603" pitchFamily="34" charset="0"/>
              </a:rPr>
              <a:t> </a:t>
            </a:r>
            <a:r>
              <a:rPr lang="en-US" sz="2400" dirty="0" err="1">
                <a:latin typeface="Tw Cen MT" panose="020B0602020104020603" pitchFamily="34" charset="0"/>
              </a:rPr>
              <a:t>muatan</a:t>
            </a:r>
            <a:r>
              <a:rPr lang="en-US" sz="2400" dirty="0">
                <a:latin typeface="Tw Cen MT" panose="020B0602020104020603" pitchFamily="34" charset="0"/>
              </a:rPr>
              <a:t> </a:t>
            </a:r>
            <a:r>
              <a:rPr lang="en-US" sz="2400" dirty="0" err="1">
                <a:latin typeface="Tw Cen MT" panose="020B0602020104020603" pitchFamily="34" charset="0"/>
              </a:rPr>
              <a:t>cair</a:t>
            </a:r>
            <a:r>
              <a:rPr lang="en-US" sz="2400" dirty="0">
                <a:latin typeface="Tw Cen MT" panose="020B0602020104020603" pitchFamily="34" charset="0"/>
              </a:rPr>
              <a:t>, air </a:t>
            </a:r>
            <a:r>
              <a:rPr lang="en-US" sz="2400" dirty="0" err="1">
                <a:latin typeface="Tw Cen MT" panose="020B0602020104020603" pitchFamily="34" charset="0"/>
              </a:rPr>
              <a:t>tawar</a:t>
            </a:r>
            <a:r>
              <a:rPr lang="en-US" sz="2400" dirty="0">
                <a:latin typeface="Tw Cen MT" panose="020B0602020104020603" pitchFamily="34" charset="0"/>
              </a:rPr>
              <a:t>, </a:t>
            </a:r>
            <a:r>
              <a:rPr lang="en-US" sz="2400" dirty="0" err="1">
                <a:latin typeface="Tw Cen MT" panose="020B0602020104020603" pitchFamily="34" charset="0"/>
              </a:rPr>
              <a:t>bahan</a:t>
            </a:r>
            <a:r>
              <a:rPr lang="en-US" sz="2400" dirty="0">
                <a:latin typeface="Tw Cen MT" panose="020B0602020104020603" pitchFamily="34" charset="0"/>
              </a:rPr>
              <a:t> </a:t>
            </a:r>
            <a:r>
              <a:rPr lang="en-US" sz="2400" dirty="0" err="1">
                <a:latin typeface="Tw Cen MT" panose="020B0602020104020603" pitchFamily="34" charset="0"/>
              </a:rPr>
              <a:t>bakar</a:t>
            </a:r>
            <a:r>
              <a:rPr lang="en-US" sz="2400" dirty="0">
                <a:latin typeface="Tw Cen MT" panose="020B0602020104020603" pitchFamily="34" charset="0"/>
              </a:rPr>
              <a:t>, </a:t>
            </a:r>
            <a:r>
              <a:rPr lang="en-US" sz="2400" dirty="0" err="1">
                <a:latin typeface="Tw Cen MT" panose="020B0602020104020603" pitchFamily="34" charset="0"/>
              </a:rPr>
              <a:t>ballas</a:t>
            </a:r>
            <a:r>
              <a:rPr lang="en-US" sz="2400" dirty="0">
                <a:latin typeface="Tw Cen MT" panose="020B0602020104020603" pitchFamily="34" charset="0"/>
              </a:rPr>
              <a:t>, </a:t>
            </a:r>
            <a:r>
              <a:rPr lang="en-US" sz="2400" dirty="0" err="1">
                <a:latin typeface="Tw Cen MT" panose="020B0602020104020603" pitchFamily="34" charset="0"/>
              </a:rPr>
              <a:t>dlsb</a:t>
            </a:r>
            <a:r>
              <a:rPr lang="en-US" sz="2400" dirty="0">
                <a:latin typeface="Tw Cen MT" panose="020B0602020104020603" pitchFamily="34" charset="0"/>
              </a:rPr>
              <a:t>.</a:t>
            </a:r>
          </a:p>
          <a:p>
            <a:pPr marL="495296" algn="just">
              <a:lnSpc>
                <a:spcPct val="150000"/>
              </a:lnSpc>
            </a:pPr>
            <a:r>
              <a:rPr lang="en-US" sz="2400" dirty="0" err="1" smtClean="0">
                <a:latin typeface="Tw Cen MT" panose="020B0602020104020603" pitchFamily="34" charset="0"/>
              </a:rPr>
              <a:t>Membantu</a:t>
            </a:r>
            <a:r>
              <a:rPr lang="en-US" sz="2400" dirty="0" smtClean="0">
                <a:latin typeface="Tw Cen MT" panose="020B0602020104020603" pitchFamily="34" charset="0"/>
              </a:rPr>
              <a:t> </a:t>
            </a:r>
            <a:r>
              <a:rPr lang="en-US" sz="2400" dirty="0" err="1">
                <a:latin typeface="Tw Cen MT" panose="020B0602020104020603" pitchFamily="34" charset="0"/>
              </a:rPr>
              <a:t>stabilitas</a:t>
            </a:r>
            <a:r>
              <a:rPr lang="en-US" sz="2400" dirty="0">
                <a:latin typeface="Tw Cen MT" panose="020B0602020104020603" pitchFamily="34" charset="0"/>
              </a:rPr>
              <a:t> </a:t>
            </a:r>
            <a:r>
              <a:rPr lang="en-US" sz="2400" dirty="0" err="1">
                <a:latin typeface="Tw Cen MT" panose="020B0602020104020603" pitchFamily="34" charset="0"/>
              </a:rPr>
              <a:t>kapal</a:t>
            </a:r>
            <a:endParaRPr lang="en-US" sz="2400" dirty="0">
              <a:latin typeface="Tw Cen MT" panose="020B0602020104020603" pitchFamily="34" charset="0"/>
            </a:endParaRPr>
          </a:p>
          <a:p>
            <a:pPr marL="495296" algn="just">
              <a:lnSpc>
                <a:spcPct val="150000"/>
              </a:lnSpc>
            </a:pPr>
            <a:r>
              <a:rPr lang="en-US" sz="2400" dirty="0" err="1" smtClean="0">
                <a:latin typeface="Tw Cen MT" panose="020B0602020104020603" pitchFamily="34" charset="0"/>
              </a:rPr>
              <a:t>Menambah</a:t>
            </a:r>
            <a:r>
              <a:rPr lang="en-US" sz="2400" dirty="0" smtClean="0">
                <a:latin typeface="Tw Cen MT" panose="020B0602020104020603" pitchFamily="34" charset="0"/>
              </a:rPr>
              <a:t> </a:t>
            </a:r>
            <a:r>
              <a:rPr lang="en-US" sz="2400" dirty="0" err="1">
                <a:latin typeface="Tw Cen MT" panose="020B0602020104020603" pitchFamily="34" charset="0"/>
              </a:rPr>
              <a:t>kekuatan</a:t>
            </a:r>
            <a:r>
              <a:rPr lang="en-US" sz="2400" dirty="0">
                <a:latin typeface="Tw Cen MT" panose="020B0602020104020603" pitchFamily="34" charset="0"/>
              </a:rPr>
              <a:t> </a:t>
            </a:r>
            <a:r>
              <a:rPr lang="en-US" sz="2400" dirty="0" err="1">
                <a:latin typeface="Tw Cen MT" panose="020B0602020104020603" pitchFamily="34" charset="0"/>
              </a:rPr>
              <a:t>melintang</a:t>
            </a:r>
            <a:r>
              <a:rPr lang="en-US" sz="2400" dirty="0">
                <a:latin typeface="Tw Cen MT" panose="020B0602020104020603" pitchFamily="34" charset="0"/>
              </a:rPr>
              <a:t> </a:t>
            </a:r>
            <a:r>
              <a:rPr lang="en-US" sz="2400" dirty="0" err="1">
                <a:latin typeface="Tw Cen MT" panose="020B0602020104020603" pitchFamily="34" charset="0"/>
              </a:rPr>
              <a:t>kapal</a:t>
            </a:r>
            <a:endParaRPr lang="en-US" sz="2400" dirty="0">
              <a:latin typeface="Tw Cen MT" panose="020B0602020104020603" pitchFamily="34" charset="0"/>
            </a:endParaRPr>
          </a:p>
          <a:p>
            <a:pPr marL="152396" indent="0">
              <a:lnSpc>
                <a:spcPct val="150000"/>
              </a:lnSpc>
              <a:buNone/>
            </a:pPr>
            <a:endParaRPr lang="en-US" sz="2133" dirty="0">
              <a:latin typeface="Tw Cen MT" panose="020B06020201040206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8633" y="1834501"/>
            <a:ext cx="4922350" cy="360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198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49"/>
          <p:cNvSpPr txBox="1">
            <a:spLocks noGrp="1"/>
          </p:cNvSpPr>
          <p:nvPr>
            <p:ph type="subTitle" idx="1"/>
          </p:nvPr>
        </p:nvSpPr>
        <p:spPr>
          <a:xfrm>
            <a:off x="966333" y="4387000"/>
            <a:ext cx="2476400" cy="1381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" dirty="0" smtClean="0"/>
              <a:t>Sebagai alat bantu untuk menarik tali utama</a:t>
            </a:r>
            <a:endParaRPr dirty="0"/>
          </a:p>
        </p:txBody>
      </p:sp>
      <p:sp>
        <p:nvSpPr>
          <p:cNvPr id="1224" name="Google Shape;1224;p49"/>
          <p:cNvSpPr txBox="1">
            <a:spLocks noGrp="1"/>
          </p:cNvSpPr>
          <p:nvPr>
            <p:ph type="title"/>
          </p:nvPr>
        </p:nvSpPr>
        <p:spPr>
          <a:xfrm>
            <a:off x="966339" y="3891241"/>
            <a:ext cx="2476400" cy="596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b="1" dirty="0" smtClean="0"/>
              <a:t>Line Hauler</a:t>
            </a:r>
            <a:endParaRPr b="1" dirty="0"/>
          </a:p>
        </p:txBody>
      </p:sp>
      <p:sp>
        <p:nvSpPr>
          <p:cNvPr id="1225" name="Google Shape;1225;p49"/>
          <p:cNvSpPr txBox="1">
            <a:spLocks noGrp="1"/>
          </p:cNvSpPr>
          <p:nvPr>
            <p:ph type="title" idx="2"/>
          </p:nvPr>
        </p:nvSpPr>
        <p:spPr>
          <a:xfrm>
            <a:off x="6691664" y="3891241"/>
            <a:ext cx="2476400" cy="596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b="1" dirty="0" smtClean="0"/>
              <a:t>Line thrower</a:t>
            </a:r>
            <a:endParaRPr b="1" dirty="0"/>
          </a:p>
        </p:txBody>
      </p:sp>
      <p:sp>
        <p:nvSpPr>
          <p:cNvPr id="1226" name="Google Shape;1226;p49"/>
          <p:cNvSpPr txBox="1">
            <a:spLocks noGrp="1"/>
          </p:cNvSpPr>
          <p:nvPr>
            <p:ph type="subTitle" idx="3"/>
          </p:nvPr>
        </p:nvSpPr>
        <p:spPr>
          <a:xfrm>
            <a:off x="6691663" y="4387000"/>
            <a:ext cx="2476400" cy="1381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" dirty="0" smtClean="0"/>
              <a:t>Sebagai alat pelontar tali utama</a:t>
            </a:r>
            <a:endParaRPr dirty="0"/>
          </a:p>
        </p:txBody>
      </p:sp>
      <p:sp>
        <p:nvSpPr>
          <p:cNvPr id="1227" name="Google Shape;1227;p49"/>
          <p:cNvSpPr txBox="1">
            <a:spLocks noGrp="1"/>
          </p:cNvSpPr>
          <p:nvPr>
            <p:ph type="title" idx="4"/>
          </p:nvPr>
        </p:nvSpPr>
        <p:spPr>
          <a:xfrm>
            <a:off x="3828995" y="3891241"/>
            <a:ext cx="2476400" cy="596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b="1" dirty="0" smtClean="0"/>
              <a:t>Side Roller</a:t>
            </a:r>
            <a:endParaRPr b="1" dirty="0"/>
          </a:p>
        </p:txBody>
      </p:sp>
      <p:sp>
        <p:nvSpPr>
          <p:cNvPr id="1228" name="Google Shape;1228;p49"/>
          <p:cNvSpPr txBox="1">
            <a:spLocks noGrp="1"/>
          </p:cNvSpPr>
          <p:nvPr>
            <p:ph type="subTitle" idx="5"/>
          </p:nvPr>
        </p:nvSpPr>
        <p:spPr>
          <a:xfrm>
            <a:off x="3828992" y="4387000"/>
            <a:ext cx="2476400" cy="1381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" dirty="0" smtClean="0"/>
              <a:t>Meberikan arahan pada tali utama</a:t>
            </a:r>
            <a:endParaRPr dirty="0"/>
          </a:p>
        </p:txBody>
      </p:sp>
      <p:sp>
        <p:nvSpPr>
          <p:cNvPr id="1229" name="Google Shape;1229;p49"/>
          <p:cNvSpPr txBox="1">
            <a:spLocks noGrp="1"/>
          </p:cNvSpPr>
          <p:nvPr>
            <p:ph type="title" idx="6"/>
          </p:nvPr>
        </p:nvSpPr>
        <p:spPr>
          <a:xfrm>
            <a:off x="946000" y="946633"/>
            <a:ext cx="10300000" cy="596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b="1" dirty="0" smtClean="0"/>
              <a:t>Perlengkapan Tambahan </a:t>
            </a:r>
            <a:br>
              <a:rPr lang="en" b="1" dirty="0" smtClean="0"/>
            </a:br>
            <a:r>
              <a:rPr lang="en" b="1" dirty="0" smtClean="0"/>
              <a:t>Kapal Longliner</a:t>
            </a:r>
            <a:endParaRPr b="1" dirty="0"/>
          </a:p>
        </p:txBody>
      </p:sp>
      <p:sp>
        <p:nvSpPr>
          <p:cNvPr id="1230" name="Google Shape;1230;p49"/>
          <p:cNvSpPr/>
          <p:nvPr/>
        </p:nvSpPr>
        <p:spPr>
          <a:xfrm rot="5400000" flipH="1">
            <a:off x="2052245" y="2961488"/>
            <a:ext cx="304579" cy="945328"/>
          </a:xfrm>
          <a:custGeom>
            <a:avLst/>
            <a:gdLst/>
            <a:ahLst/>
            <a:cxnLst/>
            <a:rect l="l" t="t" r="r" b="b"/>
            <a:pathLst>
              <a:path w="42539" h="132029" extrusionOk="0">
                <a:moveTo>
                  <a:pt x="21259" y="1"/>
                </a:moveTo>
                <a:cubicBezTo>
                  <a:pt x="21259" y="1"/>
                  <a:pt x="21029" y="210"/>
                  <a:pt x="20631" y="649"/>
                </a:cubicBezTo>
                <a:cubicBezTo>
                  <a:pt x="18874" y="2449"/>
                  <a:pt x="17325" y="4437"/>
                  <a:pt x="15861" y="6487"/>
                </a:cubicBezTo>
                <a:lnTo>
                  <a:pt x="15275" y="7345"/>
                </a:lnTo>
                <a:cubicBezTo>
                  <a:pt x="15066" y="7638"/>
                  <a:pt x="14877" y="7931"/>
                  <a:pt x="14689" y="8245"/>
                </a:cubicBezTo>
                <a:cubicBezTo>
                  <a:pt x="14291" y="8831"/>
                  <a:pt x="13915" y="9416"/>
                  <a:pt x="13538" y="10023"/>
                </a:cubicBezTo>
                <a:lnTo>
                  <a:pt x="12450" y="11823"/>
                </a:lnTo>
                <a:lnTo>
                  <a:pt x="11425" y="13685"/>
                </a:lnTo>
                <a:cubicBezTo>
                  <a:pt x="11048" y="14271"/>
                  <a:pt x="10776" y="14940"/>
                  <a:pt x="10421" y="15568"/>
                </a:cubicBezTo>
                <a:lnTo>
                  <a:pt x="9960" y="16510"/>
                </a:lnTo>
                <a:lnTo>
                  <a:pt x="9730" y="16970"/>
                </a:lnTo>
                <a:lnTo>
                  <a:pt x="9479" y="17451"/>
                </a:lnTo>
                <a:cubicBezTo>
                  <a:pt x="8914" y="18727"/>
                  <a:pt x="8286" y="20004"/>
                  <a:pt x="7763" y="21322"/>
                </a:cubicBezTo>
                <a:lnTo>
                  <a:pt x="6947" y="23268"/>
                </a:lnTo>
                <a:lnTo>
                  <a:pt x="6215" y="25256"/>
                </a:lnTo>
                <a:lnTo>
                  <a:pt x="5859" y="26260"/>
                </a:lnTo>
                <a:cubicBezTo>
                  <a:pt x="5713" y="26595"/>
                  <a:pt x="5608" y="26909"/>
                  <a:pt x="5504" y="27243"/>
                </a:cubicBezTo>
                <a:lnTo>
                  <a:pt x="4855" y="29252"/>
                </a:lnTo>
                <a:cubicBezTo>
                  <a:pt x="4395" y="30591"/>
                  <a:pt x="4039" y="31951"/>
                  <a:pt x="3683" y="33311"/>
                </a:cubicBezTo>
                <a:cubicBezTo>
                  <a:pt x="3286" y="34671"/>
                  <a:pt x="2993" y="36052"/>
                  <a:pt x="2679" y="37433"/>
                </a:cubicBezTo>
                <a:lnTo>
                  <a:pt x="2449" y="38437"/>
                </a:lnTo>
                <a:lnTo>
                  <a:pt x="2344" y="38961"/>
                </a:lnTo>
                <a:lnTo>
                  <a:pt x="2239" y="39484"/>
                </a:lnTo>
                <a:lnTo>
                  <a:pt x="1842" y="41576"/>
                </a:lnTo>
                <a:cubicBezTo>
                  <a:pt x="1716" y="42287"/>
                  <a:pt x="1591" y="42957"/>
                  <a:pt x="1486" y="43668"/>
                </a:cubicBezTo>
                <a:lnTo>
                  <a:pt x="1193" y="45761"/>
                </a:lnTo>
                <a:lnTo>
                  <a:pt x="900" y="47853"/>
                </a:lnTo>
                <a:lnTo>
                  <a:pt x="838" y="48376"/>
                </a:lnTo>
                <a:lnTo>
                  <a:pt x="775" y="48899"/>
                </a:lnTo>
                <a:lnTo>
                  <a:pt x="670" y="49945"/>
                </a:lnTo>
                <a:lnTo>
                  <a:pt x="461" y="52080"/>
                </a:lnTo>
                <a:cubicBezTo>
                  <a:pt x="419" y="52770"/>
                  <a:pt x="314" y="53482"/>
                  <a:pt x="273" y="54193"/>
                </a:cubicBezTo>
                <a:lnTo>
                  <a:pt x="63" y="58420"/>
                </a:lnTo>
                <a:lnTo>
                  <a:pt x="42" y="58943"/>
                </a:lnTo>
                <a:lnTo>
                  <a:pt x="42" y="59466"/>
                </a:lnTo>
                <a:lnTo>
                  <a:pt x="42" y="60512"/>
                </a:lnTo>
                <a:lnTo>
                  <a:pt x="22" y="62646"/>
                </a:lnTo>
                <a:cubicBezTo>
                  <a:pt x="22" y="63337"/>
                  <a:pt x="1" y="64048"/>
                  <a:pt x="22" y="64759"/>
                </a:cubicBezTo>
                <a:lnTo>
                  <a:pt x="105" y="66873"/>
                </a:lnTo>
                <a:lnTo>
                  <a:pt x="168" y="68986"/>
                </a:lnTo>
                <a:lnTo>
                  <a:pt x="210" y="70032"/>
                </a:lnTo>
                <a:lnTo>
                  <a:pt x="231" y="70555"/>
                </a:lnTo>
                <a:lnTo>
                  <a:pt x="273" y="71078"/>
                </a:lnTo>
                <a:cubicBezTo>
                  <a:pt x="524" y="73903"/>
                  <a:pt x="649" y="76707"/>
                  <a:pt x="1068" y="79511"/>
                </a:cubicBezTo>
                <a:cubicBezTo>
                  <a:pt x="1256" y="80912"/>
                  <a:pt x="1402" y="82314"/>
                  <a:pt x="1591" y="83716"/>
                </a:cubicBezTo>
                <a:lnTo>
                  <a:pt x="2260" y="87901"/>
                </a:lnTo>
                <a:lnTo>
                  <a:pt x="2616" y="89993"/>
                </a:lnTo>
                <a:cubicBezTo>
                  <a:pt x="2742" y="90705"/>
                  <a:pt x="2888" y="91374"/>
                  <a:pt x="3035" y="92065"/>
                </a:cubicBezTo>
                <a:lnTo>
                  <a:pt x="3892" y="96228"/>
                </a:lnTo>
                <a:lnTo>
                  <a:pt x="4102" y="97275"/>
                </a:lnTo>
                <a:lnTo>
                  <a:pt x="4353" y="98279"/>
                </a:lnTo>
                <a:lnTo>
                  <a:pt x="4855" y="100350"/>
                </a:lnTo>
                <a:lnTo>
                  <a:pt x="5880" y="104451"/>
                </a:lnTo>
                <a:cubicBezTo>
                  <a:pt x="6236" y="105812"/>
                  <a:pt x="6654" y="107172"/>
                  <a:pt x="7052" y="108532"/>
                </a:cubicBezTo>
                <a:cubicBezTo>
                  <a:pt x="7449" y="109892"/>
                  <a:pt x="7847" y="111252"/>
                  <a:pt x="8224" y="112591"/>
                </a:cubicBezTo>
                <a:cubicBezTo>
                  <a:pt x="9123" y="115269"/>
                  <a:pt x="9981" y="117947"/>
                  <a:pt x="10902" y="120625"/>
                </a:cubicBezTo>
                <a:lnTo>
                  <a:pt x="13831" y="128555"/>
                </a:lnTo>
                <a:lnTo>
                  <a:pt x="13915" y="128765"/>
                </a:lnTo>
                <a:lnTo>
                  <a:pt x="14124" y="128869"/>
                </a:lnTo>
                <a:lnTo>
                  <a:pt x="21050" y="131924"/>
                </a:lnTo>
                <a:lnTo>
                  <a:pt x="21280" y="132029"/>
                </a:lnTo>
                <a:lnTo>
                  <a:pt x="21510" y="131924"/>
                </a:lnTo>
                <a:lnTo>
                  <a:pt x="28457" y="128869"/>
                </a:lnTo>
                <a:lnTo>
                  <a:pt x="28666" y="128765"/>
                </a:lnTo>
                <a:lnTo>
                  <a:pt x="28729" y="128555"/>
                </a:lnTo>
                <a:lnTo>
                  <a:pt x="31658" y="120625"/>
                </a:lnTo>
                <a:cubicBezTo>
                  <a:pt x="32579" y="117947"/>
                  <a:pt x="33437" y="115269"/>
                  <a:pt x="34336" y="112591"/>
                </a:cubicBezTo>
                <a:cubicBezTo>
                  <a:pt x="34755" y="111231"/>
                  <a:pt x="35110" y="109871"/>
                  <a:pt x="35508" y="108532"/>
                </a:cubicBezTo>
                <a:lnTo>
                  <a:pt x="36680" y="104451"/>
                </a:lnTo>
                <a:lnTo>
                  <a:pt x="37705" y="100350"/>
                </a:lnTo>
                <a:lnTo>
                  <a:pt x="38207" y="98279"/>
                </a:lnTo>
                <a:lnTo>
                  <a:pt x="38458" y="97275"/>
                </a:lnTo>
                <a:lnTo>
                  <a:pt x="38667" y="96228"/>
                </a:lnTo>
                <a:lnTo>
                  <a:pt x="39546" y="92086"/>
                </a:lnTo>
                <a:cubicBezTo>
                  <a:pt x="39672" y="91416"/>
                  <a:pt x="39818" y="90705"/>
                  <a:pt x="39965" y="90014"/>
                </a:cubicBezTo>
                <a:lnTo>
                  <a:pt x="40299" y="87922"/>
                </a:lnTo>
                <a:lnTo>
                  <a:pt x="40969" y="83737"/>
                </a:lnTo>
                <a:cubicBezTo>
                  <a:pt x="41178" y="82356"/>
                  <a:pt x="41346" y="80954"/>
                  <a:pt x="41492" y="79531"/>
                </a:cubicBezTo>
                <a:cubicBezTo>
                  <a:pt x="41890" y="76728"/>
                  <a:pt x="42057" y="73903"/>
                  <a:pt x="42287" y="71120"/>
                </a:cubicBezTo>
                <a:lnTo>
                  <a:pt x="42329" y="70597"/>
                </a:lnTo>
                <a:lnTo>
                  <a:pt x="42371" y="70074"/>
                </a:lnTo>
                <a:lnTo>
                  <a:pt x="42392" y="69028"/>
                </a:lnTo>
                <a:lnTo>
                  <a:pt x="42476" y="66894"/>
                </a:lnTo>
                <a:lnTo>
                  <a:pt x="42538" y="64780"/>
                </a:lnTo>
                <a:cubicBezTo>
                  <a:pt x="42476" y="64027"/>
                  <a:pt x="42476" y="63316"/>
                  <a:pt x="42476" y="62604"/>
                </a:cubicBezTo>
                <a:lnTo>
                  <a:pt x="42434" y="60491"/>
                </a:lnTo>
                <a:lnTo>
                  <a:pt x="42434" y="59445"/>
                </a:lnTo>
                <a:lnTo>
                  <a:pt x="42434" y="58922"/>
                </a:lnTo>
                <a:lnTo>
                  <a:pt x="42413" y="58399"/>
                </a:lnTo>
                <a:lnTo>
                  <a:pt x="42204" y="54151"/>
                </a:lnTo>
                <a:cubicBezTo>
                  <a:pt x="42183" y="53461"/>
                  <a:pt x="42099" y="52749"/>
                  <a:pt x="42015" y="52038"/>
                </a:cubicBezTo>
                <a:lnTo>
                  <a:pt x="41806" y="49925"/>
                </a:lnTo>
                <a:lnTo>
                  <a:pt x="41701" y="48878"/>
                </a:lnTo>
                <a:lnTo>
                  <a:pt x="41660" y="48355"/>
                </a:lnTo>
                <a:lnTo>
                  <a:pt x="41576" y="47832"/>
                </a:lnTo>
                <a:lnTo>
                  <a:pt x="41283" y="45740"/>
                </a:lnTo>
                <a:lnTo>
                  <a:pt x="41011" y="43647"/>
                </a:lnTo>
                <a:cubicBezTo>
                  <a:pt x="40864" y="42936"/>
                  <a:pt x="40739" y="42266"/>
                  <a:pt x="40634" y="41555"/>
                </a:cubicBezTo>
                <a:lnTo>
                  <a:pt x="40237" y="39463"/>
                </a:lnTo>
                <a:lnTo>
                  <a:pt x="40132" y="38940"/>
                </a:lnTo>
                <a:lnTo>
                  <a:pt x="40027" y="38417"/>
                </a:lnTo>
                <a:lnTo>
                  <a:pt x="39797" y="37391"/>
                </a:lnTo>
                <a:cubicBezTo>
                  <a:pt x="39483" y="36010"/>
                  <a:pt x="39191" y="34650"/>
                  <a:pt x="38814" y="33290"/>
                </a:cubicBezTo>
                <a:cubicBezTo>
                  <a:pt x="38437" y="31930"/>
                  <a:pt x="38082" y="30570"/>
                  <a:pt x="37621" y="29231"/>
                </a:cubicBezTo>
                <a:lnTo>
                  <a:pt x="36973" y="27222"/>
                </a:lnTo>
                <a:cubicBezTo>
                  <a:pt x="36868" y="26888"/>
                  <a:pt x="36742" y="26532"/>
                  <a:pt x="36638" y="26218"/>
                </a:cubicBezTo>
                <a:lnTo>
                  <a:pt x="36261" y="25235"/>
                </a:lnTo>
                <a:lnTo>
                  <a:pt x="35529" y="23247"/>
                </a:lnTo>
                <a:lnTo>
                  <a:pt x="34734" y="21280"/>
                </a:lnTo>
                <a:cubicBezTo>
                  <a:pt x="34211" y="19983"/>
                  <a:pt x="33604" y="18706"/>
                  <a:pt x="32997" y="17409"/>
                </a:cubicBezTo>
                <a:lnTo>
                  <a:pt x="32767" y="16949"/>
                </a:lnTo>
                <a:lnTo>
                  <a:pt x="32537" y="16468"/>
                </a:lnTo>
                <a:lnTo>
                  <a:pt x="32056" y="15526"/>
                </a:lnTo>
                <a:cubicBezTo>
                  <a:pt x="31742" y="14898"/>
                  <a:pt x="31428" y="14271"/>
                  <a:pt x="31093" y="13643"/>
                </a:cubicBezTo>
                <a:lnTo>
                  <a:pt x="30068" y="11802"/>
                </a:lnTo>
                <a:lnTo>
                  <a:pt x="28980" y="9981"/>
                </a:lnTo>
                <a:cubicBezTo>
                  <a:pt x="28603" y="9395"/>
                  <a:pt x="28206" y="8810"/>
                  <a:pt x="27829" y="8203"/>
                </a:cubicBezTo>
                <a:cubicBezTo>
                  <a:pt x="27641" y="7931"/>
                  <a:pt x="27431" y="7617"/>
                  <a:pt x="27243" y="7324"/>
                </a:cubicBezTo>
                <a:lnTo>
                  <a:pt x="26636" y="6466"/>
                </a:lnTo>
                <a:cubicBezTo>
                  <a:pt x="25172" y="4416"/>
                  <a:pt x="23644" y="2428"/>
                  <a:pt x="21887" y="628"/>
                </a:cubicBezTo>
                <a:cubicBezTo>
                  <a:pt x="21510" y="231"/>
                  <a:pt x="21301" y="22"/>
                  <a:pt x="2125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31" name="Google Shape;1231;p49"/>
          <p:cNvSpPr/>
          <p:nvPr/>
        </p:nvSpPr>
        <p:spPr>
          <a:xfrm rot="5400000" flipH="1">
            <a:off x="4914912" y="2961488"/>
            <a:ext cx="304579" cy="945328"/>
          </a:xfrm>
          <a:custGeom>
            <a:avLst/>
            <a:gdLst/>
            <a:ahLst/>
            <a:cxnLst/>
            <a:rect l="l" t="t" r="r" b="b"/>
            <a:pathLst>
              <a:path w="42539" h="132029" extrusionOk="0">
                <a:moveTo>
                  <a:pt x="21259" y="1"/>
                </a:moveTo>
                <a:cubicBezTo>
                  <a:pt x="21259" y="1"/>
                  <a:pt x="21029" y="210"/>
                  <a:pt x="20631" y="649"/>
                </a:cubicBezTo>
                <a:cubicBezTo>
                  <a:pt x="18874" y="2449"/>
                  <a:pt x="17325" y="4437"/>
                  <a:pt x="15861" y="6487"/>
                </a:cubicBezTo>
                <a:lnTo>
                  <a:pt x="15275" y="7345"/>
                </a:lnTo>
                <a:cubicBezTo>
                  <a:pt x="15066" y="7638"/>
                  <a:pt x="14877" y="7931"/>
                  <a:pt x="14689" y="8245"/>
                </a:cubicBezTo>
                <a:cubicBezTo>
                  <a:pt x="14291" y="8831"/>
                  <a:pt x="13915" y="9416"/>
                  <a:pt x="13538" y="10023"/>
                </a:cubicBezTo>
                <a:lnTo>
                  <a:pt x="12450" y="11823"/>
                </a:lnTo>
                <a:lnTo>
                  <a:pt x="11425" y="13685"/>
                </a:lnTo>
                <a:cubicBezTo>
                  <a:pt x="11048" y="14271"/>
                  <a:pt x="10776" y="14940"/>
                  <a:pt x="10421" y="15568"/>
                </a:cubicBezTo>
                <a:lnTo>
                  <a:pt x="9960" y="16510"/>
                </a:lnTo>
                <a:lnTo>
                  <a:pt x="9730" y="16970"/>
                </a:lnTo>
                <a:lnTo>
                  <a:pt x="9479" y="17451"/>
                </a:lnTo>
                <a:cubicBezTo>
                  <a:pt x="8914" y="18727"/>
                  <a:pt x="8286" y="20004"/>
                  <a:pt x="7763" y="21322"/>
                </a:cubicBezTo>
                <a:lnTo>
                  <a:pt x="6947" y="23268"/>
                </a:lnTo>
                <a:lnTo>
                  <a:pt x="6215" y="25256"/>
                </a:lnTo>
                <a:lnTo>
                  <a:pt x="5859" y="26260"/>
                </a:lnTo>
                <a:cubicBezTo>
                  <a:pt x="5713" y="26595"/>
                  <a:pt x="5608" y="26909"/>
                  <a:pt x="5504" y="27243"/>
                </a:cubicBezTo>
                <a:lnTo>
                  <a:pt x="4855" y="29252"/>
                </a:lnTo>
                <a:cubicBezTo>
                  <a:pt x="4395" y="30591"/>
                  <a:pt x="4039" y="31951"/>
                  <a:pt x="3683" y="33311"/>
                </a:cubicBezTo>
                <a:cubicBezTo>
                  <a:pt x="3286" y="34671"/>
                  <a:pt x="2993" y="36052"/>
                  <a:pt x="2679" y="37433"/>
                </a:cubicBezTo>
                <a:lnTo>
                  <a:pt x="2449" y="38437"/>
                </a:lnTo>
                <a:lnTo>
                  <a:pt x="2344" y="38961"/>
                </a:lnTo>
                <a:lnTo>
                  <a:pt x="2239" y="39484"/>
                </a:lnTo>
                <a:lnTo>
                  <a:pt x="1842" y="41576"/>
                </a:lnTo>
                <a:cubicBezTo>
                  <a:pt x="1716" y="42287"/>
                  <a:pt x="1591" y="42957"/>
                  <a:pt x="1486" y="43668"/>
                </a:cubicBezTo>
                <a:lnTo>
                  <a:pt x="1193" y="45761"/>
                </a:lnTo>
                <a:lnTo>
                  <a:pt x="900" y="47853"/>
                </a:lnTo>
                <a:lnTo>
                  <a:pt x="838" y="48376"/>
                </a:lnTo>
                <a:lnTo>
                  <a:pt x="775" y="48899"/>
                </a:lnTo>
                <a:lnTo>
                  <a:pt x="670" y="49945"/>
                </a:lnTo>
                <a:lnTo>
                  <a:pt x="461" y="52080"/>
                </a:lnTo>
                <a:cubicBezTo>
                  <a:pt x="419" y="52770"/>
                  <a:pt x="314" y="53482"/>
                  <a:pt x="273" y="54193"/>
                </a:cubicBezTo>
                <a:lnTo>
                  <a:pt x="63" y="58420"/>
                </a:lnTo>
                <a:lnTo>
                  <a:pt x="42" y="58943"/>
                </a:lnTo>
                <a:lnTo>
                  <a:pt x="42" y="59466"/>
                </a:lnTo>
                <a:lnTo>
                  <a:pt x="42" y="60512"/>
                </a:lnTo>
                <a:lnTo>
                  <a:pt x="22" y="62646"/>
                </a:lnTo>
                <a:cubicBezTo>
                  <a:pt x="22" y="63337"/>
                  <a:pt x="1" y="64048"/>
                  <a:pt x="22" y="64759"/>
                </a:cubicBezTo>
                <a:lnTo>
                  <a:pt x="105" y="66873"/>
                </a:lnTo>
                <a:lnTo>
                  <a:pt x="168" y="68986"/>
                </a:lnTo>
                <a:lnTo>
                  <a:pt x="210" y="70032"/>
                </a:lnTo>
                <a:lnTo>
                  <a:pt x="231" y="70555"/>
                </a:lnTo>
                <a:lnTo>
                  <a:pt x="273" y="71078"/>
                </a:lnTo>
                <a:cubicBezTo>
                  <a:pt x="524" y="73903"/>
                  <a:pt x="649" y="76707"/>
                  <a:pt x="1068" y="79511"/>
                </a:cubicBezTo>
                <a:cubicBezTo>
                  <a:pt x="1256" y="80912"/>
                  <a:pt x="1402" y="82314"/>
                  <a:pt x="1591" y="83716"/>
                </a:cubicBezTo>
                <a:lnTo>
                  <a:pt x="2260" y="87901"/>
                </a:lnTo>
                <a:lnTo>
                  <a:pt x="2616" y="89993"/>
                </a:lnTo>
                <a:cubicBezTo>
                  <a:pt x="2742" y="90705"/>
                  <a:pt x="2888" y="91374"/>
                  <a:pt x="3035" y="92065"/>
                </a:cubicBezTo>
                <a:lnTo>
                  <a:pt x="3892" y="96228"/>
                </a:lnTo>
                <a:lnTo>
                  <a:pt x="4102" y="97275"/>
                </a:lnTo>
                <a:lnTo>
                  <a:pt x="4353" y="98279"/>
                </a:lnTo>
                <a:lnTo>
                  <a:pt x="4855" y="100350"/>
                </a:lnTo>
                <a:lnTo>
                  <a:pt x="5880" y="104451"/>
                </a:lnTo>
                <a:cubicBezTo>
                  <a:pt x="6236" y="105812"/>
                  <a:pt x="6654" y="107172"/>
                  <a:pt x="7052" y="108532"/>
                </a:cubicBezTo>
                <a:cubicBezTo>
                  <a:pt x="7449" y="109892"/>
                  <a:pt x="7847" y="111252"/>
                  <a:pt x="8224" y="112591"/>
                </a:cubicBezTo>
                <a:cubicBezTo>
                  <a:pt x="9123" y="115269"/>
                  <a:pt x="9981" y="117947"/>
                  <a:pt x="10902" y="120625"/>
                </a:cubicBezTo>
                <a:lnTo>
                  <a:pt x="13831" y="128555"/>
                </a:lnTo>
                <a:lnTo>
                  <a:pt x="13915" y="128765"/>
                </a:lnTo>
                <a:lnTo>
                  <a:pt x="14124" y="128869"/>
                </a:lnTo>
                <a:lnTo>
                  <a:pt x="21050" y="131924"/>
                </a:lnTo>
                <a:lnTo>
                  <a:pt x="21280" y="132029"/>
                </a:lnTo>
                <a:lnTo>
                  <a:pt x="21510" y="131924"/>
                </a:lnTo>
                <a:lnTo>
                  <a:pt x="28457" y="128869"/>
                </a:lnTo>
                <a:lnTo>
                  <a:pt x="28666" y="128765"/>
                </a:lnTo>
                <a:lnTo>
                  <a:pt x="28729" y="128555"/>
                </a:lnTo>
                <a:lnTo>
                  <a:pt x="31658" y="120625"/>
                </a:lnTo>
                <a:cubicBezTo>
                  <a:pt x="32579" y="117947"/>
                  <a:pt x="33437" y="115269"/>
                  <a:pt x="34336" y="112591"/>
                </a:cubicBezTo>
                <a:cubicBezTo>
                  <a:pt x="34755" y="111231"/>
                  <a:pt x="35110" y="109871"/>
                  <a:pt x="35508" y="108532"/>
                </a:cubicBezTo>
                <a:lnTo>
                  <a:pt x="36680" y="104451"/>
                </a:lnTo>
                <a:lnTo>
                  <a:pt x="37705" y="100350"/>
                </a:lnTo>
                <a:lnTo>
                  <a:pt x="38207" y="98279"/>
                </a:lnTo>
                <a:lnTo>
                  <a:pt x="38458" y="97275"/>
                </a:lnTo>
                <a:lnTo>
                  <a:pt x="38667" y="96228"/>
                </a:lnTo>
                <a:lnTo>
                  <a:pt x="39546" y="92086"/>
                </a:lnTo>
                <a:cubicBezTo>
                  <a:pt x="39672" y="91416"/>
                  <a:pt x="39818" y="90705"/>
                  <a:pt x="39965" y="90014"/>
                </a:cubicBezTo>
                <a:lnTo>
                  <a:pt x="40299" y="87922"/>
                </a:lnTo>
                <a:lnTo>
                  <a:pt x="40969" y="83737"/>
                </a:lnTo>
                <a:cubicBezTo>
                  <a:pt x="41178" y="82356"/>
                  <a:pt x="41346" y="80954"/>
                  <a:pt x="41492" y="79531"/>
                </a:cubicBezTo>
                <a:cubicBezTo>
                  <a:pt x="41890" y="76728"/>
                  <a:pt x="42057" y="73903"/>
                  <a:pt x="42287" y="71120"/>
                </a:cubicBezTo>
                <a:lnTo>
                  <a:pt x="42329" y="70597"/>
                </a:lnTo>
                <a:lnTo>
                  <a:pt x="42371" y="70074"/>
                </a:lnTo>
                <a:lnTo>
                  <a:pt x="42392" y="69028"/>
                </a:lnTo>
                <a:lnTo>
                  <a:pt x="42476" y="66894"/>
                </a:lnTo>
                <a:lnTo>
                  <a:pt x="42538" y="64780"/>
                </a:lnTo>
                <a:cubicBezTo>
                  <a:pt x="42476" y="64027"/>
                  <a:pt x="42476" y="63316"/>
                  <a:pt x="42476" y="62604"/>
                </a:cubicBezTo>
                <a:lnTo>
                  <a:pt x="42434" y="60491"/>
                </a:lnTo>
                <a:lnTo>
                  <a:pt x="42434" y="59445"/>
                </a:lnTo>
                <a:lnTo>
                  <a:pt x="42434" y="58922"/>
                </a:lnTo>
                <a:lnTo>
                  <a:pt x="42413" y="58399"/>
                </a:lnTo>
                <a:lnTo>
                  <a:pt x="42204" y="54151"/>
                </a:lnTo>
                <a:cubicBezTo>
                  <a:pt x="42183" y="53461"/>
                  <a:pt x="42099" y="52749"/>
                  <a:pt x="42015" y="52038"/>
                </a:cubicBezTo>
                <a:lnTo>
                  <a:pt x="41806" y="49925"/>
                </a:lnTo>
                <a:lnTo>
                  <a:pt x="41701" y="48878"/>
                </a:lnTo>
                <a:lnTo>
                  <a:pt x="41660" y="48355"/>
                </a:lnTo>
                <a:lnTo>
                  <a:pt x="41576" y="47832"/>
                </a:lnTo>
                <a:lnTo>
                  <a:pt x="41283" y="45740"/>
                </a:lnTo>
                <a:lnTo>
                  <a:pt x="41011" y="43647"/>
                </a:lnTo>
                <a:cubicBezTo>
                  <a:pt x="40864" y="42936"/>
                  <a:pt x="40739" y="42266"/>
                  <a:pt x="40634" y="41555"/>
                </a:cubicBezTo>
                <a:lnTo>
                  <a:pt x="40237" y="39463"/>
                </a:lnTo>
                <a:lnTo>
                  <a:pt x="40132" y="38940"/>
                </a:lnTo>
                <a:lnTo>
                  <a:pt x="40027" y="38417"/>
                </a:lnTo>
                <a:lnTo>
                  <a:pt x="39797" y="37391"/>
                </a:lnTo>
                <a:cubicBezTo>
                  <a:pt x="39483" y="36010"/>
                  <a:pt x="39191" y="34650"/>
                  <a:pt x="38814" y="33290"/>
                </a:cubicBezTo>
                <a:cubicBezTo>
                  <a:pt x="38437" y="31930"/>
                  <a:pt x="38082" y="30570"/>
                  <a:pt x="37621" y="29231"/>
                </a:cubicBezTo>
                <a:lnTo>
                  <a:pt x="36973" y="27222"/>
                </a:lnTo>
                <a:cubicBezTo>
                  <a:pt x="36868" y="26888"/>
                  <a:pt x="36742" y="26532"/>
                  <a:pt x="36638" y="26218"/>
                </a:cubicBezTo>
                <a:lnTo>
                  <a:pt x="36261" y="25235"/>
                </a:lnTo>
                <a:lnTo>
                  <a:pt x="35529" y="23247"/>
                </a:lnTo>
                <a:lnTo>
                  <a:pt x="34734" y="21280"/>
                </a:lnTo>
                <a:cubicBezTo>
                  <a:pt x="34211" y="19983"/>
                  <a:pt x="33604" y="18706"/>
                  <a:pt x="32997" y="17409"/>
                </a:cubicBezTo>
                <a:lnTo>
                  <a:pt x="32767" y="16949"/>
                </a:lnTo>
                <a:lnTo>
                  <a:pt x="32537" y="16468"/>
                </a:lnTo>
                <a:lnTo>
                  <a:pt x="32056" y="15526"/>
                </a:lnTo>
                <a:cubicBezTo>
                  <a:pt x="31742" y="14898"/>
                  <a:pt x="31428" y="14271"/>
                  <a:pt x="31093" y="13643"/>
                </a:cubicBezTo>
                <a:lnTo>
                  <a:pt x="30068" y="11802"/>
                </a:lnTo>
                <a:lnTo>
                  <a:pt x="28980" y="9981"/>
                </a:lnTo>
                <a:cubicBezTo>
                  <a:pt x="28603" y="9395"/>
                  <a:pt x="28206" y="8810"/>
                  <a:pt x="27829" y="8203"/>
                </a:cubicBezTo>
                <a:cubicBezTo>
                  <a:pt x="27641" y="7931"/>
                  <a:pt x="27431" y="7617"/>
                  <a:pt x="27243" y="7324"/>
                </a:cubicBezTo>
                <a:lnTo>
                  <a:pt x="26636" y="6466"/>
                </a:lnTo>
                <a:cubicBezTo>
                  <a:pt x="25172" y="4416"/>
                  <a:pt x="23644" y="2428"/>
                  <a:pt x="21887" y="628"/>
                </a:cubicBezTo>
                <a:cubicBezTo>
                  <a:pt x="21510" y="231"/>
                  <a:pt x="21301" y="22"/>
                  <a:pt x="2125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32" name="Google Shape;1232;p49"/>
          <p:cNvSpPr/>
          <p:nvPr/>
        </p:nvSpPr>
        <p:spPr>
          <a:xfrm rot="5400000" flipH="1">
            <a:off x="7777579" y="2961488"/>
            <a:ext cx="304579" cy="945328"/>
          </a:xfrm>
          <a:custGeom>
            <a:avLst/>
            <a:gdLst/>
            <a:ahLst/>
            <a:cxnLst/>
            <a:rect l="l" t="t" r="r" b="b"/>
            <a:pathLst>
              <a:path w="42539" h="132029" extrusionOk="0">
                <a:moveTo>
                  <a:pt x="21259" y="1"/>
                </a:moveTo>
                <a:cubicBezTo>
                  <a:pt x="21259" y="1"/>
                  <a:pt x="21029" y="210"/>
                  <a:pt x="20631" y="649"/>
                </a:cubicBezTo>
                <a:cubicBezTo>
                  <a:pt x="18874" y="2449"/>
                  <a:pt x="17325" y="4437"/>
                  <a:pt x="15861" y="6487"/>
                </a:cubicBezTo>
                <a:lnTo>
                  <a:pt x="15275" y="7345"/>
                </a:lnTo>
                <a:cubicBezTo>
                  <a:pt x="15066" y="7638"/>
                  <a:pt x="14877" y="7931"/>
                  <a:pt x="14689" y="8245"/>
                </a:cubicBezTo>
                <a:cubicBezTo>
                  <a:pt x="14291" y="8831"/>
                  <a:pt x="13915" y="9416"/>
                  <a:pt x="13538" y="10023"/>
                </a:cubicBezTo>
                <a:lnTo>
                  <a:pt x="12450" y="11823"/>
                </a:lnTo>
                <a:lnTo>
                  <a:pt x="11425" y="13685"/>
                </a:lnTo>
                <a:cubicBezTo>
                  <a:pt x="11048" y="14271"/>
                  <a:pt x="10776" y="14940"/>
                  <a:pt x="10421" y="15568"/>
                </a:cubicBezTo>
                <a:lnTo>
                  <a:pt x="9960" y="16510"/>
                </a:lnTo>
                <a:lnTo>
                  <a:pt x="9730" y="16970"/>
                </a:lnTo>
                <a:lnTo>
                  <a:pt x="9479" y="17451"/>
                </a:lnTo>
                <a:cubicBezTo>
                  <a:pt x="8914" y="18727"/>
                  <a:pt x="8286" y="20004"/>
                  <a:pt x="7763" y="21322"/>
                </a:cubicBezTo>
                <a:lnTo>
                  <a:pt x="6947" y="23268"/>
                </a:lnTo>
                <a:lnTo>
                  <a:pt x="6215" y="25256"/>
                </a:lnTo>
                <a:lnTo>
                  <a:pt x="5859" y="26260"/>
                </a:lnTo>
                <a:cubicBezTo>
                  <a:pt x="5713" y="26595"/>
                  <a:pt x="5608" y="26909"/>
                  <a:pt x="5504" y="27243"/>
                </a:cubicBezTo>
                <a:lnTo>
                  <a:pt x="4855" y="29252"/>
                </a:lnTo>
                <a:cubicBezTo>
                  <a:pt x="4395" y="30591"/>
                  <a:pt x="4039" y="31951"/>
                  <a:pt x="3683" y="33311"/>
                </a:cubicBezTo>
                <a:cubicBezTo>
                  <a:pt x="3286" y="34671"/>
                  <a:pt x="2993" y="36052"/>
                  <a:pt x="2679" y="37433"/>
                </a:cubicBezTo>
                <a:lnTo>
                  <a:pt x="2449" y="38437"/>
                </a:lnTo>
                <a:lnTo>
                  <a:pt x="2344" y="38961"/>
                </a:lnTo>
                <a:lnTo>
                  <a:pt x="2239" y="39484"/>
                </a:lnTo>
                <a:lnTo>
                  <a:pt x="1842" y="41576"/>
                </a:lnTo>
                <a:cubicBezTo>
                  <a:pt x="1716" y="42287"/>
                  <a:pt x="1591" y="42957"/>
                  <a:pt x="1486" y="43668"/>
                </a:cubicBezTo>
                <a:lnTo>
                  <a:pt x="1193" y="45761"/>
                </a:lnTo>
                <a:lnTo>
                  <a:pt x="900" y="47853"/>
                </a:lnTo>
                <a:lnTo>
                  <a:pt x="838" y="48376"/>
                </a:lnTo>
                <a:lnTo>
                  <a:pt x="775" y="48899"/>
                </a:lnTo>
                <a:lnTo>
                  <a:pt x="670" y="49945"/>
                </a:lnTo>
                <a:lnTo>
                  <a:pt x="461" y="52080"/>
                </a:lnTo>
                <a:cubicBezTo>
                  <a:pt x="419" y="52770"/>
                  <a:pt x="314" y="53482"/>
                  <a:pt x="273" y="54193"/>
                </a:cubicBezTo>
                <a:lnTo>
                  <a:pt x="63" y="58420"/>
                </a:lnTo>
                <a:lnTo>
                  <a:pt x="42" y="58943"/>
                </a:lnTo>
                <a:lnTo>
                  <a:pt x="42" y="59466"/>
                </a:lnTo>
                <a:lnTo>
                  <a:pt x="42" y="60512"/>
                </a:lnTo>
                <a:lnTo>
                  <a:pt x="22" y="62646"/>
                </a:lnTo>
                <a:cubicBezTo>
                  <a:pt x="22" y="63337"/>
                  <a:pt x="1" y="64048"/>
                  <a:pt x="22" y="64759"/>
                </a:cubicBezTo>
                <a:lnTo>
                  <a:pt x="105" y="66873"/>
                </a:lnTo>
                <a:lnTo>
                  <a:pt x="168" y="68986"/>
                </a:lnTo>
                <a:lnTo>
                  <a:pt x="210" y="70032"/>
                </a:lnTo>
                <a:lnTo>
                  <a:pt x="231" y="70555"/>
                </a:lnTo>
                <a:lnTo>
                  <a:pt x="273" y="71078"/>
                </a:lnTo>
                <a:cubicBezTo>
                  <a:pt x="524" y="73903"/>
                  <a:pt x="649" y="76707"/>
                  <a:pt x="1068" y="79511"/>
                </a:cubicBezTo>
                <a:cubicBezTo>
                  <a:pt x="1256" y="80912"/>
                  <a:pt x="1402" y="82314"/>
                  <a:pt x="1591" y="83716"/>
                </a:cubicBezTo>
                <a:lnTo>
                  <a:pt x="2260" y="87901"/>
                </a:lnTo>
                <a:lnTo>
                  <a:pt x="2616" y="89993"/>
                </a:lnTo>
                <a:cubicBezTo>
                  <a:pt x="2742" y="90705"/>
                  <a:pt x="2888" y="91374"/>
                  <a:pt x="3035" y="92065"/>
                </a:cubicBezTo>
                <a:lnTo>
                  <a:pt x="3892" y="96228"/>
                </a:lnTo>
                <a:lnTo>
                  <a:pt x="4102" y="97275"/>
                </a:lnTo>
                <a:lnTo>
                  <a:pt x="4353" y="98279"/>
                </a:lnTo>
                <a:lnTo>
                  <a:pt x="4855" y="100350"/>
                </a:lnTo>
                <a:lnTo>
                  <a:pt x="5880" y="104451"/>
                </a:lnTo>
                <a:cubicBezTo>
                  <a:pt x="6236" y="105812"/>
                  <a:pt x="6654" y="107172"/>
                  <a:pt x="7052" y="108532"/>
                </a:cubicBezTo>
                <a:cubicBezTo>
                  <a:pt x="7449" y="109892"/>
                  <a:pt x="7847" y="111252"/>
                  <a:pt x="8224" y="112591"/>
                </a:cubicBezTo>
                <a:cubicBezTo>
                  <a:pt x="9123" y="115269"/>
                  <a:pt x="9981" y="117947"/>
                  <a:pt x="10902" y="120625"/>
                </a:cubicBezTo>
                <a:lnTo>
                  <a:pt x="13831" y="128555"/>
                </a:lnTo>
                <a:lnTo>
                  <a:pt x="13915" y="128765"/>
                </a:lnTo>
                <a:lnTo>
                  <a:pt x="14124" y="128869"/>
                </a:lnTo>
                <a:lnTo>
                  <a:pt x="21050" y="131924"/>
                </a:lnTo>
                <a:lnTo>
                  <a:pt x="21280" y="132029"/>
                </a:lnTo>
                <a:lnTo>
                  <a:pt x="21510" y="131924"/>
                </a:lnTo>
                <a:lnTo>
                  <a:pt x="28457" y="128869"/>
                </a:lnTo>
                <a:lnTo>
                  <a:pt x="28666" y="128765"/>
                </a:lnTo>
                <a:lnTo>
                  <a:pt x="28729" y="128555"/>
                </a:lnTo>
                <a:lnTo>
                  <a:pt x="31658" y="120625"/>
                </a:lnTo>
                <a:cubicBezTo>
                  <a:pt x="32579" y="117947"/>
                  <a:pt x="33437" y="115269"/>
                  <a:pt x="34336" y="112591"/>
                </a:cubicBezTo>
                <a:cubicBezTo>
                  <a:pt x="34755" y="111231"/>
                  <a:pt x="35110" y="109871"/>
                  <a:pt x="35508" y="108532"/>
                </a:cubicBezTo>
                <a:lnTo>
                  <a:pt x="36680" y="104451"/>
                </a:lnTo>
                <a:lnTo>
                  <a:pt x="37705" y="100350"/>
                </a:lnTo>
                <a:lnTo>
                  <a:pt x="38207" y="98279"/>
                </a:lnTo>
                <a:lnTo>
                  <a:pt x="38458" y="97275"/>
                </a:lnTo>
                <a:lnTo>
                  <a:pt x="38667" y="96228"/>
                </a:lnTo>
                <a:lnTo>
                  <a:pt x="39546" y="92086"/>
                </a:lnTo>
                <a:cubicBezTo>
                  <a:pt x="39672" y="91416"/>
                  <a:pt x="39818" y="90705"/>
                  <a:pt x="39965" y="90014"/>
                </a:cubicBezTo>
                <a:lnTo>
                  <a:pt x="40299" y="87922"/>
                </a:lnTo>
                <a:lnTo>
                  <a:pt x="40969" y="83737"/>
                </a:lnTo>
                <a:cubicBezTo>
                  <a:pt x="41178" y="82356"/>
                  <a:pt x="41346" y="80954"/>
                  <a:pt x="41492" y="79531"/>
                </a:cubicBezTo>
                <a:cubicBezTo>
                  <a:pt x="41890" y="76728"/>
                  <a:pt x="42057" y="73903"/>
                  <a:pt x="42287" y="71120"/>
                </a:cubicBezTo>
                <a:lnTo>
                  <a:pt x="42329" y="70597"/>
                </a:lnTo>
                <a:lnTo>
                  <a:pt x="42371" y="70074"/>
                </a:lnTo>
                <a:lnTo>
                  <a:pt x="42392" y="69028"/>
                </a:lnTo>
                <a:lnTo>
                  <a:pt x="42476" y="66894"/>
                </a:lnTo>
                <a:lnTo>
                  <a:pt x="42538" y="64780"/>
                </a:lnTo>
                <a:cubicBezTo>
                  <a:pt x="42476" y="64027"/>
                  <a:pt x="42476" y="63316"/>
                  <a:pt x="42476" y="62604"/>
                </a:cubicBezTo>
                <a:lnTo>
                  <a:pt x="42434" y="60491"/>
                </a:lnTo>
                <a:lnTo>
                  <a:pt x="42434" y="59445"/>
                </a:lnTo>
                <a:lnTo>
                  <a:pt x="42434" y="58922"/>
                </a:lnTo>
                <a:lnTo>
                  <a:pt x="42413" y="58399"/>
                </a:lnTo>
                <a:lnTo>
                  <a:pt x="42204" y="54151"/>
                </a:lnTo>
                <a:cubicBezTo>
                  <a:pt x="42183" y="53461"/>
                  <a:pt x="42099" y="52749"/>
                  <a:pt x="42015" y="52038"/>
                </a:cubicBezTo>
                <a:lnTo>
                  <a:pt x="41806" y="49925"/>
                </a:lnTo>
                <a:lnTo>
                  <a:pt x="41701" y="48878"/>
                </a:lnTo>
                <a:lnTo>
                  <a:pt x="41660" y="48355"/>
                </a:lnTo>
                <a:lnTo>
                  <a:pt x="41576" y="47832"/>
                </a:lnTo>
                <a:lnTo>
                  <a:pt x="41283" y="45740"/>
                </a:lnTo>
                <a:lnTo>
                  <a:pt x="41011" y="43647"/>
                </a:lnTo>
                <a:cubicBezTo>
                  <a:pt x="40864" y="42936"/>
                  <a:pt x="40739" y="42266"/>
                  <a:pt x="40634" y="41555"/>
                </a:cubicBezTo>
                <a:lnTo>
                  <a:pt x="40237" y="39463"/>
                </a:lnTo>
                <a:lnTo>
                  <a:pt x="40132" y="38940"/>
                </a:lnTo>
                <a:lnTo>
                  <a:pt x="40027" y="38417"/>
                </a:lnTo>
                <a:lnTo>
                  <a:pt x="39797" y="37391"/>
                </a:lnTo>
                <a:cubicBezTo>
                  <a:pt x="39483" y="36010"/>
                  <a:pt x="39191" y="34650"/>
                  <a:pt x="38814" y="33290"/>
                </a:cubicBezTo>
                <a:cubicBezTo>
                  <a:pt x="38437" y="31930"/>
                  <a:pt x="38082" y="30570"/>
                  <a:pt x="37621" y="29231"/>
                </a:cubicBezTo>
                <a:lnTo>
                  <a:pt x="36973" y="27222"/>
                </a:lnTo>
                <a:cubicBezTo>
                  <a:pt x="36868" y="26888"/>
                  <a:pt x="36742" y="26532"/>
                  <a:pt x="36638" y="26218"/>
                </a:cubicBezTo>
                <a:lnTo>
                  <a:pt x="36261" y="25235"/>
                </a:lnTo>
                <a:lnTo>
                  <a:pt x="35529" y="23247"/>
                </a:lnTo>
                <a:lnTo>
                  <a:pt x="34734" y="21280"/>
                </a:lnTo>
                <a:cubicBezTo>
                  <a:pt x="34211" y="19983"/>
                  <a:pt x="33604" y="18706"/>
                  <a:pt x="32997" y="17409"/>
                </a:cubicBezTo>
                <a:lnTo>
                  <a:pt x="32767" y="16949"/>
                </a:lnTo>
                <a:lnTo>
                  <a:pt x="32537" y="16468"/>
                </a:lnTo>
                <a:lnTo>
                  <a:pt x="32056" y="15526"/>
                </a:lnTo>
                <a:cubicBezTo>
                  <a:pt x="31742" y="14898"/>
                  <a:pt x="31428" y="14271"/>
                  <a:pt x="31093" y="13643"/>
                </a:cubicBezTo>
                <a:lnTo>
                  <a:pt x="30068" y="11802"/>
                </a:lnTo>
                <a:lnTo>
                  <a:pt x="28980" y="9981"/>
                </a:lnTo>
                <a:cubicBezTo>
                  <a:pt x="28603" y="9395"/>
                  <a:pt x="28206" y="8810"/>
                  <a:pt x="27829" y="8203"/>
                </a:cubicBezTo>
                <a:cubicBezTo>
                  <a:pt x="27641" y="7931"/>
                  <a:pt x="27431" y="7617"/>
                  <a:pt x="27243" y="7324"/>
                </a:cubicBezTo>
                <a:lnTo>
                  <a:pt x="26636" y="6466"/>
                </a:lnTo>
                <a:cubicBezTo>
                  <a:pt x="25172" y="4416"/>
                  <a:pt x="23644" y="2428"/>
                  <a:pt x="21887" y="628"/>
                </a:cubicBezTo>
                <a:cubicBezTo>
                  <a:pt x="21510" y="231"/>
                  <a:pt x="21301" y="22"/>
                  <a:pt x="2125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2310343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50"/>
          <p:cNvSpPr txBox="1">
            <a:spLocks noGrp="1"/>
          </p:cNvSpPr>
          <p:nvPr>
            <p:ph type="title"/>
          </p:nvPr>
        </p:nvSpPr>
        <p:spPr>
          <a:xfrm>
            <a:off x="946000" y="821533"/>
            <a:ext cx="5142000" cy="141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b="1" dirty="0" smtClean="0"/>
              <a:t>Kesimpulan</a:t>
            </a:r>
            <a:endParaRPr b="1" dirty="0">
              <a:solidFill>
                <a:schemeClr val="dk2"/>
              </a:solidFill>
            </a:endParaRPr>
          </a:p>
        </p:txBody>
      </p:sp>
      <p:sp>
        <p:nvSpPr>
          <p:cNvPr id="1238" name="Google Shape;1238;p50"/>
          <p:cNvSpPr txBox="1">
            <a:spLocks noGrp="1"/>
          </p:cNvSpPr>
          <p:nvPr>
            <p:ph type="subTitle" idx="1"/>
          </p:nvPr>
        </p:nvSpPr>
        <p:spPr>
          <a:xfrm>
            <a:off x="158966" y="3568168"/>
            <a:ext cx="5797657" cy="192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0990" indent="-380990">
              <a:lnSpc>
                <a:spcPct val="150000"/>
              </a:lnSpc>
            </a:pPr>
            <a:r>
              <a:rPr lang="id-ID" dirty="0"/>
              <a:t>Kapal perikanan merupakan kapal yang digunakan untuk mengangkut hasil tangkapan dari fishing ground sampai ke fishing base. </a:t>
            </a:r>
            <a:endParaRPr lang="en-US" dirty="0" smtClean="0"/>
          </a:p>
          <a:p>
            <a:pPr marL="380990" indent="-380990">
              <a:lnSpc>
                <a:spcPct val="150000"/>
              </a:lnSpc>
            </a:pPr>
            <a:r>
              <a:rPr lang="en-US" dirty="0" err="1" smtClean="0"/>
              <a:t>Kapal</a:t>
            </a:r>
            <a:r>
              <a:rPr lang="en-US" dirty="0" smtClean="0"/>
              <a:t> </a:t>
            </a:r>
            <a:r>
              <a:rPr lang="en-US" dirty="0"/>
              <a:t>Longline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khusus</a:t>
            </a:r>
            <a:r>
              <a:rPr lang="en-US" dirty="0"/>
              <a:t> </a:t>
            </a:r>
            <a:r>
              <a:rPr lang="en-US" dirty="0" err="1"/>
              <a:t>dirancang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menangkap</a:t>
            </a:r>
            <a:r>
              <a:rPr lang="en-US" dirty="0"/>
              <a:t> </a:t>
            </a:r>
            <a:r>
              <a:rPr lang="en-US" dirty="0" err="1"/>
              <a:t>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alat</a:t>
            </a:r>
            <a:r>
              <a:rPr lang="en-US" dirty="0"/>
              <a:t> </a:t>
            </a:r>
            <a:r>
              <a:rPr lang="en-US" dirty="0" err="1"/>
              <a:t>tangkap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long line. </a:t>
            </a:r>
            <a:r>
              <a:rPr lang="en-US" dirty="0" err="1"/>
              <a:t>Kapal</a:t>
            </a:r>
            <a:r>
              <a:rPr lang="en-US" dirty="0"/>
              <a:t> </a:t>
            </a:r>
            <a:r>
              <a:rPr lang="en-US" dirty="0" err="1"/>
              <a:t>longliner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</a:t>
            </a:r>
            <a:r>
              <a:rPr lang="en-US" dirty="0" err="1"/>
              <a:t>utama</a:t>
            </a:r>
            <a:r>
              <a:rPr lang="en-US" dirty="0"/>
              <a:t> 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umumnya</a:t>
            </a:r>
            <a:r>
              <a:rPr lang="en-US" dirty="0"/>
              <a:t> 30-100 GT. </a:t>
            </a:r>
            <a:endParaRPr dirty="0"/>
          </a:p>
        </p:txBody>
      </p:sp>
      <p:grpSp>
        <p:nvGrpSpPr>
          <p:cNvPr id="1239" name="Google Shape;1239;p50"/>
          <p:cNvGrpSpPr/>
          <p:nvPr/>
        </p:nvGrpSpPr>
        <p:grpSpPr>
          <a:xfrm rot="-5400000">
            <a:off x="6805993" y="1467692"/>
            <a:ext cx="3738631" cy="5141841"/>
            <a:chOff x="1494047" y="1732824"/>
            <a:chExt cx="2062200" cy="2836200"/>
          </a:xfrm>
        </p:grpSpPr>
        <p:sp>
          <p:nvSpPr>
            <p:cNvPr id="1240" name="Google Shape;1240;p50"/>
            <p:cNvSpPr/>
            <p:nvPr/>
          </p:nvSpPr>
          <p:spPr>
            <a:xfrm flipH="1">
              <a:off x="1494047" y="1732824"/>
              <a:ext cx="2062200" cy="2836200"/>
            </a:xfrm>
            <a:prstGeom prst="roundRect">
              <a:avLst>
                <a:gd name="adj" fmla="val 4846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50"/>
            <p:cNvSpPr/>
            <p:nvPr/>
          </p:nvSpPr>
          <p:spPr>
            <a:xfrm>
              <a:off x="2449401" y="4336018"/>
              <a:ext cx="151500" cy="151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870" y="2356316"/>
            <a:ext cx="4367052" cy="33645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417664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52"/>
          <p:cNvSpPr txBox="1">
            <a:spLocks noGrp="1"/>
          </p:cNvSpPr>
          <p:nvPr>
            <p:ph type="subTitle" idx="1"/>
          </p:nvPr>
        </p:nvSpPr>
        <p:spPr>
          <a:xfrm>
            <a:off x="1161797" y="2237917"/>
            <a:ext cx="3588400" cy="1361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945995" y="4718574"/>
            <a:ext cx="3804203" cy="879676"/>
          </a:xfrm>
          <a:prstGeom prst="rect">
            <a:avLst/>
          </a:prstGeom>
          <a:solidFill>
            <a:srgbClr val="F8DD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B8DFEB"/>
              </a:solidFill>
              <a:latin typeface="Arial"/>
              <a:sym typeface="Arial"/>
            </a:endParaRPr>
          </a:p>
        </p:txBody>
      </p:sp>
      <p:sp>
        <p:nvSpPr>
          <p:cNvPr id="1327" name="Google Shape;1327;p52"/>
          <p:cNvSpPr txBox="1">
            <a:spLocks noGrp="1"/>
          </p:cNvSpPr>
          <p:nvPr>
            <p:ph type="ctrTitle"/>
          </p:nvPr>
        </p:nvSpPr>
        <p:spPr>
          <a:xfrm>
            <a:off x="1030363" y="4043167"/>
            <a:ext cx="4841799" cy="1103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10666" dirty="0"/>
              <a:t>THANK YOU!</a:t>
            </a:r>
            <a:endParaRPr sz="10666" dirty="0"/>
          </a:p>
        </p:txBody>
      </p:sp>
      <p:pic>
        <p:nvPicPr>
          <p:cNvPr id="125" name="Picture 12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848" r="96304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67960" y="-124402"/>
            <a:ext cx="4824040" cy="471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021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Surfboard Company Profile by Slidesgo">
  <a:themeElements>
    <a:clrScheme name="Simple Light">
      <a:dk1>
        <a:srgbClr val="754C24"/>
      </a:dk1>
      <a:lt1>
        <a:srgbClr val="B8DFEB"/>
      </a:lt1>
      <a:dk2>
        <a:srgbClr val="F8DDAE"/>
      </a:dk2>
      <a:lt2>
        <a:srgbClr val="F9EDD4"/>
      </a:lt2>
      <a:accent1>
        <a:srgbClr val="F14A0D"/>
      </a:accent1>
      <a:accent2>
        <a:srgbClr val="F07227"/>
      </a:accent2>
      <a:accent3>
        <a:srgbClr val="FFE59C"/>
      </a:accent3>
      <a:accent4>
        <a:srgbClr val="F4D052"/>
      </a:accent4>
      <a:accent5>
        <a:srgbClr val="68BDD8"/>
      </a:accent5>
      <a:accent6>
        <a:srgbClr val="FFFFFF"/>
      </a:accent6>
      <a:hlink>
        <a:srgbClr val="754C2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quatic and Physical Therapy Center by Slidesgo">
  <a:themeElements>
    <a:clrScheme name="Simple Light">
      <a:dk1>
        <a:srgbClr val="1A4568"/>
      </a:dk1>
      <a:lt1>
        <a:srgbClr val="FFFFFF"/>
      </a:lt1>
      <a:dk2>
        <a:srgbClr val="285E89"/>
      </a:dk2>
      <a:lt2>
        <a:srgbClr val="FFFFFF"/>
      </a:lt2>
      <a:accent1>
        <a:srgbClr val="285E89"/>
      </a:accent1>
      <a:accent2>
        <a:srgbClr val="9DCEDF"/>
      </a:accent2>
      <a:accent3>
        <a:srgbClr val="EFEFEF"/>
      </a:accent3>
      <a:accent4>
        <a:srgbClr val="66A5BB"/>
      </a:accent4>
      <a:accent5>
        <a:srgbClr val="EFEFEF"/>
      </a:accent5>
      <a:accent6>
        <a:srgbClr val="1A4568"/>
      </a:accent6>
      <a:hlink>
        <a:srgbClr val="285E8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Custom Surfboard Company Profile by Slidesgo">
  <a:themeElements>
    <a:clrScheme name="Simple Light">
      <a:dk1>
        <a:srgbClr val="754C24"/>
      </a:dk1>
      <a:lt1>
        <a:srgbClr val="B8DFEB"/>
      </a:lt1>
      <a:dk2>
        <a:srgbClr val="F8DDAE"/>
      </a:dk2>
      <a:lt2>
        <a:srgbClr val="F9EDD4"/>
      </a:lt2>
      <a:accent1>
        <a:srgbClr val="F14A0D"/>
      </a:accent1>
      <a:accent2>
        <a:srgbClr val="F07227"/>
      </a:accent2>
      <a:accent3>
        <a:srgbClr val="FFE59C"/>
      </a:accent3>
      <a:accent4>
        <a:srgbClr val="F4D052"/>
      </a:accent4>
      <a:accent5>
        <a:srgbClr val="68BDD8"/>
      </a:accent5>
      <a:accent6>
        <a:srgbClr val="FFFFFF"/>
      </a:accent6>
      <a:hlink>
        <a:srgbClr val="754C2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1427</Words>
  <Application>Microsoft Office PowerPoint</Application>
  <PresentationFormat>Widescreen</PresentationFormat>
  <Paragraphs>188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35</vt:i4>
      </vt:variant>
    </vt:vector>
  </HeadingPairs>
  <TitlesOfParts>
    <vt:vector size="53" baseType="lpstr">
      <vt:lpstr>Andika</vt:lpstr>
      <vt:lpstr>Anton</vt:lpstr>
      <vt:lpstr>Arial</vt:lpstr>
      <vt:lpstr>Calibri</vt:lpstr>
      <vt:lpstr>Gloria Hallelujah</vt:lpstr>
      <vt:lpstr>Josefin Sans</vt:lpstr>
      <vt:lpstr>Lato</vt:lpstr>
      <vt:lpstr>Montserrat</vt:lpstr>
      <vt:lpstr>Open Sans</vt:lpstr>
      <vt:lpstr>Open Sans SemiBold</vt:lpstr>
      <vt:lpstr>Roboto</vt:lpstr>
      <vt:lpstr>Sarala</vt:lpstr>
      <vt:lpstr>Times New Roman</vt:lpstr>
      <vt:lpstr>Tw Cen MT</vt:lpstr>
      <vt:lpstr>Work Sans Regular</vt:lpstr>
      <vt:lpstr>Custom Surfboard Company Profile by Slidesgo</vt:lpstr>
      <vt:lpstr>Aquatic and Physical Therapy Center by Slidesgo</vt:lpstr>
      <vt:lpstr>1_Custom Surfboard Company Profile by Slidesgo</vt:lpstr>
      <vt:lpstr>KAPAL LONGLINER</vt:lpstr>
      <vt:lpstr>Agenda Pembahasan</vt:lpstr>
      <vt:lpstr>Defisini Kapal</vt:lpstr>
      <vt:lpstr>Jenis – Jenis Kapal</vt:lpstr>
      <vt:lpstr>Definisi Kapal Perikanan</vt:lpstr>
      <vt:lpstr>Jenis – Jenis Kapal Perikanan</vt:lpstr>
      <vt:lpstr>Jenis – Jenis Kapal Perikanan</vt:lpstr>
      <vt:lpstr>Kapal Longliner</vt:lpstr>
      <vt:lpstr>Kapal  yang  menggunakan  longline  sebagai  alat  untuk  menangkap  ikan.</vt:lpstr>
      <vt:lpstr>Kapal Longliner Tampak Samping</vt:lpstr>
      <vt:lpstr>Kapal Longliner Depan &amp; Belakang</vt:lpstr>
      <vt:lpstr>Desain Kapal Longliner</vt:lpstr>
      <vt:lpstr>Ukuran Kapal Long Line 60 GT</vt:lpstr>
      <vt:lpstr>Konstruksi</vt:lpstr>
      <vt:lpstr>Konstruksi Kapal Longliner 60 GT</vt:lpstr>
      <vt:lpstr>Konstruksi Kapal Longliner 60 GT</vt:lpstr>
      <vt:lpstr>Konstruksi Kapal Longliner 60 GT</vt:lpstr>
      <vt:lpstr>Linggi (Post)</vt:lpstr>
      <vt:lpstr>Linggi Haluan (Stem)</vt:lpstr>
      <vt:lpstr>Linggi Buritan (Stern Post)</vt:lpstr>
      <vt:lpstr>Lunas</vt:lpstr>
      <vt:lpstr>Geladak</vt:lpstr>
      <vt:lpstr>Tiang</vt:lpstr>
      <vt:lpstr>Anjungan (Wheel House)</vt:lpstr>
      <vt:lpstr>Palka</vt:lpstr>
      <vt:lpstr>Propeller</vt:lpstr>
      <vt:lpstr>Sekat Kedap Air</vt:lpstr>
      <vt:lpstr>Tangki Ceruk</vt:lpstr>
      <vt:lpstr>Lambung (Hull)</vt:lpstr>
      <vt:lpstr>Kamar Mesin</vt:lpstr>
      <vt:lpstr>Winch Jangkar</vt:lpstr>
      <vt:lpstr>Dasar Berganda</vt:lpstr>
      <vt:lpstr>Line Hauler</vt:lpstr>
      <vt:lpstr>Kesimpulan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KAPAL LONGLINER</dc:title>
  <dc:creator>lenovo</dc:creator>
  <cp:lastModifiedBy>lenovo</cp:lastModifiedBy>
  <cp:revision>6</cp:revision>
  <dcterms:created xsi:type="dcterms:W3CDTF">2021-02-23T00:26:39Z</dcterms:created>
  <dcterms:modified xsi:type="dcterms:W3CDTF">2021-02-25T13:35:30Z</dcterms:modified>
</cp:coreProperties>
</file>