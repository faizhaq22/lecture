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BE687-EB73-470A-99ED-5E245EDEDF48}" type="datetimeFigureOut">
              <a:rPr lang="en-ID" smtClean="0"/>
              <a:t>08/09/2022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54BC3-7BDB-4E78-8DF0-08C6BF199B2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69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420700" y="2655767"/>
            <a:ext cx="74472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 b="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128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28733" y="2009533"/>
            <a:ext cx="7334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428733" y="3380339"/>
            <a:ext cx="73344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083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922233" y="2171200"/>
            <a:ext cx="83476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24920" algn="ctr" rtl="0">
              <a:spcBef>
                <a:spcPts val="800"/>
              </a:spcBef>
              <a:spcAft>
                <a:spcPts val="0"/>
              </a:spcAft>
              <a:buSzPts val="2600"/>
              <a:buChar char="+"/>
              <a:defRPr sz="3467"/>
            </a:lvl1pPr>
            <a:lvl2pPr marL="1219170" lvl="1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2pPr>
            <a:lvl3pPr marL="1828754" lvl="2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3pPr>
            <a:lvl4pPr marL="2438339" lvl="3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4pPr>
            <a:lvl5pPr marL="3047924" lvl="4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5pPr>
            <a:lvl6pPr marL="3657509" lvl="5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6pPr>
            <a:lvl7pPr marL="4267093" lvl="6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7pPr>
            <a:lvl8pPr marL="4876678" lvl="7" indent="-524920" algn="ctr" rtl="0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8pPr>
            <a:lvl9pPr marL="5486263" lvl="8" indent="-524920" algn="ctr">
              <a:spcBef>
                <a:spcPts val="0"/>
              </a:spcBef>
              <a:spcAft>
                <a:spcPts val="0"/>
              </a:spcAft>
              <a:buSzPts val="2600"/>
              <a:buChar char="+"/>
              <a:defRPr sz="3467"/>
            </a:lvl9pPr>
          </a:lstStyle>
          <a:p>
            <a:endParaRPr/>
          </a:p>
        </p:txBody>
      </p:sp>
      <p:sp>
        <p:nvSpPr>
          <p:cNvPr id="17" name="Google Shape;17;p4"/>
          <p:cNvSpPr txBox="1"/>
          <p:nvPr/>
        </p:nvSpPr>
        <p:spPr>
          <a:xfrm>
            <a:off x="4791200" y="1245025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“</a:t>
            </a:r>
            <a:endParaRPr sz="12800">
              <a:solidFill>
                <a:srgbClr val="2A95B7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449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399333" y="1061567"/>
            <a:ext cx="9361200" cy="10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1399333" y="1916568"/>
            <a:ext cx="9361200" cy="36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+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+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523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1399333" y="1061567"/>
            <a:ext cx="9361200" cy="10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1399333" y="1946200"/>
            <a:ext cx="4557200" cy="3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+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6235633" y="1946200"/>
            <a:ext cx="4524800" cy="3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+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+"/>
              <a:defRPr sz="2667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536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399333" y="1061567"/>
            <a:ext cx="9361200" cy="10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42467" y="1914033"/>
            <a:ext cx="2972400" cy="37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+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2"/>
          </p:nvPr>
        </p:nvSpPr>
        <p:spPr>
          <a:xfrm>
            <a:off x="4567067" y="1914033"/>
            <a:ext cx="2972400" cy="37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+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3"/>
          </p:nvPr>
        </p:nvSpPr>
        <p:spPr>
          <a:xfrm>
            <a:off x="7691668" y="1914033"/>
            <a:ext cx="2972400" cy="37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+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+"/>
              <a:defRPr sz="2133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706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399333" y="1061567"/>
            <a:ext cx="9361200" cy="10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1461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2139233" y="4960667"/>
            <a:ext cx="7913600" cy="69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609585" lvl="0" indent="-304792" algn="ctr">
              <a:spcBef>
                <a:spcPts val="48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2A95B7"/>
                </a:solidFill>
              </a:defRPr>
            </a:lvl1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0537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945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">
  <p:cSld name="Big Image">
    <p:bg>
      <p:bgPr>
        <a:solidFill>
          <a:srgbClr val="2A95B7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1" descr="scene_tran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046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99333" y="1061567"/>
            <a:ext cx="9361200" cy="1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3000"/>
              <a:buFont typeface="Patrick Hand SC"/>
              <a:buNone/>
              <a:defRPr sz="3000" b="1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99333" y="1916568"/>
            <a:ext cx="9361200" cy="3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Sniglet"/>
              <a:buChar char="+"/>
              <a:defRPr sz="2400">
                <a:solidFill>
                  <a:srgbClr val="434343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60400" y="6453000"/>
            <a:ext cx="731600" cy="4048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r">
              <a:buNone/>
              <a:defRPr sz="146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58595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5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3.png"/><Relationship Id="rId5" Type="http://schemas.microsoft.com/office/2007/relationships/media" Target="../media/media3.mp3"/><Relationship Id="rId10" Type="http://schemas.openxmlformats.org/officeDocument/2006/relationships/notesSlide" Target="../notesSlides/notesSlide1.xml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ctrTitle"/>
          </p:nvPr>
        </p:nvSpPr>
        <p:spPr>
          <a:xfrm>
            <a:off x="1000948" y="2228632"/>
            <a:ext cx="10190104" cy="1546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6400" dirty="0"/>
              <a:t>SOSIALISASI KHATULISTIWA, FORMAT KEPENULISAN, IMFISHER</a:t>
            </a:r>
            <a:endParaRPr sz="6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EA8C54-530A-AC6E-3865-A894C4D7BC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8773" y="797749"/>
            <a:ext cx="748849" cy="752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A04F53-0F68-5FB4-1FE3-318FB765FD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5013" y="817925"/>
            <a:ext cx="618215" cy="772769"/>
          </a:xfrm>
          <a:prstGeom prst="rect">
            <a:avLst/>
          </a:prstGeom>
        </p:spPr>
      </p:pic>
      <p:sp>
        <p:nvSpPr>
          <p:cNvPr id="8" name="Google Shape;49;p12">
            <a:extLst>
              <a:ext uri="{FF2B5EF4-FFF2-40B4-BE49-F238E27FC236}">
                <a16:creationId xmlns:a16="http://schemas.microsoft.com/office/drawing/2014/main" id="{6CCFF98F-0EED-F995-3C76-B1313A88D79F}"/>
              </a:ext>
            </a:extLst>
          </p:cNvPr>
          <p:cNvSpPr txBox="1">
            <a:spLocks/>
          </p:cNvSpPr>
          <p:nvPr/>
        </p:nvSpPr>
        <p:spPr>
          <a:xfrm>
            <a:off x="1264355" y="4493676"/>
            <a:ext cx="10190104" cy="1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ts val="6000"/>
              <a:buFont typeface="Patrick Hand SC"/>
              <a:buNone/>
              <a:defRPr sz="6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pPr algn="ctr" defTabSz="1219170"/>
            <a:r>
              <a:rPr lang="fi-FI" sz="3733" kern="0" dirty="0"/>
              <a:t>DEPARTEMEN LITERASI &amp; PENGEMBANGAN </a:t>
            </a:r>
          </a:p>
          <a:p>
            <a:pPr algn="ctr" defTabSz="1219170"/>
            <a:r>
              <a:rPr lang="fi-FI" sz="3733" kern="0" dirty="0"/>
              <a:t>HMP PSP 2022</a:t>
            </a:r>
          </a:p>
        </p:txBody>
      </p:sp>
      <p:pic>
        <p:nvPicPr>
          <p:cNvPr id="2" name="Charlie_Puth_-_Attention">
            <a:hlinkClick r:id="" action="ppaction://media"/>
            <a:extLst>
              <a:ext uri="{FF2B5EF4-FFF2-40B4-BE49-F238E27FC236}">
                <a16:creationId xmlns:a16="http://schemas.microsoft.com/office/drawing/2014/main" id="{DB74F64D-AEC7-335B-B0C8-E8B4BDF6D7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89056" y="188149"/>
            <a:ext cx="609600" cy="609600"/>
          </a:xfrm>
          <a:prstGeom prst="rect">
            <a:avLst/>
          </a:prstGeom>
        </p:spPr>
      </p:pic>
      <p:pic>
        <p:nvPicPr>
          <p:cNvPr id="4" name="One Ok Rock - Wherever You Are">
            <a:hlinkClick r:id="" action="ppaction://media"/>
            <a:extLst>
              <a:ext uri="{FF2B5EF4-FFF2-40B4-BE49-F238E27FC236}">
                <a16:creationId xmlns:a16="http://schemas.microsoft.com/office/drawing/2014/main" id="{16D3E249-DD91-A8F4-D68C-D526BF799F9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89056" y="188149"/>
            <a:ext cx="609600" cy="609600"/>
          </a:xfrm>
          <a:prstGeom prst="rect">
            <a:avLst/>
          </a:prstGeom>
        </p:spPr>
      </p:pic>
      <p:pic>
        <p:nvPicPr>
          <p:cNvPr id="5" name="Maroon 5 - Daylight">
            <a:hlinkClick r:id="" action="ppaction://media"/>
            <a:extLst>
              <a:ext uri="{FF2B5EF4-FFF2-40B4-BE49-F238E27FC236}">
                <a16:creationId xmlns:a16="http://schemas.microsoft.com/office/drawing/2014/main" id="{E1A86676-03B5-2F53-B23D-87343FDC40D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89056" y="188149"/>
            <a:ext cx="609600" cy="609600"/>
          </a:xfrm>
          <a:prstGeom prst="rect">
            <a:avLst/>
          </a:prstGeom>
        </p:spPr>
      </p:pic>
      <p:pic>
        <p:nvPicPr>
          <p:cNvPr id="6" name="One Direction - Night Changes">
            <a:hlinkClick r:id="" action="ppaction://media"/>
            <a:extLst>
              <a:ext uri="{FF2B5EF4-FFF2-40B4-BE49-F238E27FC236}">
                <a16:creationId xmlns:a16="http://schemas.microsoft.com/office/drawing/2014/main" id="{34C098AE-4286-2857-8F10-2A9D4B34E2DE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51389" y="188149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5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156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956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7192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62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3346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267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Seyto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</Words>
  <Application>Microsoft Office PowerPoint</Application>
  <PresentationFormat>Widescreen</PresentationFormat>
  <Paragraphs>3</Paragraphs>
  <Slides>1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Patrick Hand SC</vt:lpstr>
      <vt:lpstr>Sniglet</vt:lpstr>
      <vt:lpstr>Seyton template</vt:lpstr>
      <vt:lpstr>SOSIALISASI KHATULISTIWA, FORMAT KEPENULISAN, IMFISHER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SOSIALISASI KHATULISTIWA, FORMAT KEPENULISAN, IMFISHER</dc:title>
  <dc:creator>lenovo</dc:creator>
  <cp:lastModifiedBy>lenovo</cp:lastModifiedBy>
  <cp:revision>1</cp:revision>
  <dcterms:created xsi:type="dcterms:W3CDTF">2022-09-08T13:22:06Z</dcterms:created>
  <dcterms:modified xsi:type="dcterms:W3CDTF">2022-09-08T14:18:40Z</dcterms:modified>
</cp:coreProperties>
</file>