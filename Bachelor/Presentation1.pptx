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4" r:id="rId5"/>
    <p:sldId id="268" r:id="rId6"/>
    <p:sldId id="271" r:id="rId7"/>
    <p:sldId id="272" r:id="rId8"/>
    <p:sldId id="270" r:id="rId9"/>
    <p:sldId id="269" r:id="rId10"/>
    <p:sldId id="265" r:id="rId11"/>
    <p:sldId id="266" r:id="rId12"/>
    <p:sldId id="262" r:id="rId13"/>
    <p:sldId id="263" r:id="rId14"/>
    <p:sldId id="260" r:id="rId15"/>
    <p:sldId id="259" r:id="rId16"/>
    <p:sldId id="258" r:id="rId17"/>
  </p:sldIdLst>
  <p:sldSz cx="135001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7513" y="1122363"/>
            <a:ext cx="1012507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7513" y="3602038"/>
            <a:ext cx="1012507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852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02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101" y="1709739"/>
            <a:ext cx="1164383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101" y="4589464"/>
            <a:ext cx="1164383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196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132" y="1825625"/>
            <a:ext cx="573754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4425" y="1825625"/>
            <a:ext cx="573754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35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0" y="365126"/>
            <a:ext cx="1164383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9891" y="1681163"/>
            <a:ext cx="57111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891" y="2505075"/>
            <a:ext cx="57111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4426" y="1681163"/>
            <a:ext cx="573930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4426" y="2505075"/>
            <a:ext cx="573930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950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469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030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1" y="457200"/>
            <a:ext cx="435413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01" y="987426"/>
            <a:ext cx="683442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1" y="2057400"/>
            <a:ext cx="43541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089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1" y="457200"/>
            <a:ext cx="435413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39301" y="987426"/>
            <a:ext cx="683442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1" y="2057400"/>
            <a:ext cx="43541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2640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2358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1009" y="365125"/>
            <a:ext cx="291095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132" y="365125"/>
            <a:ext cx="856412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958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132" y="365126"/>
            <a:ext cx="116438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132" y="1825625"/>
            <a:ext cx="116438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132" y="6356351"/>
            <a:ext cx="3037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11C47-E035-44A3-B317-88A437614A52}" type="datetimeFigureOut">
              <a:rPr lang="en-ID" smtClean="0"/>
              <a:t>27/09/2022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1908" y="6356351"/>
            <a:ext cx="4556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4445" y="6356351"/>
            <a:ext cx="30375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32604-CDE9-4947-B52F-CF81A6AFC86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440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D11A422-C901-951F-9E57-7AB407665208}"/>
              </a:ext>
            </a:extLst>
          </p:cNvPr>
          <p:cNvGrpSpPr/>
          <p:nvPr/>
        </p:nvGrpSpPr>
        <p:grpSpPr>
          <a:xfrm>
            <a:off x="1083541" y="3293450"/>
            <a:ext cx="886690" cy="886690"/>
            <a:chOff x="429491" y="2798423"/>
            <a:chExt cx="886690" cy="8866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B3166F-C596-11A1-F677-889095F4026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3D10CFE-C4F1-7BB3-4512-72A00E720525}"/>
                </a:ext>
              </a:extLst>
            </p:cNvPr>
            <p:cNvCxnSpPr>
              <a:stCxn id="4" idx="0"/>
              <a:endCxn id="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9A0C99-F8D6-0756-9061-2DF123AA8BB2}"/>
                </a:ext>
              </a:extLst>
            </p:cNvPr>
            <p:cNvCxnSpPr>
              <a:stCxn id="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813EA-8985-1374-9E6B-F3D4F1C434A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  <a:endParaRPr lang="en-ID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8FFCC-BC53-71A9-A9E1-A49CBEBFB43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313057-2D35-5318-B88E-97AB61348814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6524AB-CDE3-4827-2D95-2FC051FD5FF4}"/>
              </a:ext>
            </a:extLst>
          </p:cNvPr>
          <p:cNvGrpSpPr/>
          <p:nvPr/>
        </p:nvGrpSpPr>
        <p:grpSpPr>
          <a:xfrm>
            <a:off x="3011577" y="3293450"/>
            <a:ext cx="886690" cy="886690"/>
            <a:chOff x="429491" y="2798423"/>
            <a:chExt cx="886690" cy="8866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3868CF-4082-A08F-6721-B7E0941D185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D6D086-FFF9-69AD-E8EB-62E10B09DE2E}"/>
                </a:ext>
              </a:extLst>
            </p:cNvPr>
            <p:cNvCxnSpPr>
              <a:stCxn id="15" idx="0"/>
              <a:endCxn id="15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313231-F215-AB4D-7772-0B2BEFE34246}"/>
                </a:ext>
              </a:extLst>
            </p:cNvPr>
            <p:cNvCxnSpPr>
              <a:stCxn id="15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A2E593-385E-9ABB-4039-7DD89E6F2749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65E4C6-D31C-703B-1872-A3540E5B3CF8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7CCA9-C34A-25B0-8F94-F9D131314626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A0E923-9F66-9780-1F31-02829662C318}"/>
              </a:ext>
            </a:extLst>
          </p:cNvPr>
          <p:cNvCxnSpPr>
            <a:stCxn id="4" idx="6"/>
            <a:endCxn id="15" idx="2"/>
          </p:cNvCxnSpPr>
          <p:nvPr/>
        </p:nvCxnSpPr>
        <p:spPr>
          <a:xfrm>
            <a:off x="1970231" y="3736795"/>
            <a:ext cx="104134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C5AC01-E4F3-5DCE-F357-4B3FE782F5B2}"/>
              </a:ext>
            </a:extLst>
          </p:cNvPr>
          <p:cNvSpPr txBox="1"/>
          <p:nvPr/>
        </p:nvSpPr>
        <p:spPr>
          <a:xfrm>
            <a:off x="2271085" y="333668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endParaRPr lang="en-ID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820C1-52DE-9C05-D25B-60D5BE983342}"/>
              </a:ext>
            </a:extLst>
          </p:cNvPr>
          <p:cNvSpPr txBox="1"/>
          <p:nvPr/>
        </p:nvSpPr>
        <p:spPr>
          <a:xfrm>
            <a:off x="2308783" y="3767573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  <a:endParaRPr lang="en-ID" sz="2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DD7DBA-C921-4CC2-7A35-45011C6F284D}"/>
              </a:ext>
            </a:extLst>
          </p:cNvPr>
          <p:cNvGrpSpPr/>
          <p:nvPr/>
        </p:nvGrpSpPr>
        <p:grpSpPr>
          <a:xfrm>
            <a:off x="4884520" y="3293450"/>
            <a:ext cx="886690" cy="886690"/>
            <a:chOff x="429491" y="2798423"/>
            <a:chExt cx="886690" cy="88669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E64A1D9-BE42-D414-5035-79919251004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A81BA46-505C-13FA-7B77-A212AB18CF3C}"/>
                </a:ext>
              </a:extLst>
            </p:cNvPr>
            <p:cNvCxnSpPr>
              <a:stCxn id="26" idx="0"/>
              <a:endCxn id="26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A665EFA-D9A0-CB35-B5DB-003682729530}"/>
                </a:ext>
              </a:extLst>
            </p:cNvPr>
            <p:cNvCxnSpPr>
              <a:stCxn id="26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18F566-929F-8692-7BBE-5F46AE8D2F33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4</a:t>
              </a:r>
              <a:endParaRPr lang="en-ID" sz="2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B9C531-B237-8FB6-C98E-18817C978AB4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6294F9C-9FAF-0378-F6B7-E2C6C389123A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68696B3-9955-660D-1258-C125186F6A17}"/>
              </a:ext>
            </a:extLst>
          </p:cNvPr>
          <p:cNvGrpSpPr/>
          <p:nvPr/>
        </p:nvGrpSpPr>
        <p:grpSpPr>
          <a:xfrm>
            <a:off x="4888542" y="1111839"/>
            <a:ext cx="886690" cy="886690"/>
            <a:chOff x="429491" y="2798423"/>
            <a:chExt cx="886690" cy="88669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8BF19DF-EFE8-DB09-EC6A-9D566A9CADDF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3977A2-15AE-15FD-F72E-B4E78DE2F1E6}"/>
                </a:ext>
              </a:extLst>
            </p:cNvPr>
            <p:cNvCxnSpPr>
              <a:stCxn id="33" idx="0"/>
              <a:endCxn id="33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FB0620-7BCD-9EC7-FFCD-917A204CE157}"/>
                </a:ext>
              </a:extLst>
            </p:cNvPr>
            <p:cNvCxnSpPr>
              <a:stCxn id="33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7965F8-554C-E9C2-C6A7-E1C05FF63E82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3</a:t>
              </a:r>
              <a:endParaRPr lang="en-ID" sz="2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F7DB2DD-B289-2C24-CFC7-5029FF110603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B9B97F7-8470-57A9-6DC5-E08E02ADAD2F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0F82FC5-42E7-D06A-3AF9-2020D334BBAB}"/>
              </a:ext>
            </a:extLst>
          </p:cNvPr>
          <p:cNvGrpSpPr/>
          <p:nvPr/>
        </p:nvGrpSpPr>
        <p:grpSpPr>
          <a:xfrm>
            <a:off x="4884520" y="5971310"/>
            <a:ext cx="886690" cy="886690"/>
            <a:chOff x="429491" y="2798423"/>
            <a:chExt cx="886690" cy="88669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CFE1BEC-557B-F1D5-574D-B2B75A418B9F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D96FF4-F5DC-289C-E814-BF110B41A266}"/>
                </a:ext>
              </a:extLst>
            </p:cNvPr>
            <p:cNvCxnSpPr>
              <a:stCxn id="40" idx="0"/>
              <a:endCxn id="4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FA8CC7B-B406-1FC9-82A7-4CA57B21C18B}"/>
                </a:ext>
              </a:extLst>
            </p:cNvPr>
            <p:cNvCxnSpPr>
              <a:stCxn id="4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E5D7ADD-0534-FFD8-A923-1712590F2F47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5</a:t>
              </a:r>
              <a:endParaRPr lang="en-ID"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302F8E0-D912-E4B1-DD13-667C355DFF3A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9499769-9EB3-30D8-A6D5-18CD9D5CE4B2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EB8B954-1940-DBC5-E670-CBF83377B9F9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>
            <a:off x="3898268" y="3736795"/>
            <a:ext cx="98625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22D39A6D-74F4-3979-C754-D364208F7C8D}"/>
              </a:ext>
            </a:extLst>
          </p:cNvPr>
          <p:cNvCxnSpPr>
            <a:stCxn id="15" idx="0"/>
            <a:endCxn id="33" idx="2"/>
          </p:cNvCxnSpPr>
          <p:nvPr/>
        </p:nvCxnSpPr>
        <p:spPr>
          <a:xfrm rot="5400000" flipH="1" flipV="1">
            <a:off x="3302599" y="1707507"/>
            <a:ext cx="1738266" cy="1433620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F88DF06-8D85-7822-A7B0-8E9068F13BB7}"/>
              </a:ext>
            </a:extLst>
          </p:cNvPr>
          <p:cNvCxnSpPr>
            <a:cxnSpLocks/>
            <a:stCxn id="15" idx="4"/>
            <a:endCxn id="40" idx="2"/>
          </p:cNvCxnSpPr>
          <p:nvPr/>
        </p:nvCxnSpPr>
        <p:spPr>
          <a:xfrm rot="16200000" flipH="1">
            <a:off x="3052464" y="4582598"/>
            <a:ext cx="2234515" cy="1429598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9C0DBCB-6073-E14D-F5D1-F28FD293C274}"/>
              </a:ext>
            </a:extLst>
          </p:cNvPr>
          <p:cNvSpPr txBox="1"/>
          <p:nvPr/>
        </p:nvSpPr>
        <p:spPr>
          <a:xfrm>
            <a:off x="4099000" y="325526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  <a:endParaRPr lang="en-ID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5E8639-DB46-F671-AB30-A18D96C64B10}"/>
              </a:ext>
            </a:extLst>
          </p:cNvPr>
          <p:cNvSpPr txBox="1"/>
          <p:nvPr/>
        </p:nvSpPr>
        <p:spPr>
          <a:xfrm>
            <a:off x="4099000" y="1047562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  <a:endParaRPr lang="en-ID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F4FD21-1913-CD59-4FAA-32D64D057EC9}"/>
              </a:ext>
            </a:extLst>
          </p:cNvPr>
          <p:cNvSpPr txBox="1"/>
          <p:nvPr/>
        </p:nvSpPr>
        <p:spPr>
          <a:xfrm>
            <a:off x="4026183" y="597131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endParaRPr lang="en-ID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6D880A-B4DD-5672-72DD-A4AE38FD09FF}"/>
              </a:ext>
            </a:extLst>
          </p:cNvPr>
          <p:cNvCxnSpPr>
            <a:cxnSpLocks/>
            <a:stCxn id="26" idx="6"/>
            <a:endCxn id="61" idx="2"/>
          </p:cNvCxnSpPr>
          <p:nvPr/>
        </p:nvCxnSpPr>
        <p:spPr>
          <a:xfrm>
            <a:off x="5771210" y="3736795"/>
            <a:ext cx="856367" cy="292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85C1942-D623-8BE9-8BF7-CF9118EE202F}"/>
              </a:ext>
            </a:extLst>
          </p:cNvPr>
          <p:cNvGrpSpPr/>
          <p:nvPr/>
        </p:nvGrpSpPr>
        <p:grpSpPr>
          <a:xfrm>
            <a:off x="6627577" y="3322650"/>
            <a:ext cx="886690" cy="886690"/>
            <a:chOff x="429491" y="2798423"/>
            <a:chExt cx="886690" cy="88669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43AF656-3C6C-35A7-C09A-177B2EC2720C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CAA05C1-7A52-6028-8D11-D36B042EC321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4DEED38-3B2E-6C47-61F5-35036333FA08}"/>
                </a:ext>
              </a:extLst>
            </p:cNvPr>
            <p:cNvCxnSpPr>
              <a:stCxn id="61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97BEE00-4595-5BB9-5965-0F09EEAC3545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6</a:t>
              </a:r>
              <a:endParaRPr lang="en-ID" sz="2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745CEA-2FFF-96DC-6C13-6A33E83C3192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D65BFE8-31FC-A83C-466B-5F4CB91653A1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A71EB4C-9D98-A687-C0FA-9EFDF57F540E}"/>
              </a:ext>
            </a:extLst>
          </p:cNvPr>
          <p:cNvSpPr txBox="1"/>
          <p:nvPr/>
        </p:nvSpPr>
        <p:spPr>
          <a:xfrm>
            <a:off x="6074479" y="327513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</a:t>
            </a:r>
            <a:endParaRPr lang="en-ID" sz="24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3FECEAE-1B2E-E7CA-86C9-E1FAF2351A8E}"/>
              </a:ext>
            </a:extLst>
          </p:cNvPr>
          <p:cNvGrpSpPr/>
          <p:nvPr/>
        </p:nvGrpSpPr>
        <p:grpSpPr>
          <a:xfrm>
            <a:off x="6630399" y="5054127"/>
            <a:ext cx="886690" cy="886690"/>
            <a:chOff x="429491" y="2798423"/>
            <a:chExt cx="886690" cy="88669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E8A08CC-F16D-9E4D-F448-A14BD9FD1C2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B09899E-C61A-8FA0-EB93-8725CF16DE53}"/>
                </a:ext>
              </a:extLst>
            </p:cNvPr>
            <p:cNvCxnSpPr>
              <a:stCxn id="70" idx="0"/>
              <a:endCxn id="7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BD2B97B-EAA0-252A-9696-0534618122F7}"/>
                </a:ext>
              </a:extLst>
            </p:cNvPr>
            <p:cNvCxnSpPr>
              <a:stCxn id="7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FF60658-D52C-1612-9B1D-DF66345D442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4</a:t>
              </a:r>
              <a:endParaRPr lang="en-ID" sz="24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95777EC-B186-39CB-D09F-452C4653EB7A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2D57798-5BB4-E6E1-AACD-6B7D5B020B8C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44C3306-B82C-C6C7-5F8D-288FD02EB033}"/>
              </a:ext>
            </a:extLst>
          </p:cNvPr>
          <p:cNvGrpSpPr/>
          <p:nvPr/>
        </p:nvGrpSpPr>
        <p:grpSpPr>
          <a:xfrm>
            <a:off x="6650322" y="1108394"/>
            <a:ext cx="886690" cy="886690"/>
            <a:chOff x="429491" y="2798423"/>
            <a:chExt cx="886690" cy="886690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111E1D7-0C53-CD2C-7EDB-A72133FCF930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FBA36EF-A6F0-8AA5-3181-E1A6C2D08601}"/>
                </a:ext>
              </a:extLst>
            </p:cNvPr>
            <p:cNvCxnSpPr>
              <a:stCxn id="77" idx="0"/>
              <a:endCxn id="77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1B70EBC-0538-F52E-7332-A5CCBAE781B1}"/>
                </a:ext>
              </a:extLst>
            </p:cNvPr>
            <p:cNvCxnSpPr>
              <a:stCxn id="77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6981CCB-8717-A4EF-7359-E914B33F923F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6</a:t>
              </a:r>
              <a:endParaRPr lang="en-ID" sz="24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EA18FD5-1531-A991-AB43-EC7D7EC770B9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8730351-6A2E-5F62-301C-1A72C9E42ED7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1BC3FB9-973B-E3D7-AE20-83246EDC8BD2}"/>
              </a:ext>
            </a:extLst>
          </p:cNvPr>
          <p:cNvCxnSpPr>
            <a:cxnSpLocks/>
            <a:stCxn id="61" idx="0"/>
            <a:endCxn id="77" idx="4"/>
          </p:cNvCxnSpPr>
          <p:nvPr/>
        </p:nvCxnSpPr>
        <p:spPr>
          <a:xfrm flipV="1">
            <a:off x="7070922" y="1995084"/>
            <a:ext cx="22745" cy="132756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704C42A-9920-09AE-DE12-163A4EEBDC99}"/>
              </a:ext>
            </a:extLst>
          </p:cNvPr>
          <p:cNvCxnSpPr>
            <a:cxnSpLocks/>
            <a:stCxn id="61" idx="4"/>
            <a:endCxn id="70" idx="0"/>
          </p:cNvCxnSpPr>
          <p:nvPr/>
        </p:nvCxnSpPr>
        <p:spPr>
          <a:xfrm>
            <a:off x="7070922" y="4209340"/>
            <a:ext cx="2822" cy="844787"/>
          </a:xfrm>
          <a:prstGeom prst="straightConnector1">
            <a:avLst/>
          </a:prstGeom>
          <a:ln>
            <a:prstDash val="solid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8371A8A-5762-2A1F-499E-C5712000FD0B}"/>
              </a:ext>
            </a:extLst>
          </p:cNvPr>
          <p:cNvCxnSpPr>
            <a:cxnSpLocks/>
            <a:stCxn id="33" idx="6"/>
            <a:endCxn id="61" idx="2"/>
          </p:cNvCxnSpPr>
          <p:nvPr/>
        </p:nvCxnSpPr>
        <p:spPr>
          <a:xfrm>
            <a:off x="5775232" y="1555184"/>
            <a:ext cx="852345" cy="2210811"/>
          </a:xfrm>
          <a:prstGeom prst="straightConnector1">
            <a:avLst/>
          </a:prstGeom>
          <a:ln>
            <a:prstDash val="sys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4E267D9-A7C5-9DCD-22D5-4AEC522CB776}"/>
              </a:ext>
            </a:extLst>
          </p:cNvPr>
          <p:cNvSpPr txBox="1"/>
          <p:nvPr/>
        </p:nvSpPr>
        <p:spPr>
          <a:xfrm>
            <a:off x="6708449" y="4597090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</a:t>
            </a:r>
            <a:endParaRPr lang="en-ID" sz="24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7F7A08C-46A7-DD78-8C56-B0A6FBF14739}"/>
              </a:ext>
            </a:extLst>
          </p:cNvPr>
          <p:cNvSpPr txBox="1"/>
          <p:nvPr/>
        </p:nvSpPr>
        <p:spPr>
          <a:xfrm>
            <a:off x="6708449" y="252389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</a:t>
            </a:r>
            <a:endParaRPr lang="en-ID" sz="2400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505F135-3952-6B64-C4FC-98DE36DD59A9}"/>
              </a:ext>
            </a:extLst>
          </p:cNvPr>
          <p:cNvCxnSpPr>
            <a:cxnSpLocks/>
            <a:stCxn id="70" idx="6"/>
            <a:endCxn id="108" idx="4"/>
          </p:cNvCxnSpPr>
          <p:nvPr/>
        </p:nvCxnSpPr>
        <p:spPr>
          <a:xfrm flipV="1">
            <a:off x="7517089" y="3809230"/>
            <a:ext cx="1638799" cy="168824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C2D298D-7C33-CE1A-8DC7-9DBF7A889C22}"/>
              </a:ext>
            </a:extLst>
          </p:cNvPr>
          <p:cNvCxnSpPr>
            <a:cxnSpLocks/>
            <a:stCxn id="77" idx="6"/>
            <a:endCxn id="104" idx="1"/>
          </p:cNvCxnSpPr>
          <p:nvPr/>
        </p:nvCxnSpPr>
        <p:spPr>
          <a:xfrm flipV="1">
            <a:off x="7537012" y="1509228"/>
            <a:ext cx="1339923" cy="42511"/>
          </a:xfrm>
          <a:prstGeom prst="straightConnector1">
            <a:avLst/>
          </a:prstGeom>
          <a:ln>
            <a:prstDash val="solid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96A201C-2CC6-5C3D-46C1-E43AB4551DAF}"/>
              </a:ext>
            </a:extLst>
          </p:cNvPr>
          <p:cNvCxnSpPr>
            <a:cxnSpLocks/>
            <a:stCxn id="77" idx="6"/>
          </p:cNvCxnSpPr>
          <p:nvPr/>
        </p:nvCxnSpPr>
        <p:spPr>
          <a:xfrm>
            <a:off x="7537012" y="1551739"/>
            <a:ext cx="1243039" cy="1934357"/>
          </a:xfrm>
          <a:prstGeom prst="straightConnector1">
            <a:avLst/>
          </a:prstGeom>
          <a:ln>
            <a:prstDash val="solid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515CB54-DF48-B39A-B48C-4C53EA073F3B}"/>
              </a:ext>
            </a:extLst>
          </p:cNvPr>
          <p:cNvGrpSpPr/>
          <p:nvPr/>
        </p:nvGrpSpPr>
        <p:grpSpPr>
          <a:xfrm>
            <a:off x="8796063" y="1065882"/>
            <a:ext cx="886690" cy="886690"/>
            <a:chOff x="429491" y="2798423"/>
            <a:chExt cx="886690" cy="886690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9F45FBF-C102-F979-9755-76C6234E4CB0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0E63D31-D080-D473-91EA-541A91C8E3F1}"/>
                </a:ext>
              </a:extLst>
            </p:cNvPr>
            <p:cNvCxnSpPr>
              <a:stCxn id="101" idx="0"/>
              <a:endCxn id="101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250C571-BBE3-A26D-E522-610C3E190BE4}"/>
                </a:ext>
              </a:extLst>
            </p:cNvPr>
            <p:cNvCxnSpPr>
              <a:stCxn id="101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CB2748E1-FE12-AB3A-B626-3BD654B3D9B0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6</a:t>
              </a:r>
              <a:endParaRPr lang="en-ID" sz="24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4D8E3F1-6D06-752B-9A4E-89A153AC7280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9D95D22-27D4-A8A8-913D-61BA5B65A646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199E7C8-88FF-4F30-AF23-EDD21A8ED6A3}"/>
              </a:ext>
            </a:extLst>
          </p:cNvPr>
          <p:cNvGrpSpPr/>
          <p:nvPr/>
        </p:nvGrpSpPr>
        <p:grpSpPr>
          <a:xfrm>
            <a:off x="8712543" y="2922540"/>
            <a:ext cx="886690" cy="886690"/>
            <a:chOff x="429491" y="2798423"/>
            <a:chExt cx="886690" cy="886690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D84A3E2-E336-5FFC-42E5-F854F38025DE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554F9BCD-AC52-C864-5871-EB9F3DFEDA55}"/>
                </a:ext>
              </a:extLst>
            </p:cNvPr>
            <p:cNvCxnSpPr>
              <a:stCxn id="108" idx="0"/>
              <a:endCxn id="108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14EF755-9C67-48B1-C3BB-4B6D4E0AB983}"/>
                </a:ext>
              </a:extLst>
            </p:cNvPr>
            <p:cNvCxnSpPr>
              <a:stCxn id="108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9F90032-2D1B-89C7-EB20-94C66D04119B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6</a:t>
              </a:r>
              <a:endParaRPr lang="en-ID" sz="2400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1675074-E6CC-9B17-AEEC-1D5604D4BEEF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B365C26-9E71-7D2A-609B-59F73F525018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AB84043D-7838-913B-9793-932F065591FB}"/>
              </a:ext>
            </a:extLst>
          </p:cNvPr>
          <p:cNvSpPr txBox="1"/>
          <p:nvPr/>
        </p:nvSpPr>
        <p:spPr>
          <a:xfrm>
            <a:off x="8125025" y="994878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</a:t>
            </a:r>
            <a:endParaRPr lang="en-ID" sz="2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5A54933-9909-2661-EBDA-76471AAC6509}"/>
              </a:ext>
            </a:extLst>
          </p:cNvPr>
          <p:cNvSpPr txBox="1"/>
          <p:nvPr/>
        </p:nvSpPr>
        <p:spPr>
          <a:xfrm>
            <a:off x="8049629" y="271900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  <a:endParaRPr lang="en-ID" sz="2400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D3CFD7C-48CB-B4B3-2841-B4E6BDFB6CEF}"/>
              </a:ext>
            </a:extLst>
          </p:cNvPr>
          <p:cNvCxnSpPr>
            <a:cxnSpLocks/>
            <a:stCxn id="108" idx="6"/>
            <a:endCxn id="129" idx="2"/>
          </p:cNvCxnSpPr>
          <p:nvPr/>
        </p:nvCxnSpPr>
        <p:spPr>
          <a:xfrm flipV="1">
            <a:off x="9599233" y="2075572"/>
            <a:ext cx="878078" cy="1290313"/>
          </a:xfrm>
          <a:prstGeom prst="straightConnector1">
            <a:avLst/>
          </a:prstGeom>
          <a:ln>
            <a:prstDash val="solid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DBDBA710-A170-5068-2D47-A1596BA23976}"/>
              </a:ext>
            </a:extLst>
          </p:cNvPr>
          <p:cNvCxnSpPr>
            <a:cxnSpLocks/>
            <a:stCxn id="40" idx="6"/>
            <a:endCxn id="108" idx="4"/>
          </p:cNvCxnSpPr>
          <p:nvPr/>
        </p:nvCxnSpPr>
        <p:spPr>
          <a:xfrm flipV="1">
            <a:off x="5771210" y="3809230"/>
            <a:ext cx="3384678" cy="260542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A5068963-AFD8-4ECC-DB60-940C5116C4A8}"/>
              </a:ext>
            </a:extLst>
          </p:cNvPr>
          <p:cNvGrpSpPr/>
          <p:nvPr/>
        </p:nvGrpSpPr>
        <p:grpSpPr>
          <a:xfrm>
            <a:off x="10477311" y="1632227"/>
            <a:ext cx="886690" cy="886690"/>
            <a:chOff x="429491" y="2798423"/>
            <a:chExt cx="886690" cy="886690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01F61AD-16F6-4B71-3820-E3A613347F3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BA7343B-73E8-9183-F269-10BA2C3740F0}"/>
                </a:ext>
              </a:extLst>
            </p:cNvPr>
            <p:cNvCxnSpPr>
              <a:stCxn id="129" idx="0"/>
              <a:endCxn id="129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B507141-B4E0-442C-4FE1-DE0B6D3261C3}"/>
                </a:ext>
              </a:extLst>
            </p:cNvPr>
            <p:cNvCxnSpPr>
              <a:stCxn id="129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16DC348-E372-248D-011A-4652195F2CCA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6</a:t>
              </a:r>
              <a:endParaRPr lang="en-ID" sz="2400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B7DF12D6-F31A-005D-1603-F11CCC99C8CB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C448928-AC2E-AFA5-A648-B2481E392D13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A731EC38-8B90-A33E-6E59-23F98086F3B8}"/>
              </a:ext>
            </a:extLst>
          </p:cNvPr>
          <p:cNvSpPr txBox="1"/>
          <p:nvPr/>
        </p:nvSpPr>
        <p:spPr>
          <a:xfrm>
            <a:off x="9496131" y="2431985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</a:t>
            </a:r>
            <a:endParaRPr lang="en-ID" sz="2400" dirty="0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C4E40974-2402-A41C-8319-C6FDC8265BA9}"/>
              </a:ext>
            </a:extLst>
          </p:cNvPr>
          <p:cNvCxnSpPr>
            <a:cxnSpLocks/>
            <a:stCxn id="101" idx="6"/>
            <a:endCxn id="129" idx="2"/>
          </p:cNvCxnSpPr>
          <p:nvPr/>
        </p:nvCxnSpPr>
        <p:spPr>
          <a:xfrm>
            <a:off x="9682753" y="1509227"/>
            <a:ext cx="794558" cy="56634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92BCD51-967D-71C2-6263-25F892D9316F}"/>
              </a:ext>
            </a:extLst>
          </p:cNvPr>
          <p:cNvSpPr txBox="1"/>
          <p:nvPr/>
        </p:nvSpPr>
        <p:spPr>
          <a:xfrm>
            <a:off x="11914565" y="1444629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</a:t>
            </a:r>
            <a:endParaRPr lang="en-ID" sz="2400" dirty="0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F5E5A16-42D9-2FE1-F608-6CD416151FF0}"/>
              </a:ext>
            </a:extLst>
          </p:cNvPr>
          <p:cNvCxnSpPr>
            <a:cxnSpLocks/>
            <a:stCxn id="129" idx="6"/>
            <a:endCxn id="149" idx="1"/>
          </p:cNvCxnSpPr>
          <p:nvPr/>
        </p:nvCxnSpPr>
        <p:spPr>
          <a:xfrm flipV="1">
            <a:off x="11364001" y="2070909"/>
            <a:ext cx="1200835" cy="4663"/>
          </a:xfrm>
          <a:prstGeom prst="straightConnector1">
            <a:avLst/>
          </a:prstGeom>
          <a:ln>
            <a:prstDash val="solid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BEE33B95-8DD3-2F63-3466-DA9A0AB3E405}"/>
              </a:ext>
            </a:extLst>
          </p:cNvPr>
          <p:cNvGrpSpPr/>
          <p:nvPr/>
        </p:nvGrpSpPr>
        <p:grpSpPr>
          <a:xfrm>
            <a:off x="12483964" y="1627563"/>
            <a:ext cx="886690" cy="886690"/>
            <a:chOff x="429491" y="2798423"/>
            <a:chExt cx="886690" cy="886690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8E61764E-D1A7-1B06-2A1F-2B9CC3DFFBBE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6B4FF29-5324-174D-9EDF-37C70A8EDD64}"/>
                </a:ext>
              </a:extLst>
            </p:cNvPr>
            <p:cNvCxnSpPr>
              <a:stCxn id="146" idx="0"/>
              <a:endCxn id="146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4E114121-2265-CD44-7CD5-2425B12A3400}"/>
                </a:ext>
              </a:extLst>
            </p:cNvPr>
            <p:cNvCxnSpPr>
              <a:stCxn id="146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2FA8106E-52F8-E8D6-F974-3210C1B6A4EA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6</a:t>
              </a:r>
              <a:endParaRPr lang="en-ID" sz="24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E0ABCCE-B772-EA24-7DC6-4244C61D9D3B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B51C9DF-3371-CF37-91F3-E4A145F72844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85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D11A422-C901-951F-9E57-7AB407665208}"/>
              </a:ext>
            </a:extLst>
          </p:cNvPr>
          <p:cNvGrpSpPr/>
          <p:nvPr/>
        </p:nvGrpSpPr>
        <p:grpSpPr>
          <a:xfrm>
            <a:off x="265863" y="3305665"/>
            <a:ext cx="886690" cy="886690"/>
            <a:chOff x="429491" y="2798423"/>
            <a:chExt cx="886690" cy="8866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B3166F-C596-11A1-F677-889095F4026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3D10CFE-C4F1-7BB3-4512-72A00E720525}"/>
                </a:ext>
              </a:extLst>
            </p:cNvPr>
            <p:cNvCxnSpPr>
              <a:stCxn id="4" idx="0"/>
              <a:endCxn id="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9A0C99-F8D6-0756-9061-2DF123AA8BB2}"/>
                </a:ext>
              </a:extLst>
            </p:cNvPr>
            <p:cNvCxnSpPr>
              <a:stCxn id="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813EA-8985-1374-9E6B-F3D4F1C434A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  <a:endParaRPr lang="en-ID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8FFCC-BC53-71A9-A9E1-A49CBEBFB43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313057-2D35-5318-B88E-97AB61348814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6524AB-CDE3-4827-2D95-2FC051FD5FF4}"/>
              </a:ext>
            </a:extLst>
          </p:cNvPr>
          <p:cNvGrpSpPr/>
          <p:nvPr/>
        </p:nvGrpSpPr>
        <p:grpSpPr>
          <a:xfrm>
            <a:off x="2193899" y="3305665"/>
            <a:ext cx="886690" cy="886690"/>
            <a:chOff x="429491" y="2798423"/>
            <a:chExt cx="886690" cy="8866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3868CF-4082-A08F-6721-B7E0941D185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D6D086-FFF9-69AD-E8EB-62E10B09DE2E}"/>
                </a:ext>
              </a:extLst>
            </p:cNvPr>
            <p:cNvCxnSpPr>
              <a:stCxn id="15" idx="0"/>
              <a:endCxn id="15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313231-F215-AB4D-7772-0B2BEFE34246}"/>
                </a:ext>
              </a:extLst>
            </p:cNvPr>
            <p:cNvCxnSpPr>
              <a:stCxn id="15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A2E593-385E-9ABB-4039-7DD89E6F2749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65E4C6-D31C-703B-1872-A3540E5B3CF8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7CCA9-C34A-25B0-8F94-F9D131314626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A0E923-9F66-9780-1F31-02829662C318}"/>
              </a:ext>
            </a:extLst>
          </p:cNvPr>
          <p:cNvCxnSpPr>
            <a:stCxn id="4" idx="6"/>
            <a:endCxn id="15" idx="2"/>
          </p:cNvCxnSpPr>
          <p:nvPr/>
        </p:nvCxnSpPr>
        <p:spPr>
          <a:xfrm>
            <a:off x="1152553" y="3749010"/>
            <a:ext cx="104134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C5AC01-E4F3-5DCE-F357-4B3FE782F5B2}"/>
              </a:ext>
            </a:extLst>
          </p:cNvPr>
          <p:cNvSpPr txBox="1"/>
          <p:nvPr/>
        </p:nvSpPr>
        <p:spPr>
          <a:xfrm>
            <a:off x="1453407" y="334890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endParaRPr lang="en-ID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820C1-52DE-9C05-D25B-60D5BE983342}"/>
              </a:ext>
            </a:extLst>
          </p:cNvPr>
          <p:cNvSpPr txBox="1"/>
          <p:nvPr/>
        </p:nvSpPr>
        <p:spPr>
          <a:xfrm>
            <a:off x="1491105" y="3779788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  <a:endParaRPr lang="en-ID" sz="20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DD7DBA-C921-4CC2-7A35-45011C6F284D}"/>
              </a:ext>
            </a:extLst>
          </p:cNvPr>
          <p:cNvGrpSpPr/>
          <p:nvPr/>
        </p:nvGrpSpPr>
        <p:grpSpPr>
          <a:xfrm>
            <a:off x="4066842" y="3305665"/>
            <a:ext cx="895778" cy="886690"/>
            <a:chOff x="429491" y="2798423"/>
            <a:chExt cx="895778" cy="88669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E64A1D9-BE42-D414-5035-79919251004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A81BA46-505C-13FA-7B77-A212AB18CF3C}"/>
                </a:ext>
              </a:extLst>
            </p:cNvPr>
            <p:cNvCxnSpPr>
              <a:stCxn id="26" idx="0"/>
              <a:endCxn id="26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A665EFA-D9A0-CB35-B5DB-003682729530}"/>
                </a:ext>
              </a:extLst>
            </p:cNvPr>
            <p:cNvCxnSpPr>
              <a:stCxn id="26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18F566-929F-8692-7BBE-5F46AE8D2F33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4</a:t>
              </a:r>
              <a:endParaRPr lang="en-ID" sz="2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B9C531-B237-8FB6-C98E-18817C978AB4}"/>
                </a:ext>
              </a:extLst>
            </p:cNvPr>
            <p:cNvSpPr txBox="1"/>
            <p:nvPr/>
          </p:nvSpPr>
          <p:spPr>
            <a:xfrm>
              <a:off x="857372" y="2898073"/>
              <a:ext cx="4678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20</a:t>
              </a:r>
              <a:endParaRPr lang="en-ID" sz="2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6294F9C-9FAF-0378-F6B7-E2C6C389123A}"/>
                </a:ext>
              </a:extLst>
            </p:cNvPr>
            <p:cNvSpPr txBox="1"/>
            <p:nvPr/>
          </p:nvSpPr>
          <p:spPr>
            <a:xfrm>
              <a:off x="819905" y="3226925"/>
              <a:ext cx="4745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20</a:t>
              </a:r>
              <a:endParaRPr lang="en-ID" sz="20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68696B3-9955-660D-1258-C125186F6A17}"/>
              </a:ext>
            </a:extLst>
          </p:cNvPr>
          <p:cNvGrpSpPr/>
          <p:nvPr/>
        </p:nvGrpSpPr>
        <p:grpSpPr>
          <a:xfrm>
            <a:off x="4070864" y="1619081"/>
            <a:ext cx="886690" cy="886690"/>
            <a:chOff x="429491" y="2798423"/>
            <a:chExt cx="886690" cy="88669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8BF19DF-EFE8-DB09-EC6A-9D566A9CADDF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3977A2-15AE-15FD-F72E-B4E78DE2F1E6}"/>
                </a:ext>
              </a:extLst>
            </p:cNvPr>
            <p:cNvCxnSpPr>
              <a:stCxn id="33" idx="0"/>
              <a:endCxn id="33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FB0620-7BCD-9EC7-FFCD-917A204CE157}"/>
                </a:ext>
              </a:extLst>
            </p:cNvPr>
            <p:cNvCxnSpPr>
              <a:stCxn id="33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17965F8-554C-E9C2-C6A7-E1C05FF63E82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3</a:t>
              </a:r>
              <a:endParaRPr lang="en-ID" sz="2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F7DB2DD-B289-2C24-CFC7-5029FF110603}"/>
                </a:ext>
              </a:extLst>
            </p:cNvPr>
            <p:cNvSpPr txBox="1"/>
            <p:nvPr/>
          </p:nvSpPr>
          <p:spPr>
            <a:xfrm>
              <a:off x="830053" y="2899207"/>
              <a:ext cx="4803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16</a:t>
              </a:r>
              <a:endParaRPr lang="en-ID" sz="20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B9B97F7-8470-57A9-6DC5-E08E02ADAD2F}"/>
                </a:ext>
              </a:extLst>
            </p:cNvPr>
            <p:cNvSpPr txBox="1"/>
            <p:nvPr/>
          </p:nvSpPr>
          <p:spPr>
            <a:xfrm>
              <a:off x="805834" y="3228059"/>
              <a:ext cx="4833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18</a:t>
              </a:r>
              <a:endParaRPr lang="en-ID" sz="20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0F82FC5-42E7-D06A-3AF9-2020D334BBAB}"/>
              </a:ext>
            </a:extLst>
          </p:cNvPr>
          <p:cNvGrpSpPr/>
          <p:nvPr/>
        </p:nvGrpSpPr>
        <p:grpSpPr>
          <a:xfrm>
            <a:off x="4066842" y="4899513"/>
            <a:ext cx="933391" cy="886690"/>
            <a:chOff x="429491" y="2798423"/>
            <a:chExt cx="933391" cy="88669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CFE1BEC-557B-F1D5-574D-B2B75A418B9F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D96FF4-F5DC-289C-E814-BF110B41A266}"/>
                </a:ext>
              </a:extLst>
            </p:cNvPr>
            <p:cNvCxnSpPr>
              <a:stCxn id="40" idx="0"/>
              <a:endCxn id="4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FA8CC7B-B406-1FC9-82A7-4CA57B21C18B}"/>
                </a:ext>
              </a:extLst>
            </p:cNvPr>
            <p:cNvCxnSpPr>
              <a:stCxn id="4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E5D7ADD-0534-FFD8-A923-1712590F2F47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5</a:t>
              </a:r>
              <a:endParaRPr lang="en-ID" sz="24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302F8E0-D912-E4B1-DD13-667C355DFF3A}"/>
                </a:ext>
              </a:extLst>
            </p:cNvPr>
            <p:cNvSpPr txBox="1"/>
            <p:nvPr/>
          </p:nvSpPr>
          <p:spPr>
            <a:xfrm>
              <a:off x="842319" y="2875459"/>
              <a:ext cx="4666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14</a:t>
              </a:r>
              <a:endParaRPr lang="en-ID" sz="20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9499769-9EB3-30D8-A6D5-18CD9D5CE4B2}"/>
                </a:ext>
              </a:extLst>
            </p:cNvPr>
            <p:cNvSpPr txBox="1"/>
            <p:nvPr/>
          </p:nvSpPr>
          <p:spPr>
            <a:xfrm>
              <a:off x="859448" y="3241768"/>
              <a:ext cx="5034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  <a:endParaRPr lang="en-ID" sz="2000" dirty="0"/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EB8B954-1940-DBC5-E670-CBF83377B9F9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>
            <a:off x="3080590" y="3749010"/>
            <a:ext cx="98625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22D39A6D-74F4-3979-C754-D364208F7C8D}"/>
              </a:ext>
            </a:extLst>
          </p:cNvPr>
          <p:cNvCxnSpPr>
            <a:stCxn id="15" idx="0"/>
            <a:endCxn id="33" idx="2"/>
          </p:cNvCxnSpPr>
          <p:nvPr/>
        </p:nvCxnSpPr>
        <p:spPr>
          <a:xfrm rot="5400000" flipH="1" flipV="1">
            <a:off x="2732436" y="1967236"/>
            <a:ext cx="1243239" cy="1433620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F88DF06-8D85-7822-A7B0-8E9068F13BB7}"/>
              </a:ext>
            </a:extLst>
          </p:cNvPr>
          <p:cNvCxnSpPr>
            <a:cxnSpLocks/>
            <a:stCxn id="15" idx="4"/>
            <a:endCxn id="40" idx="2"/>
          </p:cNvCxnSpPr>
          <p:nvPr/>
        </p:nvCxnSpPr>
        <p:spPr>
          <a:xfrm rot="16200000" flipH="1">
            <a:off x="2776793" y="4052807"/>
            <a:ext cx="1150503" cy="1429598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9C0DBCB-6073-E14D-F5D1-F28FD293C274}"/>
              </a:ext>
            </a:extLst>
          </p:cNvPr>
          <p:cNvSpPr txBox="1"/>
          <p:nvPr/>
        </p:nvSpPr>
        <p:spPr>
          <a:xfrm>
            <a:off x="3286639" y="159688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  <a:endParaRPr lang="en-ID" sz="2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5E8639-DB46-F671-AB30-A18D96C64B10}"/>
              </a:ext>
            </a:extLst>
          </p:cNvPr>
          <p:cNvSpPr txBox="1"/>
          <p:nvPr/>
        </p:nvSpPr>
        <p:spPr>
          <a:xfrm>
            <a:off x="3272863" y="330566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  <a:endParaRPr lang="en-ID" sz="2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F4FD21-1913-CD59-4FAA-32D64D057EC9}"/>
              </a:ext>
            </a:extLst>
          </p:cNvPr>
          <p:cNvSpPr txBox="1"/>
          <p:nvPr/>
        </p:nvSpPr>
        <p:spPr>
          <a:xfrm>
            <a:off x="3208505" y="489951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endParaRPr lang="en-ID" sz="2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6D880A-B4DD-5672-72DD-A4AE38FD09FF}"/>
              </a:ext>
            </a:extLst>
          </p:cNvPr>
          <p:cNvCxnSpPr>
            <a:cxnSpLocks/>
            <a:stCxn id="33" idx="6"/>
            <a:endCxn id="61" idx="2"/>
          </p:cNvCxnSpPr>
          <p:nvPr/>
        </p:nvCxnSpPr>
        <p:spPr>
          <a:xfrm>
            <a:off x="4957554" y="2062427"/>
            <a:ext cx="1062948" cy="958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85C1942-D623-8BE9-8BF7-CF9118EE202F}"/>
              </a:ext>
            </a:extLst>
          </p:cNvPr>
          <p:cNvGrpSpPr/>
          <p:nvPr/>
        </p:nvGrpSpPr>
        <p:grpSpPr>
          <a:xfrm>
            <a:off x="6020502" y="1628668"/>
            <a:ext cx="989560" cy="886690"/>
            <a:chOff x="429491" y="2798423"/>
            <a:chExt cx="989560" cy="88669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43AF656-3C6C-35A7-C09A-177B2EC2720C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CAA05C1-7A52-6028-8D11-D36B042EC321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4DEED38-3B2E-6C47-61F5-35036333FA08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97BEE00-4595-5BB9-5965-0F09EEAC3545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6</a:t>
              </a:r>
              <a:endParaRPr lang="en-ID" sz="2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745CEA-2FFF-96DC-6C13-6A33E83C3192}"/>
                </a:ext>
              </a:extLst>
            </p:cNvPr>
            <p:cNvSpPr txBox="1"/>
            <p:nvPr/>
          </p:nvSpPr>
          <p:spPr>
            <a:xfrm>
              <a:off x="858511" y="2867802"/>
              <a:ext cx="4844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20</a:t>
              </a:r>
              <a:endParaRPr lang="en-ID" sz="20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D65BFE8-31FC-A83C-466B-5F4CB91653A1}"/>
                </a:ext>
              </a:extLst>
            </p:cNvPr>
            <p:cNvSpPr txBox="1"/>
            <p:nvPr/>
          </p:nvSpPr>
          <p:spPr>
            <a:xfrm>
              <a:off x="861950" y="3229283"/>
              <a:ext cx="5571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20</a:t>
              </a:r>
              <a:endParaRPr lang="en-ID" sz="2000" dirty="0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A71EB4C-9D98-A687-C0FA-9EFDF57F540E}"/>
              </a:ext>
            </a:extLst>
          </p:cNvPr>
          <p:cNvSpPr txBox="1"/>
          <p:nvPr/>
        </p:nvSpPr>
        <p:spPr>
          <a:xfrm>
            <a:off x="5358223" y="1658310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</a:t>
            </a:r>
            <a:endParaRPr lang="en-ID" sz="24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3FECEAE-1B2E-E7CA-86C9-E1FAF2351A8E}"/>
              </a:ext>
            </a:extLst>
          </p:cNvPr>
          <p:cNvGrpSpPr/>
          <p:nvPr/>
        </p:nvGrpSpPr>
        <p:grpSpPr>
          <a:xfrm>
            <a:off x="6013258" y="4150751"/>
            <a:ext cx="897908" cy="886690"/>
            <a:chOff x="429491" y="2798423"/>
            <a:chExt cx="897908" cy="88669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E8A08CC-F16D-9E4D-F448-A14BD9FD1C2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B09899E-C61A-8FA0-EB93-8725CF16DE53}"/>
                </a:ext>
              </a:extLst>
            </p:cNvPr>
            <p:cNvCxnSpPr>
              <a:stCxn id="70" idx="0"/>
              <a:endCxn id="7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BD2B97B-EAA0-252A-9696-0534618122F7}"/>
                </a:ext>
              </a:extLst>
            </p:cNvPr>
            <p:cNvCxnSpPr>
              <a:stCxn id="7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FF60658-D52C-1612-9B1D-DF66345D442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8</a:t>
              </a:r>
              <a:endParaRPr lang="en-ID" sz="24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95777EC-B186-39CB-D09F-452C4653EB7A}"/>
                </a:ext>
              </a:extLst>
            </p:cNvPr>
            <p:cNvSpPr txBox="1"/>
            <p:nvPr/>
          </p:nvSpPr>
          <p:spPr>
            <a:xfrm>
              <a:off x="846112" y="2886498"/>
              <a:ext cx="4646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23</a:t>
              </a:r>
              <a:endParaRPr lang="en-ID" sz="20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2D57798-5BB4-E6E1-AACD-6B7D5B020B8C}"/>
                </a:ext>
              </a:extLst>
            </p:cNvPr>
            <p:cNvSpPr txBox="1"/>
            <p:nvPr/>
          </p:nvSpPr>
          <p:spPr>
            <a:xfrm>
              <a:off x="829429" y="3239262"/>
              <a:ext cx="4979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  <a:endParaRPr lang="en-ID" sz="2000" dirty="0"/>
            </a:p>
          </p:txBody>
        </p: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1BC3FB9-973B-E3D7-AE20-83246EDC8BD2}"/>
              </a:ext>
            </a:extLst>
          </p:cNvPr>
          <p:cNvCxnSpPr>
            <a:cxnSpLocks/>
            <a:stCxn id="61" idx="6"/>
            <a:endCxn id="85" idx="2"/>
          </p:cNvCxnSpPr>
          <p:nvPr/>
        </p:nvCxnSpPr>
        <p:spPr>
          <a:xfrm flipV="1">
            <a:off x="6907192" y="2071496"/>
            <a:ext cx="766891" cy="51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7EB13E7-DF1E-1E92-4903-F7F23D4EDC97}"/>
              </a:ext>
            </a:extLst>
          </p:cNvPr>
          <p:cNvCxnSpPr>
            <a:cxnSpLocks/>
            <a:stCxn id="61" idx="4"/>
            <a:endCxn id="70" idx="0"/>
          </p:cNvCxnSpPr>
          <p:nvPr/>
        </p:nvCxnSpPr>
        <p:spPr>
          <a:xfrm flipH="1">
            <a:off x="6456603" y="2515358"/>
            <a:ext cx="7244" cy="163539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0E4539-40D4-CAAF-0ECF-3493EE7BAE51}"/>
              </a:ext>
            </a:extLst>
          </p:cNvPr>
          <p:cNvCxnSpPr>
            <a:cxnSpLocks/>
            <a:stCxn id="26" idx="6"/>
            <a:endCxn id="61" idx="2"/>
          </p:cNvCxnSpPr>
          <p:nvPr/>
        </p:nvCxnSpPr>
        <p:spPr>
          <a:xfrm flipV="1">
            <a:off x="4953532" y="2072014"/>
            <a:ext cx="1066970" cy="167699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2E5F8CD-D3E8-CDAF-7E8B-C34713A6DD76}"/>
              </a:ext>
            </a:extLst>
          </p:cNvPr>
          <p:cNvSpPr txBox="1"/>
          <p:nvPr/>
        </p:nvSpPr>
        <p:spPr>
          <a:xfrm>
            <a:off x="7101954" y="1631538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</a:t>
            </a:r>
            <a:endParaRPr lang="en-ID" sz="2400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983BCB2-B1AC-D73E-4353-44D9EB90CE37}"/>
              </a:ext>
            </a:extLst>
          </p:cNvPr>
          <p:cNvGrpSpPr/>
          <p:nvPr/>
        </p:nvGrpSpPr>
        <p:grpSpPr>
          <a:xfrm>
            <a:off x="7674083" y="1628151"/>
            <a:ext cx="926286" cy="886690"/>
            <a:chOff x="429491" y="2798423"/>
            <a:chExt cx="926286" cy="886690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CE2C6D2-7526-57BF-C648-EFF5C0CDD2B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E5E6CFF-F953-1D0A-F39C-786BBF67689F}"/>
                </a:ext>
              </a:extLst>
            </p:cNvPr>
            <p:cNvCxnSpPr>
              <a:stCxn id="85" idx="0"/>
              <a:endCxn id="85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B04993B-2305-E676-6A8D-850C4AF27461}"/>
                </a:ext>
              </a:extLst>
            </p:cNvPr>
            <p:cNvCxnSpPr>
              <a:stCxn id="85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2A83202-46DF-48DD-FFEC-D7276F98E1EB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7</a:t>
              </a:r>
              <a:endParaRPr lang="en-ID" sz="24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BAB123E-5D30-2669-2A1B-6BC4DE32E84D}"/>
                </a:ext>
              </a:extLst>
            </p:cNvPr>
            <p:cNvSpPr txBox="1"/>
            <p:nvPr/>
          </p:nvSpPr>
          <p:spPr>
            <a:xfrm>
              <a:off x="844209" y="2869486"/>
              <a:ext cx="4691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28</a:t>
              </a:r>
              <a:endParaRPr lang="en-ID" sz="20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137EF76-65A0-7691-5F40-C3AA493FB3AC}"/>
                </a:ext>
              </a:extLst>
            </p:cNvPr>
            <p:cNvSpPr txBox="1"/>
            <p:nvPr/>
          </p:nvSpPr>
          <p:spPr>
            <a:xfrm>
              <a:off x="846866" y="3242089"/>
              <a:ext cx="5089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28</a:t>
              </a:r>
              <a:endParaRPr lang="en-ID" sz="2000" dirty="0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35B65851-5D93-2886-07A4-737E544F5A1B}"/>
              </a:ext>
            </a:extLst>
          </p:cNvPr>
          <p:cNvSpPr txBox="1"/>
          <p:nvPr/>
        </p:nvSpPr>
        <p:spPr>
          <a:xfrm>
            <a:off x="7727257" y="264031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  <a:endParaRPr lang="en-ID" sz="2400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03E0DF6-8E77-CC2E-950D-F3912FAAC123}"/>
              </a:ext>
            </a:extLst>
          </p:cNvPr>
          <p:cNvGrpSpPr/>
          <p:nvPr/>
        </p:nvGrpSpPr>
        <p:grpSpPr>
          <a:xfrm>
            <a:off x="9708028" y="1596886"/>
            <a:ext cx="977748" cy="886690"/>
            <a:chOff x="413829" y="2798423"/>
            <a:chExt cx="977748" cy="88669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3D00791-7314-E2EA-FF36-D173C70C9E77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EE251E4-572E-F3FE-5E1D-CAA588CAA351}"/>
                </a:ext>
              </a:extLst>
            </p:cNvPr>
            <p:cNvCxnSpPr>
              <a:stCxn id="99" idx="0"/>
              <a:endCxn id="99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55D3BD2-D6CF-C256-AF68-454E89272636}"/>
                </a:ext>
              </a:extLst>
            </p:cNvPr>
            <p:cNvCxnSpPr>
              <a:stCxn id="99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37B5533-9937-0FA6-7E45-6E73A22038DD}"/>
                </a:ext>
              </a:extLst>
            </p:cNvPr>
            <p:cNvSpPr txBox="1"/>
            <p:nvPr/>
          </p:nvSpPr>
          <p:spPr>
            <a:xfrm>
              <a:off x="413829" y="3053627"/>
              <a:ext cx="5060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10</a:t>
              </a:r>
              <a:endParaRPr lang="en-ID" sz="24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C9BCAB7-84BE-7E8E-BD06-E4B77E96B1BC}"/>
                </a:ext>
              </a:extLst>
            </p:cNvPr>
            <p:cNvSpPr txBox="1"/>
            <p:nvPr/>
          </p:nvSpPr>
          <p:spPr>
            <a:xfrm>
              <a:off x="885566" y="2841658"/>
              <a:ext cx="5060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34</a:t>
              </a:r>
              <a:endParaRPr lang="en-ID" sz="20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8746E2B-F457-666A-D1D7-9B5CA8A9FA91}"/>
                </a:ext>
              </a:extLst>
            </p:cNvPr>
            <p:cNvSpPr txBox="1"/>
            <p:nvPr/>
          </p:nvSpPr>
          <p:spPr>
            <a:xfrm>
              <a:off x="846866" y="3215084"/>
              <a:ext cx="503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34</a:t>
              </a:r>
              <a:endParaRPr lang="en-ID" sz="2000" dirty="0"/>
            </a:p>
          </p:txBody>
        </p:sp>
      </p:grp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C07FA91-B7AF-6BA7-EE0E-B749EFE1311F}"/>
              </a:ext>
            </a:extLst>
          </p:cNvPr>
          <p:cNvCxnSpPr>
            <a:cxnSpLocks/>
            <a:stCxn id="85" idx="4"/>
            <a:endCxn id="114" idx="0"/>
          </p:cNvCxnSpPr>
          <p:nvPr/>
        </p:nvCxnSpPr>
        <p:spPr>
          <a:xfrm>
            <a:off x="8117428" y="2514841"/>
            <a:ext cx="40444" cy="8634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30AA990-108C-0CAC-66B9-3EED3A825BAF}"/>
              </a:ext>
            </a:extLst>
          </p:cNvPr>
          <p:cNvCxnSpPr>
            <a:cxnSpLocks/>
            <a:stCxn id="85" idx="6"/>
            <a:endCxn id="99" idx="2"/>
          </p:cNvCxnSpPr>
          <p:nvPr/>
        </p:nvCxnSpPr>
        <p:spPr>
          <a:xfrm flipV="1">
            <a:off x="8560773" y="2040231"/>
            <a:ext cx="1162917" cy="3126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C4E34CE7-D2C7-7C35-A5DA-F05AE58AACA4}"/>
              </a:ext>
            </a:extLst>
          </p:cNvPr>
          <p:cNvSpPr txBox="1"/>
          <p:nvPr/>
        </p:nvSpPr>
        <p:spPr>
          <a:xfrm>
            <a:off x="6065720" y="302299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</a:t>
            </a:r>
            <a:endParaRPr lang="en-ID" sz="24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83EAF53-8866-AE42-A280-3831CC198B50}"/>
              </a:ext>
            </a:extLst>
          </p:cNvPr>
          <p:cNvGrpSpPr/>
          <p:nvPr/>
        </p:nvGrpSpPr>
        <p:grpSpPr>
          <a:xfrm>
            <a:off x="7714527" y="3378280"/>
            <a:ext cx="886690" cy="886690"/>
            <a:chOff x="429491" y="2798423"/>
            <a:chExt cx="886690" cy="886690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FE20454D-5BBE-3771-5B3C-E12DE981F2AE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D523027-EBBA-1AB2-F023-080358C722EE}"/>
                </a:ext>
              </a:extLst>
            </p:cNvPr>
            <p:cNvCxnSpPr>
              <a:stCxn id="114" idx="0"/>
              <a:endCxn id="11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6157159-2312-2448-A64D-8B7B646C4E18}"/>
                </a:ext>
              </a:extLst>
            </p:cNvPr>
            <p:cNvCxnSpPr>
              <a:stCxn id="11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F55B261-B3E5-3C4B-F0EE-7566106BC35F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9</a:t>
              </a:r>
              <a:endParaRPr lang="en-ID" sz="2400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6D2FC925-6125-6CC3-9EE6-D5167BF98E2A}"/>
                </a:ext>
              </a:extLst>
            </p:cNvPr>
            <p:cNvSpPr txBox="1"/>
            <p:nvPr/>
          </p:nvSpPr>
          <p:spPr>
            <a:xfrm>
              <a:off x="857531" y="2924038"/>
              <a:ext cx="4459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  <a:endParaRPr lang="en-ID" sz="2000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814D7D7-2421-E5D7-AA24-190E857335C0}"/>
                </a:ext>
              </a:extLst>
            </p:cNvPr>
            <p:cNvSpPr txBox="1"/>
            <p:nvPr/>
          </p:nvSpPr>
          <p:spPr>
            <a:xfrm>
              <a:off x="832249" y="3243643"/>
              <a:ext cx="4415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  <a:endParaRPr lang="en-ID" sz="2000" dirty="0"/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82AF3868-9621-2E23-A9B2-B5DDB9C5FFFE}"/>
              </a:ext>
            </a:extLst>
          </p:cNvPr>
          <p:cNvSpPr txBox="1"/>
          <p:nvPr/>
        </p:nvSpPr>
        <p:spPr>
          <a:xfrm>
            <a:off x="8969085" y="1550353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</a:t>
            </a:r>
            <a:endParaRPr lang="en-ID" sz="2400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A0B6BC7-5352-FACA-5564-37663D422007}"/>
              </a:ext>
            </a:extLst>
          </p:cNvPr>
          <p:cNvCxnSpPr>
            <a:cxnSpLocks/>
            <a:stCxn id="70" idx="6"/>
            <a:endCxn id="114" idx="2"/>
          </p:cNvCxnSpPr>
          <p:nvPr/>
        </p:nvCxnSpPr>
        <p:spPr>
          <a:xfrm flipV="1">
            <a:off x="6899948" y="3821625"/>
            <a:ext cx="814579" cy="77247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E9C55A76-13D7-765D-8918-F057DFDA992C}"/>
              </a:ext>
            </a:extLst>
          </p:cNvPr>
          <p:cNvCxnSpPr>
            <a:cxnSpLocks/>
            <a:stCxn id="40" idx="6"/>
            <a:endCxn id="114" idx="4"/>
          </p:cNvCxnSpPr>
          <p:nvPr/>
        </p:nvCxnSpPr>
        <p:spPr>
          <a:xfrm flipV="1">
            <a:off x="4953532" y="4264970"/>
            <a:ext cx="3204340" cy="1077888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34DC703-2A42-3C3A-E2BB-AE6054D3C4D2}"/>
              </a:ext>
            </a:extLst>
          </p:cNvPr>
          <p:cNvCxnSpPr>
            <a:cxnSpLocks/>
            <a:stCxn id="114" idx="6"/>
            <a:endCxn id="147" idx="2"/>
          </p:cNvCxnSpPr>
          <p:nvPr/>
        </p:nvCxnSpPr>
        <p:spPr>
          <a:xfrm flipV="1">
            <a:off x="8601217" y="3819935"/>
            <a:ext cx="1096503" cy="169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15CEBEA-85AD-B428-C354-BECC7E81193D}"/>
              </a:ext>
            </a:extLst>
          </p:cNvPr>
          <p:cNvCxnSpPr>
            <a:cxnSpLocks/>
            <a:stCxn id="99" idx="4"/>
            <a:endCxn id="147" idx="0"/>
          </p:cNvCxnSpPr>
          <p:nvPr/>
        </p:nvCxnSpPr>
        <p:spPr>
          <a:xfrm flipH="1">
            <a:off x="10141065" y="2483576"/>
            <a:ext cx="25970" cy="89301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DC7D7BB6-6D42-7B00-E3F0-BF3F6C9486FE}"/>
              </a:ext>
            </a:extLst>
          </p:cNvPr>
          <p:cNvGrpSpPr/>
          <p:nvPr/>
        </p:nvGrpSpPr>
        <p:grpSpPr>
          <a:xfrm>
            <a:off x="9697720" y="3376590"/>
            <a:ext cx="935197" cy="886690"/>
            <a:chOff x="429491" y="2798423"/>
            <a:chExt cx="935197" cy="886690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ABDB0338-68B5-7504-C634-AB36EE9B026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09A240E-34FE-CD29-48E2-31AD1F529147}"/>
                </a:ext>
              </a:extLst>
            </p:cNvPr>
            <p:cNvCxnSpPr>
              <a:stCxn id="147" idx="0"/>
              <a:endCxn id="147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F55EB497-51B0-0014-2584-929899970177}"/>
                </a:ext>
              </a:extLst>
            </p:cNvPr>
            <p:cNvCxnSpPr>
              <a:stCxn id="147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C6619D9-BA77-2F04-3E08-AD6F0C6A302C}"/>
                </a:ext>
              </a:extLst>
            </p:cNvPr>
            <p:cNvSpPr txBox="1"/>
            <p:nvPr/>
          </p:nvSpPr>
          <p:spPr>
            <a:xfrm>
              <a:off x="439799" y="3011253"/>
              <a:ext cx="4962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11</a:t>
              </a:r>
              <a:endParaRPr lang="en-ID" sz="24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A50FBDF-E29F-E4CA-6999-37F711147A1C}"/>
                </a:ext>
              </a:extLst>
            </p:cNvPr>
            <p:cNvSpPr txBox="1"/>
            <p:nvPr/>
          </p:nvSpPr>
          <p:spPr>
            <a:xfrm>
              <a:off x="858677" y="2869206"/>
              <a:ext cx="5060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36</a:t>
              </a:r>
              <a:endParaRPr lang="en-ID" sz="20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6F7FCE4-6610-90C3-0E6D-5E9F08161253}"/>
                </a:ext>
              </a:extLst>
            </p:cNvPr>
            <p:cNvSpPr txBox="1"/>
            <p:nvPr/>
          </p:nvSpPr>
          <p:spPr>
            <a:xfrm>
              <a:off x="846581" y="3255614"/>
              <a:ext cx="5034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36</a:t>
              </a:r>
              <a:endParaRPr lang="en-ID" sz="2000" dirty="0"/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E531A8CD-59FB-8CDD-279E-BE8799D25EF2}"/>
              </a:ext>
            </a:extLst>
          </p:cNvPr>
          <p:cNvSpPr txBox="1"/>
          <p:nvPr/>
        </p:nvSpPr>
        <p:spPr>
          <a:xfrm>
            <a:off x="8969085" y="333305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</a:t>
            </a:r>
            <a:endParaRPr lang="en-ID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3F8098-FBBF-FFB3-C745-4CFA3042642D}"/>
              </a:ext>
            </a:extLst>
          </p:cNvPr>
          <p:cNvGrpSpPr/>
          <p:nvPr/>
        </p:nvGrpSpPr>
        <p:grpSpPr>
          <a:xfrm>
            <a:off x="11921140" y="3364946"/>
            <a:ext cx="978112" cy="886690"/>
            <a:chOff x="429491" y="2798423"/>
            <a:chExt cx="978112" cy="88669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90D5E0B-5272-AB4F-B6AC-7F7D613D9B7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4D32844-38DA-41FE-1A63-EED1E57763E7}"/>
                </a:ext>
              </a:extLst>
            </p:cNvPr>
            <p:cNvCxnSpPr>
              <a:stCxn id="3" idx="0"/>
              <a:endCxn id="3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D3AA98-3D8E-167D-7B11-FE4CA1E9BF95}"/>
                </a:ext>
              </a:extLst>
            </p:cNvPr>
            <p:cNvCxnSpPr>
              <a:stCxn id="3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290107-704A-EE1F-CBF9-42A64A7A0D51}"/>
                </a:ext>
              </a:extLst>
            </p:cNvPr>
            <p:cNvSpPr txBox="1"/>
            <p:nvPr/>
          </p:nvSpPr>
          <p:spPr>
            <a:xfrm>
              <a:off x="441281" y="2997363"/>
              <a:ext cx="525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12</a:t>
              </a:r>
              <a:endParaRPr lang="en-ID" sz="24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F04DD2C-7F58-FB2D-408A-867920B2B0B1}"/>
                </a:ext>
              </a:extLst>
            </p:cNvPr>
            <p:cNvSpPr txBox="1"/>
            <p:nvPr/>
          </p:nvSpPr>
          <p:spPr>
            <a:xfrm>
              <a:off x="841504" y="2880850"/>
              <a:ext cx="5060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38</a:t>
              </a:r>
              <a:endParaRPr lang="en-ID" sz="2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DF62E4-74B7-CB73-1FA9-DE4D03DE871E}"/>
                </a:ext>
              </a:extLst>
            </p:cNvPr>
            <p:cNvSpPr txBox="1"/>
            <p:nvPr/>
          </p:nvSpPr>
          <p:spPr>
            <a:xfrm>
              <a:off x="872835" y="3241227"/>
              <a:ext cx="5347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38</a:t>
              </a:r>
              <a:endParaRPr lang="en-ID" sz="2000" dirty="0"/>
            </a:p>
          </p:txBody>
        </p:sp>
      </p:grp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164E25E-07D8-7E14-2359-BFA1D364F249}"/>
              </a:ext>
            </a:extLst>
          </p:cNvPr>
          <p:cNvCxnSpPr>
            <a:cxnSpLocks/>
            <a:stCxn id="147" idx="6"/>
            <a:endCxn id="3" idx="2"/>
          </p:cNvCxnSpPr>
          <p:nvPr/>
        </p:nvCxnSpPr>
        <p:spPr>
          <a:xfrm flipV="1">
            <a:off x="10584410" y="3808291"/>
            <a:ext cx="1336730" cy="1164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264D4F6-A5D8-6B03-ABB7-1F23412436EA}"/>
              </a:ext>
            </a:extLst>
          </p:cNvPr>
          <p:cNvSpPr txBox="1"/>
          <p:nvPr/>
        </p:nvSpPr>
        <p:spPr>
          <a:xfrm>
            <a:off x="11190719" y="330115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</a:t>
            </a:r>
            <a:endParaRPr lang="en-ID" sz="2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3E3BC4F8-CB40-812F-E68C-6BD820727759}"/>
              </a:ext>
            </a:extLst>
          </p:cNvPr>
          <p:cNvSpPr txBox="1"/>
          <p:nvPr/>
        </p:nvSpPr>
        <p:spPr>
          <a:xfrm>
            <a:off x="3346341" y="2078576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  <a:endParaRPr lang="en-ID" sz="20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B95999C-51FF-B76B-795A-30AFA35838FA}"/>
              </a:ext>
            </a:extLst>
          </p:cNvPr>
          <p:cNvSpPr txBox="1"/>
          <p:nvPr/>
        </p:nvSpPr>
        <p:spPr>
          <a:xfrm>
            <a:off x="3320497" y="3734167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12</a:t>
            </a:r>
            <a:endParaRPr lang="en-ID" sz="20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722CEEE-B68B-4BCC-5E72-C6F51521A567}"/>
              </a:ext>
            </a:extLst>
          </p:cNvPr>
          <p:cNvSpPr txBox="1"/>
          <p:nvPr/>
        </p:nvSpPr>
        <p:spPr>
          <a:xfrm>
            <a:off x="3272862" y="5449331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</a:t>
            </a:r>
            <a:endParaRPr lang="en-ID" sz="20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44474DD-E870-6390-951F-A86A8B11F391}"/>
              </a:ext>
            </a:extLst>
          </p:cNvPr>
          <p:cNvSpPr txBox="1"/>
          <p:nvPr/>
        </p:nvSpPr>
        <p:spPr>
          <a:xfrm>
            <a:off x="5355647" y="2105661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ID" sz="20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EAE5A81-73C7-68DC-2A3E-7AB0082F1838}"/>
              </a:ext>
            </a:extLst>
          </p:cNvPr>
          <p:cNvSpPr txBox="1"/>
          <p:nvPr/>
        </p:nvSpPr>
        <p:spPr>
          <a:xfrm>
            <a:off x="7087198" y="2105661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  <a:endParaRPr lang="en-ID" sz="20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30A0DC4-6092-2DF7-6D3F-153D925516A8}"/>
              </a:ext>
            </a:extLst>
          </p:cNvPr>
          <p:cNvSpPr txBox="1"/>
          <p:nvPr/>
        </p:nvSpPr>
        <p:spPr>
          <a:xfrm>
            <a:off x="6534065" y="3064290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</a:t>
            </a:r>
            <a:endParaRPr lang="en-ID" sz="20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5AD3CA9-C38B-C438-7F6C-34761079384B}"/>
              </a:ext>
            </a:extLst>
          </p:cNvPr>
          <p:cNvSpPr txBox="1"/>
          <p:nvPr/>
        </p:nvSpPr>
        <p:spPr>
          <a:xfrm>
            <a:off x="8236006" y="2677281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ID" sz="20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3EE604A-3AD9-B208-EBB3-72DF3E817BA1}"/>
              </a:ext>
            </a:extLst>
          </p:cNvPr>
          <p:cNvSpPr txBox="1"/>
          <p:nvPr/>
        </p:nvSpPr>
        <p:spPr>
          <a:xfrm>
            <a:off x="8952422" y="2083466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</a:t>
            </a:r>
            <a:endParaRPr lang="en-ID" sz="2000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C80990E-9962-46E5-FA21-9E6D43192963}"/>
              </a:ext>
            </a:extLst>
          </p:cNvPr>
          <p:cNvSpPr txBox="1"/>
          <p:nvPr/>
        </p:nvSpPr>
        <p:spPr>
          <a:xfrm>
            <a:off x="8925720" y="393422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</a:t>
            </a:r>
            <a:endParaRPr lang="en-ID" sz="2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EE712D7-89B1-CDB5-93A0-CDEE508A9CCE}"/>
              </a:ext>
            </a:extLst>
          </p:cNvPr>
          <p:cNvSpPr txBox="1"/>
          <p:nvPr/>
        </p:nvSpPr>
        <p:spPr>
          <a:xfrm>
            <a:off x="11203088" y="393422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ID" sz="2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D8362AF-1F74-404E-66A5-346A770DDC0B}"/>
              </a:ext>
            </a:extLst>
          </p:cNvPr>
          <p:cNvSpPr txBox="1"/>
          <p:nvPr/>
        </p:nvSpPr>
        <p:spPr>
          <a:xfrm>
            <a:off x="4564525" y="2656068"/>
            <a:ext cx="132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AC6534A-1270-3BD9-FD1A-7FCD58FB9BD3}"/>
              </a:ext>
            </a:extLst>
          </p:cNvPr>
          <p:cNvSpPr txBox="1"/>
          <p:nvPr/>
        </p:nvSpPr>
        <p:spPr>
          <a:xfrm>
            <a:off x="5892461" y="5028354"/>
            <a:ext cx="132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29D21FF-FB0D-A20A-CCD8-3014D74177FF}"/>
              </a:ext>
            </a:extLst>
          </p:cNvPr>
          <p:cNvSpPr txBox="1"/>
          <p:nvPr/>
        </p:nvSpPr>
        <p:spPr>
          <a:xfrm>
            <a:off x="10199614" y="2656068"/>
            <a:ext cx="132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73952DB-758D-520C-5636-241CCFEE0DBE}"/>
              </a:ext>
            </a:extLst>
          </p:cNvPr>
          <p:cNvSpPr txBox="1"/>
          <p:nvPr/>
        </p:nvSpPr>
        <p:spPr>
          <a:xfrm>
            <a:off x="6721916" y="3919383"/>
            <a:ext cx="1326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09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189">
            <a:extLst>
              <a:ext uri="{FF2B5EF4-FFF2-40B4-BE49-F238E27FC236}">
                <a16:creationId xmlns:a16="http://schemas.microsoft.com/office/drawing/2014/main" id="{3D478CA0-C295-435A-960C-54CA75114A2A}"/>
              </a:ext>
            </a:extLst>
          </p:cNvPr>
          <p:cNvGrpSpPr/>
          <p:nvPr/>
        </p:nvGrpSpPr>
        <p:grpSpPr>
          <a:xfrm>
            <a:off x="265863" y="1596886"/>
            <a:ext cx="12462810" cy="4841882"/>
            <a:chOff x="265863" y="1596886"/>
            <a:chExt cx="12462810" cy="484188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1A422-C901-951F-9E57-7AB407665208}"/>
                </a:ext>
              </a:extLst>
            </p:cNvPr>
            <p:cNvGrpSpPr/>
            <p:nvPr/>
          </p:nvGrpSpPr>
          <p:grpSpPr>
            <a:xfrm>
              <a:off x="265863" y="3305665"/>
              <a:ext cx="886690" cy="886690"/>
              <a:chOff x="429491" y="2798423"/>
              <a:chExt cx="886690" cy="88669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9B3166F-C596-11A1-F677-889095F4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D10CFE-C4F1-7BB3-4512-72A00E720525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A9A0C99-F8D6-0756-9061-2DF123AA8BB2}"/>
                  </a:ext>
                </a:extLst>
              </p:cNvPr>
              <p:cNvCxnSpPr>
                <a:stCxn id="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2813EA-8985-1374-9E6B-F3D4F1C434A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endParaRPr lang="en-ID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88FFCC-BC53-71A9-A9E1-A49CBEBFB43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13057-2D35-5318-B88E-97AB61348814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6524AB-CDE3-4827-2D95-2FC051FD5FF4}"/>
                </a:ext>
              </a:extLst>
            </p:cNvPr>
            <p:cNvGrpSpPr/>
            <p:nvPr/>
          </p:nvGrpSpPr>
          <p:grpSpPr>
            <a:xfrm>
              <a:off x="2193899" y="3305665"/>
              <a:ext cx="886690" cy="886690"/>
              <a:chOff x="429491" y="2798423"/>
              <a:chExt cx="886690" cy="88669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13868CF-4082-A08F-6721-B7E0941D185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dirty="0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D6D086-FFF9-69AD-E8EB-62E10B09DE2E}"/>
                  </a:ext>
                </a:extLst>
              </p:cNvPr>
              <p:cNvCxnSpPr>
                <a:stCxn id="15" idx="0"/>
                <a:endCxn id="1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6313231-F215-AB4D-7772-0B2BEFE34246}"/>
                  </a:ext>
                </a:extLst>
              </p:cNvPr>
              <p:cNvCxnSpPr>
                <a:stCxn id="1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A2E593-385E-9ABB-4039-7DD89E6F2749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65E4C6-D31C-703B-1872-A3540E5B3CF8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7CCA9-C34A-25B0-8F94-F9D13131462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BA0E923-9F66-9780-1F31-02829662C318}"/>
                </a:ext>
              </a:extLst>
            </p:cNvPr>
            <p:cNvCxnSpPr>
              <a:stCxn id="4" idx="6"/>
              <a:endCxn id="15" idx="2"/>
            </p:cNvCxnSpPr>
            <p:nvPr/>
          </p:nvCxnSpPr>
          <p:spPr>
            <a:xfrm>
              <a:off x="1152553" y="3749010"/>
              <a:ext cx="104134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C5AC01-E4F3-5DCE-F357-4B3FE782F5B2}"/>
                </a:ext>
              </a:extLst>
            </p:cNvPr>
            <p:cNvSpPr txBox="1"/>
            <p:nvPr/>
          </p:nvSpPr>
          <p:spPr>
            <a:xfrm>
              <a:off x="1453407" y="334890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endParaRPr lang="en-ID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F820C1-52DE-9C05-D25B-60D5BE983342}"/>
                </a:ext>
              </a:extLst>
            </p:cNvPr>
            <p:cNvSpPr txBox="1"/>
            <p:nvPr/>
          </p:nvSpPr>
          <p:spPr>
            <a:xfrm>
              <a:off x="1491105" y="377978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68696B3-9955-660D-1258-C125186F6A17}"/>
                </a:ext>
              </a:extLst>
            </p:cNvPr>
            <p:cNvGrpSpPr/>
            <p:nvPr/>
          </p:nvGrpSpPr>
          <p:grpSpPr>
            <a:xfrm>
              <a:off x="4070864" y="1619081"/>
              <a:ext cx="886690" cy="886690"/>
              <a:chOff x="429491" y="2798423"/>
              <a:chExt cx="886690" cy="88669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8BF19DF-EFE8-DB09-EC6A-9D566A9CADDF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43977A2-15AE-15FD-F72E-B4E78DE2F1E6}"/>
                  </a:ext>
                </a:extLst>
              </p:cNvPr>
              <p:cNvCxnSpPr>
                <a:stCxn id="33" idx="0"/>
                <a:endCxn id="33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CFB0620-7BCD-9EC7-FFCD-917A204CE157}"/>
                  </a:ext>
                </a:extLst>
              </p:cNvPr>
              <p:cNvCxnSpPr>
                <a:stCxn id="33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7965F8-554C-E9C2-C6A7-E1C05FF63E82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3</a:t>
                </a:r>
                <a:endParaRPr lang="en-ID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7DB2DD-B289-2C24-CFC7-5029FF110603}"/>
                  </a:ext>
                </a:extLst>
              </p:cNvPr>
              <p:cNvSpPr txBox="1"/>
              <p:nvPr/>
            </p:nvSpPr>
            <p:spPr>
              <a:xfrm>
                <a:off x="830053" y="2899207"/>
                <a:ext cx="4803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16</a:t>
                </a:r>
                <a:endParaRPr lang="en-ID" sz="20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9B97F7-8470-57A9-6DC5-E08E02ADAD2F}"/>
                  </a:ext>
                </a:extLst>
              </p:cNvPr>
              <p:cNvSpPr txBox="1"/>
              <p:nvPr/>
            </p:nvSpPr>
            <p:spPr>
              <a:xfrm>
                <a:off x="805834" y="3228059"/>
                <a:ext cx="483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18</a:t>
                </a:r>
                <a:endParaRPr lang="en-ID" sz="2000" dirty="0"/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EB8B954-1940-DBC5-E670-CBF83377B9F9}"/>
                </a:ext>
              </a:extLst>
            </p:cNvPr>
            <p:cNvCxnSpPr>
              <a:cxnSpLocks/>
              <a:stCxn id="15" idx="6"/>
              <a:endCxn id="61" idx="2"/>
            </p:cNvCxnSpPr>
            <p:nvPr/>
          </p:nvCxnSpPr>
          <p:spPr>
            <a:xfrm flipV="1">
              <a:off x="3080589" y="3737120"/>
              <a:ext cx="1002817" cy="1189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22D39A6D-74F4-3979-C754-D364208F7C8D}"/>
                </a:ext>
              </a:extLst>
            </p:cNvPr>
            <p:cNvCxnSpPr>
              <a:stCxn id="15" idx="0"/>
              <a:endCxn id="33" idx="2"/>
            </p:cNvCxnSpPr>
            <p:nvPr/>
          </p:nvCxnSpPr>
          <p:spPr>
            <a:xfrm rot="5400000" flipH="1" flipV="1">
              <a:off x="2732436" y="1967236"/>
              <a:ext cx="1243239" cy="1433620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FF88DF06-8D85-7822-A7B0-8E9068F13BB7}"/>
                </a:ext>
              </a:extLst>
            </p:cNvPr>
            <p:cNvCxnSpPr>
              <a:cxnSpLocks/>
              <a:stCxn id="15" idx="4"/>
              <a:endCxn id="144" idx="4"/>
            </p:cNvCxnSpPr>
            <p:nvPr/>
          </p:nvCxnSpPr>
          <p:spPr>
            <a:xfrm rot="16200000" flipH="1">
              <a:off x="5408549" y="1421049"/>
              <a:ext cx="27389" cy="5569999"/>
            </a:xfrm>
            <a:prstGeom prst="bentConnector3">
              <a:avLst>
                <a:gd name="adj1" fmla="val 6353766"/>
              </a:avLst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9C0DBCB-6073-E14D-F5D1-F28FD293C274}"/>
                </a:ext>
              </a:extLst>
            </p:cNvPr>
            <p:cNvSpPr txBox="1"/>
            <p:nvPr/>
          </p:nvSpPr>
          <p:spPr>
            <a:xfrm>
              <a:off x="3286639" y="159688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  <a:endParaRPr lang="en-ID" sz="2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F5E8639-DB46-F671-AB30-A18D96C64B10}"/>
                </a:ext>
              </a:extLst>
            </p:cNvPr>
            <p:cNvSpPr txBox="1"/>
            <p:nvPr/>
          </p:nvSpPr>
          <p:spPr>
            <a:xfrm>
              <a:off x="3394249" y="3146277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</a:t>
              </a:r>
              <a:endParaRPr lang="en-ID" sz="24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EF4FD21-1913-CD59-4FAA-32D64D057EC9}"/>
                </a:ext>
              </a:extLst>
            </p:cNvPr>
            <p:cNvSpPr txBox="1"/>
            <p:nvPr/>
          </p:nvSpPr>
          <p:spPr>
            <a:xfrm>
              <a:off x="5179788" y="5393777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</a:t>
              </a:r>
              <a:endParaRPr lang="en-ID" sz="24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56D880A-B4DD-5672-72DD-A4AE38FD09FF}"/>
                </a:ext>
              </a:extLst>
            </p:cNvPr>
            <p:cNvCxnSpPr>
              <a:cxnSpLocks/>
            </p:cNvCxnSpPr>
            <p:nvPr/>
          </p:nvCxnSpPr>
          <p:spPr>
            <a:xfrm>
              <a:off x="4508312" y="2519480"/>
              <a:ext cx="0" cy="74272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85C1942-D623-8BE9-8BF7-CF9118EE202F}"/>
                </a:ext>
              </a:extLst>
            </p:cNvPr>
            <p:cNvGrpSpPr/>
            <p:nvPr/>
          </p:nvGrpSpPr>
          <p:grpSpPr>
            <a:xfrm>
              <a:off x="4083406" y="3293775"/>
              <a:ext cx="989560" cy="886690"/>
              <a:chOff x="429491" y="2798423"/>
              <a:chExt cx="989560" cy="88669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43AF656-3C6C-35A7-C09A-177B2EC2720C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CAA05C1-7A52-6028-8D11-D36B042EC321}"/>
                  </a:ext>
                </a:extLst>
              </p:cNvPr>
              <p:cNvCxnSpPr>
                <a:stCxn id="61" idx="0"/>
                <a:endCxn id="61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4DEED38-3B2E-6C47-61F5-35036333FA08}"/>
                  </a:ext>
                </a:extLst>
              </p:cNvPr>
              <p:cNvCxnSpPr>
                <a:cxnSpLocks/>
                <a:stCxn id="61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97BEE00-4595-5BB9-5965-0F09EEAC3545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4</a:t>
                </a:r>
                <a:endParaRPr lang="en-ID" sz="2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745CEA-2FFF-96DC-6C13-6A33E83C3192}"/>
                  </a:ext>
                </a:extLst>
              </p:cNvPr>
              <p:cNvSpPr txBox="1"/>
              <p:nvPr/>
            </p:nvSpPr>
            <p:spPr>
              <a:xfrm>
                <a:off x="858511" y="2867802"/>
                <a:ext cx="4844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D65BFE8-31FC-A83C-466B-5F4CB91653A1}"/>
                  </a:ext>
                </a:extLst>
              </p:cNvPr>
              <p:cNvSpPr txBox="1"/>
              <p:nvPr/>
            </p:nvSpPr>
            <p:spPr>
              <a:xfrm>
                <a:off x="861950" y="3229283"/>
                <a:ext cx="5571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A71EB4C-9D98-A687-C0FA-9EFDF57F540E}"/>
                </a:ext>
              </a:extLst>
            </p:cNvPr>
            <p:cNvSpPr txBox="1"/>
            <p:nvPr/>
          </p:nvSpPr>
          <p:spPr>
            <a:xfrm>
              <a:off x="4124040" y="2627899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</a:t>
              </a:r>
              <a:endParaRPr lang="en-ID" sz="2400" dirty="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1BC3FB9-973B-E3D7-AE20-83246EDC8BD2}"/>
                </a:ext>
              </a:extLst>
            </p:cNvPr>
            <p:cNvCxnSpPr>
              <a:cxnSpLocks/>
              <a:stCxn id="61" idx="6"/>
              <a:endCxn id="85" idx="2"/>
            </p:cNvCxnSpPr>
            <p:nvPr/>
          </p:nvCxnSpPr>
          <p:spPr>
            <a:xfrm flipV="1">
              <a:off x="4970096" y="2585196"/>
              <a:ext cx="1027491" cy="115192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7EB13E7-DF1E-1E92-4903-F7F23D4EDC97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>
              <a:off x="4930585" y="3724634"/>
              <a:ext cx="2833313" cy="5176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2E5F8CD-D3E8-CDAF-7E8B-C34713A6DD76}"/>
                </a:ext>
              </a:extLst>
            </p:cNvPr>
            <p:cNvSpPr txBox="1"/>
            <p:nvPr/>
          </p:nvSpPr>
          <p:spPr>
            <a:xfrm>
              <a:off x="5230428" y="2627898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endParaRPr lang="en-ID" sz="2400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983BCB2-B1AC-D73E-4353-44D9EB90CE37}"/>
                </a:ext>
              </a:extLst>
            </p:cNvPr>
            <p:cNvGrpSpPr/>
            <p:nvPr/>
          </p:nvGrpSpPr>
          <p:grpSpPr>
            <a:xfrm>
              <a:off x="5997587" y="2141851"/>
              <a:ext cx="926286" cy="886690"/>
              <a:chOff x="429491" y="2798423"/>
              <a:chExt cx="926286" cy="886690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ECE2C6D2-7526-57BF-C648-EFF5C0CDD2B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3E5E6CFF-F953-1D0A-F39C-786BBF67689F}"/>
                  </a:ext>
                </a:extLst>
              </p:cNvPr>
              <p:cNvCxnSpPr>
                <a:stCxn id="85" idx="0"/>
                <a:endCxn id="8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B04993B-2305-E676-6A8D-850C4AF27461}"/>
                  </a:ext>
                </a:extLst>
              </p:cNvPr>
              <p:cNvCxnSpPr>
                <a:stCxn id="8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2A83202-46DF-48DD-FFEC-D7276F98E1EB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5</a:t>
                </a:r>
                <a:endParaRPr lang="en-ID" sz="24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BAB123E-5D30-2669-2A1B-6BC4DE32E84D}"/>
                  </a:ext>
                </a:extLst>
              </p:cNvPr>
              <p:cNvSpPr txBox="1"/>
              <p:nvPr/>
            </p:nvSpPr>
            <p:spPr>
              <a:xfrm>
                <a:off x="844209" y="2869486"/>
                <a:ext cx="469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37EF76-65A0-7691-5F40-C3AA493FB3AC}"/>
                  </a:ext>
                </a:extLst>
              </p:cNvPr>
              <p:cNvSpPr txBox="1"/>
              <p:nvPr/>
            </p:nvSpPr>
            <p:spPr>
              <a:xfrm>
                <a:off x="846866" y="3242089"/>
                <a:ext cx="5089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5B65851-5D93-2886-07A4-737E544F5A1B}"/>
                </a:ext>
              </a:extLst>
            </p:cNvPr>
            <p:cNvSpPr txBox="1"/>
            <p:nvPr/>
          </p:nvSpPr>
          <p:spPr>
            <a:xfrm>
              <a:off x="6867257" y="310222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H</a:t>
              </a:r>
              <a:endParaRPr lang="en-ID" sz="2400" dirty="0"/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930AA990-108C-0CAC-66B9-3EED3A825BAF}"/>
                </a:ext>
              </a:extLst>
            </p:cNvPr>
            <p:cNvCxnSpPr>
              <a:cxnSpLocks/>
              <a:stCxn id="85" idx="6"/>
              <a:endCxn id="144" idx="2"/>
            </p:cNvCxnSpPr>
            <p:nvPr/>
          </p:nvCxnSpPr>
          <p:spPr>
            <a:xfrm>
              <a:off x="6884277" y="2585196"/>
              <a:ext cx="879621" cy="119120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4E34CE7-D2C7-7C35-A5DA-F05AE58AACA4}"/>
                </a:ext>
              </a:extLst>
            </p:cNvPr>
            <p:cNvSpPr txBox="1"/>
            <p:nvPr/>
          </p:nvSpPr>
          <p:spPr>
            <a:xfrm>
              <a:off x="6122060" y="316899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</a:t>
              </a:r>
              <a:endParaRPr lang="en-ID" sz="24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82AF3868-9621-2E23-A9B2-B5DDB9C5FFFE}"/>
                </a:ext>
              </a:extLst>
            </p:cNvPr>
            <p:cNvSpPr txBox="1"/>
            <p:nvPr/>
          </p:nvSpPr>
          <p:spPr>
            <a:xfrm>
              <a:off x="7844769" y="2089233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</a:t>
              </a:r>
              <a:endParaRPr lang="en-ID" sz="2400" dirty="0"/>
            </a:p>
          </p:txBody>
        </p: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C7D7BB6-6D42-7B00-E3F0-BF3F6C9486FE}"/>
                </a:ext>
              </a:extLst>
            </p:cNvPr>
            <p:cNvGrpSpPr/>
            <p:nvPr/>
          </p:nvGrpSpPr>
          <p:grpSpPr>
            <a:xfrm>
              <a:off x="9054624" y="2184553"/>
              <a:ext cx="935197" cy="886690"/>
              <a:chOff x="429491" y="2798423"/>
              <a:chExt cx="935197" cy="886690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ABDB0338-68B5-7504-C634-AB36EE9B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09A240E-34FE-CD29-48E2-31AD1F529147}"/>
                  </a:ext>
                </a:extLst>
              </p:cNvPr>
              <p:cNvCxnSpPr>
                <a:stCxn id="147" idx="0"/>
                <a:endCxn id="147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F55EB497-51B0-0014-2584-929899970177}"/>
                  </a:ext>
                </a:extLst>
              </p:cNvPr>
              <p:cNvCxnSpPr>
                <a:stCxn id="147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C6619D9-BA77-2F04-3E08-AD6F0C6A302C}"/>
                  </a:ext>
                </a:extLst>
              </p:cNvPr>
              <p:cNvSpPr txBox="1"/>
              <p:nvPr/>
            </p:nvSpPr>
            <p:spPr>
              <a:xfrm>
                <a:off x="439799" y="3011253"/>
                <a:ext cx="4962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7</a:t>
                </a:r>
                <a:endParaRPr lang="en-ID" sz="2400" dirty="0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8A50FBDF-E29F-E4CA-6999-37F711147A1C}"/>
                  </a:ext>
                </a:extLst>
              </p:cNvPr>
              <p:cNvSpPr txBox="1"/>
              <p:nvPr/>
            </p:nvSpPr>
            <p:spPr>
              <a:xfrm>
                <a:off x="858677" y="2869206"/>
                <a:ext cx="506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6F7FCE4-6610-90C3-0E6D-5E9F08161253}"/>
                  </a:ext>
                </a:extLst>
              </p:cNvPr>
              <p:cNvSpPr txBox="1"/>
              <p:nvPr/>
            </p:nvSpPr>
            <p:spPr>
              <a:xfrm>
                <a:off x="846581" y="3255614"/>
                <a:ext cx="503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531A8CD-59FB-8CDD-279E-BE8799D25EF2}"/>
                </a:ext>
              </a:extLst>
            </p:cNvPr>
            <p:cNvSpPr txBox="1"/>
            <p:nvPr/>
          </p:nvSpPr>
          <p:spPr>
            <a:xfrm>
              <a:off x="8584650" y="283626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J</a:t>
              </a:r>
              <a:endParaRPr lang="en-ID" sz="24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F8098-FBBF-FFB3-C745-4CFA3042642D}"/>
                </a:ext>
              </a:extLst>
            </p:cNvPr>
            <p:cNvGrpSpPr/>
            <p:nvPr/>
          </p:nvGrpSpPr>
          <p:grpSpPr>
            <a:xfrm>
              <a:off x="11750561" y="2175661"/>
              <a:ext cx="978112" cy="886690"/>
              <a:chOff x="429491" y="2798423"/>
              <a:chExt cx="978112" cy="88669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90D5E0B-5272-AB4F-B6AC-7F7D613D9B7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4D32844-38DA-41FE-1A63-EED1E57763E7}"/>
                  </a:ext>
                </a:extLst>
              </p:cNvPr>
              <p:cNvCxnSpPr>
                <a:stCxn id="3" idx="0"/>
                <a:endCxn id="3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FD3AA98-3D8E-167D-7B11-FE4CA1E9BF95}"/>
                  </a:ext>
                </a:extLst>
              </p:cNvPr>
              <p:cNvCxnSpPr>
                <a:stCxn id="3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B290107-704A-EE1F-CBF9-42A64A7A0D51}"/>
                  </a:ext>
                </a:extLst>
              </p:cNvPr>
              <p:cNvSpPr txBox="1"/>
              <p:nvPr/>
            </p:nvSpPr>
            <p:spPr>
              <a:xfrm>
                <a:off x="441281" y="2997363"/>
                <a:ext cx="525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8</a:t>
                </a:r>
                <a:endParaRPr lang="en-ID" sz="24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04DD2C-7F58-FB2D-408A-867920B2B0B1}"/>
                  </a:ext>
                </a:extLst>
              </p:cNvPr>
              <p:cNvSpPr txBox="1"/>
              <p:nvPr/>
            </p:nvSpPr>
            <p:spPr>
              <a:xfrm>
                <a:off x="841504" y="2880850"/>
                <a:ext cx="5060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2DF62E4-74B7-CB73-1FA9-DE4D03DE871E}"/>
                  </a:ext>
                </a:extLst>
              </p:cNvPr>
              <p:cNvSpPr txBox="1"/>
              <p:nvPr/>
            </p:nvSpPr>
            <p:spPr>
              <a:xfrm>
                <a:off x="872835" y="3241227"/>
                <a:ext cx="5347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164E25E-07D8-7E14-2359-BFA1D364F249}"/>
                </a:ext>
              </a:extLst>
            </p:cNvPr>
            <p:cNvCxnSpPr>
              <a:cxnSpLocks/>
              <a:stCxn id="147" idx="6"/>
              <a:endCxn id="3" idx="2"/>
            </p:cNvCxnSpPr>
            <p:nvPr/>
          </p:nvCxnSpPr>
          <p:spPr>
            <a:xfrm flipV="1">
              <a:off x="9941314" y="2619006"/>
              <a:ext cx="1809247" cy="8892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264D4F6-A5D8-6B03-ABB7-1F23412436EA}"/>
                </a:ext>
              </a:extLst>
            </p:cNvPr>
            <p:cNvSpPr txBox="1"/>
            <p:nvPr/>
          </p:nvSpPr>
          <p:spPr>
            <a:xfrm>
              <a:off x="10678145" y="2024503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</a:t>
              </a:r>
              <a:endParaRPr lang="en-ID" sz="24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E3BC4F8-CB40-812F-E68C-6BD820727759}"/>
                </a:ext>
              </a:extLst>
            </p:cNvPr>
            <p:cNvSpPr txBox="1"/>
            <p:nvPr/>
          </p:nvSpPr>
          <p:spPr>
            <a:xfrm>
              <a:off x="3346341" y="2078576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B95999C-51FF-B76B-795A-30AFA35838FA}"/>
                </a:ext>
              </a:extLst>
            </p:cNvPr>
            <p:cNvSpPr txBox="1"/>
            <p:nvPr/>
          </p:nvSpPr>
          <p:spPr>
            <a:xfrm>
              <a:off x="3385837" y="3865965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12</a:t>
              </a:r>
              <a:endParaRPr lang="en-ID" sz="20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722CEEE-B68B-4BCC-5E72-C6F51521A567}"/>
                </a:ext>
              </a:extLst>
            </p:cNvPr>
            <p:cNvSpPr txBox="1"/>
            <p:nvPr/>
          </p:nvSpPr>
          <p:spPr>
            <a:xfrm>
              <a:off x="5230428" y="6038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44474DD-E870-6390-951F-A86A8B11F391}"/>
                </a:ext>
              </a:extLst>
            </p:cNvPr>
            <p:cNvSpPr txBox="1"/>
            <p:nvPr/>
          </p:nvSpPr>
          <p:spPr>
            <a:xfrm>
              <a:off x="4625107" y="2663934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EAE5A81-73C7-68DC-2A3E-7AB0082F1838}"/>
                </a:ext>
              </a:extLst>
            </p:cNvPr>
            <p:cNvSpPr txBox="1"/>
            <p:nvPr/>
          </p:nvSpPr>
          <p:spPr>
            <a:xfrm>
              <a:off x="5470595" y="3179623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30A0DC4-6092-2DF7-6D3F-153D925516A8}"/>
                </a:ext>
              </a:extLst>
            </p:cNvPr>
            <p:cNvSpPr txBox="1"/>
            <p:nvPr/>
          </p:nvSpPr>
          <p:spPr>
            <a:xfrm>
              <a:off x="6088784" y="3846370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</a:t>
              </a:r>
              <a:endParaRPr lang="en-ID" sz="2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5AD3CA9-C38B-C438-7F6C-34761079384B}"/>
                </a:ext>
              </a:extLst>
            </p:cNvPr>
            <p:cNvSpPr txBox="1"/>
            <p:nvPr/>
          </p:nvSpPr>
          <p:spPr>
            <a:xfrm>
              <a:off x="7373719" y="29087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3EE604A-3AD9-B208-EBB3-72DF3E817BA1}"/>
                </a:ext>
              </a:extLst>
            </p:cNvPr>
            <p:cNvSpPr txBox="1"/>
            <p:nvPr/>
          </p:nvSpPr>
          <p:spPr>
            <a:xfrm>
              <a:off x="7823565" y="2665720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C80990E-9962-46E5-FA21-9E6D43192963}"/>
                </a:ext>
              </a:extLst>
            </p:cNvPr>
            <p:cNvSpPr txBox="1"/>
            <p:nvPr/>
          </p:nvSpPr>
          <p:spPr>
            <a:xfrm>
              <a:off x="8861591" y="330886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EE712D7-89B1-CDB5-93A0-CDEE508A9CCE}"/>
                </a:ext>
              </a:extLst>
            </p:cNvPr>
            <p:cNvSpPr txBox="1"/>
            <p:nvPr/>
          </p:nvSpPr>
          <p:spPr>
            <a:xfrm>
              <a:off x="10711980" y="2605433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536FFA37-BC5B-4A61-A2F8-839011154F37}"/>
                </a:ext>
              </a:extLst>
            </p:cNvPr>
            <p:cNvGrpSpPr/>
            <p:nvPr/>
          </p:nvGrpSpPr>
          <p:grpSpPr>
            <a:xfrm>
              <a:off x="7763898" y="3333054"/>
              <a:ext cx="926286" cy="886690"/>
              <a:chOff x="429491" y="2798423"/>
              <a:chExt cx="926286" cy="886690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BDAB0A2D-DB94-48B1-B8E0-95E671318BE6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C16A0BA-ECF3-46EE-8FA2-FE7817589829}"/>
                  </a:ext>
                </a:extLst>
              </p:cNvPr>
              <p:cNvCxnSpPr>
                <a:stCxn id="144" idx="0"/>
                <a:endCxn id="14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5EAC4362-DB62-44DF-AA8B-6328FA015AF6}"/>
                  </a:ext>
                </a:extLst>
              </p:cNvPr>
              <p:cNvCxnSpPr>
                <a:stCxn id="14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0B9B7D2-2E40-44C3-AC2C-C7E2A63A61FF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6</a:t>
                </a:r>
                <a:endParaRPr lang="en-ID" sz="2400" dirty="0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4F1F8DB-8145-4CEF-9C83-F87A4360F825}"/>
                  </a:ext>
                </a:extLst>
              </p:cNvPr>
              <p:cNvSpPr txBox="1"/>
              <p:nvPr/>
            </p:nvSpPr>
            <p:spPr>
              <a:xfrm>
                <a:off x="844209" y="2869486"/>
                <a:ext cx="469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30</a:t>
                </a:r>
                <a:endParaRPr lang="en-ID" sz="2000" dirty="0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7117B49-1DA2-45BC-BF82-B5B3A5544FD0}"/>
                  </a:ext>
                </a:extLst>
              </p:cNvPr>
              <p:cNvSpPr txBox="1"/>
              <p:nvPr/>
            </p:nvSpPr>
            <p:spPr>
              <a:xfrm>
                <a:off x="846866" y="3242089"/>
                <a:ext cx="5089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30</a:t>
                </a:r>
                <a:endParaRPr lang="en-ID" sz="2000" dirty="0"/>
              </a:p>
            </p:txBody>
          </p:sp>
        </p:grp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5269EC95-216F-47C9-830B-306E1E4EFDDE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flipV="1">
              <a:off x="6888453" y="2627898"/>
              <a:ext cx="2166171" cy="1384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25EFE302-60EB-47BE-8B86-BEC13F8BDC53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flipV="1">
              <a:off x="8669569" y="2627898"/>
              <a:ext cx="385055" cy="112226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772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D11A422-C901-951F-9E57-7AB407665208}"/>
              </a:ext>
            </a:extLst>
          </p:cNvPr>
          <p:cNvGrpSpPr/>
          <p:nvPr/>
        </p:nvGrpSpPr>
        <p:grpSpPr>
          <a:xfrm>
            <a:off x="3201569" y="874925"/>
            <a:ext cx="886690" cy="886690"/>
            <a:chOff x="429491" y="2798423"/>
            <a:chExt cx="886690" cy="8866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B3166F-C596-11A1-F677-889095F4026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3D10CFE-C4F1-7BB3-4512-72A00E720525}"/>
                </a:ext>
              </a:extLst>
            </p:cNvPr>
            <p:cNvCxnSpPr>
              <a:stCxn id="4" idx="0"/>
              <a:endCxn id="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9A0C99-F8D6-0756-9061-2DF123AA8BB2}"/>
                </a:ext>
              </a:extLst>
            </p:cNvPr>
            <p:cNvCxnSpPr>
              <a:stCxn id="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813EA-8985-1374-9E6B-F3D4F1C434A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  <a:endParaRPr lang="en-ID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8FFCC-BC53-71A9-A9E1-A49CBEBFB43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313057-2D35-5318-B88E-97AB61348814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6524AB-CDE3-4827-2D95-2FC051FD5FF4}"/>
              </a:ext>
            </a:extLst>
          </p:cNvPr>
          <p:cNvGrpSpPr/>
          <p:nvPr/>
        </p:nvGrpSpPr>
        <p:grpSpPr>
          <a:xfrm>
            <a:off x="5129605" y="874925"/>
            <a:ext cx="886690" cy="886690"/>
            <a:chOff x="429491" y="2798423"/>
            <a:chExt cx="886690" cy="8866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3868CF-4082-A08F-6721-B7E0941D185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D6D086-FFF9-69AD-E8EB-62E10B09DE2E}"/>
                </a:ext>
              </a:extLst>
            </p:cNvPr>
            <p:cNvCxnSpPr>
              <a:stCxn id="15" idx="0"/>
              <a:endCxn id="15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313231-F215-AB4D-7772-0B2BEFE34246}"/>
                </a:ext>
              </a:extLst>
            </p:cNvPr>
            <p:cNvCxnSpPr>
              <a:stCxn id="15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A2E593-385E-9ABB-4039-7DD89E6F2749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65E4C6-D31C-703B-1872-A3540E5B3CF8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7CCA9-C34A-25B0-8F94-F9D131314626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A0E923-9F66-9780-1F31-02829662C318}"/>
              </a:ext>
            </a:extLst>
          </p:cNvPr>
          <p:cNvCxnSpPr>
            <a:stCxn id="4" idx="6"/>
            <a:endCxn id="15" idx="2"/>
          </p:cNvCxnSpPr>
          <p:nvPr/>
        </p:nvCxnSpPr>
        <p:spPr>
          <a:xfrm>
            <a:off x="4088259" y="1318270"/>
            <a:ext cx="104134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C5AC01-E4F3-5DCE-F357-4B3FE782F5B2}"/>
              </a:ext>
            </a:extLst>
          </p:cNvPr>
          <p:cNvSpPr txBox="1"/>
          <p:nvPr/>
        </p:nvSpPr>
        <p:spPr>
          <a:xfrm>
            <a:off x="4389113" y="91816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endParaRPr lang="en-ID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820C1-52DE-9C05-D25B-60D5BE983342}"/>
              </a:ext>
            </a:extLst>
          </p:cNvPr>
          <p:cNvSpPr txBox="1"/>
          <p:nvPr/>
        </p:nvSpPr>
        <p:spPr>
          <a:xfrm>
            <a:off x="4426811" y="1349048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EB8B954-1940-DBC5-E670-CBF83377B9F9}"/>
              </a:ext>
            </a:extLst>
          </p:cNvPr>
          <p:cNvCxnSpPr>
            <a:cxnSpLocks/>
            <a:stCxn id="15" idx="6"/>
            <a:endCxn id="61" idx="2"/>
          </p:cNvCxnSpPr>
          <p:nvPr/>
        </p:nvCxnSpPr>
        <p:spPr>
          <a:xfrm flipV="1">
            <a:off x="6016295" y="1306380"/>
            <a:ext cx="1002817" cy="11890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F5E8639-DB46-F671-AB30-A18D96C64B10}"/>
              </a:ext>
            </a:extLst>
          </p:cNvPr>
          <p:cNvSpPr txBox="1"/>
          <p:nvPr/>
        </p:nvSpPr>
        <p:spPr>
          <a:xfrm>
            <a:off x="6329955" y="715537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B</a:t>
            </a:r>
            <a:endParaRPr lang="en-ID" sz="24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85C1942-D623-8BE9-8BF7-CF9118EE202F}"/>
              </a:ext>
            </a:extLst>
          </p:cNvPr>
          <p:cNvGrpSpPr/>
          <p:nvPr/>
        </p:nvGrpSpPr>
        <p:grpSpPr>
          <a:xfrm>
            <a:off x="7019112" y="863035"/>
            <a:ext cx="989560" cy="886690"/>
            <a:chOff x="429491" y="2798423"/>
            <a:chExt cx="989560" cy="88669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43AF656-3C6C-35A7-C09A-177B2EC2720C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CAA05C1-7A52-6028-8D11-D36B042EC321}"/>
                </a:ext>
              </a:extLst>
            </p:cNvPr>
            <p:cNvCxnSpPr>
              <a:stCxn id="61" idx="0"/>
              <a:endCxn id="61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4DEED38-3B2E-6C47-61F5-35036333FA08}"/>
                </a:ext>
              </a:extLst>
            </p:cNvPr>
            <p:cNvCxnSpPr>
              <a:cxnSpLocks/>
              <a:stCxn id="61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97BEE00-4595-5BB9-5965-0F09EEAC3545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3</a:t>
              </a:r>
              <a:endParaRPr lang="en-ID" sz="2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745CEA-2FFF-96DC-6C13-6A33E83C3192}"/>
                </a:ext>
              </a:extLst>
            </p:cNvPr>
            <p:cNvSpPr txBox="1"/>
            <p:nvPr/>
          </p:nvSpPr>
          <p:spPr>
            <a:xfrm>
              <a:off x="858511" y="2867802"/>
              <a:ext cx="4844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20</a:t>
              </a:r>
              <a:endParaRPr lang="en-ID" sz="20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D65BFE8-31FC-A83C-466B-5F4CB91653A1}"/>
                </a:ext>
              </a:extLst>
            </p:cNvPr>
            <p:cNvSpPr txBox="1"/>
            <p:nvPr/>
          </p:nvSpPr>
          <p:spPr>
            <a:xfrm>
              <a:off x="861950" y="3229283"/>
              <a:ext cx="5571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20</a:t>
              </a:r>
              <a:endParaRPr lang="en-ID" sz="2000" dirty="0"/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1B95999C-51FF-B76B-795A-30AFA35838FA}"/>
              </a:ext>
            </a:extLst>
          </p:cNvPr>
          <p:cNvSpPr txBox="1"/>
          <p:nvPr/>
        </p:nvSpPr>
        <p:spPr>
          <a:xfrm>
            <a:off x="6321543" y="1435225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3</a:t>
            </a:r>
            <a:endParaRPr lang="en-ID" sz="20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C0C580C-FD2F-4C90-8D28-374CA2DBD73F}"/>
              </a:ext>
            </a:extLst>
          </p:cNvPr>
          <p:cNvCxnSpPr>
            <a:cxnSpLocks/>
            <a:stCxn id="15" idx="4"/>
            <a:endCxn id="96" idx="0"/>
          </p:cNvCxnSpPr>
          <p:nvPr/>
        </p:nvCxnSpPr>
        <p:spPr>
          <a:xfrm>
            <a:off x="5572950" y="1761615"/>
            <a:ext cx="6371" cy="76465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636609C-CE4B-459F-958F-A865327646AF}"/>
              </a:ext>
            </a:extLst>
          </p:cNvPr>
          <p:cNvGrpSpPr/>
          <p:nvPr/>
        </p:nvGrpSpPr>
        <p:grpSpPr>
          <a:xfrm>
            <a:off x="5135976" y="2526270"/>
            <a:ext cx="886690" cy="886690"/>
            <a:chOff x="429491" y="2798423"/>
            <a:chExt cx="886690" cy="88669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1ACC20C-4BB4-46B5-B7B0-9C802CFE5FF9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18E321F-24BD-44CE-B79D-93C13BF44465}"/>
                </a:ext>
              </a:extLst>
            </p:cNvPr>
            <p:cNvCxnSpPr>
              <a:stCxn id="96" idx="0"/>
              <a:endCxn id="96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3433139-9F7F-4A76-80F9-EA90B77DEAF3}"/>
                </a:ext>
              </a:extLst>
            </p:cNvPr>
            <p:cNvCxnSpPr>
              <a:stCxn id="96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39084B6-9B3B-48AB-9EFB-C4AC81298F32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4</a:t>
              </a:r>
              <a:endParaRPr lang="en-ID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B66A5A6-2EAD-4ED9-93A5-157FE992A38E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AEBE808-75E7-481E-9B31-88B3B974140E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EC786F6-3339-483C-8347-AD5A49469C13}"/>
              </a:ext>
            </a:extLst>
          </p:cNvPr>
          <p:cNvCxnSpPr>
            <a:cxnSpLocks/>
            <a:stCxn id="61" idx="4"/>
            <a:endCxn id="107" idx="0"/>
          </p:cNvCxnSpPr>
          <p:nvPr/>
        </p:nvCxnSpPr>
        <p:spPr>
          <a:xfrm>
            <a:off x="7462457" y="1749725"/>
            <a:ext cx="17388" cy="84071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397B91F-45E0-4FDE-85EB-6DFCC720A032}"/>
              </a:ext>
            </a:extLst>
          </p:cNvPr>
          <p:cNvGrpSpPr/>
          <p:nvPr/>
        </p:nvGrpSpPr>
        <p:grpSpPr>
          <a:xfrm>
            <a:off x="7036500" y="2590436"/>
            <a:ext cx="886690" cy="886690"/>
            <a:chOff x="429491" y="2798423"/>
            <a:chExt cx="886690" cy="886690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CEE8C45-AF53-4142-B355-EFE2E5726486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805F2D5-9A64-4379-87FB-A53DAECB4494}"/>
                </a:ext>
              </a:extLst>
            </p:cNvPr>
            <p:cNvCxnSpPr>
              <a:stCxn id="107" idx="0"/>
              <a:endCxn id="107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9AA426-6283-4023-ABF2-FB3DABD63044}"/>
                </a:ext>
              </a:extLst>
            </p:cNvPr>
            <p:cNvCxnSpPr>
              <a:stCxn id="107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F0D6111-1D18-4B0A-82BB-449FAF25DE4B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5</a:t>
              </a:r>
              <a:endParaRPr lang="en-ID" sz="2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9AB052F-274A-4D18-BA0D-6A44546C6A64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888E79A-4C61-4CEB-A180-4A77AA974577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AEBCF0C0-1717-4F6F-AAF8-D363F4743E88}"/>
              </a:ext>
            </a:extLst>
          </p:cNvPr>
          <p:cNvSpPr txBox="1"/>
          <p:nvPr/>
        </p:nvSpPr>
        <p:spPr>
          <a:xfrm>
            <a:off x="5135976" y="1913109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C</a:t>
            </a:r>
            <a:endParaRPr lang="en-ID" sz="24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F22D45-9C41-4E95-9AAF-0BD34010367E}"/>
              </a:ext>
            </a:extLst>
          </p:cNvPr>
          <p:cNvSpPr txBox="1"/>
          <p:nvPr/>
        </p:nvSpPr>
        <p:spPr>
          <a:xfrm>
            <a:off x="7093103" y="1872096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D</a:t>
            </a:r>
            <a:endParaRPr lang="en-ID" sz="24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FAD6FDC7-3425-45CA-AC0D-A88339C53C2C}"/>
              </a:ext>
            </a:extLst>
          </p:cNvPr>
          <p:cNvCxnSpPr>
            <a:cxnSpLocks/>
            <a:stCxn id="96" idx="6"/>
          </p:cNvCxnSpPr>
          <p:nvPr/>
        </p:nvCxnSpPr>
        <p:spPr>
          <a:xfrm flipV="1">
            <a:off x="6022666" y="2967789"/>
            <a:ext cx="987734" cy="182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F188BC6-21C2-431B-878A-F71DED768BF7}"/>
              </a:ext>
            </a:extLst>
          </p:cNvPr>
          <p:cNvGrpSpPr/>
          <p:nvPr/>
        </p:nvGrpSpPr>
        <p:grpSpPr>
          <a:xfrm>
            <a:off x="7022330" y="4295355"/>
            <a:ext cx="886690" cy="886690"/>
            <a:chOff x="429491" y="2798423"/>
            <a:chExt cx="886690" cy="886690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85C98F5-99B6-4C70-8E66-0C902C2EFD3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ACE8FBD-04C9-481A-A5C4-EE6C7D9B6206}"/>
                </a:ext>
              </a:extLst>
            </p:cNvPr>
            <p:cNvCxnSpPr>
              <a:stCxn id="124" idx="0"/>
              <a:endCxn id="12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F555071-96E6-4B69-8322-D4627C058BF0}"/>
                </a:ext>
              </a:extLst>
            </p:cNvPr>
            <p:cNvCxnSpPr>
              <a:stCxn id="12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77D1B46-EB5B-4867-8F00-1F5981A0EBBC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7</a:t>
              </a:r>
              <a:endParaRPr lang="en-ID" sz="2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3AAF44D-FFEF-4F69-915D-46C0081D0A00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513E7E7-E905-45A4-95B8-46B4853C1D16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6B2C503-8867-4A50-9C1D-E9315590F9BA}"/>
              </a:ext>
            </a:extLst>
          </p:cNvPr>
          <p:cNvCxnSpPr>
            <a:cxnSpLocks/>
            <a:stCxn id="96" idx="2"/>
            <a:endCxn id="140" idx="6"/>
          </p:cNvCxnSpPr>
          <p:nvPr/>
        </p:nvCxnSpPr>
        <p:spPr>
          <a:xfrm flipH="1" flipV="1">
            <a:off x="4185714" y="2965265"/>
            <a:ext cx="950262" cy="435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3DFFD53-B5A4-457F-A0A9-59360C66BAC2}"/>
              </a:ext>
            </a:extLst>
          </p:cNvPr>
          <p:cNvGrpSpPr/>
          <p:nvPr/>
        </p:nvGrpSpPr>
        <p:grpSpPr>
          <a:xfrm>
            <a:off x="3299024" y="2521920"/>
            <a:ext cx="886690" cy="886690"/>
            <a:chOff x="429491" y="2798423"/>
            <a:chExt cx="886690" cy="88669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97AA53C-F872-4250-8674-CEA683A9009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51207D7-F3C2-47E5-A0B1-A6328B7872FC}"/>
                </a:ext>
              </a:extLst>
            </p:cNvPr>
            <p:cNvCxnSpPr>
              <a:stCxn id="140" idx="0"/>
              <a:endCxn id="14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813A5C6-1CC1-4D50-B2A5-EB82FBEC3420}"/>
                </a:ext>
              </a:extLst>
            </p:cNvPr>
            <p:cNvCxnSpPr>
              <a:stCxn id="14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924AEEE-E2CB-4758-97CF-49A72B306F68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6</a:t>
              </a:r>
              <a:endParaRPr lang="en-ID" sz="2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50E8B73-E822-4984-9E3D-6263892833C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DF8C4C7-0F0C-4B4E-8273-C9BCF9A0ACF8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4810EAF6-F670-48E7-A8CD-9AF94AEC3A14}"/>
              </a:ext>
            </a:extLst>
          </p:cNvPr>
          <p:cNvSpPr txBox="1"/>
          <p:nvPr/>
        </p:nvSpPr>
        <p:spPr>
          <a:xfrm>
            <a:off x="4485521" y="237477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F</a:t>
            </a:r>
            <a:endParaRPr lang="en-ID" sz="2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4D7FE09-6ACA-4EFE-8AD0-F1956FB42E2B}"/>
              </a:ext>
            </a:extLst>
          </p:cNvPr>
          <p:cNvSpPr txBox="1"/>
          <p:nvPr/>
        </p:nvSpPr>
        <p:spPr>
          <a:xfrm>
            <a:off x="6337458" y="244448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E</a:t>
            </a:r>
            <a:endParaRPr lang="en-ID" sz="2400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9A0F414-51AB-4CD0-BF0E-B004CA0FE2AF}"/>
              </a:ext>
            </a:extLst>
          </p:cNvPr>
          <p:cNvCxnSpPr>
            <a:cxnSpLocks/>
          </p:cNvCxnSpPr>
          <p:nvPr/>
        </p:nvCxnSpPr>
        <p:spPr>
          <a:xfrm>
            <a:off x="7446415" y="3366528"/>
            <a:ext cx="13461" cy="91077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C81D75E7-871C-4E23-9ED4-569DEF9199B5}"/>
              </a:ext>
            </a:extLst>
          </p:cNvPr>
          <p:cNvSpPr txBox="1"/>
          <p:nvPr/>
        </p:nvSpPr>
        <p:spPr>
          <a:xfrm>
            <a:off x="7019751" y="3577328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G</a:t>
            </a:r>
            <a:endParaRPr lang="en-ID" sz="2400" dirty="0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409B4D3-7094-4E26-A88A-C4A08DE37A8C}"/>
              </a:ext>
            </a:extLst>
          </p:cNvPr>
          <p:cNvGrpSpPr/>
          <p:nvPr/>
        </p:nvGrpSpPr>
        <p:grpSpPr>
          <a:xfrm>
            <a:off x="3282441" y="4295355"/>
            <a:ext cx="886690" cy="886690"/>
            <a:chOff x="429491" y="2798423"/>
            <a:chExt cx="886690" cy="886690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8A955D2-F052-41F3-A51E-59E0B7EBAD2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C3D65F0-B6E9-488E-8491-0237029B6D81}"/>
                </a:ext>
              </a:extLst>
            </p:cNvPr>
            <p:cNvCxnSpPr>
              <a:stCxn id="167" idx="0"/>
              <a:endCxn id="167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62D9A1CD-CABD-4938-BA00-D12FBEE7D782}"/>
                </a:ext>
              </a:extLst>
            </p:cNvPr>
            <p:cNvCxnSpPr>
              <a:stCxn id="167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2372C900-7E69-4EDB-B8D2-7047C38277B5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8</a:t>
              </a:r>
              <a:endParaRPr lang="en-ID" sz="2400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E6FDAC7-653D-433A-9126-4BB68B2CAD50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D287879-E48F-45D9-96E6-85BB26E4A801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0A626CA-4870-4E94-95E4-388676FEB16A}"/>
              </a:ext>
            </a:extLst>
          </p:cNvPr>
          <p:cNvCxnSpPr>
            <a:cxnSpLocks/>
            <a:endCxn id="167" idx="0"/>
          </p:cNvCxnSpPr>
          <p:nvPr/>
        </p:nvCxnSpPr>
        <p:spPr>
          <a:xfrm flipH="1">
            <a:off x="3725786" y="3412960"/>
            <a:ext cx="10154" cy="882395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9D51DC9C-B618-437C-8749-A5F64D2B81EF}"/>
              </a:ext>
            </a:extLst>
          </p:cNvPr>
          <p:cNvCxnSpPr>
            <a:cxnSpLocks/>
            <a:stCxn id="132" idx="1"/>
            <a:endCxn id="167" idx="6"/>
          </p:cNvCxnSpPr>
          <p:nvPr/>
        </p:nvCxnSpPr>
        <p:spPr>
          <a:xfrm flipH="1" flipV="1">
            <a:off x="4169131" y="4738700"/>
            <a:ext cx="2934071" cy="1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AB2CDFD-8867-47C5-9C22-676383A4BCB2}"/>
              </a:ext>
            </a:extLst>
          </p:cNvPr>
          <p:cNvCxnSpPr>
            <a:cxnSpLocks/>
            <a:stCxn id="167" idx="2"/>
            <a:endCxn id="80" idx="6"/>
          </p:cNvCxnSpPr>
          <p:nvPr/>
        </p:nvCxnSpPr>
        <p:spPr>
          <a:xfrm flipH="1" flipV="1">
            <a:off x="1900283" y="4724328"/>
            <a:ext cx="1382158" cy="143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322DFBD-C8A3-4D5E-BE1A-4D37D737DA17}"/>
              </a:ext>
            </a:extLst>
          </p:cNvPr>
          <p:cNvGrpSpPr/>
          <p:nvPr/>
        </p:nvGrpSpPr>
        <p:grpSpPr>
          <a:xfrm>
            <a:off x="1013593" y="4280983"/>
            <a:ext cx="886690" cy="886690"/>
            <a:chOff x="429491" y="2798423"/>
            <a:chExt cx="886690" cy="88669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BCBAAA8-F9C3-43EE-867E-2E7DDB625898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6E5C1C3-6DF6-48CE-9788-D3FA45BBA28E}"/>
                </a:ext>
              </a:extLst>
            </p:cNvPr>
            <p:cNvCxnSpPr>
              <a:stCxn id="80" idx="0"/>
              <a:endCxn id="8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76B5257-506C-497C-B934-DC047BE3315A}"/>
                </a:ext>
              </a:extLst>
            </p:cNvPr>
            <p:cNvCxnSpPr>
              <a:stCxn id="8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A8B8ABE-37AF-49F6-A511-68A1579DD258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9</a:t>
              </a:r>
              <a:endParaRPr lang="en-ID" sz="24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A515934-A68A-4A90-8C23-7F8B30030BDD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0203074-8A33-4E02-8B01-D6CF928B9918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EFB656CC-E04F-4519-B109-2D79AE7D3DB8}"/>
              </a:ext>
            </a:extLst>
          </p:cNvPr>
          <p:cNvSpPr txBox="1"/>
          <p:nvPr/>
        </p:nvSpPr>
        <p:spPr>
          <a:xfrm>
            <a:off x="4465393" y="3098441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3</a:t>
            </a:r>
            <a:endParaRPr lang="en-ID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F70B15-9563-457A-BD97-AEF778182ABE}"/>
              </a:ext>
            </a:extLst>
          </p:cNvPr>
          <p:cNvSpPr txBox="1"/>
          <p:nvPr/>
        </p:nvSpPr>
        <p:spPr>
          <a:xfrm>
            <a:off x="6386044" y="3116987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4</a:t>
            </a:r>
            <a:endParaRPr lang="en-ID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28C475-75FB-4AC1-8C11-5A38AEB8B72E}"/>
              </a:ext>
            </a:extLst>
          </p:cNvPr>
          <p:cNvSpPr txBox="1"/>
          <p:nvPr/>
        </p:nvSpPr>
        <p:spPr>
          <a:xfrm>
            <a:off x="7618725" y="1892420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4</a:t>
            </a:r>
            <a:endParaRPr lang="en-ID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F316D4-A1F0-436B-BA71-97ED641723D7}"/>
              </a:ext>
            </a:extLst>
          </p:cNvPr>
          <p:cNvSpPr txBox="1"/>
          <p:nvPr/>
        </p:nvSpPr>
        <p:spPr>
          <a:xfrm>
            <a:off x="7540590" y="3608105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5</a:t>
            </a:r>
            <a:endParaRPr lang="en-ID" sz="2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9F9AA0-9F20-406E-8791-D86B3206546E}"/>
              </a:ext>
            </a:extLst>
          </p:cNvPr>
          <p:cNvSpPr txBox="1"/>
          <p:nvPr/>
        </p:nvSpPr>
        <p:spPr>
          <a:xfrm>
            <a:off x="2521064" y="4931319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B983CB-575F-4C28-9B1F-EC3736401351}"/>
              </a:ext>
            </a:extLst>
          </p:cNvPr>
          <p:cNvSpPr txBox="1"/>
          <p:nvPr/>
        </p:nvSpPr>
        <p:spPr>
          <a:xfrm>
            <a:off x="5668778" y="1954118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A17483-61E2-4EDC-AE27-DC3B0B7BDDF4}"/>
              </a:ext>
            </a:extLst>
          </p:cNvPr>
          <p:cNvSpPr txBox="1"/>
          <p:nvPr/>
        </p:nvSpPr>
        <p:spPr>
          <a:xfrm>
            <a:off x="2591298" y="4107757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F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09584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D11A422-C901-951F-9E57-7AB407665208}"/>
              </a:ext>
            </a:extLst>
          </p:cNvPr>
          <p:cNvGrpSpPr/>
          <p:nvPr/>
        </p:nvGrpSpPr>
        <p:grpSpPr>
          <a:xfrm>
            <a:off x="5899801" y="1208584"/>
            <a:ext cx="886690" cy="886690"/>
            <a:chOff x="429491" y="2798423"/>
            <a:chExt cx="886690" cy="8866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B3166F-C596-11A1-F677-889095F4026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3D10CFE-C4F1-7BB3-4512-72A00E720525}"/>
                </a:ext>
              </a:extLst>
            </p:cNvPr>
            <p:cNvCxnSpPr>
              <a:stCxn id="4" idx="0"/>
              <a:endCxn id="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9A0C99-F8D6-0756-9061-2DF123AA8BB2}"/>
                </a:ext>
              </a:extLst>
            </p:cNvPr>
            <p:cNvCxnSpPr>
              <a:stCxn id="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813EA-8985-1374-9E6B-F3D4F1C434A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  <a:endParaRPr lang="en-ID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8FFCC-BC53-71A9-A9E1-A49CBEBFB43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313057-2D35-5318-B88E-97AB61348814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6524AB-CDE3-4827-2D95-2FC051FD5FF4}"/>
              </a:ext>
            </a:extLst>
          </p:cNvPr>
          <p:cNvGrpSpPr/>
          <p:nvPr/>
        </p:nvGrpSpPr>
        <p:grpSpPr>
          <a:xfrm>
            <a:off x="8413133" y="1207431"/>
            <a:ext cx="886690" cy="886690"/>
            <a:chOff x="429491" y="2798423"/>
            <a:chExt cx="886690" cy="8866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3868CF-4082-A08F-6721-B7E0941D185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D6D086-FFF9-69AD-E8EB-62E10B09DE2E}"/>
                </a:ext>
              </a:extLst>
            </p:cNvPr>
            <p:cNvCxnSpPr>
              <a:stCxn id="15" idx="0"/>
              <a:endCxn id="15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313231-F215-AB4D-7772-0B2BEFE34246}"/>
                </a:ext>
              </a:extLst>
            </p:cNvPr>
            <p:cNvCxnSpPr>
              <a:stCxn id="15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A2E593-385E-9ABB-4039-7DD89E6F2749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65E4C6-D31C-703B-1872-A3540E5B3CF8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7CCA9-C34A-25B0-8F94-F9D131314626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6</a:t>
              </a:r>
              <a:endParaRPr lang="en-ID" sz="20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A0E923-9F66-9780-1F31-02829662C318}"/>
              </a:ext>
            </a:extLst>
          </p:cNvPr>
          <p:cNvCxnSpPr>
            <a:stCxn id="4" idx="6"/>
            <a:endCxn id="15" idx="2"/>
          </p:cNvCxnSpPr>
          <p:nvPr/>
        </p:nvCxnSpPr>
        <p:spPr>
          <a:xfrm flipV="1">
            <a:off x="6786491" y="1650776"/>
            <a:ext cx="1626642" cy="115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C5AC01-E4F3-5DCE-F357-4B3FE782F5B2}"/>
              </a:ext>
            </a:extLst>
          </p:cNvPr>
          <p:cNvSpPr txBox="1"/>
          <p:nvPr/>
        </p:nvSpPr>
        <p:spPr>
          <a:xfrm>
            <a:off x="7686496" y="1250667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endParaRPr lang="en-ID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820C1-52DE-9C05-D25B-60D5BE983342}"/>
              </a:ext>
            </a:extLst>
          </p:cNvPr>
          <p:cNvSpPr txBox="1"/>
          <p:nvPr/>
        </p:nvSpPr>
        <p:spPr>
          <a:xfrm>
            <a:off x="7710339" y="1736974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5E8639-DB46-F671-AB30-A18D96C64B10}"/>
              </a:ext>
            </a:extLst>
          </p:cNvPr>
          <p:cNvSpPr txBox="1"/>
          <p:nvPr/>
        </p:nvSpPr>
        <p:spPr>
          <a:xfrm>
            <a:off x="4966349" y="114494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B</a:t>
            </a:r>
            <a:endParaRPr lang="en-ID" sz="2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B95999C-51FF-B76B-795A-30AFA35838FA}"/>
              </a:ext>
            </a:extLst>
          </p:cNvPr>
          <p:cNvSpPr txBox="1"/>
          <p:nvPr/>
        </p:nvSpPr>
        <p:spPr>
          <a:xfrm>
            <a:off x="5008915" y="1629831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3</a:t>
            </a:r>
            <a:endParaRPr lang="en-ID" sz="20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C0C580C-FD2F-4C90-8D28-374CA2DBD73F}"/>
              </a:ext>
            </a:extLst>
          </p:cNvPr>
          <p:cNvCxnSpPr>
            <a:cxnSpLocks/>
            <a:stCxn id="15" idx="4"/>
            <a:endCxn id="96" idx="0"/>
          </p:cNvCxnSpPr>
          <p:nvPr/>
        </p:nvCxnSpPr>
        <p:spPr>
          <a:xfrm>
            <a:off x="8856478" y="2094121"/>
            <a:ext cx="652" cy="72232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636609C-CE4B-459F-958F-A865327646AF}"/>
              </a:ext>
            </a:extLst>
          </p:cNvPr>
          <p:cNvGrpSpPr/>
          <p:nvPr/>
        </p:nvGrpSpPr>
        <p:grpSpPr>
          <a:xfrm>
            <a:off x="8413785" y="2816443"/>
            <a:ext cx="886690" cy="886690"/>
            <a:chOff x="429491" y="2798423"/>
            <a:chExt cx="886690" cy="88669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1ACC20C-4BB4-46B5-B7B0-9C802CFE5FF9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18E321F-24BD-44CE-B79D-93C13BF44465}"/>
                </a:ext>
              </a:extLst>
            </p:cNvPr>
            <p:cNvCxnSpPr>
              <a:stCxn id="96" idx="0"/>
              <a:endCxn id="96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3433139-9F7F-4A76-80F9-EA90B77DEAF3}"/>
                </a:ext>
              </a:extLst>
            </p:cNvPr>
            <p:cNvCxnSpPr>
              <a:stCxn id="96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39084B6-9B3B-48AB-9EFB-C4AC81298F32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3</a:t>
              </a:r>
              <a:endParaRPr lang="en-ID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B66A5A6-2EAD-4ED9-93A5-157FE992A38E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AEBE808-75E7-481E-9B31-88B3B974140E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8</a:t>
              </a:r>
              <a:endParaRPr lang="en-ID" sz="2000" dirty="0"/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EC786F6-3339-483C-8347-AD5A49469C13}"/>
              </a:ext>
            </a:extLst>
          </p:cNvPr>
          <p:cNvCxnSpPr>
            <a:cxnSpLocks/>
            <a:stCxn id="38" idx="4"/>
            <a:endCxn id="107" idx="0"/>
          </p:cNvCxnSpPr>
          <p:nvPr/>
        </p:nvCxnSpPr>
        <p:spPr>
          <a:xfrm flipH="1">
            <a:off x="3568271" y="2079749"/>
            <a:ext cx="10141" cy="71992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397B91F-45E0-4FDE-85EB-6DFCC720A032}"/>
              </a:ext>
            </a:extLst>
          </p:cNvPr>
          <p:cNvGrpSpPr/>
          <p:nvPr/>
        </p:nvGrpSpPr>
        <p:grpSpPr>
          <a:xfrm>
            <a:off x="3124926" y="2799675"/>
            <a:ext cx="886690" cy="886690"/>
            <a:chOff x="429491" y="2798423"/>
            <a:chExt cx="886690" cy="886690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CEE8C45-AF53-4142-B355-EFE2E5726486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805F2D5-9A64-4379-87FB-A53DAECB4494}"/>
                </a:ext>
              </a:extLst>
            </p:cNvPr>
            <p:cNvCxnSpPr>
              <a:stCxn id="107" idx="0"/>
              <a:endCxn id="107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9AA426-6283-4023-ABF2-FB3DABD63044}"/>
                </a:ext>
              </a:extLst>
            </p:cNvPr>
            <p:cNvCxnSpPr>
              <a:stCxn id="107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F0D6111-1D18-4B0A-82BB-449FAF25DE4B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4</a:t>
              </a:r>
              <a:endParaRPr lang="en-ID" sz="2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9AB052F-274A-4D18-BA0D-6A44546C6A64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7</a:t>
              </a:r>
              <a:endParaRPr lang="en-ID" sz="2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888E79A-4C61-4CEB-A180-4A77AA974577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7</a:t>
              </a:r>
              <a:endParaRPr lang="en-ID" sz="2000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AEBCF0C0-1717-4F6F-AAF8-D363F4743E88}"/>
              </a:ext>
            </a:extLst>
          </p:cNvPr>
          <p:cNvSpPr txBox="1"/>
          <p:nvPr/>
        </p:nvSpPr>
        <p:spPr>
          <a:xfrm>
            <a:off x="8419504" y="2301035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C</a:t>
            </a:r>
            <a:endParaRPr lang="en-ID" sz="24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F22D45-9C41-4E95-9AAF-0BD34010367E}"/>
              </a:ext>
            </a:extLst>
          </p:cNvPr>
          <p:cNvSpPr txBox="1"/>
          <p:nvPr/>
        </p:nvSpPr>
        <p:spPr>
          <a:xfrm>
            <a:off x="3090068" y="213708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D</a:t>
            </a:r>
            <a:endParaRPr lang="en-ID" sz="24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FAD6FDC7-3425-45CA-AC0D-A88339C53C2C}"/>
              </a:ext>
            </a:extLst>
          </p:cNvPr>
          <p:cNvCxnSpPr>
            <a:cxnSpLocks/>
            <a:stCxn id="96" idx="2"/>
            <a:endCxn id="107" idx="6"/>
          </p:cNvCxnSpPr>
          <p:nvPr/>
        </p:nvCxnSpPr>
        <p:spPr>
          <a:xfrm flipH="1" flipV="1">
            <a:off x="4011616" y="3243020"/>
            <a:ext cx="4402169" cy="167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F188BC6-21C2-431B-878A-F71DED768BF7}"/>
              </a:ext>
            </a:extLst>
          </p:cNvPr>
          <p:cNvGrpSpPr/>
          <p:nvPr/>
        </p:nvGrpSpPr>
        <p:grpSpPr>
          <a:xfrm>
            <a:off x="3117760" y="4671819"/>
            <a:ext cx="933476" cy="886690"/>
            <a:chOff x="429491" y="2798423"/>
            <a:chExt cx="933476" cy="886690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85C98F5-99B6-4C70-8E66-0C902C2EFD3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ACE8FBD-04C9-481A-A5C4-EE6C7D9B6206}"/>
                </a:ext>
              </a:extLst>
            </p:cNvPr>
            <p:cNvCxnSpPr>
              <a:stCxn id="124" idx="0"/>
              <a:endCxn id="12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F555071-96E6-4B69-8322-D4627C058BF0}"/>
                </a:ext>
              </a:extLst>
            </p:cNvPr>
            <p:cNvCxnSpPr>
              <a:stCxn id="12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77D1B46-EB5B-4867-8F00-1F5981A0EBBC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6</a:t>
              </a:r>
              <a:endParaRPr lang="en-ID" sz="2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3AAF44D-FFEF-4F69-915D-46C0081D0A00}"/>
                </a:ext>
              </a:extLst>
            </p:cNvPr>
            <p:cNvSpPr txBox="1"/>
            <p:nvPr/>
          </p:nvSpPr>
          <p:spPr>
            <a:xfrm>
              <a:off x="815415" y="2857398"/>
              <a:ext cx="498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513E7E7-E905-45A4-95B8-46B4853C1D16}"/>
                </a:ext>
              </a:extLst>
            </p:cNvPr>
            <p:cNvSpPr txBox="1"/>
            <p:nvPr/>
          </p:nvSpPr>
          <p:spPr>
            <a:xfrm>
              <a:off x="846802" y="3224790"/>
              <a:ext cx="5161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</p:grp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6B2C503-8867-4A50-9C1D-E9315590F9BA}"/>
              </a:ext>
            </a:extLst>
          </p:cNvPr>
          <p:cNvCxnSpPr>
            <a:cxnSpLocks/>
            <a:stCxn id="96" idx="4"/>
            <a:endCxn id="140" idx="0"/>
          </p:cNvCxnSpPr>
          <p:nvPr/>
        </p:nvCxnSpPr>
        <p:spPr>
          <a:xfrm>
            <a:off x="8857130" y="3703133"/>
            <a:ext cx="10857" cy="98761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3DFFD53-B5A4-457F-A0A9-59360C66BAC2}"/>
              </a:ext>
            </a:extLst>
          </p:cNvPr>
          <p:cNvGrpSpPr/>
          <p:nvPr/>
        </p:nvGrpSpPr>
        <p:grpSpPr>
          <a:xfrm>
            <a:off x="8424642" y="4690744"/>
            <a:ext cx="974816" cy="886690"/>
            <a:chOff x="443346" y="2798423"/>
            <a:chExt cx="974816" cy="88669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97AA53C-F872-4250-8674-CEA683A90095}"/>
                </a:ext>
              </a:extLst>
            </p:cNvPr>
            <p:cNvSpPr/>
            <p:nvPr/>
          </p:nvSpPr>
          <p:spPr>
            <a:xfrm>
              <a:off x="443346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51207D7-F3C2-47E5-A0B1-A6328B7872FC}"/>
                </a:ext>
              </a:extLst>
            </p:cNvPr>
            <p:cNvCxnSpPr>
              <a:stCxn id="140" idx="0"/>
              <a:endCxn id="140" idx="4"/>
            </p:cNvCxnSpPr>
            <p:nvPr/>
          </p:nvCxnSpPr>
          <p:spPr>
            <a:xfrm>
              <a:off x="886691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813A5C6-1CC1-4D50-B2A5-EB82FBEC3420}"/>
                </a:ext>
              </a:extLst>
            </p:cNvPr>
            <p:cNvCxnSpPr>
              <a:stCxn id="140" idx="6"/>
            </p:cNvCxnSpPr>
            <p:nvPr/>
          </p:nvCxnSpPr>
          <p:spPr>
            <a:xfrm flipH="1">
              <a:off x="886691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924AEEE-E2CB-4758-97CF-49A72B306F68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5</a:t>
              </a:r>
              <a:endParaRPr lang="en-ID" sz="2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50E8B73-E822-4984-9E3D-6263892833C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8</a:t>
              </a:r>
              <a:endParaRPr lang="en-ID" sz="20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DF8C4C7-0F0C-4B4E-8273-C9BCF9A0ACF8}"/>
                </a:ext>
              </a:extLst>
            </p:cNvPr>
            <p:cNvSpPr txBox="1"/>
            <p:nvPr/>
          </p:nvSpPr>
          <p:spPr>
            <a:xfrm>
              <a:off x="846271" y="3242920"/>
              <a:ext cx="571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4810EAF6-F670-48E7-A8CD-9AF94AEC3A14}"/>
              </a:ext>
            </a:extLst>
          </p:cNvPr>
          <p:cNvSpPr txBox="1"/>
          <p:nvPr/>
        </p:nvSpPr>
        <p:spPr>
          <a:xfrm>
            <a:off x="6484982" y="2716778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E</a:t>
            </a:r>
            <a:endParaRPr lang="en-ID" sz="2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4D7FE09-6ACA-4EFE-8AD0-F1956FB42E2B}"/>
              </a:ext>
            </a:extLst>
          </p:cNvPr>
          <p:cNvSpPr txBox="1"/>
          <p:nvPr/>
        </p:nvSpPr>
        <p:spPr>
          <a:xfrm>
            <a:off x="8494005" y="3904059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F</a:t>
            </a:r>
            <a:endParaRPr lang="en-ID" sz="2400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9A0F414-51AB-4CD0-BF0E-B004CA0FE2AF}"/>
              </a:ext>
            </a:extLst>
          </p:cNvPr>
          <p:cNvCxnSpPr>
            <a:cxnSpLocks/>
            <a:stCxn id="107" idx="4"/>
            <a:endCxn id="124" idx="0"/>
          </p:cNvCxnSpPr>
          <p:nvPr/>
        </p:nvCxnSpPr>
        <p:spPr>
          <a:xfrm flipH="1">
            <a:off x="3561105" y="3686365"/>
            <a:ext cx="7166" cy="98545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C81D75E7-871C-4E23-9ED4-569DEF9199B5}"/>
              </a:ext>
            </a:extLst>
          </p:cNvPr>
          <p:cNvSpPr txBox="1"/>
          <p:nvPr/>
        </p:nvSpPr>
        <p:spPr>
          <a:xfrm>
            <a:off x="3137656" y="381696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G</a:t>
            </a:r>
            <a:endParaRPr lang="en-ID" sz="2400" dirty="0"/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B0A626CA-4870-4E94-95E4-388676FEB16A}"/>
              </a:ext>
            </a:extLst>
          </p:cNvPr>
          <p:cNvCxnSpPr>
            <a:cxnSpLocks/>
            <a:stCxn id="140" idx="2"/>
            <a:endCxn id="80" idx="6"/>
          </p:cNvCxnSpPr>
          <p:nvPr/>
        </p:nvCxnSpPr>
        <p:spPr>
          <a:xfrm flipH="1" flipV="1">
            <a:off x="6787365" y="5119190"/>
            <a:ext cx="1637277" cy="14899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9D51DC9C-B618-437C-8749-A5F64D2B81EF}"/>
              </a:ext>
            </a:extLst>
          </p:cNvPr>
          <p:cNvCxnSpPr>
            <a:cxnSpLocks/>
            <a:stCxn id="124" idx="6"/>
            <a:endCxn id="80" idx="2"/>
          </p:cNvCxnSpPr>
          <p:nvPr/>
        </p:nvCxnSpPr>
        <p:spPr>
          <a:xfrm>
            <a:off x="4004450" y="5115164"/>
            <a:ext cx="1896225" cy="4026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AB2CDFD-8867-47C5-9C22-676383A4BCB2}"/>
              </a:ext>
            </a:extLst>
          </p:cNvPr>
          <p:cNvCxnSpPr>
            <a:cxnSpLocks/>
            <a:stCxn id="4" idx="4"/>
            <a:endCxn id="80" idx="0"/>
          </p:cNvCxnSpPr>
          <p:nvPr/>
        </p:nvCxnSpPr>
        <p:spPr>
          <a:xfrm>
            <a:off x="6343146" y="2095274"/>
            <a:ext cx="874" cy="258057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322DFBD-C8A3-4D5E-BE1A-4D37D737DA17}"/>
              </a:ext>
            </a:extLst>
          </p:cNvPr>
          <p:cNvGrpSpPr/>
          <p:nvPr/>
        </p:nvGrpSpPr>
        <p:grpSpPr>
          <a:xfrm>
            <a:off x="5900675" y="4675845"/>
            <a:ext cx="891106" cy="886690"/>
            <a:chOff x="429491" y="2798423"/>
            <a:chExt cx="891106" cy="88669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BCBAAA8-F9C3-43EE-867E-2E7DDB625898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6E5C1C3-6DF6-48CE-9788-D3FA45BBA28E}"/>
                </a:ext>
              </a:extLst>
            </p:cNvPr>
            <p:cNvCxnSpPr>
              <a:stCxn id="80" idx="0"/>
              <a:endCxn id="8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76B5257-506C-497C-B934-DC047BE3315A}"/>
                </a:ext>
              </a:extLst>
            </p:cNvPr>
            <p:cNvCxnSpPr>
              <a:stCxn id="8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A8B8ABE-37AF-49F6-A511-68A1579DD258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2</a:t>
              </a:r>
              <a:endParaRPr lang="en-ID" sz="24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A515934-A68A-4A90-8C23-7F8B30030BDD}"/>
                </a:ext>
              </a:extLst>
            </p:cNvPr>
            <p:cNvSpPr txBox="1"/>
            <p:nvPr/>
          </p:nvSpPr>
          <p:spPr>
            <a:xfrm>
              <a:off x="822360" y="2871038"/>
              <a:ext cx="447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0203074-8A33-4E02-8B01-D6CF928B9918}"/>
                </a:ext>
              </a:extLst>
            </p:cNvPr>
            <p:cNvSpPr txBox="1"/>
            <p:nvPr/>
          </p:nvSpPr>
          <p:spPr>
            <a:xfrm>
              <a:off x="804433" y="3215668"/>
              <a:ext cx="516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EFB656CC-E04F-4519-B109-2D79AE7D3DB8}"/>
              </a:ext>
            </a:extLst>
          </p:cNvPr>
          <p:cNvSpPr txBox="1"/>
          <p:nvPr/>
        </p:nvSpPr>
        <p:spPr>
          <a:xfrm>
            <a:off x="6484982" y="323840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4</a:t>
            </a:r>
            <a:endParaRPr lang="en-ID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F70B15-9563-457A-BD97-AEF778182ABE}"/>
              </a:ext>
            </a:extLst>
          </p:cNvPr>
          <p:cNvSpPr txBox="1"/>
          <p:nvPr/>
        </p:nvSpPr>
        <p:spPr>
          <a:xfrm>
            <a:off x="8993614" y="3933759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3</a:t>
            </a:r>
            <a:endParaRPr lang="en-ID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28C475-75FB-4AC1-8C11-5A38AEB8B72E}"/>
              </a:ext>
            </a:extLst>
          </p:cNvPr>
          <p:cNvSpPr txBox="1"/>
          <p:nvPr/>
        </p:nvSpPr>
        <p:spPr>
          <a:xfrm>
            <a:off x="3658677" y="219296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4</a:t>
            </a:r>
            <a:endParaRPr lang="en-ID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F316D4-A1F0-436B-BA71-97ED641723D7}"/>
              </a:ext>
            </a:extLst>
          </p:cNvPr>
          <p:cNvSpPr txBox="1"/>
          <p:nvPr/>
        </p:nvSpPr>
        <p:spPr>
          <a:xfrm>
            <a:off x="3734680" y="3888649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5</a:t>
            </a:r>
            <a:endParaRPr lang="en-ID" sz="2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9F9AA0-9F20-406E-8791-D86B3206546E}"/>
              </a:ext>
            </a:extLst>
          </p:cNvPr>
          <p:cNvSpPr txBox="1"/>
          <p:nvPr/>
        </p:nvSpPr>
        <p:spPr>
          <a:xfrm>
            <a:off x="6393018" y="401088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B983CB-575F-4C28-9B1F-EC3736401351}"/>
              </a:ext>
            </a:extLst>
          </p:cNvPr>
          <p:cNvSpPr txBox="1"/>
          <p:nvPr/>
        </p:nvSpPr>
        <p:spPr>
          <a:xfrm>
            <a:off x="8952306" y="2342044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A17483-61E2-4EDC-AE27-DC3B0B7BDDF4}"/>
              </a:ext>
            </a:extLst>
          </p:cNvPr>
          <p:cNvSpPr txBox="1"/>
          <p:nvPr/>
        </p:nvSpPr>
        <p:spPr>
          <a:xfrm>
            <a:off x="5973690" y="3941419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H</a:t>
            </a:r>
            <a:endParaRPr lang="en-ID" sz="2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6B86B2-85C9-76D8-392E-95600AE09BCF}"/>
              </a:ext>
            </a:extLst>
          </p:cNvPr>
          <p:cNvGrpSpPr/>
          <p:nvPr/>
        </p:nvGrpSpPr>
        <p:grpSpPr>
          <a:xfrm>
            <a:off x="3135067" y="1193059"/>
            <a:ext cx="886690" cy="886690"/>
            <a:chOff x="429491" y="2798423"/>
            <a:chExt cx="886690" cy="88669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EDBA5B-8817-3CDF-54D4-B19645E25C1B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73F4318-DF08-0434-9DC8-F1048EFE83F4}"/>
                </a:ext>
              </a:extLst>
            </p:cNvPr>
            <p:cNvCxnSpPr>
              <a:stCxn id="38" idx="0"/>
              <a:endCxn id="38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E76A142-44EF-4395-B203-A62C2C6E0612}"/>
                </a:ext>
              </a:extLst>
            </p:cNvPr>
            <p:cNvCxnSpPr>
              <a:stCxn id="38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252C76-7ED6-2317-2A7D-4F4F69FA33D6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D2CD81-4573-B544-F798-A35FE271FA29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6F8CCC-C152-8BA3-0CFC-268B22C46FC2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564E4F7-BF9B-168D-32F2-351ACBB88E92}"/>
              </a:ext>
            </a:extLst>
          </p:cNvPr>
          <p:cNvCxnSpPr>
            <a:cxnSpLocks/>
            <a:stCxn id="4" idx="2"/>
            <a:endCxn id="38" idx="6"/>
          </p:cNvCxnSpPr>
          <p:nvPr/>
        </p:nvCxnSpPr>
        <p:spPr>
          <a:xfrm flipH="1" flipV="1">
            <a:off x="4021757" y="1636404"/>
            <a:ext cx="1878044" cy="1552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9A41C2-6514-09DB-E623-221699E7DFED}"/>
              </a:ext>
            </a:extLst>
          </p:cNvPr>
          <p:cNvSpPr txBox="1"/>
          <p:nvPr/>
        </p:nvSpPr>
        <p:spPr>
          <a:xfrm>
            <a:off x="501450" y="5893910"/>
            <a:ext cx="7654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JALUR KRITIS : </a:t>
            </a:r>
            <a:r>
              <a:rPr lang="id-ID" sz="4400" dirty="0"/>
              <a:t>B</a:t>
            </a:r>
            <a:r>
              <a:rPr lang="en-US" sz="4400" dirty="0"/>
              <a:t> – </a:t>
            </a:r>
            <a:r>
              <a:rPr lang="id-ID" sz="4400" dirty="0"/>
              <a:t>D</a:t>
            </a:r>
            <a:r>
              <a:rPr lang="en-US" sz="4400" dirty="0"/>
              <a:t> – </a:t>
            </a:r>
            <a:r>
              <a:rPr lang="id-ID" sz="4400" dirty="0"/>
              <a:t>G</a:t>
            </a:r>
            <a:r>
              <a:rPr lang="en-US" sz="4400" dirty="0"/>
              <a:t> – </a:t>
            </a:r>
            <a:r>
              <a:rPr lang="id-ID" sz="4400" dirty="0"/>
              <a:t>H</a:t>
            </a:r>
            <a:r>
              <a:rPr lang="en-US" sz="4400" dirty="0"/>
              <a:t> 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91681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BA1270F5-8F45-D210-E538-F7FC29DECEE2}"/>
              </a:ext>
            </a:extLst>
          </p:cNvPr>
          <p:cNvGrpSpPr/>
          <p:nvPr/>
        </p:nvGrpSpPr>
        <p:grpSpPr>
          <a:xfrm>
            <a:off x="501450" y="796937"/>
            <a:ext cx="8900212" cy="5096973"/>
            <a:chOff x="501450" y="796937"/>
            <a:chExt cx="8900212" cy="50969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1A422-C901-951F-9E57-7AB407665208}"/>
                </a:ext>
              </a:extLst>
            </p:cNvPr>
            <p:cNvGrpSpPr/>
            <p:nvPr/>
          </p:nvGrpSpPr>
          <p:grpSpPr>
            <a:xfrm>
              <a:off x="501450" y="3121618"/>
              <a:ext cx="886690" cy="886690"/>
              <a:chOff x="429491" y="2798423"/>
              <a:chExt cx="886690" cy="88669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9B3166F-C596-11A1-F677-889095F4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D10CFE-C4F1-7BB3-4512-72A00E720525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A9A0C99-F8D6-0756-9061-2DF123AA8BB2}"/>
                  </a:ext>
                </a:extLst>
              </p:cNvPr>
              <p:cNvCxnSpPr>
                <a:stCxn id="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2813EA-8985-1374-9E6B-F3D4F1C434A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endParaRPr lang="en-ID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88FFCC-BC53-71A9-A9E1-A49CBEBFB43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13057-2D35-5318-B88E-97AB61348814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6524AB-CDE3-4827-2D95-2FC051FD5FF4}"/>
                </a:ext>
              </a:extLst>
            </p:cNvPr>
            <p:cNvGrpSpPr/>
            <p:nvPr/>
          </p:nvGrpSpPr>
          <p:grpSpPr>
            <a:xfrm>
              <a:off x="3169828" y="806097"/>
              <a:ext cx="886690" cy="886690"/>
              <a:chOff x="429491" y="2798423"/>
              <a:chExt cx="886690" cy="88669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13868CF-4082-A08F-6721-B7E0941D185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D6D086-FFF9-69AD-E8EB-62E10B09DE2E}"/>
                  </a:ext>
                </a:extLst>
              </p:cNvPr>
              <p:cNvCxnSpPr>
                <a:stCxn id="15" idx="0"/>
                <a:endCxn id="1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6313231-F215-AB4D-7772-0B2BEFE34246}"/>
                  </a:ext>
                </a:extLst>
              </p:cNvPr>
              <p:cNvCxnSpPr>
                <a:stCxn id="1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A2E593-385E-9ABB-4039-7DD89E6F2749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65E4C6-D31C-703B-1872-A3540E5B3CF8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7CCA9-C34A-25B0-8F94-F9D13131462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C5AC01-E4F3-5DCE-F357-4B3FE782F5B2}"/>
                </a:ext>
              </a:extLst>
            </p:cNvPr>
            <p:cNvSpPr txBox="1"/>
            <p:nvPr/>
          </p:nvSpPr>
          <p:spPr>
            <a:xfrm>
              <a:off x="2137230" y="846577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endParaRPr lang="en-ID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F820C1-52DE-9C05-D25B-60D5BE983342}"/>
                </a:ext>
              </a:extLst>
            </p:cNvPr>
            <p:cNvSpPr txBox="1"/>
            <p:nvPr/>
          </p:nvSpPr>
          <p:spPr>
            <a:xfrm>
              <a:off x="2157229" y="1240805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F5E8639-DB46-F671-AB30-A18D96C64B10}"/>
                </a:ext>
              </a:extLst>
            </p:cNvPr>
            <p:cNvSpPr txBox="1"/>
            <p:nvPr/>
          </p:nvSpPr>
          <p:spPr>
            <a:xfrm>
              <a:off x="2310029" y="307205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B</a:t>
              </a:r>
              <a:endParaRPr lang="en-ID" sz="24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B95999C-51FF-B76B-795A-30AFA35838FA}"/>
                </a:ext>
              </a:extLst>
            </p:cNvPr>
            <p:cNvSpPr txBox="1"/>
            <p:nvPr/>
          </p:nvSpPr>
          <p:spPr>
            <a:xfrm>
              <a:off x="2326323" y="3528103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C0C580C-FD2F-4C90-8D28-374CA2DBD73F}"/>
                </a:ext>
              </a:extLst>
            </p:cNvPr>
            <p:cNvCxnSpPr>
              <a:cxnSpLocks/>
              <a:stCxn id="15" idx="6"/>
              <a:endCxn id="96" idx="2"/>
            </p:cNvCxnSpPr>
            <p:nvPr/>
          </p:nvCxnSpPr>
          <p:spPr>
            <a:xfrm>
              <a:off x="4056518" y="1249442"/>
              <a:ext cx="179297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636609C-CE4B-459F-958F-A865327646AF}"/>
                </a:ext>
              </a:extLst>
            </p:cNvPr>
            <p:cNvGrpSpPr/>
            <p:nvPr/>
          </p:nvGrpSpPr>
          <p:grpSpPr>
            <a:xfrm>
              <a:off x="5849494" y="806097"/>
              <a:ext cx="886690" cy="886690"/>
              <a:chOff x="429491" y="2798423"/>
              <a:chExt cx="886690" cy="88669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1ACC20C-4BB4-46B5-B7B0-9C802CFE5FF9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18E321F-24BD-44CE-B79D-93C13BF44465}"/>
                  </a:ext>
                </a:extLst>
              </p:cNvPr>
              <p:cNvCxnSpPr>
                <a:stCxn id="96" idx="0"/>
                <a:endCxn id="96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3433139-9F7F-4A76-80F9-EA90B77DEAF3}"/>
                  </a:ext>
                </a:extLst>
              </p:cNvPr>
              <p:cNvCxnSpPr>
                <a:stCxn id="96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39084B6-9B3B-48AB-9EFB-C4AC81298F32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3</a:t>
                </a:r>
                <a:endParaRPr lang="en-ID" sz="24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B66A5A6-2EAD-4ED9-93A5-157FE992A38E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4</a:t>
                </a:r>
                <a:endParaRPr lang="en-ID" sz="2000" dirty="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AEBE808-75E7-481E-9B31-88B3B974140E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4</a:t>
                </a:r>
                <a:endParaRPr lang="en-ID" sz="2000" dirty="0"/>
              </a:p>
            </p:txBody>
          </p:sp>
        </p:grp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EC786F6-3339-483C-8347-AD5A49469C13}"/>
                </a:ext>
              </a:extLst>
            </p:cNvPr>
            <p:cNvCxnSpPr>
              <a:cxnSpLocks/>
              <a:stCxn id="38" idx="6"/>
              <a:endCxn id="107" idx="2"/>
            </p:cNvCxnSpPr>
            <p:nvPr/>
          </p:nvCxnSpPr>
          <p:spPr>
            <a:xfrm>
              <a:off x="3999113" y="3561949"/>
              <a:ext cx="1852796" cy="375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A397B91F-45E0-4FDE-85EB-6DFCC720A032}"/>
                </a:ext>
              </a:extLst>
            </p:cNvPr>
            <p:cNvGrpSpPr/>
            <p:nvPr/>
          </p:nvGrpSpPr>
          <p:grpSpPr>
            <a:xfrm>
              <a:off x="5851909" y="3122357"/>
              <a:ext cx="886690" cy="886690"/>
              <a:chOff x="429491" y="2798423"/>
              <a:chExt cx="886690" cy="886690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ECEE8C45-AF53-4142-B355-EFE2E5726486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805F2D5-9A64-4379-87FB-A53DAECB4494}"/>
                  </a:ext>
                </a:extLst>
              </p:cNvPr>
              <p:cNvCxnSpPr>
                <a:stCxn id="107" idx="0"/>
                <a:endCxn id="107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69AA426-6283-4023-ABF2-FB3DABD63044}"/>
                  </a:ext>
                </a:extLst>
              </p:cNvPr>
              <p:cNvCxnSpPr>
                <a:stCxn id="107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F0D6111-1D18-4B0A-82BB-449FAF25DE4B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4</a:t>
                </a:r>
                <a:endParaRPr lang="en-ID" sz="2400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9AB052F-274A-4D18-BA0D-6A44546C6A64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8</a:t>
                </a:r>
                <a:endParaRPr lang="en-ID" sz="2000" dirty="0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888E79A-4C61-4CEB-A180-4A77AA974577}"/>
                  </a:ext>
                </a:extLst>
              </p:cNvPr>
              <p:cNvSpPr txBox="1"/>
              <p:nvPr/>
            </p:nvSpPr>
            <p:spPr>
              <a:xfrm>
                <a:off x="874285" y="321588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8</a:t>
                </a:r>
                <a:endParaRPr lang="en-ID" sz="2000" dirty="0"/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BCF0C0-1717-4F6F-AAF8-D363F4743E88}"/>
                </a:ext>
              </a:extLst>
            </p:cNvPr>
            <p:cNvSpPr txBox="1"/>
            <p:nvPr/>
          </p:nvSpPr>
          <p:spPr>
            <a:xfrm>
              <a:off x="4891227" y="887549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C</a:t>
              </a:r>
              <a:endParaRPr lang="en-ID" sz="2400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2F22D45-9C41-4E95-9AAF-0BD34010367E}"/>
                </a:ext>
              </a:extLst>
            </p:cNvPr>
            <p:cNvSpPr txBox="1"/>
            <p:nvPr/>
          </p:nvSpPr>
          <p:spPr>
            <a:xfrm>
              <a:off x="4881378" y="307924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D</a:t>
              </a:r>
              <a:endParaRPr lang="en-ID" sz="2400" dirty="0"/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FAD6FDC7-3425-45CA-AC0D-A88339C53C2C}"/>
                </a:ext>
              </a:extLst>
            </p:cNvPr>
            <p:cNvCxnSpPr>
              <a:cxnSpLocks/>
              <a:stCxn id="96" idx="4"/>
              <a:endCxn id="107" idx="0"/>
            </p:cNvCxnSpPr>
            <p:nvPr/>
          </p:nvCxnSpPr>
          <p:spPr>
            <a:xfrm>
              <a:off x="6292839" y="1692787"/>
              <a:ext cx="2415" cy="142957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F188BC6-21C2-431B-878A-F71DED768BF7}"/>
                </a:ext>
              </a:extLst>
            </p:cNvPr>
            <p:cNvGrpSpPr/>
            <p:nvPr/>
          </p:nvGrpSpPr>
          <p:grpSpPr>
            <a:xfrm>
              <a:off x="8468186" y="3127476"/>
              <a:ext cx="933476" cy="886690"/>
              <a:chOff x="429491" y="2798423"/>
              <a:chExt cx="933476" cy="886690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485C98F5-99B6-4C70-8E66-0C902C2EFD3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ACE8FBD-04C9-481A-A5C4-EE6C7D9B6206}"/>
                  </a:ext>
                </a:extLst>
              </p:cNvPr>
              <p:cNvCxnSpPr>
                <a:stCxn id="124" idx="0"/>
                <a:endCxn id="12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F555071-96E6-4B69-8322-D4627C058BF0}"/>
                  </a:ext>
                </a:extLst>
              </p:cNvPr>
              <p:cNvCxnSpPr>
                <a:stCxn id="12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77D1B46-EB5B-4867-8F00-1F5981A0EBBC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6</a:t>
                </a:r>
                <a:endParaRPr lang="en-ID" sz="2400" dirty="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3AAF44D-FFEF-4F69-915D-46C0081D0A00}"/>
                  </a:ext>
                </a:extLst>
              </p:cNvPr>
              <p:cNvSpPr txBox="1"/>
              <p:nvPr/>
            </p:nvSpPr>
            <p:spPr>
              <a:xfrm>
                <a:off x="815415" y="2857398"/>
                <a:ext cx="498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13</a:t>
                </a:r>
                <a:endParaRPr lang="en-ID" sz="2000" dirty="0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513E7E7-E905-45A4-95B8-46B4853C1D16}"/>
                  </a:ext>
                </a:extLst>
              </p:cNvPr>
              <p:cNvSpPr txBox="1"/>
              <p:nvPr/>
            </p:nvSpPr>
            <p:spPr>
              <a:xfrm>
                <a:off x="846802" y="3224790"/>
                <a:ext cx="5161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13</a:t>
                </a:r>
                <a:endParaRPr lang="en-ID" sz="2000" dirty="0"/>
              </a:p>
            </p:txBody>
          </p:sp>
        </p:grp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56B2C503-8867-4A50-9C1D-E9315590F9BA}"/>
                </a:ext>
              </a:extLst>
            </p:cNvPr>
            <p:cNvCxnSpPr>
              <a:cxnSpLocks/>
              <a:stCxn id="96" idx="6"/>
              <a:endCxn id="140" idx="2"/>
            </p:cNvCxnSpPr>
            <p:nvPr/>
          </p:nvCxnSpPr>
          <p:spPr>
            <a:xfrm>
              <a:off x="6736184" y="1249442"/>
              <a:ext cx="1690662" cy="1357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3DFFD53-B5A4-457F-A0A9-59360C66BAC2}"/>
                </a:ext>
              </a:extLst>
            </p:cNvPr>
            <p:cNvGrpSpPr/>
            <p:nvPr/>
          </p:nvGrpSpPr>
          <p:grpSpPr>
            <a:xfrm>
              <a:off x="8426846" y="819673"/>
              <a:ext cx="974816" cy="886690"/>
              <a:chOff x="443346" y="2798423"/>
              <a:chExt cx="974816" cy="886690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A97AA53C-F872-4250-8674-CEA683A90095}"/>
                  </a:ext>
                </a:extLst>
              </p:cNvPr>
              <p:cNvSpPr/>
              <p:nvPr/>
            </p:nvSpPr>
            <p:spPr>
              <a:xfrm>
                <a:off x="443346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51207D7-F3C2-47E5-A0B1-A6328B7872FC}"/>
                  </a:ext>
                </a:extLst>
              </p:cNvPr>
              <p:cNvCxnSpPr>
                <a:stCxn id="140" idx="0"/>
                <a:endCxn id="140" idx="4"/>
              </p:cNvCxnSpPr>
              <p:nvPr/>
            </p:nvCxnSpPr>
            <p:spPr>
              <a:xfrm>
                <a:off x="886691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813A5C6-1CC1-4D50-B2A5-EB82FBEC3420}"/>
                  </a:ext>
                </a:extLst>
              </p:cNvPr>
              <p:cNvCxnSpPr>
                <a:stCxn id="140" idx="6"/>
              </p:cNvCxnSpPr>
              <p:nvPr/>
            </p:nvCxnSpPr>
            <p:spPr>
              <a:xfrm flipH="1">
                <a:off x="886691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924AEEE-E2CB-4758-97CF-49A72B306F68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5</a:t>
                </a:r>
                <a:endParaRPr lang="en-ID" sz="2400" dirty="0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50E8B73-E822-4984-9E3D-6263892833C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7</a:t>
                </a:r>
                <a:endParaRPr lang="en-ID" sz="2000" dirty="0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DF8C4C7-0F0C-4B4E-8273-C9BCF9A0ACF8}"/>
                  </a:ext>
                </a:extLst>
              </p:cNvPr>
              <p:cNvSpPr txBox="1"/>
              <p:nvPr/>
            </p:nvSpPr>
            <p:spPr>
              <a:xfrm>
                <a:off x="846271" y="3242920"/>
                <a:ext cx="5718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13</a:t>
                </a:r>
                <a:endParaRPr lang="en-ID" sz="2000" dirty="0"/>
              </a:p>
            </p:txBody>
          </p: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810EAF6-F670-48E7-A8CD-9AF94AEC3A14}"/>
                </a:ext>
              </a:extLst>
            </p:cNvPr>
            <p:cNvSpPr txBox="1"/>
            <p:nvPr/>
          </p:nvSpPr>
          <p:spPr>
            <a:xfrm>
              <a:off x="5881368" y="2097022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E</a:t>
              </a:r>
              <a:endParaRPr lang="en-ID" sz="2400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4D7FE09-6ACA-4EFE-8AD0-F1956FB42E2B}"/>
                </a:ext>
              </a:extLst>
            </p:cNvPr>
            <p:cNvSpPr txBox="1"/>
            <p:nvPr/>
          </p:nvSpPr>
          <p:spPr>
            <a:xfrm>
              <a:off x="7516110" y="796937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F</a:t>
              </a:r>
              <a:endParaRPr lang="en-ID" sz="2400" dirty="0"/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39A0F414-51AB-4CD0-BF0E-B004CA0FE2AF}"/>
                </a:ext>
              </a:extLst>
            </p:cNvPr>
            <p:cNvCxnSpPr>
              <a:cxnSpLocks/>
              <a:stCxn id="107" idx="6"/>
              <a:endCxn id="124" idx="2"/>
            </p:cNvCxnSpPr>
            <p:nvPr/>
          </p:nvCxnSpPr>
          <p:spPr>
            <a:xfrm>
              <a:off x="6738599" y="3565702"/>
              <a:ext cx="1729587" cy="511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81D75E7-871C-4E23-9ED4-569DEF9199B5}"/>
                </a:ext>
              </a:extLst>
            </p:cNvPr>
            <p:cNvSpPr txBox="1"/>
            <p:nvPr/>
          </p:nvSpPr>
          <p:spPr>
            <a:xfrm>
              <a:off x="7540632" y="3071838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G</a:t>
              </a:r>
              <a:endParaRPr lang="en-ID" sz="2400" dirty="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322DFBD-C8A3-4D5E-BE1A-4D37D737DA17}"/>
                </a:ext>
              </a:extLst>
            </p:cNvPr>
            <p:cNvGrpSpPr/>
            <p:nvPr/>
          </p:nvGrpSpPr>
          <p:grpSpPr>
            <a:xfrm>
              <a:off x="8465928" y="5007220"/>
              <a:ext cx="891106" cy="886690"/>
              <a:chOff x="429491" y="2798423"/>
              <a:chExt cx="891106" cy="88669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BCBAAA8-F9C3-43EE-867E-2E7DDB625898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6E5C1C3-6DF6-48CE-9788-D3FA45BBA28E}"/>
                  </a:ext>
                </a:extLst>
              </p:cNvPr>
              <p:cNvCxnSpPr>
                <a:stCxn id="80" idx="0"/>
                <a:endCxn id="80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576B5257-506C-497C-B934-DC047BE3315A}"/>
                  </a:ext>
                </a:extLst>
              </p:cNvPr>
              <p:cNvCxnSpPr>
                <a:stCxn id="80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8B8ABE-37AF-49F6-A511-68A1579DD258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2</a:t>
                </a:r>
                <a:endParaRPr lang="en-ID" sz="2400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A515934-A68A-4A90-8C23-7F8B30030BDD}"/>
                  </a:ext>
                </a:extLst>
              </p:cNvPr>
              <p:cNvSpPr txBox="1"/>
              <p:nvPr/>
            </p:nvSpPr>
            <p:spPr>
              <a:xfrm>
                <a:off x="822360" y="2871038"/>
                <a:ext cx="4471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0203074-8A33-4E02-8B01-D6CF928B9918}"/>
                  </a:ext>
                </a:extLst>
              </p:cNvPr>
              <p:cNvSpPr txBox="1"/>
              <p:nvPr/>
            </p:nvSpPr>
            <p:spPr>
              <a:xfrm>
                <a:off x="804433" y="3215668"/>
                <a:ext cx="5161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13</a:t>
                </a:r>
                <a:endParaRPr lang="en-ID" sz="2000" dirty="0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FB656CC-E04F-4519-B109-2D79AE7D3DB8}"/>
                </a:ext>
              </a:extLst>
            </p:cNvPr>
            <p:cNvSpPr txBox="1"/>
            <p:nvPr/>
          </p:nvSpPr>
          <p:spPr>
            <a:xfrm>
              <a:off x="6468459" y="2138925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2F70B15-9563-457A-BD97-AEF778182ABE}"/>
                </a:ext>
              </a:extLst>
            </p:cNvPr>
            <p:cNvSpPr txBox="1"/>
            <p:nvPr/>
          </p:nvSpPr>
          <p:spPr>
            <a:xfrm>
              <a:off x="7540632" y="130509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D28C475-75FB-4AC1-8C11-5A38AEB8B72E}"/>
                </a:ext>
              </a:extLst>
            </p:cNvPr>
            <p:cNvSpPr txBox="1"/>
            <p:nvPr/>
          </p:nvSpPr>
          <p:spPr>
            <a:xfrm>
              <a:off x="4909772" y="363079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5F316D4-A1F0-436B-BA71-97ED641723D7}"/>
                </a:ext>
              </a:extLst>
            </p:cNvPr>
            <p:cNvSpPr txBox="1"/>
            <p:nvPr/>
          </p:nvSpPr>
          <p:spPr>
            <a:xfrm>
              <a:off x="7572311" y="3675475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5</a:t>
              </a:r>
              <a:endParaRPr lang="en-ID" sz="20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69F9AA0-9F20-406E-8791-D86B3206546E}"/>
                </a:ext>
              </a:extLst>
            </p:cNvPr>
            <p:cNvSpPr txBox="1"/>
            <p:nvPr/>
          </p:nvSpPr>
          <p:spPr>
            <a:xfrm>
              <a:off x="5528561" y="5377154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9B983CB-575F-4C28-9B1F-EC3736401351}"/>
                </a:ext>
              </a:extLst>
            </p:cNvPr>
            <p:cNvSpPr txBox="1"/>
            <p:nvPr/>
          </p:nvSpPr>
          <p:spPr>
            <a:xfrm>
              <a:off x="4938639" y="1308114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1A17483-61E2-4EDC-AE27-DC3B0B7BDDF4}"/>
                </a:ext>
              </a:extLst>
            </p:cNvPr>
            <p:cNvSpPr txBox="1"/>
            <p:nvPr/>
          </p:nvSpPr>
          <p:spPr>
            <a:xfrm>
              <a:off x="5535554" y="492279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H</a:t>
              </a:r>
              <a:endParaRPr lang="en-ID" sz="24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66B86B2-85C9-76D8-392E-95600AE09BCF}"/>
                </a:ext>
              </a:extLst>
            </p:cNvPr>
            <p:cNvGrpSpPr/>
            <p:nvPr/>
          </p:nvGrpSpPr>
          <p:grpSpPr>
            <a:xfrm>
              <a:off x="3112423" y="3118604"/>
              <a:ext cx="886690" cy="886690"/>
              <a:chOff x="429491" y="2798423"/>
              <a:chExt cx="886690" cy="88669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EEDBA5B-8817-3CDF-54D4-B19645E25C1B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73F4318-DF08-0434-9DC8-F1048EFE83F4}"/>
                  </a:ext>
                </a:extLst>
              </p:cNvPr>
              <p:cNvCxnSpPr>
                <a:stCxn id="38" idx="0"/>
                <a:endCxn id="38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E76A142-44EF-4395-B203-A62C2C6E0612}"/>
                  </a:ext>
                </a:extLst>
              </p:cNvPr>
              <p:cNvCxnSpPr>
                <a:stCxn id="38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3252C76-7ED6-2317-2A7D-4F4F69FA33D6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DD2CD81-4573-B544-F798-A35FE271FA29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3</a:t>
                </a:r>
                <a:endParaRPr lang="en-ID" sz="2000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6F8CCC-C152-8BA3-0CFC-268B22C46FC2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4</a:t>
                </a:r>
                <a:endParaRPr lang="en-ID" sz="2000" dirty="0"/>
              </a:p>
            </p:txBody>
          </p:sp>
        </p:grp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564E4F7-BF9B-168D-32F2-351ACBB88E92}"/>
                </a:ext>
              </a:extLst>
            </p:cNvPr>
            <p:cNvCxnSpPr>
              <a:cxnSpLocks/>
              <a:stCxn id="4" idx="6"/>
              <a:endCxn id="38" idx="2"/>
            </p:cNvCxnSpPr>
            <p:nvPr/>
          </p:nvCxnSpPr>
          <p:spPr>
            <a:xfrm flipV="1">
              <a:off x="1388140" y="3561949"/>
              <a:ext cx="1724283" cy="301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" name="Connector: Elbow 1">
              <a:extLst>
                <a:ext uri="{FF2B5EF4-FFF2-40B4-BE49-F238E27FC236}">
                  <a16:creationId xmlns:a16="http://schemas.microsoft.com/office/drawing/2014/main" id="{E4C9A5C7-E79B-AE34-7922-5892FE39600F}"/>
                </a:ext>
              </a:extLst>
            </p:cNvPr>
            <p:cNvCxnSpPr>
              <a:cxnSpLocks/>
              <a:stCxn id="4" idx="4"/>
              <a:endCxn id="80" idx="2"/>
            </p:cNvCxnSpPr>
            <p:nvPr/>
          </p:nvCxnSpPr>
          <p:spPr>
            <a:xfrm rot="16200000" flipH="1">
              <a:off x="3984233" y="968869"/>
              <a:ext cx="1442257" cy="7521133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390563E0-8638-86AB-850B-11DDA8CB5CD7}"/>
                </a:ext>
              </a:extLst>
            </p:cNvPr>
            <p:cNvCxnSpPr>
              <a:cxnSpLocks/>
              <a:stCxn id="4" idx="0"/>
              <a:endCxn id="18" idx="1"/>
            </p:cNvCxnSpPr>
            <p:nvPr/>
          </p:nvCxnSpPr>
          <p:spPr>
            <a:xfrm rot="5400000" flipH="1" flipV="1">
              <a:off x="1161660" y="1032579"/>
              <a:ext cx="1872175" cy="2305905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5CBDAD0-9A9B-8FE1-451D-3F17B1EC9CE4}"/>
                </a:ext>
              </a:extLst>
            </p:cNvPr>
            <p:cNvCxnSpPr>
              <a:cxnSpLocks/>
              <a:stCxn id="124" idx="4"/>
              <a:endCxn id="80" idx="0"/>
            </p:cNvCxnSpPr>
            <p:nvPr/>
          </p:nvCxnSpPr>
          <p:spPr>
            <a:xfrm flipH="1">
              <a:off x="8909273" y="4014166"/>
              <a:ext cx="2258" cy="993054"/>
            </a:xfrm>
            <a:prstGeom prst="straightConnector1">
              <a:avLst/>
            </a:prstGeom>
            <a:ln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FAFD5AC6-ACFF-F3EA-0209-6309C1757C92}"/>
                </a:ext>
              </a:extLst>
            </p:cNvPr>
            <p:cNvCxnSpPr>
              <a:cxnSpLocks/>
              <a:stCxn id="124" idx="0"/>
            </p:cNvCxnSpPr>
            <p:nvPr/>
          </p:nvCxnSpPr>
          <p:spPr>
            <a:xfrm flipH="1" flipV="1">
              <a:off x="8877624" y="1749598"/>
              <a:ext cx="33907" cy="1377878"/>
            </a:xfrm>
            <a:prstGeom prst="straightConnector1">
              <a:avLst/>
            </a:prstGeom>
            <a:ln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F61A0F3-CBD1-EA22-70DD-F12992728788}"/>
              </a:ext>
            </a:extLst>
          </p:cNvPr>
          <p:cNvSpPr txBox="1"/>
          <p:nvPr/>
        </p:nvSpPr>
        <p:spPr>
          <a:xfrm>
            <a:off x="501450" y="5893910"/>
            <a:ext cx="7654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JALUR KRITIS : </a:t>
            </a:r>
            <a:r>
              <a:rPr lang="id-ID" sz="4400" dirty="0"/>
              <a:t>A – C – E - G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66542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98F6550D-E6E6-BA86-2795-4C73402314C2}"/>
              </a:ext>
            </a:extLst>
          </p:cNvPr>
          <p:cNvGrpSpPr/>
          <p:nvPr/>
        </p:nvGrpSpPr>
        <p:grpSpPr>
          <a:xfrm>
            <a:off x="501450" y="806097"/>
            <a:ext cx="8900212" cy="4155522"/>
            <a:chOff x="501450" y="806097"/>
            <a:chExt cx="8900212" cy="41555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1A422-C901-951F-9E57-7AB407665208}"/>
                </a:ext>
              </a:extLst>
            </p:cNvPr>
            <p:cNvGrpSpPr/>
            <p:nvPr/>
          </p:nvGrpSpPr>
          <p:grpSpPr>
            <a:xfrm>
              <a:off x="501450" y="3121618"/>
              <a:ext cx="886690" cy="886690"/>
              <a:chOff x="429491" y="2798423"/>
              <a:chExt cx="886690" cy="88669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9B3166F-C596-11A1-F677-889095F4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D10CFE-C4F1-7BB3-4512-72A00E720525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A9A0C99-F8D6-0756-9061-2DF123AA8BB2}"/>
                  </a:ext>
                </a:extLst>
              </p:cNvPr>
              <p:cNvCxnSpPr>
                <a:stCxn id="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2813EA-8985-1374-9E6B-F3D4F1C434A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endParaRPr lang="en-ID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88FFCC-BC53-71A9-A9E1-A49CBEBFB43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13057-2D35-5318-B88E-97AB61348814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6524AB-CDE3-4827-2D95-2FC051FD5FF4}"/>
                </a:ext>
              </a:extLst>
            </p:cNvPr>
            <p:cNvGrpSpPr/>
            <p:nvPr/>
          </p:nvGrpSpPr>
          <p:grpSpPr>
            <a:xfrm>
              <a:off x="3169828" y="806097"/>
              <a:ext cx="886690" cy="886690"/>
              <a:chOff x="429491" y="2798423"/>
              <a:chExt cx="886690" cy="88669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13868CF-4082-A08F-6721-B7E0941D185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D6D086-FFF9-69AD-E8EB-62E10B09DE2E}"/>
                  </a:ext>
                </a:extLst>
              </p:cNvPr>
              <p:cNvCxnSpPr>
                <a:stCxn id="15" idx="0"/>
                <a:endCxn id="1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6313231-F215-AB4D-7772-0B2BEFE34246}"/>
                  </a:ext>
                </a:extLst>
              </p:cNvPr>
              <p:cNvCxnSpPr>
                <a:stCxn id="1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A2E593-385E-9ABB-4039-7DD89E6F2749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65E4C6-D31C-703B-1872-A3540E5B3CF8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7CCA9-C34A-25B0-8F94-F9D13131462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C5AC01-E4F3-5DCE-F357-4B3FE782F5B2}"/>
                </a:ext>
              </a:extLst>
            </p:cNvPr>
            <p:cNvSpPr txBox="1"/>
            <p:nvPr/>
          </p:nvSpPr>
          <p:spPr>
            <a:xfrm>
              <a:off x="2137230" y="846577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endParaRPr lang="en-ID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F820C1-52DE-9C05-D25B-60D5BE983342}"/>
                </a:ext>
              </a:extLst>
            </p:cNvPr>
            <p:cNvSpPr txBox="1"/>
            <p:nvPr/>
          </p:nvSpPr>
          <p:spPr>
            <a:xfrm>
              <a:off x="2157229" y="1240805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C0C580C-FD2F-4C90-8D28-374CA2DBD73F}"/>
                </a:ext>
              </a:extLst>
            </p:cNvPr>
            <p:cNvCxnSpPr>
              <a:cxnSpLocks/>
              <a:stCxn id="15" idx="6"/>
              <a:endCxn id="96" idx="2"/>
            </p:cNvCxnSpPr>
            <p:nvPr/>
          </p:nvCxnSpPr>
          <p:spPr>
            <a:xfrm>
              <a:off x="4056518" y="1249442"/>
              <a:ext cx="179297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636609C-CE4B-459F-958F-A865327646AF}"/>
                </a:ext>
              </a:extLst>
            </p:cNvPr>
            <p:cNvGrpSpPr/>
            <p:nvPr/>
          </p:nvGrpSpPr>
          <p:grpSpPr>
            <a:xfrm>
              <a:off x="5849494" y="806097"/>
              <a:ext cx="886690" cy="886690"/>
              <a:chOff x="429491" y="2798423"/>
              <a:chExt cx="886690" cy="88669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1ACC20C-4BB4-46B5-B7B0-9C802CFE5FF9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18E321F-24BD-44CE-B79D-93C13BF44465}"/>
                  </a:ext>
                </a:extLst>
              </p:cNvPr>
              <p:cNvCxnSpPr>
                <a:stCxn id="96" idx="0"/>
                <a:endCxn id="96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3433139-9F7F-4A76-80F9-EA90B77DEAF3}"/>
                  </a:ext>
                </a:extLst>
              </p:cNvPr>
              <p:cNvCxnSpPr>
                <a:stCxn id="96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39084B6-9B3B-48AB-9EFB-C4AC81298F32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3</a:t>
                </a:r>
                <a:endParaRPr lang="en-ID" sz="24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B66A5A6-2EAD-4ED9-93A5-157FE992A38E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4</a:t>
                </a:r>
                <a:endParaRPr lang="en-ID" sz="2000" dirty="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AEBE808-75E7-481E-9B31-88B3B974140E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4</a:t>
                </a:r>
                <a:endParaRPr lang="en-ID" sz="2000" dirty="0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A397B91F-45E0-4FDE-85EB-6DFCC720A032}"/>
                </a:ext>
              </a:extLst>
            </p:cNvPr>
            <p:cNvGrpSpPr/>
            <p:nvPr/>
          </p:nvGrpSpPr>
          <p:grpSpPr>
            <a:xfrm>
              <a:off x="5851909" y="3122357"/>
              <a:ext cx="886690" cy="886690"/>
              <a:chOff x="429491" y="2798423"/>
              <a:chExt cx="886690" cy="886690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ECEE8C45-AF53-4142-B355-EFE2E5726486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805F2D5-9A64-4379-87FB-A53DAECB4494}"/>
                  </a:ext>
                </a:extLst>
              </p:cNvPr>
              <p:cNvCxnSpPr>
                <a:stCxn id="107" idx="0"/>
                <a:endCxn id="107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69AA426-6283-4023-ABF2-FB3DABD63044}"/>
                  </a:ext>
                </a:extLst>
              </p:cNvPr>
              <p:cNvCxnSpPr>
                <a:stCxn id="107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F0D6111-1D18-4B0A-82BB-449FAF25DE4B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4</a:t>
                </a:r>
                <a:endParaRPr lang="en-ID" sz="2400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9AB052F-274A-4D18-BA0D-6A44546C6A64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8</a:t>
                </a:r>
                <a:endParaRPr lang="en-ID" sz="2000" dirty="0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888E79A-4C61-4CEB-A180-4A77AA974577}"/>
                  </a:ext>
                </a:extLst>
              </p:cNvPr>
              <p:cNvSpPr txBox="1"/>
              <p:nvPr/>
            </p:nvSpPr>
            <p:spPr>
              <a:xfrm>
                <a:off x="874285" y="321588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8</a:t>
                </a:r>
                <a:endParaRPr lang="en-ID" sz="2000" dirty="0"/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BCF0C0-1717-4F6F-AAF8-D363F4743E88}"/>
                </a:ext>
              </a:extLst>
            </p:cNvPr>
            <p:cNvSpPr txBox="1"/>
            <p:nvPr/>
          </p:nvSpPr>
          <p:spPr>
            <a:xfrm>
              <a:off x="4891227" y="887549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C</a:t>
              </a:r>
              <a:endParaRPr lang="en-ID" sz="2400" dirty="0"/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FAD6FDC7-3425-45CA-AC0D-A88339C53C2C}"/>
                </a:ext>
              </a:extLst>
            </p:cNvPr>
            <p:cNvCxnSpPr>
              <a:cxnSpLocks/>
              <a:stCxn id="96" idx="4"/>
              <a:endCxn id="107" idx="0"/>
            </p:cNvCxnSpPr>
            <p:nvPr/>
          </p:nvCxnSpPr>
          <p:spPr>
            <a:xfrm>
              <a:off x="6292839" y="1692787"/>
              <a:ext cx="2415" cy="142957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F188BC6-21C2-431B-878A-F71DED768BF7}"/>
                </a:ext>
              </a:extLst>
            </p:cNvPr>
            <p:cNvGrpSpPr/>
            <p:nvPr/>
          </p:nvGrpSpPr>
          <p:grpSpPr>
            <a:xfrm>
              <a:off x="8468186" y="3127476"/>
              <a:ext cx="933476" cy="886690"/>
              <a:chOff x="429491" y="2798423"/>
              <a:chExt cx="933476" cy="886690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485C98F5-99B6-4C70-8E66-0C902C2EFD3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ACE8FBD-04C9-481A-A5C4-EE6C7D9B6206}"/>
                  </a:ext>
                </a:extLst>
              </p:cNvPr>
              <p:cNvCxnSpPr>
                <a:stCxn id="124" idx="0"/>
                <a:endCxn id="12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F555071-96E6-4B69-8322-D4627C058BF0}"/>
                  </a:ext>
                </a:extLst>
              </p:cNvPr>
              <p:cNvCxnSpPr>
                <a:stCxn id="12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77D1B46-EB5B-4867-8F00-1F5981A0EBBC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6</a:t>
                </a:r>
                <a:endParaRPr lang="en-ID" sz="2400" dirty="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3AAF44D-FFEF-4F69-915D-46C0081D0A00}"/>
                  </a:ext>
                </a:extLst>
              </p:cNvPr>
              <p:cNvSpPr txBox="1"/>
              <p:nvPr/>
            </p:nvSpPr>
            <p:spPr>
              <a:xfrm>
                <a:off x="815415" y="2857398"/>
                <a:ext cx="4981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13</a:t>
                </a:r>
                <a:endParaRPr lang="en-ID" sz="2000" dirty="0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513E7E7-E905-45A4-95B8-46B4853C1D16}"/>
                  </a:ext>
                </a:extLst>
              </p:cNvPr>
              <p:cNvSpPr txBox="1"/>
              <p:nvPr/>
            </p:nvSpPr>
            <p:spPr>
              <a:xfrm>
                <a:off x="846802" y="3224790"/>
                <a:ext cx="5161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13</a:t>
                </a:r>
                <a:endParaRPr lang="en-ID" sz="2000" dirty="0"/>
              </a:p>
            </p:txBody>
          </p: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810EAF6-F670-48E7-A8CD-9AF94AEC3A14}"/>
                </a:ext>
              </a:extLst>
            </p:cNvPr>
            <p:cNvSpPr txBox="1"/>
            <p:nvPr/>
          </p:nvSpPr>
          <p:spPr>
            <a:xfrm>
              <a:off x="5881368" y="2097022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E</a:t>
              </a:r>
              <a:endParaRPr lang="en-ID" sz="2400" dirty="0"/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39A0F414-51AB-4CD0-BF0E-B004CA0FE2AF}"/>
                </a:ext>
              </a:extLst>
            </p:cNvPr>
            <p:cNvCxnSpPr>
              <a:cxnSpLocks/>
              <a:stCxn id="107" idx="6"/>
              <a:endCxn id="124" idx="2"/>
            </p:cNvCxnSpPr>
            <p:nvPr/>
          </p:nvCxnSpPr>
          <p:spPr>
            <a:xfrm>
              <a:off x="6738599" y="3565702"/>
              <a:ext cx="1729587" cy="511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81D75E7-871C-4E23-9ED4-569DEF9199B5}"/>
                </a:ext>
              </a:extLst>
            </p:cNvPr>
            <p:cNvSpPr txBox="1"/>
            <p:nvPr/>
          </p:nvSpPr>
          <p:spPr>
            <a:xfrm>
              <a:off x="7540632" y="3071838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G</a:t>
              </a:r>
              <a:endParaRPr lang="en-ID" sz="24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FB656CC-E04F-4519-B109-2D79AE7D3DB8}"/>
                </a:ext>
              </a:extLst>
            </p:cNvPr>
            <p:cNvSpPr txBox="1"/>
            <p:nvPr/>
          </p:nvSpPr>
          <p:spPr>
            <a:xfrm>
              <a:off x="6468459" y="2138925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5F316D4-A1F0-436B-BA71-97ED641723D7}"/>
                </a:ext>
              </a:extLst>
            </p:cNvPr>
            <p:cNvSpPr txBox="1"/>
            <p:nvPr/>
          </p:nvSpPr>
          <p:spPr>
            <a:xfrm>
              <a:off x="7572311" y="3675475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5</a:t>
              </a:r>
              <a:endParaRPr lang="en-ID" sz="20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9B983CB-575F-4C28-9B1F-EC3736401351}"/>
                </a:ext>
              </a:extLst>
            </p:cNvPr>
            <p:cNvSpPr txBox="1"/>
            <p:nvPr/>
          </p:nvSpPr>
          <p:spPr>
            <a:xfrm>
              <a:off x="4938639" y="1308114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390563E0-8638-86AB-850B-11DDA8CB5CD7}"/>
                </a:ext>
              </a:extLst>
            </p:cNvPr>
            <p:cNvCxnSpPr>
              <a:cxnSpLocks/>
              <a:stCxn id="4" idx="0"/>
              <a:endCxn id="18" idx="1"/>
            </p:cNvCxnSpPr>
            <p:nvPr/>
          </p:nvCxnSpPr>
          <p:spPr>
            <a:xfrm rot="5400000" flipH="1" flipV="1">
              <a:off x="1161660" y="1032579"/>
              <a:ext cx="1872175" cy="2305905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61A0F3-CBD1-EA22-70DD-F12992728788}"/>
                </a:ext>
              </a:extLst>
            </p:cNvPr>
            <p:cNvSpPr txBox="1"/>
            <p:nvPr/>
          </p:nvSpPr>
          <p:spPr>
            <a:xfrm>
              <a:off x="725860" y="4192178"/>
              <a:ext cx="765497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JALUR KRITIS : </a:t>
              </a:r>
              <a:r>
                <a:rPr lang="id-ID" sz="4400" dirty="0"/>
                <a:t>A – C – E - G</a:t>
              </a:r>
              <a:endParaRPr lang="en-ID" sz="2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3467A25-729A-35BF-5D0D-822BA4EC88BD}"/>
                </a:ext>
              </a:extLst>
            </p:cNvPr>
            <p:cNvSpPr txBox="1"/>
            <p:nvPr/>
          </p:nvSpPr>
          <p:spPr>
            <a:xfrm>
              <a:off x="1627493" y="1688769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285304-90C0-BFBB-4417-56117FB53360}"/>
                </a:ext>
              </a:extLst>
            </p:cNvPr>
            <p:cNvSpPr txBox="1"/>
            <p:nvPr/>
          </p:nvSpPr>
          <p:spPr>
            <a:xfrm>
              <a:off x="4307159" y="1701703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3DC7AB-2F39-E1BC-AA4B-A6087F9F897F}"/>
                </a:ext>
              </a:extLst>
            </p:cNvPr>
            <p:cNvSpPr txBox="1"/>
            <p:nvPr/>
          </p:nvSpPr>
          <p:spPr>
            <a:xfrm>
              <a:off x="6699965" y="2087680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009486-8480-8FB3-D4EE-B63D95C648A5}"/>
                </a:ext>
              </a:extLst>
            </p:cNvPr>
            <p:cNvSpPr txBox="1"/>
            <p:nvPr/>
          </p:nvSpPr>
          <p:spPr>
            <a:xfrm>
              <a:off x="6897066" y="4027883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9642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D11A422-C901-951F-9E57-7AB407665208}"/>
              </a:ext>
            </a:extLst>
          </p:cNvPr>
          <p:cNvGrpSpPr/>
          <p:nvPr/>
        </p:nvGrpSpPr>
        <p:grpSpPr>
          <a:xfrm>
            <a:off x="5899801" y="1208584"/>
            <a:ext cx="886690" cy="886690"/>
            <a:chOff x="429491" y="2798423"/>
            <a:chExt cx="886690" cy="8866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B3166F-C596-11A1-F677-889095F4026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3D10CFE-C4F1-7BB3-4512-72A00E720525}"/>
                </a:ext>
              </a:extLst>
            </p:cNvPr>
            <p:cNvCxnSpPr>
              <a:stCxn id="4" idx="0"/>
              <a:endCxn id="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9A0C99-F8D6-0756-9061-2DF123AA8BB2}"/>
                </a:ext>
              </a:extLst>
            </p:cNvPr>
            <p:cNvCxnSpPr>
              <a:stCxn id="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813EA-8985-1374-9E6B-F3D4F1C434A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  <a:endParaRPr lang="en-ID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8FFCC-BC53-71A9-A9E1-A49CBEBFB43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313057-2D35-5318-B88E-97AB61348814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86524AB-CDE3-4827-2D95-2FC051FD5FF4}"/>
              </a:ext>
            </a:extLst>
          </p:cNvPr>
          <p:cNvGrpSpPr/>
          <p:nvPr/>
        </p:nvGrpSpPr>
        <p:grpSpPr>
          <a:xfrm>
            <a:off x="8413133" y="1207431"/>
            <a:ext cx="886690" cy="886690"/>
            <a:chOff x="429491" y="2798423"/>
            <a:chExt cx="886690" cy="8866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3868CF-4082-A08F-6721-B7E0941D1855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D6D086-FFF9-69AD-E8EB-62E10B09DE2E}"/>
                </a:ext>
              </a:extLst>
            </p:cNvPr>
            <p:cNvCxnSpPr>
              <a:stCxn id="15" idx="0"/>
              <a:endCxn id="15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313231-F215-AB4D-7772-0B2BEFE34246}"/>
                </a:ext>
              </a:extLst>
            </p:cNvPr>
            <p:cNvCxnSpPr>
              <a:stCxn id="15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A2E593-385E-9ABB-4039-7DD89E6F2749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65E4C6-D31C-703B-1872-A3540E5B3CF8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7CCA9-C34A-25B0-8F94-F9D131314626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BA0E923-9F66-9780-1F31-02829662C318}"/>
              </a:ext>
            </a:extLst>
          </p:cNvPr>
          <p:cNvCxnSpPr>
            <a:stCxn id="4" idx="6"/>
            <a:endCxn id="15" idx="2"/>
          </p:cNvCxnSpPr>
          <p:nvPr/>
        </p:nvCxnSpPr>
        <p:spPr>
          <a:xfrm flipV="1">
            <a:off x="6786491" y="1650776"/>
            <a:ext cx="1626642" cy="115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C5AC01-E4F3-5DCE-F357-4B3FE782F5B2}"/>
              </a:ext>
            </a:extLst>
          </p:cNvPr>
          <p:cNvSpPr txBox="1"/>
          <p:nvPr/>
        </p:nvSpPr>
        <p:spPr>
          <a:xfrm>
            <a:off x="7686496" y="1250667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  <a:endParaRPr lang="en-ID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F820C1-52DE-9C05-D25B-60D5BE983342}"/>
              </a:ext>
            </a:extLst>
          </p:cNvPr>
          <p:cNvSpPr txBox="1"/>
          <p:nvPr/>
        </p:nvSpPr>
        <p:spPr>
          <a:xfrm>
            <a:off x="7710339" y="1736974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5E8639-DB46-F671-AB30-A18D96C64B10}"/>
              </a:ext>
            </a:extLst>
          </p:cNvPr>
          <p:cNvSpPr txBox="1"/>
          <p:nvPr/>
        </p:nvSpPr>
        <p:spPr>
          <a:xfrm>
            <a:off x="4966349" y="114494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B</a:t>
            </a:r>
            <a:endParaRPr lang="en-ID" sz="2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B95999C-51FF-B76B-795A-30AFA35838FA}"/>
              </a:ext>
            </a:extLst>
          </p:cNvPr>
          <p:cNvSpPr txBox="1"/>
          <p:nvPr/>
        </p:nvSpPr>
        <p:spPr>
          <a:xfrm>
            <a:off x="5008915" y="1629831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3</a:t>
            </a:r>
            <a:endParaRPr lang="en-ID" sz="20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C0C580C-FD2F-4C90-8D28-374CA2DBD73F}"/>
              </a:ext>
            </a:extLst>
          </p:cNvPr>
          <p:cNvCxnSpPr>
            <a:cxnSpLocks/>
            <a:stCxn id="15" idx="4"/>
            <a:endCxn id="96" idx="0"/>
          </p:cNvCxnSpPr>
          <p:nvPr/>
        </p:nvCxnSpPr>
        <p:spPr>
          <a:xfrm>
            <a:off x="8856478" y="2094121"/>
            <a:ext cx="652" cy="72232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636609C-CE4B-459F-958F-A865327646AF}"/>
              </a:ext>
            </a:extLst>
          </p:cNvPr>
          <p:cNvGrpSpPr/>
          <p:nvPr/>
        </p:nvGrpSpPr>
        <p:grpSpPr>
          <a:xfrm>
            <a:off x="8413785" y="2816443"/>
            <a:ext cx="886690" cy="886690"/>
            <a:chOff x="429491" y="2798423"/>
            <a:chExt cx="886690" cy="88669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1ACC20C-4BB4-46B5-B7B0-9C802CFE5FF9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18E321F-24BD-44CE-B79D-93C13BF44465}"/>
                </a:ext>
              </a:extLst>
            </p:cNvPr>
            <p:cNvCxnSpPr>
              <a:stCxn id="96" idx="0"/>
              <a:endCxn id="96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3433139-9F7F-4A76-80F9-EA90B77DEAF3}"/>
                </a:ext>
              </a:extLst>
            </p:cNvPr>
            <p:cNvCxnSpPr>
              <a:stCxn id="96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39084B6-9B3B-48AB-9EFB-C4AC81298F32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3</a:t>
              </a:r>
              <a:endParaRPr lang="en-ID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B66A5A6-2EAD-4ED9-93A5-157FE992A38E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AEBE808-75E7-481E-9B31-88B3B974140E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</p:grp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EC786F6-3339-483C-8347-AD5A49469C13}"/>
              </a:ext>
            </a:extLst>
          </p:cNvPr>
          <p:cNvCxnSpPr>
            <a:cxnSpLocks/>
            <a:stCxn id="38" idx="4"/>
            <a:endCxn id="107" idx="0"/>
          </p:cNvCxnSpPr>
          <p:nvPr/>
        </p:nvCxnSpPr>
        <p:spPr>
          <a:xfrm flipH="1">
            <a:off x="3568271" y="2079749"/>
            <a:ext cx="10141" cy="71992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397B91F-45E0-4FDE-85EB-6DFCC720A032}"/>
              </a:ext>
            </a:extLst>
          </p:cNvPr>
          <p:cNvGrpSpPr/>
          <p:nvPr/>
        </p:nvGrpSpPr>
        <p:grpSpPr>
          <a:xfrm>
            <a:off x="3124926" y="2799675"/>
            <a:ext cx="886690" cy="886690"/>
            <a:chOff x="429491" y="2798423"/>
            <a:chExt cx="886690" cy="886690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CEE8C45-AF53-4142-B355-EFE2E5726486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805F2D5-9A64-4379-87FB-A53DAECB4494}"/>
                </a:ext>
              </a:extLst>
            </p:cNvPr>
            <p:cNvCxnSpPr>
              <a:stCxn id="107" idx="0"/>
              <a:endCxn id="107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9AA426-6283-4023-ABF2-FB3DABD63044}"/>
                </a:ext>
              </a:extLst>
            </p:cNvPr>
            <p:cNvCxnSpPr>
              <a:stCxn id="107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F0D6111-1D18-4B0A-82BB-449FAF25DE4B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4</a:t>
              </a:r>
              <a:endParaRPr lang="en-ID" sz="2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9AB052F-274A-4D18-BA0D-6A44546C6A64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8</a:t>
              </a:r>
              <a:endParaRPr lang="en-ID" sz="2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888E79A-4C61-4CEB-A180-4A77AA974577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8</a:t>
              </a:r>
              <a:endParaRPr lang="en-ID" sz="2000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AEBCF0C0-1717-4F6F-AAF8-D363F4743E88}"/>
              </a:ext>
            </a:extLst>
          </p:cNvPr>
          <p:cNvSpPr txBox="1"/>
          <p:nvPr/>
        </p:nvSpPr>
        <p:spPr>
          <a:xfrm>
            <a:off x="8419504" y="2301035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C</a:t>
            </a:r>
            <a:endParaRPr lang="en-ID" sz="24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F22D45-9C41-4E95-9AAF-0BD34010367E}"/>
              </a:ext>
            </a:extLst>
          </p:cNvPr>
          <p:cNvSpPr txBox="1"/>
          <p:nvPr/>
        </p:nvSpPr>
        <p:spPr>
          <a:xfrm>
            <a:off x="3090068" y="213708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D</a:t>
            </a:r>
            <a:endParaRPr lang="en-ID" sz="2400" dirty="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FAD6FDC7-3425-45CA-AC0D-A88339C53C2C}"/>
              </a:ext>
            </a:extLst>
          </p:cNvPr>
          <p:cNvCxnSpPr>
            <a:cxnSpLocks/>
            <a:stCxn id="96" idx="2"/>
            <a:endCxn id="107" idx="6"/>
          </p:cNvCxnSpPr>
          <p:nvPr/>
        </p:nvCxnSpPr>
        <p:spPr>
          <a:xfrm flipH="1" flipV="1">
            <a:off x="4011616" y="3243020"/>
            <a:ext cx="4402169" cy="167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F188BC6-21C2-431B-878A-F71DED768BF7}"/>
              </a:ext>
            </a:extLst>
          </p:cNvPr>
          <p:cNvGrpSpPr/>
          <p:nvPr/>
        </p:nvGrpSpPr>
        <p:grpSpPr>
          <a:xfrm>
            <a:off x="3117760" y="4671819"/>
            <a:ext cx="933476" cy="886690"/>
            <a:chOff x="429491" y="2798423"/>
            <a:chExt cx="933476" cy="886690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85C98F5-99B6-4C70-8E66-0C902C2EFD3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ACE8FBD-04C9-481A-A5C4-EE6C7D9B6206}"/>
                </a:ext>
              </a:extLst>
            </p:cNvPr>
            <p:cNvCxnSpPr>
              <a:stCxn id="124" idx="0"/>
              <a:endCxn id="12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F555071-96E6-4B69-8322-D4627C058BF0}"/>
                </a:ext>
              </a:extLst>
            </p:cNvPr>
            <p:cNvCxnSpPr>
              <a:stCxn id="12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77D1B46-EB5B-4867-8F00-1F5981A0EBBC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6</a:t>
              </a:r>
              <a:endParaRPr lang="en-ID" sz="2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3AAF44D-FFEF-4F69-915D-46C0081D0A00}"/>
                </a:ext>
              </a:extLst>
            </p:cNvPr>
            <p:cNvSpPr txBox="1"/>
            <p:nvPr/>
          </p:nvSpPr>
          <p:spPr>
            <a:xfrm>
              <a:off x="815415" y="2857398"/>
              <a:ext cx="498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13</a:t>
              </a:r>
              <a:endParaRPr lang="en-ID" sz="20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513E7E7-E905-45A4-95B8-46B4853C1D16}"/>
                </a:ext>
              </a:extLst>
            </p:cNvPr>
            <p:cNvSpPr txBox="1"/>
            <p:nvPr/>
          </p:nvSpPr>
          <p:spPr>
            <a:xfrm>
              <a:off x="846802" y="3224790"/>
              <a:ext cx="5161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13</a:t>
              </a:r>
              <a:endParaRPr lang="en-ID" sz="2000" dirty="0"/>
            </a:p>
          </p:txBody>
        </p:sp>
      </p:grp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6B2C503-8867-4A50-9C1D-E9315590F9BA}"/>
              </a:ext>
            </a:extLst>
          </p:cNvPr>
          <p:cNvCxnSpPr>
            <a:cxnSpLocks/>
            <a:stCxn id="96" idx="4"/>
            <a:endCxn id="140" idx="0"/>
          </p:cNvCxnSpPr>
          <p:nvPr/>
        </p:nvCxnSpPr>
        <p:spPr>
          <a:xfrm>
            <a:off x="8857130" y="3703133"/>
            <a:ext cx="10857" cy="98761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3DFFD53-B5A4-457F-A0A9-59360C66BAC2}"/>
              </a:ext>
            </a:extLst>
          </p:cNvPr>
          <p:cNvGrpSpPr/>
          <p:nvPr/>
        </p:nvGrpSpPr>
        <p:grpSpPr>
          <a:xfrm>
            <a:off x="8424642" y="4690744"/>
            <a:ext cx="974816" cy="886690"/>
            <a:chOff x="443346" y="2798423"/>
            <a:chExt cx="974816" cy="88669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97AA53C-F872-4250-8674-CEA683A90095}"/>
                </a:ext>
              </a:extLst>
            </p:cNvPr>
            <p:cNvSpPr/>
            <p:nvPr/>
          </p:nvSpPr>
          <p:spPr>
            <a:xfrm>
              <a:off x="443346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51207D7-F3C2-47E5-A0B1-A6328B7872FC}"/>
                </a:ext>
              </a:extLst>
            </p:cNvPr>
            <p:cNvCxnSpPr>
              <a:stCxn id="140" idx="0"/>
              <a:endCxn id="140" idx="4"/>
            </p:cNvCxnSpPr>
            <p:nvPr/>
          </p:nvCxnSpPr>
          <p:spPr>
            <a:xfrm>
              <a:off x="886691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813A5C6-1CC1-4D50-B2A5-EB82FBEC3420}"/>
                </a:ext>
              </a:extLst>
            </p:cNvPr>
            <p:cNvCxnSpPr>
              <a:stCxn id="140" idx="6"/>
            </p:cNvCxnSpPr>
            <p:nvPr/>
          </p:nvCxnSpPr>
          <p:spPr>
            <a:xfrm flipH="1">
              <a:off x="886691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924AEEE-E2CB-4758-97CF-49A72B306F68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5</a:t>
              </a:r>
              <a:endParaRPr lang="en-ID" sz="2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50E8B73-E822-4984-9E3D-6263892833C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7</a:t>
              </a:r>
              <a:endParaRPr lang="en-ID" sz="20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DF8C4C7-0F0C-4B4E-8273-C9BCF9A0ACF8}"/>
                </a:ext>
              </a:extLst>
            </p:cNvPr>
            <p:cNvSpPr txBox="1"/>
            <p:nvPr/>
          </p:nvSpPr>
          <p:spPr>
            <a:xfrm>
              <a:off x="846271" y="3242920"/>
              <a:ext cx="571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13</a:t>
              </a:r>
              <a:endParaRPr lang="en-ID" sz="2000" dirty="0"/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4810EAF6-F670-48E7-A8CD-9AF94AEC3A14}"/>
              </a:ext>
            </a:extLst>
          </p:cNvPr>
          <p:cNvSpPr txBox="1"/>
          <p:nvPr/>
        </p:nvSpPr>
        <p:spPr>
          <a:xfrm>
            <a:off x="6484982" y="2716778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E</a:t>
            </a:r>
            <a:endParaRPr lang="en-ID" sz="2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4D7FE09-6ACA-4EFE-8AD0-F1956FB42E2B}"/>
              </a:ext>
            </a:extLst>
          </p:cNvPr>
          <p:cNvSpPr txBox="1"/>
          <p:nvPr/>
        </p:nvSpPr>
        <p:spPr>
          <a:xfrm>
            <a:off x="8494005" y="3904059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F</a:t>
            </a:r>
            <a:endParaRPr lang="en-ID" sz="2400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9A0F414-51AB-4CD0-BF0E-B004CA0FE2AF}"/>
              </a:ext>
            </a:extLst>
          </p:cNvPr>
          <p:cNvCxnSpPr>
            <a:cxnSpLocks/>
            <a:stCxn id="107" idx="4"/>
            <a:endCxn id="124" idx="0"/>
          </p:cNvCxnSpPr>
          <p:nvPr/>
        </p:nvCxnSpPr>
        <p:spPr>
          <a:xfrm flipH="1">
            <a:off x="3561105" y="3686365"/>
            <a:ext cx="7166" cy="98545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C81D75E7-871C-4E23-9ED4-569DEF9199B5}"/>
              </a:ext>
            </a:extLst>
          </p:cNvPr>
          <p:cNvSpPr txBox="1"/>
          <p:nvPr/>
        </p:nvSpPr>
        <p:spPr>
          <a:xfrm>
            <a:off x="3137656" y="381696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G</a:t>
            </a:r>
            <a:endParaRPr lang="en-ID" sz="2400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AB2CDFD-8867-47C5-9C22-676383A4BCB2}"/>
              </a:ext>
            </a:extLst>
          </p:cNvPr>
          <p:cNvCxnSpPr>
            <a:cxnSpLocks/>
            <a:stCxn id="4" idx="4"/>
            <a:endCxn id="80" idx="0"/>
          </p:cNvCxnSpPr>
          <p:nvPr/>
        </p:nvCxnSpPr>
        <p:spPr>
          <a:xfrm>
            <a:off x="6343146" y="2095274"/>
            <a:ext cx="874" cy="258057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322DFBD-C8A3-4D5E-BE1A-4D37D737DA17}"/>
              </a:ext>
            </a:extLst>
          </p:cNvPr>
          <p:cNvGrpSpPr/>
          <p:nvPr/>
        </p:nvGrpSpPr>
        <p:grpSpPr>
          <a:xfrm>
            <a:off x="5900675" y="4675845"/>
            <a:ext cx="891106" cy="886690"/>
            <a:chOff x="429491" y="2798423"/>
            <a:chExt cx="891106" cy="88669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BCBAAA8-F9C3-43EE-867E-2E7DDB625898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6E5C1C3-6DF6-48CE-9788-D3FA45BBA28E}"/>
                </a:ext>
              </a:extLst>
            </p:cNvPr>
            <p:cNvCxnSpPr>
              <a:stCxn id="80" idx="0"/>
              <a:endCxn id="8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76B5257-506C-497C-B934-DC047BE3315A}"/>
                </a:ext>
              </a:extLst>
            </p:cNvPr>
            <p:cNvCxnSpPr>
              <a:stCxn id="8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A8B8ABE-37AF-49F6-A511-68A1579DD258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2</a:t>
              </a:r>
              <a:endParaRPr lang="en-ID" sz="24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A515934-A68A-4A90-8C23-7F8B30030BDD}"/>
                </a:ext>
              </a:extLst>
            </p:cNvPr>
            <p:cNvSpPr txBox="1"/>
            <p:nvPr/>
          </p:nvSpPr>
          <p:spPr>
            <a:xfrm>
              <a:off x="822360" y="2871038"/>
              <a:ext cx="447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0203074-8A33-4E02-8B01-D6CF928B9918}"/>
                </a:ext>
              </a:extLst>
            </p:cNvPr>
            <p:cNvSpPr txBox="1"/>
            <p:nvPr/>
          </p:nvSpPr>
          <p:spPr>
            <a:xfrm>
              <a:off x="804433" y="3215668"/>
              <a:ext cx="516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13</a:t>
              </a:r>
              <a:endParaRPr lang="en-ID" sz="2000" dirty="0"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EFB656CC-E04F-4519-B109-2D79AE7D3DB8}"/>
              </a:ext>
            </a:extLst>
          </p:cNvPr>
          <p:cNvSpPr txBox="1"/>
          <p:nvPr/>
        </p:nvSpPr>
        <p:spPr>
          <a:xfrm>
            <a:off x="6484982" y="323840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4</a:t>
            </a:r>
            <a:endParaRPr lang="en-ID" sz="2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F70B15-9563-457A-BD97-AEF778182ABE}"/>
              </a:ext>
            </a:extLst>
          </p:cNvPr>
          <p:cNvSpPr txBox="1"/>
          <p:nvPr/>
        </p:nvSpPr>
        <p:spPr>
          <a:xfrm>
            <a:off x="8993614" y="3933759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3</a:t>
            </a:r>
            <a:endParaRPr lang="en-ID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28C475-75FB-4AC1-8C11-5A38AEB8B72E}"/>
              </a:ext>
            </a:extLst>
          </p:cNvPr>
          <p:cNvSpPr txBox="1"/>
          <p:nvPr/>
        </p:nvSpPr>
        <p:spPr>
          <a:xfrm>
            <a:off x="3658677" y="219296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4</a:t>
            </a:r>
            <a:endParaRPr lang="en-ID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F316D4-A1F0-436B-BA71-97ED641723D7}"/>
              </a:ext>
            </a:extLst>
          </p:cNvPr>
          <p:cNvSpPr txBox="1"/>
          <p:nvPr/>
        </p:nvSpPr>
        <p:spPr>
          <a:xfrm>
            <a:off x="3734680" y="3888649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5</a:t>
            </a:r>
            <a:endParaRPr lang="en-ID" sz="2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9F9AA0-9F20-406E-8791-D86B3206546E}"/>
              </a:ext>
            </a:extLst>
          </p:cNvPr>
          <p:cNvSpPr txBox="1"/>
          <p:nvPr/>
        </p:nvSpPr>
        <p:spPr>
          <a:xfrm>
            <a:off x="6393018" y="401088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B983CB-575F-4C28-9B1F-EC3736401351}"/>
              </a:ext>
            </a:extLst>
          </p:cNvPr>
          <p:cNvSpPr txBox="1"/>
          <p:nvPr/>
        </p:nvSpPr>
        <p:spPr>
          <a:xfrm>
            <a:off x="8952306" y="2342044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A17483-61E2-4EDC-AE27-DC3B0B7BDDF4}"/>
              </a:ext>
            </a:extLst>
          </p:cNvPr>
          <p:cNvSpPr txBox="1"/>
          <p:nvPr/>
        </p:nvSpPr>
        <p:spPr>
          <a:xfrm>
            <a:off x="5973690" y="3941419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H</a:t>
            </a:r>
            <a:endParaRPr lang="en-ID" sz="2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6B86B2-85C9-76D8-392E-95600AE09BCF}"/>
              </a:ext>
            </a:extLst>
          </p:cNvPr>
          <p:cNvGrpSpPr/>
          <p:nvPr/>
        </p:nvGrpSpPr>
        <p:grpSpPr>
          <a:xfrm>
            <a:off x="3135067" y="1193059"/>
            <a:ext cx="886690" cy="886690"/>
            <a:chOff x="429491" y="2798423"/>
            <a:chExt cx="886690" cy="88669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EDBA5B-8817-3CDF-54D4-B19645E25C1B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73F4318-DF08-0434-9DC8-F1048EFE83F4}"/>
                </a:ext>
              </a:extLst>
            </p:cNvPr>
            <p:cNvCxnSpPr>
              <a:stCxn id="38" idx="0"/>
              <a:endCxn id="38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E76A142-44EF-4395-B203-A62C2C6E0612}"/>
                </a:ext>
              </a:extLst>
            </p:cNvPr>
            <p:cNvCxnSpPr>
              <a:stCxn id="38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252C76-7ED6-2317-2A7D-4F4F69FA33D6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D2CD81-4573-B544-F798-A35FE271FA29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6F8CCC-C152-8BA3-0CFC-268B22C46FC2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564E4F7-BF9B-168D-32F2-351ACBB88E92}"/>
              </a:ext>
            </a:extLst>
          </p:cNvPr>
          <p:cNvCxnSpPr>
            <a:cxnSpLocks/>
            <a:stCxn id="4" idx="2"/>
            <a:endCxn id="38" idx="6"/>
          </p:cNvCxnSpPr>
          <p:nvPr/>
        </p:nvCxnSpPr>
        <p:spPr>
          <a:xfrm flipH="1" flipV="1">
            <a:off x="4021757" y="1636404"/>
            <a:ext cx="1878044" cy="1552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9A41C2-6514-09DB-E623-221699E7DFED}"/>
              </a:ext>
            </a:extLst>
          </p:cNvPr>
          <p:cNvSpPr txBox="1"/>
          <p:nvPr/>
        </p:nvSpPr>
        <p:spPr>
          <a:xfrm>
            <a:off x="501450" y="5893910"/>
            <a:ext cx="7654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JALUR KRITIS : </a:t>
            </a:r>
            <a:r>
              <a:rPr lang="id-ID" sz="4400" dirty="0"/>
              <a:t>A – C – E - G</a:t>
            </a:r>
            <a:endParaRPr lang="en-ID" sz="24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41D8218-BDA0-8FB9-CFE5-3240FE850078}"/>
              </a:ext>
            </a:extLst>
          </p:cNvPr>
          <p:cNvCxnSpPr>
            <a:cxnSpLocks/>
          </p:cNvCxnSpPr>
          <p:nvPr/>
        </p:nvCxnSpPr>
        <p:spPr>
          <a:xfrm flipH="1" flipV="1">
            <a:off x="6787365" y="5119190"/>
            <a:ext cx="1637277" cy="14899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CDE490A-8CE7-45ED-75F4-CAAC949F1467}"/>
              </a:ext>
            </a:extLst>
          </p:cNvPr>
          <p:cNvCxnSpPr>
            <a:cxnSpLocks/>
          </p:cNvCxnSpPr>
          <p:nvPr/>
        </p:nvCxnSpPr>
        <p:spPr>
          <a:xfrm>
            <a:off x="4004450" y="5115164"/>
            <a:ext cx="1896225" cy="4026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3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D11A422-C901-951F-9E57-7AB407665208}"/>
              </a:ext>
            </a:extLst>
          </p:cNvPr>
          <p:cNvGrpSpPr/>
          <p:nvPr/>
        </p:nvGrpSpPr>
        <p:grpSpPr>
          <a:xfrm>
            <a:off x="5899801" y="1208584"/>
            <a:ext cx="886690" cy="886690"/>
            <a:chOff x="429491" y="2798423"/>
            <a:chExt cx="886690" cy="88669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9B3166F-C596-11A1-F677-889095F40262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3D10CFE-C4F1-7BB3-4512-72A00E720525}"/>
                </a:ext>
              </a:extLst>
            </p:cNvPr>
            <p:cNvCxnSpPr>
              <a:stCxn id="4" idx="0"/>
              <a:endCxn id="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9A0C99-F8D6-0756-9061-2DF123AA8BB2}"/>
                </a:ext>
              </a:extLst>
            </p:cNvPr>
            <p:cNvCxnSpPr>
              <a:stCxn id="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2813EA-8985-1374-9E6B-F3D4F1C434A1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1</a:t>
              </a:r>
              <a:endParaRPr lang="en-ID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8FFCC-BC53-71A9-A9E1-A49CBEBFB435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1313057-2D35-5318-B88E-97AB61348814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</a:t>
              </a:r>
              <a:endParaRPr lang="en-ID" sz="2000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F5E8639-DB46-F671-AB30-A18D96C64B10}"/>
              </a:ext>
            </a:extLst>
          </p:cNvPr>
          <p:cNvSpPr txBox="1"/>
          <p:nvPr/>
        </p:nvSpPr>
        <p:spPr>
          <a:xfrm>
            <a:off x="4966349" y="114494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B</a:t>
            </a:r>
            <a:endParaRPr lang="en-ID" sz="2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B95999C-51FF-B76B-795A-30AFA35838FA}"/>
              </a:ext>
            </a:extLst>
          </p:cNvPr>
          <p:cNvSpPr txBox="1"/>
          <p:nvPr/>
        </p:nvSpPr>
        <p:spPr>
          <a:xfrm>
            <a:off x="5008915" y="1629831"/>
            <a:ext cx="48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3</a:t>
            </a:r>
            <a:endParaRPr lang="en-ID" sz="2000" dirty="0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EC786F6-3339-483C-8347-AD5A49469C13}"/>
              </a:ext>
            </a:extLst>
          </p:cNvPr>
          <p:cNvCxnSpPr>
            <a:cxnSpLocks/>
            <a:stCxn id="38" idx="4"/>
            <a:endCxn id="107" idx="0"/>
          </p:cNvCxnSpPr>
          <p:nvPr/>
        </p:nvCxnSpPr>
        <p:spPr>
          <a:xfrm flipH="1">
            <a:off x="3568271" y="2079749"/>
            <a:ext cx="10141" cy="71992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397B91F-45E0-4FDE-85EB-6DFCC720A032}"/>
              </a:ext>
            </a:extLst>
          </p:cNvPr>
          <p:cNvGrpSpPr/>
          <p:nvPr/>
        </p:nvGrpSpPr>
        <p:grpSpPr>
          <a:xfrm>
            <a:off x="3124926" y="2799675"/>
            <a:ext cx="886690" cy="886690"/>
            <a:chOff x="429491" y="2798423"/>
            <a:chExt cx="886690" cy="886690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CEE8C45-AF53-4142-B355-EFE2E5726486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805F2D5-9A64-4379-87FB-A53DAECB4494}"/>
                </a:ext>
              </a:extLst>
            </p:cNvPr>
            <p:cNvCxnSpPr>
              <a:stCxn id="107" idx="0"/>
              <a:endCxn id="107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9AA426-6283-4023-ABF2-FB3DABD63044}"/>
                </a:ext>
              </a:extLst>
            </p:cNvPr>
            <p:cNvCxnSpPr>
              <a:stCxn id="107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F0D6111-1D18-4B0A-82BB-449FAF25DE4B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4</a:t>
              </a:r>
              <a:endParaRPr lang="en-ID" sz="2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9AB052F-274A-4D18-BA0D-6A44546C6A64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7</a:t>
              </a:r>
              <a:endParaRPr lang="en-ID" sz="2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888E79A-4C61-4CEB-A180-4A77AA974577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7</a:t>
              </a:r>
              <a:endParaRPr lang="en-ID" sz="2000" dirty="0"/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62F22D45-9C41-4E95-9AAF-0BD34010367E}"/>
              </a:ext>
            </a:extLst>
          </p:cNvPr>
          <p:cNvSpPr txBox="1"/>
          <p:nvPr/>
        </p:nvSpPr>
        <p:spPr>
          <a:xfrm>
            <a:off x="3090068" y="2137084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D</a:t>
            </a:r>
            <a:endParaRPr lang="en-ID" sz="2400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F188BC6-21C2-431B-878A-F71DED768BF7}"/>
              </a:ext>
            </a:extLst>
          </p:cNvPr>
          <p:cNvGrpSpPr/>
          <p:nvPr/>
        </p:nvGrpSpPr>
        <p:grpSpPr>
          <a:xfrm>
            <a:off x="3117760" y="4671819"/>
            <a:ext cx="933476" cy="886690"/>
            <a:chOff x="429491" y="2798423"/>
            <a:chExt cx="933476" cy="886690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85C98F5-99B6-4C70-8E66-0C902C2EFD3D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ACE8FBD-04C9-481A-A5C4-EE6C7D9B6206}"/>
                </a:ext>
              </a:extLst>
            </p:cNvPr>
            <p:cNvCxnSpPr>
              <a:stCxn id="124" idx="0"/>
              <a:endCxn id="124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9F555071-96E6-4B69-8322-D4627C058BF0}"/>
                </a:ext>
              </a:extLst>
            </p:cNvPr>
            <p:cNvCxnSpPr>
              <a:stCxn id="124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77D1B46-EB5B-4867-8F00-1F5981A0EBBC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6</a:t>
              </a:r>
              <a:endParaRPr lang="en-ID" sz="24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3AAF44D-FFEF-4F69-915D-46C0081D0A00}"/>
                </a:ext>
              </a:extLst>
            </p:cNvPr>
            <p:cNvSpPr txBox="1"/>
            <p:nvPr/>
          </p:nvSpPr>
          <p:spPr>
            <a:xfrm>
              <a:off x="815415" y="2857398"/>
              <a:ext cx="4981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513E7E7-E905-45A4-95B8-46B4853C1D16}"/>
                </a:ext>
              </a:extLst>
            </p:cNvPr>
            <p:cNvSpPr txBox="1"/>
            <p:nvPr/>
          </p:nvSpPr>
          <p:spPr>
            <a:xfrm>
              <a:off x="846802" y="3224790"/>
              <a:ext cx="5161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</p:grp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9A0F414-51AB-4CD0-BF0E-B004CA0FE2AF}"/>
              </a:ext>
            </a:extLst>
          </p:cNvPr>
          <p:cNvCxnSpPr>
            <a:cxnSpLocks/>
            <a:stCxn id="107" idx="4"/>
            <a:endCxn id="124" idx="0"/>
          </p:cNvCxnSpPr>
          <p:nvPr/>
        </p:nvCxnSpPr>
        <p:spPr>
          <a:xfrm flipH="1">
            <a:off x="3561105" y="3686365"/>
            <a:ext cx="7166" cy="98545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C81D75E7-871C-4E23-9ED4-569DEF9199B5}"/>
              </a:ext>
            </a:extLst>
          </p:cNvPr>
          <p:cNvSpPr txBox="1"/>
          <p:nvPr/>
        </p:nvSpPr>
        <p:spPr>
          <a:xfrm>
            <a:off x="3137656" y="3816961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G</a:t>
            </a:r>
            <a:endParaRPr lang="en-ID" sz="2400" dirty="0"/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9D51DC9C-B618-437C-8749-A5F64D2B81EF}"/>
              </a:ext>
            </a:extLst>
          </p:cNvPr>
          <p:cNvCxnSpPr>
            <a:cxnSpLocks/>
            <a:stCxn id="124" idx="6"/>
            <a:endCxn id="80" idx="2"/>
          </p:cNvCxnSpPr>
          <p:nvPr/>
        </p:nvCxnSpPr>
        <p:spPr>
          <a:xfrm>
            <a:off x="4004450" y="5115164"/>
            <a:ext cx="1896225" cy="4026"/>
          </a:xfrm>
          <a:prstGeom prst="straightConnector1">
            <a:avLst/>
          </a:prstGeom>
          <a:ln>
            <a:prstDash val="dash"/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AB2CDFD-8867-47C5-9C22-676383A4BCB2}"/>
              </a:ext>
            </a:extLst>
          </p:cNvPr>
          <p:cNvCxnSpPr>
            <a:cxnSpLocks/>
            <a:stCxn id="4" idx="4"/>
            <a:endCxn id="80" idx="0"/>
          </p:cNvCxnSpPr>
          <p:nvPr/>
        </p:nvCxnSpPr>
        <p:spPr>
          <a:xfrm>
            <a:off x="6343146" y="2095274"/>
            <a:ext cx="874" cy="258057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322DFBD-C8A3-4D5E-BE1A-4D37D737DA17}"/>
              </a:ext>
            </a:extLst>
          </p:cNvPr>
          <p:cNvGrpSpPr/>
          <p:nvPr/>
        </p:nvGrpSpPr>
        <p:grpSpPr>
          <a:xfrm>
            <a:off x="5900675" y="4675845"/>
            <a:ext cx="891106" cy="886690"/>
            <a:chOff x="429491" y="2798423"/>
            <a:chExt cx="891106" cy="88669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BCBAAA8-F9C3-43EE-867E-2E7DDB625898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6E5C1C3-6DF6-48CE-9788-D3FA45BBA28E}"/>
                </a:ext>
              </a:extLst>
            </p:cNvPr>
            <p:cNvCxnSpPr>
              <a:stCxn id="80" idx="0"/>
              <a:endCxn id="80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76B5257-506C-497C-B934-DC047BE3315A}"/>
                </a:ext>
              </a:extLst>
            </p:cNvPr>
            <p:cNvCxnSpPr>
              <a:stCxn id="80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A8B8ABE-37AF-49F6-A511-68A1579DD258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2</a:t>
              </a:r>
              <a:endParaRPr lang="en-ID" sz="2400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A515934-A68A-4A90-8C23-7F8B30030BDD}"/>
                </a:ext>
              </a:extLst>
            </p:cNvPr>
            <p:cNvSpPr txBox="1"/>
            <p:nvPr/>
          </p:nvSpPr>
          <p:spPr>
            <a:xfrm>
              <a:off x="822360" y="2871038"/>
              <a:ext cx="447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0203074-8A33-4E02-8B01-D6CF928B9918}"/>
                </a:ext>
              </a:extLst>
            </p:cNvPr>
            <p:cNvSpPr txBox="1"/>
            <p:nvPr/>
          </p:nvSpPr>
          <p:spPr>
            <a:xfrm>
              <a:off x="804433" y="3215668"/>
              <a:ext cx="516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12</a:t>
              </a:r>
              <a:endParaRPr lang="en-ID" sz="2000" dirty="0"/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BD28C475-75FB-4AC1-8C11-5A38AEB8B72E}"/>
              </a:ext>
            </a:extLst>
          </p:cNvPr>
          <p:cNvSpPr txBox="1"/>
          <p:nvPr/>
        </p:nvSpPr>
        <p:spPr>
          <a:xfrm>
            <a:off x="3658677" y="219296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4</a:t>
            </a:r>
            <a:endParaRPr lang="en-ID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F316D4-A1F0-436B-BA71-97ED641723D7}"/>
              </a:ext>
            </a:extLst>
          </p:cNvPr>
          <p:cNvSpPr txBox="1"/>
          <p:nvPr/>
        </p:nvSpPr>
        <p:spPr>
          <a:xfrm>
            <a:off x="3734680" y="3888649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5</a:t>
            </a:r>
            <a:endParaRPr lang="en-ID" sz="2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69F9AA0-9F20-406E-8791-D86B3206546E}"/>
              </a:ext>
            </a:extLst>
          </p:cNvPr>
          <p:cNvSpPr txBox="1"/>
          <p:nvPr/>
        </p:nvSpPr>
        <p:spPr>
          <a:xfrm>
            <a:off x="6393018" y="4010882"/>
            <a:ext cx="2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/>
              <a:t>2</a:t>
            </a:r>
            <a:endParaRPr lang="en-ID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A17483-61E2-4EDC-AE27-DC3B0B7BDDF4}"/>
              </a:ext>
            </a:extLst>
          </p:cNvPr>
          <p:cNvSpPr txBox="1"/>
          <p:nvPr/>
        </p:nvSpPr>
        <p:spPr>
          <a:xfrm>
            <a:off x="5973690" y="3941419"/>
            <a:ext cx="28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dirty="0"/>
              <a:t>H</a:t>
            </a:r>
            <a:endParaRPr lang="en-ID" sz="24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6B86B2-85C9-76D8-392E-95600AE09BCF}"/>
              </a:ext>
            </a:extLst>
          </p:cNvPr>
          <p:cNvGrpSpPr/>
          <p:nvPr/>
        </p:nvGrpSpPr>
        <p:grpSpPr>
          <a:xfrm>
            <a:off x="3135067" y="1193059"/>
            <a:ext cx="886690" cy="886690"/>
            <a:chOff x="429491" y="2798423"/>
            <a:chExt cx="886690" cy="88669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EDBA5B-8817-3CDF-54D4-B19645E25C1B}"/>
                </a:ext>
              </a:extLst>
            </p:cNvPr>
            <p:cNvSpPr/>
            <p:nvPr/>
          </p:nvSpPr>
          <p:spPr>
            <a:xfrm>
              <a:off x="429491" y="2798423"/>
              <a:ext cx="886690" cy="8866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73F4318-DF08-0434-9DC8-F1048EFE83F4}"/>
                </a:ext>
              </a:extLst>
            </p:cNvPr>
            <p:cNvCxnSpPr>
              <a:stCxn id="38" idx="0"/>
              <a:endCxn id="38" idx="4"/>
            </p:cNvCxnSpPr>
            <p:nvPr/>
          </p:nvCxnSpPr>
          <p:spPr>
            <a:xfrm>
              <a:off x="872836" y="2798423"/>
              <a:ext cx="0" cy="88669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E76A142-44EF-4395-B203-A62C2C6E0612}"/>
                </a:ext>
              </a:extLst>
            </p:cNvPr>
            <p:cNvCxnSpPr>
              <a:stCxn id="38" idx="6"/>
            </p:cNvCxnSpPr>
            <p:nvPr/>
          </p:nvCxnSpPr>
          <p:spPr>
            <a:xfrm flipH="1">
              <a:off x="872836" y="3241768"/>
              <a:ext cx="443345" cy="0"/>
            </a:xfrm>
            <a:prstGeom prst="line">
              <a:avLst/>
            </a:prstGeom>
            <a:ln w="190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252C76-7ED6-2317-2A7D-4F4F69FA33D6}"/>
                </a:ext>
              </a:extLst>
            </p:cNvPr>
            <p:cNvSpPr txBox="1"/>
            <p:nvPr/>
          </p:nvSpPr>
          <p:spPr>
            <a:xfrm>
              <a:off x="510363" y="301093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2</a:t>
              </a:r>
              <a:endParaRPr lang="en-ID" sz="24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D2CD81-4573-B544-F798-A35FE271FA29}"/>
                </a:ext>
              </a:extLst>
            </p:cNvPr>
            <p:cNvSpPr txBox="1"/>
            <p:nvPr/>
          </p:nvSpPr>
          <p:spPr>
            <a:xfrm>
              <a:off x="885566" y="28416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06F8CCC-C152-8BA3-0CFC-268B22C46FC2}"/>
                </a:ext>
              </a:extLst>
            </p:cNvPr>
            <p:cNvSpPr txBox="1"/>
            <p:nvPr/>
          </p:nvSpPr>
          <p:spPr>
            <a:xfrm>
              <a:off x="888142" y="324292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564E4F7-BF9B-168D-32F2-351ACBB88E92}"/>
              </a:ext>
            </a:extLst>
          </p:cNvPr>
          <p:cNvCxnSpPr>
            <a:cxnSpLocks/>
            <a:stCxn id="4" idx="2"/>
            <a:endCxn id="38" idx="6"/>
          </p:cNvCxnSpPr>
          <p:nvPr/>
        </p:nvCxnSpPr>
        <p:spPr>
          <a:xfrm flipH="1" flipV="1">
            <a:off x="4021757" y="1636404"/>
            <a:ext cx="1878044" cy="1552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9A41C2-6514-09DB-E623-221699E7DFED}"/>
              </a:ext>
            </a:extLst>
          </p:cNvPr>
          <p:cNvSpPr txBox="1"/>
          <p:nvPr/>
        </p:nvSpPr>
        <p:spPr>
          <a:xfrm>
            <a:off x="501450" y="5893910"/>
            <a:ext cx="76549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JALUR KRITIS : </a:t>
            </a:r>
            <a:r>
              <a:rPr lang="id-ID" sz="4400" dirty="0"/>
              <a:t>B</a:t>
            </a:r>
            <a:r>
              <a:rPr lang="en-US" sz="4400" dirty="0"/>
              <a:t> – </a:t>
            </a:r>
            <a:r>
              <a:rPr lang="id-ID" sz="4400" dirty="0"/>
              <a:t>D</a:t>
            </a:r>
            <a:r>
              <a:rPr lang="en-US" sz="4400" dirty="0"/>
              <a:t> – </a:t>
            </a:r>
            <a:r>
              <a:rPr lang="id-ID" sz="4400" dirty="0"/>
              <a:t>G</a:t>
            </a:r>
            <a:r>
              <a:rPr lang="en-US" sz="4400" dirty="0"/>
              <a:t> – </a:t>
            </a:r>
            <a:r>
              <a:rPr lang="id-ID" sz="4400" dirty="0"/>
              <a:t>H</a:t>
            </a:r>
            <a:r>
              <a:rPr lang="en-US" sz="4400" dirty="0"/>
              <a:t> 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215545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6DA0D0-209A-409B-BDCB-0CD4C2CFA662}"/>
              </a:ext>
            </a:extLst>
          </p:cNvPr>
          <p:cNvGrpSpPr/>
          <p:nvPr/>
        </p:nvGrpSpPr>
        <p:grpSpPr>
          <a:xfrm>
            <a:off x="1013593" y="644093"/>
            <a:ext cx="9269095" cy="4687336"/>
            <a:chOff x="1013593" y="644093"/>
            <a:chExt cx="9269095" cy="468733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1A422-C901-951F-9E57-7AB407665208}"/>
                </a:ext>
              </a:extLst>
            </p:cNvPr>
            <p:cNvGrpSpPr/>
            <p:nvPr/>
          </p:nvGrpSpPr>
          <p:grpSpPr>
            <a:xfrm>
              <a:off x="3201569" y="874925"/>
              <a:ext cx="886690" cy="886690"/>
              <a:chOff x="429491" y="2798423"/>
              <a:chExt cx="886690" cy="88669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9B3166F-C596-11A1-F677-889095F4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D10CFE-C4F1-7BB3-4512-72A00E720525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A9A0C99-F8D6-0756-9061-2DF123AA8BB2}"/>
                  </a:ext>
                </a:extLst>
              </p:cNvPr>
              <p:cNvCxnSpPr>
                <a:stCxn id="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2813EA-8985-1374-9E6B-F3D4F1C434A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endParaRPr lang="en-ID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88FFCC-BC53-71A9-A9E1-A49CBEBFB43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13057-2D35-5318-B88E-97AB61348814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6524AB-CDE3-4827-2D95-2FC051FD5FF4}"/>
                </a:ext>
              </a:extLst>
            </p:cNvPr>
            <p:cNvGrpSpPr/>
            <p:nvPr/>
          </p:nvGrpSpPr>
          <p:grpSpPr>
            <a:xfrm>
              <a:off x="5129605" y="874925"/>
              <a:ext cx="886690" cy="886690"/>
              <a:chOff x="429491" y="2798423"/>
              <a:chExt cx="886690" cy="88669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13868CF-4082-A08F-6721-B7E0941D185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D6D086-FFF9-69AD-E8EB-62E10B09DE2E}"/>
                  </a:ext>
                </a:extLst>
              </p:cNvPr>
              <p:cNvCxnSpPr>
                <a:stCxn id="15" idx="0"/>
                <a:endCxn id="1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6313231-F215-AB4D-7772-0B2BEFE34246}"/>
                  </a:ext>
                </a:extLst>
              </p:cNvPr>
              <p:cNvCxnSpPr>
                <a:stCxn id="1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A2E593-385E-9ABB-4039-7DD89E6F2749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65E4C6-D31C-703B-1872-A3540E5B3CF8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7CCA9-C34A-25B0-8F94-F9D13131462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BA0E923-9F66-9780-1F31-02829662C318}"/>
                </a:ext>
              </a:extLst>
            </p:cNvPr>
            <p:cNvCxnSpPr>
              <a:stCxn id="4" idx="6"/>
              <a:endCxn id="15" idx="2"/>
            </p:cNvCxnSpPr>
            <p:nvPr/>
          </p:nvCxnSpPr>
          <p:spPr>
            <a:xfrm>
              <a:off x="4088259" y="1318270"/>
              <a:ext cx="104134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C5AC01-E4F3-5DCE-F357-4B3FE782F5B2}"/>
                </a:ext>
              </a:extLst>
            </p:cNvPr>
            <p:cNvSpPr txBox="1"/>
            <p:nvPr/>
          </p:nvSpPr>
          <p:spPr>
            <a:xfrm>
              <a:off x="4389113" y="91816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endParaRPr lang="en-ID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F820C1-52DE-9C05-D25B-60D5BE983342}"/>
                </a:ext>
              </a:extLst>
            </p:cNvPr>
            <p:cNvSpPr txBox="1"/>
            <p:nvPr/>
          </p:nvSpPr>
          <p:spPr>
            <a:xfrm>
              <a:off x="4426811" y="134904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EB8B954-1940-DBC5-E670-CBF83377B9F9}"/>
                </a:ext>
              </a:extLst>
            </p:cNvPr>
            <p:cNvCxnSpPr>
              <a:cxnSpLocks/>
              <a:stCxn id="15" idx="6"/>
              <a:endCxn id="61" idx="2"/>
            </p:cNvCxnSpPr>
            <p:nvPr/>
          </p:nvCxnSpPr>
          <p:spPr>
            <a:xfrm flipV="1">
              <a:off x="6016295" y="1306380"/>
              <a:ext cx="1002817" cy="11890"/>
            </a:xfrm>
            <a:prstGeom prst="straightConnector1">
              <a:avLst/>
            </a:prstGeom>
            <a:ln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F5E8639-DB46-F671-AB30-A18D96C64B10}"/>
                </a:ext>
              </a:extLst>
            </p:cNvPr>
            <p:cNvSpPr txBox="1"/>
            <p:nvPr/>
          </p:nvSpPr>
          <p:spPr>
            <a:xfrm>
              <a:off x="8435572" y="832230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B</a:t>
              </a:r>
              <a:endParaRPr lang="en-ID" sz="24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85C1942-D623-8BE9-8BF7-CF9118EE202F}"/>
                </a:ext>
              </a:extLst>
            </p:cNvPr>
            <p:cNvGrpSpPr/>
            <p:nvPr/>
          </p:nvGrpSpPr>
          <p:grpSpPr>
            <a:xfrm>
              <a:off x="7019112" y="863035"/>
              <a:ext cx="989560" cy="886690"/>
              <a:chOff x="429491" y="2798423"/>
              <a:chExt cx="989560" cy="88669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43AF656-3C6C-35A7-C09A-177B2EC2720C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CAA05C1-7A52-6028-8D11-D36B042EC321}"/>
                  </a:ext>
                </a:extLst>
              </p:cNvPr>
              <p:cNvCxnSpPr>
                <a:stCxn id="61" idx="0"/>
                <a:endCxn id="61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4DEED38-3B2E-6C47-61F5-35036333FA08}"/>
                  </a:ext>
                </a:extLst>
              </p:cNvPr>
              <p:cNvCxnSpPr>
                <a:cxnSpLocks/>
                <a:stCxn id="61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97BEE00-4595-5BB9-5965-0F09EEAC3545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2</a:t>
                </a:r>
                <a:endParaRPr lang="en-ID" sz="2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745CEA-2FFF-96DC-6C13-6A33E83C3192}"/>
                  </a:ext>
                </a:extLst>
              </p:cNvPr>
              <p:cNvSpPr txBox="1"/>
              <p:nvPr/>
            </p:nvSpPr>
            <p:spPr>
              <a:xfrm>
                <a:off x="858511" y="2867802"/>
                <a:ext cx="4844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D65BFE8-31FC-A83C-466B-5F4CB91653A1}"/>
                  </a:ext>
                </a:extLst>
              </p:cNvPr>
              <p:cNvSpPr txBox="1"/>
              <p:nvPr/>
            </p:nvSpPr>
            <p:spPr>
              <a:xfrm>
                <a:off x="861950" y="3229283"/>
                <a:ext cx="5571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B95999C-51FF-B76B-795A-30AFA35838FA}"/>
                </a:ext>
              </a:extLst>
            </p:cNvPr>
            <p:cNvSpPr txBox="1"/>
            <p:nvPr/>
          </p:nvSpPr>
          <p:spPr>
            <a:xfrm>
              <a:off x="8355659" y="1379826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C0C580C-FD2F-4C90-8D28-374CA2DBD73F}"/>
                </a:ext>
              </a:extLst>
            </p:cNvPr>
            <p:cNvCxnSpPr>
              <a:cxnSpLocks/>
              <a:stCxn id="15" idx="4"/>
              <a:endCxn id="96" idx="0"/>
            </p:cNvCxnSpPr>
            <p:nvPr/>
          </p:nvCxnSpPr>
          <p:spPr>
            <a:xfrm>
              <a:off x="5572950" y="1761615"/>
              <a:ext cx="6371" cy="75140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636609C-CE4B-459F-958F-A865327646AF}"/>
                </a:ext>
              </a:extLst>
            </p:cNvPr>
            <p:cNvGrpSpPr/>
            <p:nvPr/>
          </p:nvGrpSpPr>
          <p:grpSpPr>
            <a:xfrm>
              <a:off x="5135976" y="2513018"/>
              <a:ext cx="886690" cy="886690"/>
              <a:chOff x="429491" y="2785171"/>
              <a:chExt cx="886690" cy="886690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1ACC20C-4BB4-46B5-B7B0-9C802CFE5FF9}"/>
                  </a:ext>
                </a:extLst>
              </p:cNvPr>
              <p:cNvSpPr/>
              <p:nvPr/>
            </p:nvSpPr>
            <p:spPr>
              <a:xfrm>
                <a:off x="429491" y="2785171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18E321F-24BD-44CE-B79D-93C13BF44465}"/>
                  </a:ext>
                </a:extLst>
              </p:cNvPr>
              <p:cNvCxnSpPr>
                <a:stCxn id="96" idx="0"/>
                <a:endCxn id="96" idx="4"/>
              </p:cNvCxnSpPr>
              <p:nvPr/>
            </p:nvCxnSpPr>
            <p:spPr>
              <a:xfrm>
                <a:off x="872836" y="2785171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B3433139-9F7F-4A76-80F9-EA90B77DEAF3}"/>
                  </a:ext>
                </a:extLst>
              </p:cNvPr>
              <p:cNvCxnSpPr>
                <a:stCxn id="96" idx="6"/>
              </p:cNvCxnSpPr>
              <p:nvPr/>
            </p:nvCxnSpPr>
            <p:spPr>
              <a:xfrm flipH="1">
                <a:off x="872836" y="3228516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39084B6-9B3B-48AB-9EFB-C4AC81298F32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4</a:t>
                </a:r>
                <a:endParaRPr lang="en-ID" sz="2400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B66A5A6-2EAD-4ED9-93A5-157FE992A38E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4</a:t>
                </a:r>
                <a:endParaRPr lang="en-ID" sz="2000" dirty="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AEBE808-75E7-481E-9B31-88B3B974140E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5</a:t>
                </a:r>
                <a:endParaRPr lang="en-ID" sz="2000" dirty="0"/>
              </a:p>
            </p:txBody>
          </p:sp>
        </p:grp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EC786F6-3339-483C-8347-AD5A49469C13}"/>
                </a:ext>
              </a:extLst>
            </p:cNvPr>
            <p:cNvCxnSpPr>
              <a:cxnSpLocks/>
              <a:stCxn id="102" idx="4"/>
              <a:endCxn id="107" idx="0"/>
            </p:cNvCxnSpPr>
            <p:nvPr/>
          </p:nvCxnSpPr>
          <p:spPr>
            <a:xfrm>
              <a:off x="9695764" y="1763713"/>
              <a:ext cx="1501" cy="78696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A397B91F-45E0-4FDE-85EB-6DFCC720A032}"/>
                </a:ext>
              </a:extLst>
            </p:cNvPr>
            <p:cNvGrpSpPr/>
            <p:nvPr/>
          </p:nvGrpSpPr>
          <p:grpSpPr>
            <a:xfrm>
              <a:off x="9253920" y="2550680"/>
              <a:ext cx="886690" cy="886690"/>
              <a:chOff x="429491" y="2758667"/>
              <a:chExt cx="886690" cy="886690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ECEE8C45-AF53-4142-B355-EFE2E5726486}"/>
                  </a:ext>
                </a:extLst>
              </p:cNvPr>
              <p:cNvSpPr/>
              <p:nvPr/>
            </p:nvSpPr>
            <p:spPr>
              <a:xfrm>
                <a:off x="429491" y="2758667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805F2D5-9A64-4379-87FB-A53DAECB4494}"/>
                  </a:ext>
                </a:extLst>
              </p:cNvPr>
              <p:cNvCxnSpPr>
                <a:stCxn id="107" idx="0"/>
                <a:endCxn id="107" idx="4"/>
              </p:cNvCxnSpPr>
              <p:nvPr/>
            </p:nvCxnSpPr>
            <p:spPr>
              <a:xfrm>
                <a:off x="872836" y="2758667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469AA426-6283-4023-ABF2-FB3DABD63044}"/>
                  </a:ext>
                </a:extLst>
              </p:cNvPr>
              <p:cNvCxnSpPr>
                <a:stCxn id="107" idx="6"/>
              </p:cNvCxnSpPr>
              <p:nvPr/>
            </p:nvCxnSpPr>
            <p:spPr>
              <a:xfrm flipH="1">
                <a:off x="872836" y="3202012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F0D6111-1D18-4B0A-82BB-449FAF25DE4B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5</a:t>
                </a:r>
                <a:endParaRPr lang="en-ID" sz="2400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9AB052F-274A-4D18-BA0D-6A44546C6A64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9</a:t>
                </a:r>
                <a:endParaRPr lang="en-ID" sz="2000" dirty="0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888E79A-4C61-4CEB-A180-4A77AA974577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9</a:t>
                </a:r>
                <a:endParaRPr lang="en-ID" sz="2000" dirty="0"/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EBCF0C0-1717-4F6F-AAF8-D363F4743E88}"/>
                </a:ext>
              </a:extLst>
            </p:cNvPr>
            <p:cNvSpPr txBox="1"/>
            <p:nvPr/>
          </p:nvSpPr>
          <p:spPr>
            <a:xfrm>
              <a:off x="5135976" y="1913109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C</a:t>
              </a:r>
              <a:endParaRPr lang="en-ID" sz="2400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2F22D45-9C41-4E95-9AAF-0BD34010367E}"/>
                </a:ext>
              </a:extLst>
            </p:cNvPr>
            <p:cNvSpPr txBox="1"/>
            <p:nvPr/>
          </p:nvSpPr>
          <p:spPr>
            <a:xfrm>
              <a:off x="9310523" y="187209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D</a:t>
              </a:r>
              <a:endParaRPr lang="en-ID" sz="2400" dirty="0"/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FAD6FDC7-3425-45CA-AC0D-A88339C53C2C}"/>
                </a:ext>
              </a:extLst>
            </p:cNvPr>
            <p:cNvCxnSpPr>
              <a:cxnSpLocks/>
              <a:stCxn id="96" idx="6"/>
              <a:endCxn id="107" idx="2"/>
            </p:cNvCxnSpPr>
            <p:nvPr/>
          </p:nvCxnSpPr>
          <p:spPr>
            <a:xfrm>
              <a:off x="6022666" y="2956363"/>
              <a:ext cx="3231254" cy="37662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F188BC6-21C2-431B-878A-F71DED768BF7}"/>
                </a:ext>
              </a:extLst>
            </p:cNvPr>
            <p:cNvGrpSpPr/>
            <p:nvPr/>
          </p:nvGrpSpPr>
          <p:grpSpPr>
            <a:xfrm>
              <a:off x="9239750" y="4295355"/>
              <a:ext cx="1042938" cy="886690"/>
              <a:chOff x="429491" y="2798423"/>
              <a:chExt cx="1042938" cy="886690"/>
            </a:xfrm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485C98F5-99B6-4C70-8E66-0C902C2EFD3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3ACE8FBD-04C9-481A-A5C4-EE6C7D9B6206}"/>
                  </a:ext>
                </a:extLst>
              </p:cNvPr>
              <p:cNvCxnSpPr>
                <a:stCxn id="124" idx="0"/>
                <a:endCxn id="12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F555071-96E6-4B69-8322-D4627C058BF0}"/>
                  </a:ext>
                </a:extLst>
              </p:cNvPr>
              <p:cNvCxnSpPr>
                <a:stCxn id="12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77D1B46-EB5B-4867-8F00-1F5981A0EBBC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7</a:t>
                </a:r>
                <a:endParaRPr lang="en-ID" sz="2400" dirty="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3AAF44D-FFEF-4F69-915D-46C0081D0A00}"/>
                  </a:ext>
                </a:extLst>
              </p:cNvPr>
              <p:cNvSpPr txBox="1"/>
              <p:nvPr/>
            </p:nvSpPr>
            <p:spPr>
              <a:xfrm>
                <a:off x="885555" y="2878819"/>
                <a:ext cx="586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14</a:t>
                </a:r>
                <a:endParaRPr lang="en-ID" sz="2000" dirty="0"/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B513E7E7-E905-45A4-95B8-46B4853C1D1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5842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14</a:t>
                </a:r>
                <a:endParaRPr lang="en-ID" sz="2000" dirty="0"/>
              </a:p>
            </p:txBody>
          </p:sp>
        </p:grp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56B2C503-8867-4A50-9C1D-E9315590F9BA}"/>
                </a:ext>
              </a:extLst>
            </p:cNvPr>
            <p:cNvCxnSpPr>
              <a:cxnSpLocks/>
              <a:stCxn id="96" idx="2"/>
              <a:endCxn id="140" idx="6"/>
            </p:cNvCxnSpPr>
            <p:nvPr/>
          </p:nvCxnSpPr>
          <p:spPr>
            <a:xfrm flipH="1">
              <a:off x="4185714" y="2956363"/>
              <a:ext cx="950262" cy="8902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3DFFD53-B5A4-457F-A0A9-59360C66BAC2}"/>
                </a:ext>
              </a:extLst>
            </p:cNvPr>
            <p:cNvGrpSpPr/>
            <p:nvPr/>
          </p:nvGrpSpPr>
          <p:grpSpPr>
            <a:xfrm>
              <a:off x="3299024" y="2521920"/>
              <a:ext cx="979572" cy="886690"/>
              <a:chOff x="429491" y="2798423"/>
              <a:chExt cx="979572" cy="886690"/>
            </a:xfrm>
          </p:grpSpPr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A97AA53C-F872-4250-8674-CEA683A9009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D51207D7-F3C2-47E5-A0B1-A6328B7872FC}"/>
                  </a:ext>
                </a:extLst>
              </p:cNvPr>
              <p:cNvCxnSpPr>
                <a:stCxn id="140" idx="0"/>
                <a:endCxn id="140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813A5C6-1CC1-4D50-B2A5-EB82FBEC3420}"/>
                  </a:ext>
                </a:extLst>
              </p:cNvPr>
              <p:cNvCxnSpPr>
                <a:stCxn id="140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D924AEEE-E2CB-4758-97CF-49A72B306F68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6</a:t>
                </a:r>
                <a:endParaRPr lang="en-ID" sz="2400" dirty="0"/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50E8B73-E822-4984-9E3D-6263892833C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7</a:t>
                </a:r>
                <a:endParaRPr lang="en-ID" sz="2000" dirty="0"/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DF8C4C7-0F0C-4B4E-8273-C9BCF9A0ACF8}"/>
                  </a:ext>
                </a:extLst>
              </p:cNvPr>
              <p:cNvSpPr txBox="1"/>
              <p:nvPr/>
            </p:nvSpPr>
            <p:spPr>
              <a:xfrm>
                <a:off x="844883" y="3242920"/>
                <a:ext cx="5641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14</a:t>
                </a:r>
                <a:endParaRPr lang="en-ID" sz="2000" dirty="0"/>
              </a:p>
            </p:txBody>
          </p:sp>
        </p:grp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810EAF6-F670-48E7-A8CD-9AF94AEC3A14}"/>
                </a:ext>
              </a:extLst>
            </p:cNvPr>
            <p:cNvSpPr txBox="1"/>
            <p:nvPr/>
          </p:nvSpPr>
          <p:spPr>
            <a:xfrm>
              <a:off x="4485521" y="237477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F</a:t>
              </a:r>
              <a:endParaRPr lang="en-ID" sz="2400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4D7FE09-6ACA-4EFE-8AD0-F1956FB42E2B}"/>
                </a:ext>
              </a:extLst>
            </p:cNvPr>
            <p:cNvSpPr txBox="1"/>
            <p:nvPr/>
          </p:nvSpPr>
          <p:spPr>
            <a:xfrm>
              <a:off x="7136793" y="244363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E</a:t>
              </a:r>
              <a:endParaRPr lang="en-ID" sz="2400" dirty="0"/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39A0F414-51AB-4CD0-BF0E-B004CA0FE2AF}"/>
                </a:ext>
              </a:extLst>
            </p:cNvPr>
            <p:cNvCxnSpPr>
              <a:cxnSpLocks/>
            </p:cNvCxnSpPr>
            <p:nvPr/>
          </p:nvCxnSpPr>
          <p:spPr>
            <a:xfrm>
              <a:off x="9663835" y="3366528"/>
              <a:ext cx="13461" cy="91077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81D75E7-871C-4E23-9ED4-569DEF9199B5}"/>
                </a:ext>
              </a:extLst>
            </p:cNvPr>
            <p:cNvSpPr txBox="1"/>
            <p:nvPr/>
          </p:nvSpPr>
          <p:spPr>
            <a:xfrm>
              <a:off x="9237171" y="3577328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G</a:t>
              </a:r>
              <a:endParaRPr lang="en-ID" sz="2400" dirty="0"/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409B4D3-7094-4E26-A88A-C4A08DE37A8C}"/>
                </a:ext>
              </a:extLst>
            </p:cNvPr>
            <p:cNvGrpSpPr/>
            <p:nvPr/>
          </p:nvGrpSpPr>
          <p:grpSpPr>
            <a:xfrm>
              <a:off x="3282441" y="4295355"/>
              <a:ext cx="1102594" cy="886690"/>
              <a:chOff x="429491" y="2798423"/>
              <a:chExt cx="1102594" cy="88669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8A955D2-F052-41F3-A51E-59E0B7EBAD2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EC3D65F0-B6E9-488E-8491-0237029B6D81}"/>
                  </a:ext>
                </a:extLst>
              </p:cNvPr>
              <p:cNvCxnSpPr>
                <a:stCxn id="167" idx="0"/>
                <a:endCxn id="167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62D9A1CD-CABD-4938-BA00-D12FBEE7D782}"/>
                  </a:ext>
                </a:extLst>
              </p:cNvPr>
              <p:cNvCxnSpPr>
                <a:stCxn id="167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2372C900-7E69-4EDB-B8D2-7047C38277B5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8</a:t>
                </a:r>
                <a:endParaRPr lang="en-ID" sz="2400" dirty="0"/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8E6FDAC7-653D-433A-9126-4BB68B2CAD50}"/>
                  </a:ext>
                </a:extLst>
              </p:cNvPr>
              <p:cNvSpPr txBox="1"/>
              <p:nvPr/>
            </p:nvSpPr>
            <p:spPr>
              <a:xfrm>
                <a:off x="862777" y="2872435"/>
                <a:ext cx="5218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14</a:t>
                </a:r>
                <a:endParaRPr lang="en-ID" sz="2000" dirty="0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D287879-E48F-45D9-96E6-85BB26E4A801}"/>
                  </a:ext>
                </a:extLst>
              </p:cNvPr>
              <p:cNvSpPr txBox="1"/>
              <p:nvPr/>
            </p:nvSpPr>
            <p:spPr>
              <a:xfrm>
                <a:off x="846366" y="3242921"/>
                <a:ext cx="6857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14</a:t>
                </a:r>
                <a:endParaRPr lang="en-ID" sz="2000" dirty="0"/>
              </a:p>
            </p:txBody>
          </p:sp>
        </p:grp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B0A626CA-4870-4E94-95E4-388676FEB16A}"/>
                </a:ext>
              </a:extLst>
            </p:cNvPr>
            <p:cNvCxnSpPr>
              <a:cxnSpLocks/>
              <a:endCxn id="167" idx="0"/>
            </p:cNvCxnSpPr>
            <p:nvPr/>
          </p:nvCxnSpPr>
          <p:spPr>
            <a:xfrm flipH="1">
              <a:off x="3725786" y="3412960"/>
              <a:ext cx="10154" cy="882395"/>
            </a:xfrm>
            <a:prstGeom prst="straightConnector1">
              <a:avLst/>
            </a:prstGeom>
            <a:ln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9D51DC9C-B618-437C-8749-A5F64D2B81EF}"/>
                </a:ext>
              </a:extLst>
            </p:cNvPr>
            <p:cNvCxnSpPr>
              <a:cxnSpLocks/>
              <a:stCxn id="132" idx="1"/>
              <a:endCxn id="167" idx="6"/>
            </p:cNvCxnSpPr>
            <p:nvPr/>
          </p:nvCxnSpPr>
          <p:spPr>
            <a:xfrm flipH="1" flipV="1">
              <a:off x="4169131" y="4738700"/>
              <a:ext cx="5151491" cy="1"/>
            </a:xfrm>
            <a:prstGeom prst="straightConnector1">
              <a:avLst/>
            </a:prstGeom>
            <a:ln>
              <a:prstDash val="dash"/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1AB2CDFD-8867-47C5-9C22-676383A4BCB2}"/>
                </a:ext>
              </a:extLst>
            </p:cNvPr>
            <p:cNvCxnSpPr>
              <a:cxnSpLocks/>
              <a:stCxn id="167" idx="2"/>
              <a:endCxn id="80" idx="6"/>
            </p:cNvCxnSpPr>
            <p:nvPr/>
          </p:nvCxnSpPr>
          <p:spPr>
            <a:xfrm flipH="1" flipV="1">
              <a:off x="1900283" y="4723122"/>
              <a:ext cx="1382158" cy="1557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322DFBD-C8A3-4D5E-BE1A-4D37D737DA17}"/>
                </a:ext>
              </a:extLst>
            </p:cNvPr>
            <p:cNvGrpSpPr/>
            <p:nvPr/>
          </p:nvGrpSpPr>
          <p:grpSpPr>
            <a:xfrm>
              <a:off x="1013593" y="4279777"/>
              <a:ext cx="905764" cy="886690"/>
              <a:chOff x="429491" y="2824927"/>
              <a:chExt cx="905764" cy="88669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FBCBAAA8-F9C3-43EE-867E-2E7DDB625898}"/>
                  </a:ext>
                </a:extLst>
              </p:cNvPr>
              <p:cNvSpPr/>
              <p:nvPr/>
            </p:nvSpPr>
            <p:spPr>
              <a:xfrm>
                <a:off x="429491" y="2824927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6E5C1C3-6DF6-48CE-9788-D3FA45BBA28E}"/>
                  </a:ext>
                </a:extLst>
              </p:cNvPr>
              <p:cNvCxnSpPr>
                <a:stCxn id="80" idx="0"/>
                <a:endCxn id="80" idx="4"/>
              </p:cNvCxnSpPr>
              <p:nvPr/>
            </p:nvCxnSpPr>
            <p:spPr>
              <a:xfrm>
                <a:off x="872836" y="2824927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576B5257-506C-497C-B934-DC047BE3315A}"/>
                  </a:ext>
                </a:extLst>
              </p:cNvPr>
              <p:cNvCxnSpPr>
                <a:stCxn id="80" idx="6"/>
              </p:cNvCxnSpPr>
              <p:nvPr/>
            </p:nvCxnSpPr>
            <p:spPr>
              <a:xfrm flipH="1">
                <a:off x="872836" y="3268272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A8B8ABE-37AF-49F6-A511-68A1579DD258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9</a:t>
                </a:r>
                <a:endParaRPr lang="en-ID" sz="2400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A515934-A68A-4A90-8C23-7F8B30030BDD}"/>
                  </a:ext>
                </a:extLst>
              </p:cNvPr>
              <p:cNvSpPr txBox="1"/>
              <p:nvPr/>
            </p:nvSpPr>
            <p:spPr>
              <a:xfrm>
                <a:off x="839303" y="2910179"/>
                <a:ext cx="49595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16</a:t>
                </a:r>
                <a:endParaRPr lang="en-ID" sz="2000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0203074-8A33-4E02-8B01-D6CF928B9918}"/>
                  </a:ext>
                </a:extLst>
              </p:cNvPr>
              <p:cNvSpPr txBox="1"/>
              <p:nvPr/>
            </p:nvSpPr>
            <p:spPr>
              <a:xfrm>
                <a:off x="819850" y="3262810"/>
                <a:ext cx="4661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16</a:t>
                </a:r>
                <a:endParaRPr lang="en-ID" sz="2000" dirty="0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FB656CC-E04F-4519-B109-2D79AE7D3DB8}"/>
                </a:ext>
              </a:extLst>
            </p:cNvPr>
            <p:cNvSpPr txBox="1"/>
            <p:nvPr/>
          </p:nvSpPr>
          <p:spPr>
            <a:xfrm>
              <a:off x="4465393" y="309844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3</a:t>
              </a:r>
              <a:endParaRPr lang="en-ID" sz="20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2F70B15-9563-457A-BD97-AEF778182ABE}"/>
                </a:ext>
              </a:extLst>
            </p:cNvPr>
            <p:cNvSpPr txBox="1"/>
            <p:nvPr/>
          </p:nvSpPr>
          <p:spPr>
            <a:xfrm>
              <a:off x="7094778" y="311781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D28C475-75FB-4AC1-8C11-5A38AEB8B72E}"/>
                </a:ext>
              </a:extLst>
            </p:cNvPr>
            <p:cNvSpPr txBox="1"/>
            <p:nvPr/>
          </p:nvSpPr>
          <p:spPr>
            <a:xfrm>
              <a:off x="9836145" y="1892420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4</a:t>
              </a:r>
              <a:endParaRPr lang="en-ID" sz="20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5F316D4-A1F0-436B-BA71-97ED641723D7}"/>
                </a:ext>
              </a:extLst>
            </p:cNvPr>
            <p:cNvSpPr txBox="1"/>
            <p:nvPr/>
          </p:nvSpPr>
          <p:spPr>
            <a:xfrm>
              <a:off x="9758010" y="3608105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5</a:t>
              </a:r>
              <a:endParaRPr lang="en-ID" sz="20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69F9AA0-9F20-406E-8791-D86B3206546E}"/>
                </a:ext>
              </a:extLst>
            </p:cNvPr>
            <p:cNvSpPr txBox="1"/>
            <p:nvPr/>
          </p:nvSpPr>
          <p:spPr>
            <a:xfrm>
              <a:off x="2521064" y="4931319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9B983CB-575F-4C28-9B1F-EC3736401351}"/>
                </a:ext>
              </a:extLst>
            </p:cNvPr>
            <p:cNvSpPr txBox="1"/>
            <p:nvPr/>
          </p:nvSpPr>
          <p:spPr>
            <a:xfrm>
              <a:off x="5668778" y="1954118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000" dirty="0"/>
                <a:t>2</a:t>
              </a:r>
              <a:endParaRPr lang="en-ID" sz="20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1A17483-61E2-4EDC-AE27-DC3B0B7BDDF4}"/>
                </a:ext>
              </a:extLst>
            </p:cNvPr>
            <p:cNvSpPr txBox="1"/>
            <p:nvPr/>
          </p:nvSpPr>
          <p:spPr>
            <a:xfrm>
              <a:off x="2591298" y="4107757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400" dirty="0"/>
                <a:t>H</a:t>
              </a:r>
              <a:endParaRPr lang="en-ID" sz="2400" dirty="0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12C984F-82E7-47F4-8D73-F388616EB724}"/>
                </a:ext>
              </a:extLst>
            </p:cNvPr>
            <p:cNvGrpSpPr/>
            <p:nvPr/>
          </p:nvGrpSpPr>
          <p:grpSpPr>
            <a:xfrm>
              <a:off x="9252419" y="877023"/>
              <a:ext cx="989560" cy="886690"/>
              <a:chOff x="429491" y="2798423"/>
              <a:chExt cx="989560" cy="886690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72D7AABE-119D-4ABD-9BB7-EB7976DF9464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ECDA3F3-9F46-43C3-8729-B6A80ECF3379}"/>
                  </a:ext>
                </a:extLst>
              </p:cNvPr>
              <p:cNvCxnSpPr>
                <a:stCxn id="102" idx="0"/>
                <a:endCxn id="102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752BF96A-C8BD-4D2F-A0E0-2186EB6F74E2}"/>
                  </a:ext>
                </a:extLst>
              </p:cNvPr>
              <p:cNvCxnSpPr>
                <a:cxnSpLocks/>
                <a:stCxn id="102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545A992F-6EED-479D-A29B-CD417357FE3F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3</a:t>
                </a:r>
                <a:endParaRPr lang="en-ID" sz="24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43AA8EF-7DF8-4828-82D6-F6D36996DC2B}"/>
                  </a:ext>
                </a:extLst>
              </p:cNvPr>
              <p:cNvSpPr txBox="1"/>
              <p:nvPr/>
            </p:nvSpPr>
            <p:spPr>
              <a:xfrm>
                <a:off x="858511" y="2867802"/>
                <a:ext cx="4844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5</a:t>
                </a:r>
                <a:endParaRPr lang="en-ID" sz="2000" dirty="0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8937DB7-F642-42CF-9FE0-A1ABEB65D08F}"/>
                  </a:ext>
                </a:extLst>
              </p:cNvPr>
              <p:cNvSpPr txBox="1"/>
              <p:nvPr/>
            </p:nvSpPr>
            <p:spPr>
              <a:xfrm>
                <a:off x="861950" y="3229283"/>
                <a:ext cx="5571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5</a:t>
                </a:r>
                <a:endParaRPr lang="en-ID" sz="2000" dirty="0"/>
              </a:p>
            </p:txBody>
          </p:sp>
        </p:grp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621BDAB2-8035-4764-93F6-B6C8D20D3DCD}"/>
                </a:ext>
              </a:extLst>
            </p:cNvPr>
            <p:cNvCxnSpPr>
              <a:cxnSpLocks/>
            </p:cNvCxnSpPr>
            <p:nvPr/>
          </p:nvCxnSpPr>
          <p:spPr>
            <a:xfrm>
              <a:off x="7905802" y="1293895"/>
              <a:ext cx="1331369" cy="3862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F99F1B6-FDC6-4EAC-A253-E1F398A956BD}"/>
                </a:ext>
              </a:extLst>
            </p:cNvPr>
            <p:cNvSpPr txBox="1"/>
            <p:nvPr/>
          </p:nvSpPr>
          <p:spPr>
            <a:xfrm>
              <a:off x="6301574" y="4231039"/>
              <a:ext cx="1326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Dummy</a:t>
              </a:r>
              <a:endParaRPr lang="en-ID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30F6706-A347-46B6-9D0F-6F37693769A1}"/>
                </a:ext>
              </a:extLst>
            </p:cNvPr>
            <p:cNvSpPr txBox="1"/>
            <p:nvPr/>
          </p:nvSpPr>
          <p:spPr>
            <a:xfrm>
              <a:off x="3979174" y="3711504"/>
              <a:ext cx="1326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Dummy</a:t>
              </a:r>
              <a:endParaRPr lang="en-ID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13F2520D-C4D1-460B-B2ED-B62C8BC0DDFB}"/>
                </a:ext>
              </a:extLst>
            </p:cNvPr>
            <p:cNvSpPr txBox="1"/>
            <p:nvPr/>
          </p:nvSpPr>
          <p:spPr>
            <a:xfrm>
              <a:off x="5938239" y="644093"/>
              <a:ext cx="1326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Dummy</a:t>
              </a:r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88024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2CFAF09-A162-41E9-94F5-64D166ADC7D9}"/>
              </a:ext>
            </a:extLst>
          </p:cNvPr>
          <p:cNvGrpSpPr/>
          <p:nvPr/>
        </p:nvGrpSpPr>
        <p:grpSpPr>
          <a:xfrm>
            <a:off x="487595" y="384865"/>
            <a:ext cx="11891784" cy="6060129"/>
            <a:chOff x="487595" y="384865"/>
            <a:chExt cx="11891784" cy="606012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36D8237-99AA-45A0-83B0-D30613153109}"/>
                </a:ext>
              </a:extLst>
            </p:cNvPr>
            <p:cNvGrpSpPr/>
            <p:nvPr/>
          </p:nvGrpSpPr>
          <p:grpSpPr>
            <a:xfrm>
              <a:off x="487595" y="644093"/>
              <a:ext cx="9863673" cy="5800901"/>
              <a:chOff x="487595" y="644093"/>
              <a:chExt cx="9863673" cy="5800901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D11A422-C901-951F-9E57-7AB407665208}"/>
                  </a:ext>
                </a:extLst>
              </p:cNvPr>
              <p:cNvGrpSpPr/>
              <p:nvPr/>
            </p:nvGrpSpPr>
            <p:grpSpPr>
              <a:xfrm>
                <a:off x="3201569" y="874925"/>
                <a:ext cx="886690" cy="886690"/>
                <a:chOff x="429491" y="2798423"/>
                <a:chExt cx="886690" cy="886690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B9B3166F-C596-11A1-F677-889095F40262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83D10CFE-C4F1-7BB3-4512-72A00E720525}"/>
                    </a:ext>
                  </a:extLst>
                </p:cNvPr>
                <p:cNvCxnSpPr>
                  <a:stCxn id="4" idx="0"/>
                  <a:endCxn id="4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A9A0C99-F8D6-0756-9061-2DF123AA8BB2}"/>
                    </a:ext>
                  </a:extLst>
                </p:cNvPr>
                <p:cNvCxnSpPr>
                  <a:stCxn id="4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A2813EA-8985-1374-9E6B-F3D4F1C434A1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1</a:t>
                  </a:r>
                  <a:endParaRPr lang="en-ID" sz="2400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388FFCC-BC53-71A9-A9E1-A49CBEBFB435}"/>
                    </a:ext>
                  </a:extLst>
                </p:cNvPr>
                <p:cNvSpPr txBox="1"/>
                <p:nvPr/>
              </p:nvSpPr>
              <p:spPr>
                <a:xfrm>
                  <a:off x="885566" y="2841658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0</a:t>
                  </a:r>
                  <a:endParaRPr lang="en-ID" sz="2000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1313057-2D35-5318-B88E-97AB61348814}"/>
                    </a:ext>
                  </a:extLst>
                </p:cNvPr>
                <p:cNvSpPr txBox="1"/>
                <p:nvPr/>
              </p:nvSpPr>
              <p:spPr>
                <a:xfrm>
                  <a:off x="888142" y="3242921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0</a:t>
                  </a:r>
                  <a:endParaRPr lang="en-ID" sz="2000" dirty="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86524AB-CDE3-4827-2D95-2FC051FD5FF4}"/>
                  </a:ext>
                </a:extLst>
              </p:cNvPr>
              <p:cNvGrpSpPr/>
              <p:nvPr/>
            </p:nvGrpSpPr>
            <p:grpSpPr>
              <a:xfrm>
                <a:off x="5129605" y="874925"/>
                <a:ext cx="886690" cy="886690"/>
                <a:chOff x="429491" y="2798423"/>
                <a:chExt cx="886690" cy="886690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13868CF-4082-A08F-6721-B7E0941D1855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15D6D086-FFF9-69AD-E8EB-62E10B09DE2E}"/>
                    </a:ext>
                  </a:extLst>
                </p:cNvPr>
                <p:cNvCxnSpPr>
                  <a:stCxn id="15" idx="0"/>
                  <a:endCxn id="15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56313231-F215-AB4D-7772-0B2BEFE34246}"/>
                    </a:ext>
                  </a:extLst>
                </p:cNvPr>
                <p:cNvCxnSpPr>
                  <a:stCxn id="15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9A2E593-385E-9ABB-4039-7DD89E6F2749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2</a:t>
                  </a:r>
                  <a:endParaRPr lang="en-ID" sz="2400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E65E4C6-D31C-703B-1872-A3540E5B3CF8}"/>
                    </a:ext>
                  </a:extLst>
                </p:cNvPr>
                <p:cNvSpPr txBox="1"/>
                <p:nvPr/>
              </p:nvSpPr>
              <p:spPr>
                <a:xfrm>
                  <a:off x="885566" y="2841658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2</a:t>
                  </a:r>
                  <a:endParaRPr lang="en-ID" sz="2000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107CCA9-C34A-25B0-8F94-F9D131314626}"/>
                    </a:ext>
                  </a:extLst>
                </p:cNvPr>
                <p:cNvSpPr txBox="1"/>
                <p:nvPr/>
              </p:nvSpPr>
              <p:spPr>
                <a:xfrm>
                  <a:off x="888142" y="3242921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2</a:t>
                  </a:r>
                  <a:endParaRPr lang="en-ID" sz="2000" dirty="0"/>
                </a:p>
              </p:txBody>
            </p:sp>
          </p:grp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BA0E923-9F66-9780-1F31-02829662C318}"/>
                  </a:ext>
                </a:extLst>
              </p:cNvPr>
              <p:cNvCxnSpPr>
                <a:stCxn id="4" idx="6"/>
                <a:endCxn id="15" idx="2"/>
              </p:cNvCxnSpPr>
              <p:nvPr/>
            </p:nvCxnSpPr>
            <p:spPr>
              <a:xfrm>
                <a:off x="4088259" y="1318270"/>
                <a:ext cx="1041346" cy="0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3C5AC01-E4F3-5DCE-F357-4B3FE782F5B2}"/>
                  </a:ext>
                </a:extLst>
              </p:cNvPr>
              <p:cNvSpPr txBox="1"/>
              <p:nvPr/>
            </p:nvSpPr>
            <p:spPr>
              <a:xfrm>
                <a:off x="4389113" y="918161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</a:t>
                </a:r>
                <a:endParaRPr lang="en-ID" sz="24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AF820C1-52DE-9C05-D25B-60D5BE983342}"/>
                  </a:ext>
                </a:extLst>
              </p:cNvPr>
              <p:cNvSpPr txBox="1"/>
              <p:nvPr/>
            </p:nvSpPr>
            <p:spPr>
              <a:xfrm>
                <a:off x="4426811" y="134904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EB8B954-1940-DBC5-E670-CBF83377B9F9}"/>
                  </a:ext>
                </a:extLst>
              </p:cNvPr>
              <p:cNvCxnSpPr>
                <a:cxnSpLocks/>
                <a:stCxn id="15" idx="6"/>
                <a:endCxn id="61" idx="2"/>
              </p:cNvCxnSpPr>
              <p:nvPr/>
            </p:nvCxnSpPr>
            <p:spPr>
              <a:xfrm>
                <a:off x="6016295" y="1318270"/>
                <a:ext cx="1002817" cy="10970"/>
              </a:xfrm>
              <a:prstGeom prst="straightConnector1">
                <a:avLst/>
              </a:prstGeom>
              <a:ln>
                <a:prstDash val="dash"/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F5E8639-DB46-F671-AB30-A18D96C64B10}"/>
                  </a:ext>
                </a:extLst>
              </p:cNvPr>
              <p:cNvSpPr txBox="1"/>
              <p:nvPr/>
            </p:nvSpPr>
            <p:spPr>
              <a:xfrm>
                <a:off x="8435572" y="832230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B</a:t>
                </a:r>
                <a:endParaRPr lang="en-ID" sz="2400" dirty="0"/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185C1942-D623-8BE9-8BF7-CF9118EE202F}"/>
                  </a:ext>
                </a:extLst>
              </p:cNvPr>
              <p:cNvGrpSpPr/>
              <p:nvPr/>
            </p:nvGrpSpPr>
            <p:grpSpPr>
              <a:xfrm>
                <a:off x="7019112" y="885895"/>
                <a:ext cx="989560" cy="886690"/>
                <a:chOff x="429491" y="2798423"/>
                <a:chExt cx="989560" cy="886690"/>
              </a:xfrm>
            </p:grpSpPr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143AF656-3C6C-35A7-C09A-177B2EC2720C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1CAA05C1-7A52-6028-8D11-D36B042EC321}"/>
                    </a:ext>
                  </a:extLst>
                </p:cNvPr>
                <p:cNvCxnSpPr>
                  <a:stCxn id="61" idx="0"/>
                  <a:endCxn id="61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94DEED38-3B2E-6C47-61F5-35036333FA08}"/>
                    </a:ext>
                  </a:extLst>
                </p:cNvPr>
                <p:cNvCxnSpPr>
                  <a:cxnSpLocks/>
                  <a:stCxn id="61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97BEE00-4595-5BB9-5965-0F09EEAC3545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400" dirty="0"/>
                    <a:t>2</a:t>
                  </a:r>
                  <a:endParaRPr lang="en-ID" sz="2400" dirty="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9745CEA-2FFF-96DC-6C13-6A33E83C3192}"/>
                    </a:ext>
                  </a:extLst>
                </p:cNvPr>
                <p:cNvSpPr txBox="1"/>
                <p:nvPr/>
              </p:nvSpPr>
              <p:spPr>
                <a:xfrm>
                  <a:off x="858511" y="2867802"/>
                  <a:ext cx="48441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2</a:t>
                  </a:r>
                  <a:endParaRPr lang="en-ID" sz="2000" dirty="0"/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D65BFE8-31FC-A83C-466B-5F4CB91653A1}"/>
                    </a:ext>
                  </a:extLst>
                </p:cNvPr>
                <p:cNvSpPr txBox="1"/>
                <p:nvPr/>
              </p:nvSpPr>
              <p:spPr>
                <a:xfrm>
                  <a:off x="861950" y="3229283"/>
                  <a:ext cx="5571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2</a:t>
                  </a:r>
                  <a:endParaRPr lang="en-ID" sz="2000" dirty="0"/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1B95999C-51FF-B76B-795A-30AFA35838FA}"/>
                  </a:ext>
                </a:extLst>
              </p:cNvPr>
              <p:cNvSpPr txBox="1"/>
              <p:nvPr/>
            </p:nvSpPr>
            <p:spPr>
              <a:xfrm>
                <a:off x="8355659" y="1379826"/>
                <a:ext cx="4890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3</a:t>
                </a:r>
                <a:endParaRPr lang="en-ID" sz="2000" dirty="0"/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1EC786F6-3339-483C-8347-AD5A49469C13}"/>
                  </a:ext>
                </a:extLst>
              </p:cNvPr>
              <p:cNvCxnSpPr>
                <a:cxnSpLocks/>
                <a:stCxn id="102" idx="4"/>
                <a:endCxn id="107" idx="0"/>
              </p:cNvCxnSpPr>
              <p:nvPr/>
            </p:nvCxnSpPr>
            <p:spPr>
              <a:xfrm>
                <a:off x="9695764" y="1717993"/>
                <a:ext cx="24361" cy="872443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A397B91F-45E0-4FDE-85EB-6DFCC720A032}"/>
                  </a:ext>
                </a:extLst>
              </p:cNvPr>
              <p:cNvGrpSpPr/>
              <p:nvPr/>
            </p:nvGrpSpPr>
            <p:grpSpPr>
              <a:xfrm>
                <a:off x="9276780" y="2590436"/>
                <a:ext cx="886690" cy="886690"/>
                <a:chOff x="429491" y="2798423"/>
                <a:chExt cx="886690" cy="886690"/>
              </a:xfrm>
            </p:grpSpPr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ECEE8C45-AF53-4142-B355-EFE2E5726486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4805F2D5-9A64-4379-87FB-A53DAECB4494}"/>
                    </a:ext>
                  </a:extLst>
                </p:cNvPr>
                <p:cNvCxnSpPr>
                  <a:stCxn id="107" idx="0"/>
                  <a:endCxn id="107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469AA426-6283-4023-ABF2-FB3DABD63044}"/>
                    </a:ext>
                  </a:extLst>
                </p:cNvPr>
                <p:cNvCxnSpPr>
                  <a:stCxn id="107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EF0D6111-1D18-4B0A-82BB-449FAF25DE4B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400" dirty="0"/>
                    <a:t>5</a:t>
                  </a:r>
                  <a:endParaRPr lang="en-ID" sz="2400" dirty="0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9AB052F-274A-4D18-BA0D-6A44546C6A64}"/>
                    </a:ext>
                  </a:extLst>
                </p:cNvPr>
                <p:cNvSpPr txBox="1"/>
                <p:nvPr/>
              </p:nvSpPr>
              <p:spPr>
                <a:xfrm>
                  <a:off x="885566" y="2841658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9</a:t>
                  </a:r>
                  <a:endParaRPr lang="en-ID" sz="2000" dirty="0"/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888E79A-4C61-4CEB-A180-4A77AA974577}"/>
                    </a:ext>
                  </a:extLst>
                </p:cNvPr>
                <p:cNvSpPr txBox="1"/>
                <p:nvPr/>
              </p:nvSpPr>
              <p:spPr>
                <a:xfrm>
                  <a:off x="888142" y="3242921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9</a:t>
                  </a:r>
                  <a:endParaRPr lang="en-ID" sz="2000" dirty="0"/>
                </a:p>
              </p:txBody>
            </p:sp>
          </p:grp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2F22D45-9C41-4E95-9AAF-0BD34010367E}"/>
                  </a:ext>
                </a:extLst>
              </p:cNvPr>
              <p:cNvSpPr txBox="1"/>
              <p:nvPr/>
            </p:nvSpPr>
            <p:spPr>
              <a:xfrm>
                <a:off x="9310523" y="187209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D</a:t>
                </a:r>
                <a:endParaRPr lang="en-ID" sz="2400" dirty="0"/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AF188BC6-21C2-431B-878A-F71DED768BF7}"/>
                  </a:ext>
                </a:extLst>
              </p:cNvPr>
              <p:cNvGrpSpPr/>
              <p:nvPr/>
            </p:nvGrpSpPr>
            <p:grpSpPr>
              <a:xfrm>
                <a:off x="9308330" y="4295355"/>
                <a:ext cx="1042938" cy="886690"/>
                <a:chOff x="429491" y="2798423"/>
                <a:chExt cx="1042938" cy="886690"/>
              </a:xfrm>
            </p:grpSpPr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485C98F5-99B6-4C70-8E66-0C902C2EFD3D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3ACE8FBD-04C9-481A-A5C4-EE6C7D9B6206}"/>
                    </a:ext>
                  </a:extLst>
                </p:cNvPr>
                <p:cNvCxnSpPr>
                  <a:stCxn id="124" idx="0"/>
                  <a:endCxn id="124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9F555071-96E6-4B69-8322-D4627C058BF0}"/>
                    </a:ext>
                  </a:extLst>
                </p:cNvPr>
                <p:cNvCxnSpPr>
                  <a:stCxn id="124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A77D1B46-EB5B-4867-8F00-1F5981A0EBBC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400" dirty="0"/>
                    <a:t>7</a:t>
                  </a:r>
                  <a:endParaRPr lang="en-ID" sz="2400" dirty="0"/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43AAF44D-FFEF-4F69-915D-46C0081D0A00}"/>
                    </a:ext>
                  </a:extLst>
                </p:cNvPr>
                <p:cNvSpPr txBox="1"/>
                <p:nvPr/>
              </p:nvSpPr>
              <p:spPr>
                <a:xfrm>
                  <a:off x="885555" y="2878819"/>
                  <a:ext cx="5868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14</a:t>
                  </a:r>
                  <a:endParaRPr lang="en-ID" sz="2000" dirty="0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B513E7E7-E905-45A4-95B8-46B4853C1D16}"/>
                    </a:ext>
                  </a:extLst>
                </p:cNvPr>
                <p:cNvSpPr txBox="1"/>
                <p:nvPr/>
              </p:nvSpPr>
              <p:spPr>
                <a:xfrm>
                  <a:off x="888142" y="3242921"/>
                  <a:ext cx="58428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14</a:t>
                  </a:r>
                  <a:endParaRPr lang="en-ID" sz="2000" dirty="0"/>
                </a:p>
              </p:txBody>
            </p:sp>
          </p:grp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39A0F414-51AB-4CD0-BF0E-B004CA0FE2AF}"/>
                  </a:ext>
                </a:extLst>
              </p:cNvPr>
              <p:cNvCxnSpPr>
                <a:cxnSpLocks/>
                <a:stCxn id="107" idx="4"/>
                <a:endCxn id="124" idx="0"/>
              </p:cNvCxnSpPr>
              <p:nvPr/>
            </p:nvCxnSpPr>
            <p:spPr>
              <a:xfrm>
                <a:off x="9720125" y="3477126"/>
                <a:ext cx="31550" cy="818229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C81D75E7-871C-4E23-9ED4-569DEF9199B5}"/>
                  </a:ext>
                </a:extLst>
              </p:cNvPr>
              <p:cNvSpPr txBox="1"/>
              <p:nvPr/>
            </p:nvSpPr>
            <p:spPr>
              <a:xfrm>
                <a:off x="9237171" y="3577328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G</a:t>
                </a:r>
                <a:endParaRPr lang="en-ID" sz="2400" dirty="0"/>
              </a:p>
            </p:txBody>
          </p: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5409B4D3-7094-4E26-A88A-C4A08DE37A8C}"/>
                  </a:ext>
                </a:extLst>
              </p:cNvPr>
              <p:cNvGrpSpPr/>
              <p:nvPr/>
            </p:nvGrpSpPr>
            <p:grpSpPr>
              <a:xfrm>
                <a:off x="3282441" y="4295355"/>
                <a:ext cx="1102594" cy="886690"/>
                <a:chOff x="429491" y="2798423"/>
                <a:chExt cx="1102594" cy="886690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F8A955D2-F052-41F3-A51E-59E0B7EBAD22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EC3D65F0-B6E9-488E-8491-0237029B6D81}"/>
                    </a:ext>
                  </a:extLst>
                </p:cNvPr>
                <p:cNvCxnSpPr>
                  <a:stCxn id="167" idx="0"/>
                  <a:endCxn id="167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62D9A1CD-CABD-4938-BA00-D12FBEE7D782}"/>
                    </a:ext>
                  </a:extLst>
                </p:cNvPr>
                <p:cNvCxnSpPr>
                  <a:stCxn id="167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2372C900-7E69-4EDB-B8D2-7047C38277B5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400" dirty="0"/>
                    <a:t>8</a:t>
                  </a:r>
                  <a:endParaRPr lang="en-ID" sz="2400" dirty="0"/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8E6FDAC7-653D-433A-9126-4BB68B2CAD50}"/>
                    </a:ext>
                  </a:extLst>
                </p:cNvPr>
                <p:cNvSpPr txBox="1"/>
                <p:nvPr/>
              </p:nvSpPr>
              <p:spPr>
                <a:xfrm>
                  <a:off x="862777" y="2872435"/>
                  <a:ext cx="52183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14</a:t>
                  </a:r>
                  <a:endParaRPr lang="en-ID" sz="2000" dirty="0"/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FD287879-E48F-45D9-96E6-85BB26E4A801}"/>
                    </a:ext>
                  </a:extLst>
                </p:cNvPr>
                <p:cNvSpPr txBox="1"/>
                <p:nvPr/>
              </p:nvSpPr>
              <p:spPr>
                <a:xfrm>
                  <a:off x="846366" y="3242921"/>
                  <a:ext cx="6857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14</a:t>
                  </a:r>
                  <a:endParaRPr lang="en-ID" sz="2000" dirty="0"/>
                </a:p>
              </p:txBody>
            </p:sp>
          </p:grpSp>
          <p:cxnSp>
            <p:nvCxnSpPr>
              <p:cNvPr id="175" name="Straight Arrow Connector 174">
                <a:extLst>
                  <a:ext uri="{FF2B5EF4-FFF2-40B4-BE49-F238E27FC236}">
                    <a16:creationId xmlns:a16="http://schemas.microsoft.com/office/drawing/2014/main" id="{9D51DC9C-B618-437C-8749-A5F64D2B81EF}"/>
                  </a:ext>
                </a:extLst>
              </p:cNvPr>
              <p:cNvCxnSpPr>
                <a:cxnSpLocks/>
                <a:stCxn id="132" idx="1"/>
                <a:endCxn id="167" idx="6"/>
              </p:cNvCxnSpPr>
              <p:nvPr/>
            </p:nvCxnSpPr>
            <p:spPr>
              <a:xfrm flipH="1" flipV="1">
                <a:off x="4169131" y="4738700"/>
                <a:ext cx="5220071" cy="1"/>
              </a:xfrm>
              <a:prstGeom prst="straightConnector1">
                <a:avLst/>
              </a:prstGeom>
              <a:ln>
                <a:prstDash val="dash"/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AB2CDFD-8867-47C5-9C22-676383A4BCB2}"/>
                  </a:ext>
                </a:extLst>
              </p:cNvPr>
              <p:cNvCxnSpPr>
                <a:cxnSpLocks/>
                <a:stCxn id="167" idx="2"/>
                <a:endCxn id="80" idx="6"/>
              </p:cNvCxnSpPr>
              <p:nvPr/>
            </p:nvCxnSpPr>
            <p:spPr>
              <a:xfrm flipH="1" flipV="1">
                <a:off x="1900283" y="4719478"/>
                <a:ext cx="1382158" cy="19222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6322DFBD-C8A3-4D5E-BE1A-4D37D737DA17}"/>
                  </a:ext>
                </a:extLst>
              </p:cNvPr>
              <p:cNvGrpSpPr/>
              <p:nvPr/>
            </p:nvGrpSpPr>
            <p:grpSpPr>
              <a:xfrm>
                <a:off x="1013593" y="4276133"/>
                <a:ext cx="905764" cy="886690"/>
                <a:chOff x="429491" y="2798423"/>
                <a:chExt cx="905764" cy="886690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FBCBAAA8-F9C3-43EE-867E-2E7DDB625898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B6E5C1C3-6DF6-48CE-9788-D3FA45BBA28E}"/>
                    </a:ext>
                  </a:extLst>
                </p:cNvPr>
                <p:cNvCxnSpPr>
                  <a:stCxn id="80" idx="0"/>
                  <a:endCxn id="80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576B5257-506C-497C-B934-DC047BE3315A}"/>
                    </a:ext>
                  </a:extLst>
                </p:cNvPr>
                <p:cNvCxnSpPr>
                  <a:stCxn id="80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A8B8ABE-37AF-49F6-A511-68A1579DD258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400" dirty="0"/>
                    <a:t>9</a:t>
                  </a:r>
                  <a:endParaRPr lang="en-ID" sz="2400" dirty="0"/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A515934-A68A-4A90-8C23-7F8B30030BDD}"/>
                    </a:ext>
                  </a:extLst>
                </p:cNvPr>
                <p:cNvSpPr txBox="1"/>
                <p:nvPr/>
              </p:nvSpPr>
              <p:spPr>
                <a:xfrm>
                  <a:off x="839303" y="2910179"/>
                  <a:ext cx="49595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16</a:t>
                  </a:r>
                  <a:endParaRPr lang="en-ID" sz="2000" dirty="0"/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00203074-8A33-4E02-8B01-D6CF928B9918}"/>
                    </a:ext>
                  </a:extLst>
                </p:cNvPr>
                <p:cNvSpPr txBox="1"/>
                <p:nvPr/>
              </p:nvSpPr>
              <p:spPr>
                <a:xfrm>
                  <a:off x="819850" y="3262810"/>
                  <a:ext cx="46618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16</a:t>
                  </a:r>
                  <a:endParaRPr lang="en-ID" sz="2000" dirty="0"/>
                </a:p>
              </p:txBody>
            </p: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D28C475-75FB-4AC1-8C11-5A38AEB8B72E}"/>
                  </a:ext>
                </a:extLst>
              </p:cNvPr>
              <p:cNvSpPr txBox="1"/>
              <p:nvPr/>
            </p:nvSpPr>
            <p:spPr>
              <a:xfrm>
                <a:off x="9836145" y="1892420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4</a:t>
                </a:r>
                <a:endParaRPr lang="en-ID" sz="20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5F316D4-A1F0-436B-BA71-97ED641723D7}"/>
                  </a:ext>
                </a:extLst>
              </p:cNvPr>
              <p:cNvSpPr txBox="1"/>
              <p:nvPr/>
            </p:nvSpPr>
            <p:spPr>
              <a:xfrm>
                <a:off x="9758010" y="3608105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5</a:t>
                </a:r>
                <a:endParaRPr lang="en-ID" sz="20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69F9AA0-9F20-406E-8791-D86B3206546E}"/>
                  </a:ext>
                </a:extLst>
              </p:cNvPr>
              <p:cNvSpPr txBox="1"/>
              <p:nvPr/>
            </p:nvSpPr>
            <p:spPr>
              <a:xfrm>
                <a:off x="2521064" y="4931319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2</a:t>
                </a:r>
                <a:endParaRPr lang="en-ID" sz="2000" dirty="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1A17483-61E2-4EDC-AE27-DC3B0B7BDDF4}"/>
                  </a:ext>
                </a:extLst>
              </p:cNvPr>
              <p:cNvSpPr txBox="1"/>
              <p:nvPr/>
            </p:nvSpPr>
            <p:spPr>
              <a:xfrm>
                <a:off x="2591298" y="4107757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H</a:t>
                </a:r>
                <a:endParaRPr lang="en-ID" sz="2400" dirty="0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312C984F-82E7-47F4-8D73-F388616EB724}"/>
                  </a:ext>
                </a:extLst>
              </p:cNvPr>
              <p:cNvGrpSpPr/>
              <p:nvPr/>
            </p:nvGrpSpPr>
            <p:grpSpPr>
              <a:xfrm>
                <a:off x="9252419" y="831303"/>
                <a:ext cx="989560" cy="886690"/>
                <a:chOff x="429491" y="2798423"/>
                <a:chExt cx="989560" cy="886690"/>
              </a:xfrm>
            </p:grpSpPr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72D7AABE-119D-4ABD-9BB7-EB7976DF9464}"/>
                    </a:ext>
                  </a:extLst>
                </p:cNvPr>
                <p:cNvSpPr/>
                <p:nvPr/>
              </p:nvSpPr>
              <p:spPr>
                <a:xfrm>
                  <a:off x="429491" y="2798423"/>
                  <a:ext cx="886690" cy="88669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/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CECDA3F3-9F46-43C3-8729-B6A80ECF3379}"/>
                    </a:ext>
                  </a:extLst>
                </p:cNvPr>
                <p:cNvCxnSpPr>
                  <a:stCxn id="102" idx="0"/>
                  <a:endCxn id="102" idx="4"/>
                </p:cNvCxnSpPr>
                <p:nvPr/>
              </p:nvCxnSpPr>
              <p:spPr>
                <a:xfrm>
                  <a:off x="872836" y="2798423"/>
                  <a:ext cx="0" cy="88669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752BF96A-C8BD-4D2F-A0E0-2186EB6F74E2}"/>
                    </a:ext>
                  </a:extLst>
                </p:cNvPr>
                <p:cNvCxnSpPr>
                  <a:cxnSpLocks/>
                  <a:stCxn id="102" idx="6"/>
                </p:cNvCxnSpPr>
                <p:nvPr/>
              </p:nvCxnSpPr>
              <p:spPr>
                <a:xfrm flipH="1">
                  <a:off x="872836" y="3241768"/>
                  <a:ext cx="443345" cy="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545A992F-6EED-479D-A29B-CD417357FE3F}"/>
                    </a:ext>
                  </a:extLst>
                </p:cNvPr>
                <p:cNvSpPr txBox="1"/>
                <p:nvPr/>
              </p:nvSpPr>
              <p:spPr>
                <a:xfrm>
                  <a:off x="510363" y="301093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400" dirty="0"/>
                    <a:t>3</a:t>
                  </a:r>
                  <a:endParaRPr lang="en-ID" sz="2400" dirty="0"/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E43AA8EF-7DF8-4828-82D6-F6D36996DC2B}"/>
                    </a:ext>
                  </a:extLst>
                </p:cNvPr>
                <p:cNvSpPr txBox="1"/>
                <p:nvPr/>
              </p:nvSpPr>
              <p:spPr>
                <a:xfrm>
                  <a:off x="858511" y="2867802"/>
                  <a:ext cx="48441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5</a:t>
                  </a:r>
                  <a:endParaRPr lang="en-ID" sz="2000" dirty="0"/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28937DB7-F642-42CF-9FE0-A1ABEB65D08F}"/>
                    </a:ext>
                  </a:extLst>
                </p:cNvPr>
                <p:cNvSpPr txBox="1"/>
                <p:nvPr/>
              </p:nvSpPr>
              <p:spPr>
                <a:xfrm>
                  <a:off x="861950" y="3229283"/>
                  <a:ext cx="5571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id-ID" sz="2000" dirty="0"/>
                    <a:t>5</a:t>
                  </a:r>
                  <a:endParaRPr lang="en-ID" sz="2000" dirty="0"/>
                </a:p>
              </p:txBody>
            </p:sp>
          </p:grp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21BDAB2-8035-4764-93F6-B6C8D20D3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02" y="1293895"/>
                <a:ext cx="1331369" cy="38629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3F99F1B6-FDC6-4EAC-A253-E1F398A956BD}"/>
                  </a:ext>
                </a:extLst>
              </p:cNvPr>
              <p:cNvSpPr txBox="1"/>
              <p:nvPr/>
            </p:nvSpPr>
            <p:spPr>
              <a:xfrm>
                <a:off x="6301574" y="4231039"/>
                <a:ext cx="1326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Dummy</a:t>
                </a:r>
                <a:endParaRPr lang="en-ID" dirty="0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3F2520D-C4D1-460B-B2ED-B62C8BC0DDFB}"/>
                  </a:ext>
                </a:extLst>
              </p:cNvPr>
              <p:cNvSpPr txBox="1"/>
              <p:nvPr/>
            </p:nvSpPr>
            <p:spPr>
              <a:xfrm>
                <a:off x="5938239" y="644093"/>
                <a:ext cx="1326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Dummy</a:t>
                </a:r>
                <a:endParaRPr lang="en-ID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2C076F4-3298-4183-94C0-2F10C936A1E6}"/>
                  </a:ext>
                </a:extLst>
              </p:cNvPr>
              <p:cNvSpPr txBox="1"/>
              <p:nvPr/>
            </p:nvSpPr>
            <p:spPr>
              <a:xfrm>
                <a:off x="487595" y="5675553"/>
                <a:ext cx="765497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JALUR KRITIS : </a:t>
                </a:r>
                <a:r>
                  <a:rPr lang="en-US" sz="4400" dirty="0"/>
                  <a:t>A – </a:t>
                </a:r>
                <a:r>
                  <a:rPr lang="id-ID" sz="4400" dirty="0"/>
                  <a:t>B</a:t>
                </a:r>
                <a:r>
                  <a:rPr lang="en-US" sz="4400" dirty="0"/>
                  <a:t> – </a:t>
                </a:r>
                <a:r>
                  <a:rPr lang="id-ID" sz="4400" dirty="0"/>
                  <a:t>D</a:t>
                </a:r>
                <a:r>
                  <a:rPr lang="en-US" sz="4400" dirty="0"/>
                  <a:t> – </a:t>
                </a:r>
                <a:r>
                  <a:rPr lang="id-ID" sz="4400" dirty="0"/>
                  <a:t>G</a:t>
                </a:r>
                <a:r>
                  <a:rPr lang="en-US" sz="4400" dirty="0"/>
                  <a:t> – </a:t>
                </a:r>
                <a:r>
                  <a:rPr lang="id-ID" sz="4400" dirty="0"/>
                  <a:t>H</a:t>
                </a:r>
                <a:r>
                  <a:rPr lang="en-US" sz="4400" dirty="0"/>
                  <a:t> </a:t>
                </a:r>
                <a:endParaRPr lang="en-ID" sz="2400" dirty="0"/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5DD344C-D0AD-47ED-A643-8F42E757540B}"/>
                </a:ext>
              </a:extLst>
            </p:cNvPr>
            <p:cNvSpPr txBox="1"/>
            <p:nvPr/>
          </p:nvSpPr>
          <p:spPr>
            <a:xfrm>
              <a:off x="3944721" y="397871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FEA5A99-5FD3-43C5-B342-91053C7F2924}"/>
                </a:ext>
              </a:extLst>
            </p:cNvPr>
            <p:cNvSpPr txBox="1"/>
            <p:nvPr/>
          </p:nvSpPr>
          <p:spPr>
            <a:xfrm>
              <a:off x="7871569" y="384865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48DC726-F6BF-434D-A685-C0E43106D2D2}"/>
                </a:ext>
              </a:extLst>
            </p:cNvPr>
            <p:cNvSpPr txBox="1"/>
            <p:nvPr/>
          </p:nvSpPr>
          <p:spPr>
            <a:xfrm>
              <a:off x="10448681" y="1723840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54F8537-5E34-4671-943F-D10F9D68E5F1}"/>
                </a:ext>
              </a:extLst>
            </p:cNvPr>
            <p:cNvSpPr txBox="1"/>
            <p:nvPr/>
          </p:nvSpPr>
          <p:spPr>
            <a:xfrm>
              <a:off x="10518093" y="3577328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4181F24-6FE2-4FB9-8EEA-C43408B4B027}"/>
                </a:ext>
              </a:extLst>
            </p:cNvPr>
            <p:cNvSpPr txBox="1"/>
            <p:nvPr/>
          </p:nvSpPr>
          <p:spPr>
            <a:xfrm>
              <a:off x="2005300" y="3620560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196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7F80338-563F-419D-94C4-CCD4720A27C3}"/>
              </a:ext>
            </a:extLst>
          </p:cNvPr>
          <p:cNvGrpSpPr/>
          <p:nvPr/>
        </p:nvGrpSpPr>
        <p:grpSpPr>
          <a:xfrm>
            <a:off x="265863" y="1357332"/>
            <a:ext cx="12462810" cy="5087662"/>
            <a:chOff x="265863" y="1357332"/>
            <a:chExt cx="12462810" cy="508766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1A422-C901-951F-9E57-7AB407665208}"/>
                </a:ext>
              </a:extLst>
            </p:cNvPr>
            <p:cNvGrpSpPr/>
            <p:nvPr/>
          </p:nvGrpSpPr>
          <p:grpSpPr>
            <a:xfrm>
              <a:off x="265863" y="3305665"/>
              <a:ext cx="886690" cy="886690"/>
              <a:chOff x="429491" y="2798423"/>
              <a:chExt cx="886690" cy="88669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9B3166F-C596-11A1-F677-889095F4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D10CFE-C4F1-7BB3-4512-72A00E720525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A9A0C99-F8D6-0756-9061-2DF123AA8BB2}"/>
                  </a:ext>
                </a:extLst>
              </p:cNvPr>
              <p:cNvCxnSpPr>
                <a:stCxn id="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2813EA-8985-1374-9E6B-F3D4F1C434A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endParaRPr lang="en-ID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88FFCC-BC53-71A9-A9E1-A49CBEBFB43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13057-2D35-5318-B88E-97AB61348814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6524AB-CDE3-4827-2D95-2FC051FD5FF4}"/>
                </a:ext>
              </a:extLst>
            </p:cNvPr>
            <p:cNvGrpSpPr/>
            <p:nvPr/>
          </p:nvGrpSpPr>
          <p:grpSpPr>
            <a:xfrm>
              <a:off x="2193899" y="3305665"/>
              <a:ext cx="886690" cy="886690"/>
              <a:chOff x="429491" y="2798423"/>
              <a:chExt cx="886690" cy="88669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13868CF-4082-A08F-6721-B7E0941D185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D6D086-FFF9-69AD-E8EB-62E10B09DE2E}"/>
                  </a:ext>
                </a:extLst>
              </p:cNvPr>
              <p:cNvCxnSpPr>
                <a:stCxn id="15" idx="0"/>
                <a:endCxn id="1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6313231-F215-AB4D-7772-0B2BEFE34246}"/>
                  </a:ext>
                </a:extLst>
              </p:cNvPr>
              <p:cNvCxnSpPr>
                <a:stCxn id="1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A2E593-385E-9ABB-4039-7DD89E6F2749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65E4C6-D31C-703B-1872-A3540E5B3CF8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7CCA9-C34A-25B0-8F94-F9D13131462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BA0E923-9F66-9780-1F31-02829662C318}"/>
                </a:ext>
              </a:extLst>
            </p:cNvPr>
            <p:cNvCxnSpPr>
              <a:stCxn id="4" idx="6"/>
              <a:endCxn id="15" idx="2"/>
            </p:cNvCxnSpPr>
            <p:nvPr/>
          </p:nvCxnSpPr>
          <p:spPr>
            <a:xfrm>
              <a:off x="1152553" y="3749010"/>
              <a:ext cx="104134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C5AC01-E4F3-5DCE-F357-4B3FE782F5B2}"/>
                </a:ext>
              </a:extLst>
            </p:cNvPr>
            <p:cNvSpPr txBox="1"/>
            <p:nvPr/>
          </p:nvSpPr>
          <p:spPr>
            <a:xfrm>
              <a:off x="1453407" y="334890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endParaRPr lang="en-ID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F820C1-52DE-9C05-D25B-60D5BE983342}"/>
                </a:ext>
              </a:extLst>
            </p:cNvPr>
            <p:cNvSpPr txBox="1"/>
            <p:nvPr/>
          </p:nvSpPr>
          <p:spPr>
            <a:xfrm>
              <a:off x="1491105" y="377978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EB8B954-1940-DBC5-E670-CBF83377B9F9}"/>
                </a:ext>
              </a:extLst>
            </p:cNvPr>
            <p:cNvCxnSpPr>
              <a:cxnSpLocks/>
              <a:stCxn id="15" idx="6"/>
              <a:endCxn id="61" idx="2"/>
            </p:cNvCxnSpPr>
            <p:nvPr/>
          </p:nvCxnSpPr>
          <p:spPr>
            <a:xfrm flipV="1">
              <a:off x="3080589" y="3737120"/>
              <a:ext cx="1002817" cy="1189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F5E8639-DB46-F671-AB30-A18D96C64B10}"/>
                </a:ext>
              </a:extLst>
            </p:cNvPr>
            <p:cNvSpPr txBox="1"/>
            <p:nvPr/>
          </p:nvSpPr>
          <p:spPr>
            <a:xfrm>
              <a:off x="3394249" y="3146277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</a:t>
              </a:r>
              <a:endParaRPr lang="en-ID" sz="24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85C1942-D623-8BE9-8BF7-CF9118EE202F}"/>
                </a:ext>
              </a:extLst>
            </p:cNvPr>
            <p:cNvGrpSpPr/>
            <p:nvPr/>
          </p:nvGrpSpPr>
          <p:grpSpPr>
            <a:xfrm>
              <a:off x="4083406" y="3293775"/>
              <a:ext cx="989560" cy="886690"/>
              <a:chOff x="429491" y="2798423"/>
              <a:chExt cx="989560" cy="88669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43AF656-3C6C-35A7-C09A-177B2EC2720C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CAA05C1-7A52-6028-8D11-D36B042EC321}"/>
                  </a:ext>
                </a:extLst>
              </p:cNvPr>
              <p:cNvCxnSpPr>
                <a:stCxn id="61" idx="0"/>
                <a:endCxn id="61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4DEED38-3B2E-6C47-61F5-35036333FA08}"/>
                  </a:ext>
                </a:extLst>
              </p:cNvPr>
              <p:cNvCxnSpPr>
                <a:cxnSpLocks/>
                <a:stCxn id="61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97BEE00-4595-5BB9-5965-0F09EEAC3545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4</a:t>
                </a:r>
                <a:endParaRPr lang="en-ID" sz="2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745CEA-2FFF-96DC-6C13-6A33E83C3192}"/>
                  </a:ext>
                </a:extLst>
              </p:cNvPr>
              <p:cNvSpPr txBox="1"/>
              <p:nvPr/>
            </p:nvSpPr>
            <p:spPr>
              <a:xfrm>
                <a:off x="858511" y="2867802"/>
                <a:ext cx="4844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D65BFE8-31FC-A83C-466B-5F4CB91653A1}"/>
                  </a:ext>
                </a:extLst>
              </p:cNvPr>
              <p:cNvSpPr txBox="1"/>
              <p:nvPr/>
            </p:nvSpPr>
            <p:spPr>
              <a:xfrm>
                <a:off x="861950" y="3229283"/>
                <a:ext cx="5571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</p:grp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1BC3FB9-973B-E3D7-AE20-83246EDC8BD2}"/>
                </a:ext>
              </a:extLst>
            </p:cNvPr>
            <p:cNvCxnSpPr>
              <a:cxnSpLocks/>
              <a:stCxn id="61" idx="6"/>
              <a:endCxn id="85" idx="2"/>
            </p:cNvCxnSpPr>
            <p:nvPr/>
          </p:nvCxnSpPr>
          <p:spPr>
            <a:xfrm flipV="1">
              <a:off x="4970096" y="2585196"/>
              <a:ext cx="1027491" cy="115192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2E5F8CD-D3E8-CDAF-7E8B-C34713A6DD76}"/>
                </a:ext>
              </a:extLst>
            </p:cNvPr>
            <p:cNvSpPr txBox="1"/>
            <p:nvPr/>
          </p:nvSpPr>
          <p:spPr>
            <a:xfrm>
              <a:off x="5230428" y="2627898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endParaRPr lang="en-ID" sz="2400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983BCB2-B1AC-D73E-4353-44D9EB90CE37}"/>
                </a:ext>
              </a:extLst>
            </p:cNvPr>
            <p:cNvGrpSpPr/>
            <p:nvPr/>
          </p:nvGrpSpPr>
          <p:grpSpPr>
            <a:xfrm>
              <a:off x="5997587" y="2141851"/>
              <a:ext cx="926286" cy="886690"/>
              <a:chOff x="429491" y="2798423"/>
              <a:chExt cx="926286" cy="886690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ECE2C6D2-7526-57BF-C648-EFF5C0CDD2B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3E5E6CFF-F953-1D0A-F39C-786BBF67689F}"/>
                  </a:ext>
                </a:extLst>
              </p:cNvPr>
              <p:cNvCxnSpPr>
                <a:stCxn id="85" idx="0"/>
                <a:endCxn id="8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B04993B-2305-E676-6A8D-850C4AF27461}"/>
                  </a:ext>
                </a:extLst>
              </p:cNvPr>
              <p:cNvCxnSpPr>
                <a:stCxn id="8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2A83202-46DF-48DD-FFEC-D7276F98E1EB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5</a:t>
                </a:r>
                <a:endParaRPr lang="en-ID" sz="24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BAB123E-5D30-2669-2A1B-6BC4DE32E84D}"/>
                  </a:ext>
                </a:extLst>
              </p:cNvPr>
              <p:cNvSpPr txBox="1"/>
              <p:nvPr/>
            </p:nvSpPr>
            <p:spPr>
              <a:xfrm>
                <a:off x="844209" y="2869486"/>
                <a:ext cx="469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37EF76-65A0-7691-5F40-C3AA493FB3AC}"/>
                  </a:ext>
                </a:extLst>
              </p:cNvPr>
              <p:cNvSpPr txBox="1"/>
              <p:nvPr/>
            </p:nvSpPr>
            <p:spPr>
              <a:xfrm>
                <a:off x="846866" y="3242089"/>
                <a:ext cx="5089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5B65851-5D93-2886-07A4-737E544F5A1B}"/>
                </a:ext>
              </a:extLst>
            </p:cNvPr>
            <p:cNvSpPr txBox="1"/>
            <p:nvPr/>
          </p:nvSpPr>
          <p:spPr>
            <a:xfrm>
              <a:off x="6867257" y="310222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H</a:t>
              </a:r>
              <a:endParaRPr lang="en-ID" sz="2400" dirty="0"/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930AA990-108C-0CAC-66B9-3EED3A825BAF}"/>
                </a:ext>
              </a:extLst>
            </p:cNvPr>
            <p:cNvCxnSpPr>
              <a:cxnSpLocks/>
              <a:stCxn id="85" idx="6"/>
              <a:endCxn id="144" idx="2"/>
            </p:cNvCxnSpPr>
            <p:nvPr/>
          </p:nvCxnSpPr>
          <p:spPr>
            <a:xfrm>
              <a:off x="6884277" y="2585196"/>
              <a:ext cx="879621" cy="119120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C7D7BB6-6D42-7B00-E3F0-BF3F6C9486FE}"/>
                </a:ext>
              </a:extLst>
            </p:cNvPr>
            <p:cNvGrpSpPr/>
            <p:nvPr/>
          </p:nvGrpSpPr>
          <p:grpSpPr>
            <a:xfrm>
              <a:off x="9054624" y="2184553"/>
              <a:ext cx="935197" cy="886690"/>
              <a:chOff x="429491" y="2798423"/>
              <a:chExt cx="935197" cy="886690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ABDB0338-68B5-7504-C634-AB36EE9B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09A240E-34FE-CD29-48E2-31AD1F529147}"/>
                  </a:ext>
                </a:extLst>
              </p:cNvPr>
              <p:cNvCxnSpPr>
                <a:stCxn id="147" idx="0"/>
                <a:endCxn id="147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F55EB497-51B0-0014-2584-929899970177}"/>
                  </a:ext>
                </a:extLst>
              </p:cNvPr>
              <p:cNvCxnSpPr>
                <a:stCxn id="147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C6619D9-BA77-2F04-3E08-AD6F0C6A302C}"/>
                  </a:ext>
                </a:extLst>
              </p:cNvPr>
              <p:cNvSpPr txBox="1"/>
              <p:nvPr/>
            </p:nvSpPr>
            <p:spPr>
              <a:xfrm>
                <a:off x="439799" y="3011253"/>
                <a:ext cx="4962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7</a:t>
                </a:r>
                <a:endParaRPr lang="en-ID" sz="2400" dirty="0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8A50FBDF-E29F-E4CA-6999-37F711147A1C}"/>
                  </a:ext>
                </a:extLst>
              </p:cNvPr>
              <p:cNvSpPr txBox="1"/>
              <p:nvPr/>
            </p:nvSpPr>
            <p:spPr>
              <a:xfrm>
                <a:off x="858677" y="2869206"/>
                <a:ext cx="506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6F7FCE4-6610-90C3-0E6D-5E9F08161253}"/>
                  </a:ext>
                </a:extLst>
              </p:cNvPr>
              <p:cNvSpPr txBox="1"/>
              <p:nvPr/>
            </p:nvSpPr>
            <p:spPr>
              <a:xfrm>
                <a:off x="846581" y="3255614"/>
                <a:ext cx="503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531A8CD-59FB-8CDD-279E-BE8799D25EF2}"/>
                </a:ext>
              </a:extLst>
            </p:cNvPr>
            <p:cNvSpPr txBox="1"/>
            <p:nvPr/>
          </p:nvSpPr>
          <p:spPr>
            <a:xfrm>
              <a:off x="8584650" y="283626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J</a:t>
              </a:r>
              <a:endParaRPr lang="en-ID" sz="24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F8098-FBBF-FFB3-C745-4CFA3042642D}"/>
                </a:ext>
              </a:extLst>
            </p:cNvPr>
            <p:cNvGrpSpPr/>
            <p:nvPr/>
          </p:nvGrpSpPr>
          <p:grpSpPr>
            <a:xfrm>
              <a:off x="11750561" y="2175661"/>
              <a:ext cx="978112" cy="886690"/>
              <a:chOff x="429491" y="2798423"/>
              <a:chExt cx="978112" cy="88669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90D5E0B-5272-AB4F-B6AC-7F7D613D9B7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4D32844-38DA-41FE-1A63-EED1E57763E7}"/>
                  </a:ext>
                </a:extLst>
              </p:cNvPr>
              <p:cNvCxnSpPr>
                <a:stCxn id="3" idx="0"/>
                <a:endCxn id="3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FD3AA98-3D8E-167D-7B11-FE4CA1E9BF95}"/>
                  </a:ext>
                </a:extLst>
              </p:cNvPr>
              <p:cNvCxnSpPr>
                <a:stCxn id="3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B290107-704A-EE1F-CBF9-42A64A7A0D51}"/>
                  </a:ext>
                </a:extLst>
              </p:cNvPr>
              <p:cNvSpPr txBox="1"/>
              <p:nvPr/>
            </p:nvSpPr>
            <p:spPr>
              <a:xfrm>
                <a:off x="441281" y="2997363"/>
                <a:ext cx="5254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8</a:t>
                </a:r>
                <a:endParaRPr lang="en-ID" sz="24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04DD2C-7F58-FB2D-408A-867920B2B0B1}"/>
                  </a:ext>
                </a:extLst>
              </p:cNvPr>
              <p:cNvSpPr txBox="1"/>
              <p:nvPr/>
            </p:nvSpPr>
            <p:spPr>
              <a:xfrm>
                <a:off x="841504" y="2880850"/>
                <a:ext cx="5060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2DF62E4-74B7-CB73-1FA9-DE4D03DE871E}"/>
                  </a:ext>
                </a:extLst>
              </p:cNvPr>
              <p:cNvSpPr txBox="1"/>
              <p:nvPr/>
            </p:nvSpPr>
            <p:spPr>
              <a:xfrm>
                <a:off x="872835" y="3241227"/>
                <a:ext cx="5347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164E25E-07D8-7E14-2359-BFA1D364F249}"/>
                </a:ext>
              </a:extLst>
            </p:cNvPr>
            <p:cNvCxnSpPr>
              <a:cxnSpLocks/>
              <a:stCxn id="147" idx="6"/>
              <a:endCxn id="3" idx="2"/>
            </p:cNvCxnSpPr>
            <p:nvPr/>
          </p:nvCxnSpPr>
          <p:spPr>
            <a:xfrm flipV="1">
              <a:off x="9941314" y="2619006"/>
              <a:ext cx="1809247" cy="8892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264D4F6-A5D8-6B03-ABB7-1F23412436EA}"/>
                </a:ext>
              </a:extLst>
            </p:cNvPr>
            <p:cNvSpPr txBox="1"/>
            <p:nvPr/>
          </p:nvSpPr>
          <p:spPr>
            <a:xfrm>
              <a:off x="10678145" y="2024503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</a:t>
              </a:r>
              <a:endParaRPr lang="en-ID" sz="24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B95999C-51FF-B76B-795A-30AFA35838FA}"/>
                </a:ext>
              </a:extLst>
            </p:cNvPr>
            <p:cNvSpPr txBox="1"/>
            <p:nvPr/>
          </p:nvSpPr>
          <p:spPr>
            <a:xfrm>
              <a:off x="3385837" y="3865965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12</a:t>
              </a:r>
              <a:endParaRPr lang="en-ID" sz="20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44474DD-E870-6390-951F-A86A8B11F391}"/>
                </a:ext>
              </a:extLst>
            </p:cNvPr>
            <p:cNvSpPr txBox="1"/>
            <p:nvPr/>
          </p:nvSpPr>
          <p:spPr>
            <a:xfrm>
              <a:off x="4625107" y="2663934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EAE5A81-73C7-68DC-2A3E-7AB0082F1838}"/>
                </a:ext>
              </a:extLst>
            </p:cNvPr>
            <p:cNvSpPr txBox="1"/>
            <p:nvPr/>
          </p:nvSpPr>
          <p:spPr>
            <a:xfrm>
              <a:off x="5470595" y="3179623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5AD3CA9-C38B-C438-7F6C-34761079384B}"/>
                </a:ext>
              </a:extLst>
            </p:cNvPr>
            <p:cNvSpPr txBox="1"/>
            <p:nvPr/>
          </p:nvSpPr>
          <p:spPr>
            <a:xfrm>
              <a:off x="7373719" y="290875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C80990E-9962-46E5-FA21-9E6D43192963}"/>
                </a:ext>
              </a:extLst>
            </p:cNvPr>
            <p:cNvSpPr txBox="1"/>
            <p:nvPr/>
          </p:nvSpPr>
          <p:spPr>
            <a:xfrm>
              <a:off x="8861591" y="330886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EE712D7-89B1-CDB5-93A0-CDEE508A9CCE}"/>
                </a:ext>
              </a:extLst>
            </p:cNvPr>
            <p:cNvSpPr txBox="1"/>
            <p:nvPr/>
          </p:nvSpPr>
          <p:spPr>
            <a:xfrm>
              <a:off x="10711980" y="2605433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536FFA37-BC5B-4A61-A2F8-839011154F37}"/>
                </a:ext>
              </a:extLst>
            </p:cNvPr>
            <p:cNvGrpSpPr/>
            <p:nvPr/>
          </p:nvGrpSpPr>
          <p:grpSpPr>
            <a:xfrm>
              <a:off x="7763898" y="3333054"/>
              <a:ext cx="926286" cy="886690"/>
              <a:chOff x="429491" y="2798423"/>
              <a:chExt cx="926286" cy="886690"/>
            </a:xfrm>
          </p:grpSpPr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BDAB0A2D-DB94-48B1-B8E0-95E671318BE6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C16A0BA-ECF3-46EE-8FA2-FE7817589829}"/>
                  </a:ext>
                </a:extLst>
              </p:cNvPr>
              <p:cNvCxnSpPr>
                <a:stCxn id="144" idx="0"/>
                <a:endCxn id="14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5EAC4362-DB62-44DF-AA8B-6328FA015AF6}"/>
                  </a:ext>
                </a:extLst>
              </p:cNvPr>
              <p:cNvCxnSpPr>
                <a:stCxn id="14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0B9B7D2-2E40-44C3-AC2C-C7E2A63A61FF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400" dirty="0"/>
                  <a:t>6</a:t>
                </a:r>
                <a:endParaRPr lang="en-ID" sz="2400" dirty="0"/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F4F1F8DB-8145-4CEF-9C83-F87A4360F825}"/>
                  </a:ext>
                </a:extLst>
              </p:cNvPr>
              <p:cNvSpPr txBox="1"/>
              <p:nvPr/>
            </p:nvSpPr>
            <p:spPr>
              <a:xfrm>
                <a:off x="844209" y="2869486"/>
                <a:ext cx="469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30</a:t>
                </a:r>
                <a:endParaRPr lang="en-ID" sz="2000" dirty="0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7117B49-1DA2-45BC-BF82-B5B3A5544FD0}"/>
                  </a:ext>
                </a:extLst>
              </p:cNvPr>
              <p:cNvSpPr txBox="1"/>
              <p:nvPr/>
            </p:nvSpPr>
            <p:spPr>
              <a:xfrm>
                <a:off x="846866" y="3242089"/>
                <a:ext cx="5089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/>
                  <a:t>30</a:t>
                </a:r>
                <a:endParaRPr lang="en-ID" sz="2000" dirty="0"/>
              </a:p>
            </p:txBody>
          </p:sp>
        </p:grp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25EFE302-60EB-47BE-8B86-BEC13F8BDC53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flipV="1">
              <a:off x="8669569" y="2627898"/>
              <a:ext cx="385055" cy="112226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34189B4-588B-4251-8A7B-767F99C33DA7}"/>
                </a:ext>
              </a:extLst>
            </p:cNvPr>
            <p:cNvSpPr txBox="1"/>
            <p:nvPr/>
          </p:nvSpPr>
          <p:spPr>
            <a:xfrm>
              <a:off x="487595" y="5675553"/>
              <a:ext cx="765497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JALUR KRITIS : </a:t>
              </a:r>
              <a:r>
                <a:rPr lang="en-US" sz="4400" dirty="0"/>
                <a:t>A – C – F – H – J –  K</a:t>
              </a:r>
              <a:endParaRPr lang="en-ID" sz="2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7D893A1-1D78-417C-9DF6-8E049495B2D5}"/>
                </a:ext>
              </a:extLst>
            </p:cNvPr>
            <p:cNvSpPr txBox="1"/>
            <p:nvPr/>
          </p:nvSpPr>
          <p:spPr>
            <a:xfrm>
              <a:off x="945472" y="2770350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0BBDD65-BD02-4666-810A-9C40164D09AA}"/>
                </a:ext>
              </a:extLst>
            </p:cNvPr>
            <p:cNvSpPr txBox="1"/>
            <p:nvPr/>
          </p:nvSpPr>
          <p:spPr>
            <a:xfrm>
              <a:off x="2932935" y="2795232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3A6282F-2462-40FA-8674-673A3E383363}"/>
                </a:ext>
              </a:extLst>
            </p:cNvPr>
            <p:cNvSpPr txBox="1"/>
            <p:nvPr/>
          </p:nvSpPr>
          <p:spPr>
            <a:xfrm>
              <a:off x="4396489" y="2238397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17E5899-1A4D-439F-A31D-660412A40764}"/>
                </a:ext>
              </a:extLst>
            </p:cNvPr>
            <p:cNvSpPr txBox="1"/>
            <p:nvPr/>
          </p:nvSpPr>
          <p:spPr>
            <a:xfrm>
              <a:off x="6532519" y="3988519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4526607-8653-423A-BDB8-CE585DCE63F0}"/>
                </a:ext>
              </a:extLst>
            </p:cNvPr>
            <p:cNvSpPr txBox="1"/>
            <p:nvPr/>
          </p:nvSpPr>
          <p:spPr>
            <a:xfrm>
              <a:off x="9199282" y="3259287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8884142-1684-4CDB-96C7-0DCFEE5FAEAA}"/>
                </a:ext>
              </a:extLst>
            </p:cNvPr>
            <p:cNvSpPr txBox="1"/>
            <p:nvPr/>
          </p:nvSpPr>
          <p:spPr>
            <a:xfrm>
              <a:off x="10332619" y="1357332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</a:t>
              </a:r>
              <a:r>
                <a:rPr lang="id-ID" sz="2400" dirty="0"/>
                <a:t> 0</a:t>
              </a:r>
              <a:endParaRPr lang="en-ID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3900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B8AE1B2C-55DB-4E5D-B6CE-70EB73C68FC2}"/>
              </a:ext>
            </a:extLst>
          </p:cNvPr>
          <p:cNvGrpSpPr/>
          <p:nvPr/>
        </p:nvGrpSpPr>
        <p:grpSpPr>
          <a:xfrm>
            <a:off x="518645" y="655664"/>
            <a:ext cx="12462810" cy="5194277"/>
            <a:chOff x="518645" y="655664"/>
            <a:chExt cx="12462810" cy="519427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303635F-BE67-4108-8A88-686C954D2A1C}"/>
                </a:ext>
              </a:extLst>
            </p:cNvPr>
            <p:cNvGrpSpPr/>
            <p:nvPr/>
          </p:nvGrpSpPr>
          <p:grpSpPr>
            <a:xfrm>
              <a:off x="518645" y="655664"/>
              <a:ext cx="12462810" cy="5194277"/>
              <a:chOff x="518645" y="655664"/>
              <a:chExt cx="12462810" cy="5194277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0D48269-67E7-49DF-BA08-736B81954E65}"/>
                  </a:ext>
                </a:extLst>
              </p:cNvPr>
              <p:cNvGrpSpPr/>
              <p:nvPr/>
            </p:nvGrpSpPr>
            <p:grpSpPr>
              <a:xfrm>
                <a:off x="518645" y="1008059"/>
                <a:ext cx="12462810" cy="4841882"/>
                <a:chOff x="265863" y="1596886"/>
                <a:chExt cx="12462810" cy="4841882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BD11A422-C901-951F-9E57-7AB407665208}"/>
                    </a:ext>
                  </a:extLst>
                </p:cNvPr>
                <p:cNvGrpSpPr/>
                <p:nvPr/>
              </p:nvGrpSpPr>
              <p:grpSpPr>
                <a:xfrm>
                  <a:off x="265863" y="3305665"/>
                  <a:ext cx="886690" cy="886690"/>
                  <a:chOff x="429491" y="2798423"/>
                  <a:chExt cx="886690" cy="886690"/>
                </a:xfrm>
              </p:grpSpPr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B9B3166F-C596-11A1-F677-889095F40262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6" name="Straight Connector 5">
                    <a:extLst>
                      <a:ext uri="{FF2B5EF4-FFF2-40B4-BE49-F238E27FC236}">
                        <a16:creationId xmlns:a16="http://schemas.microsoft.com/office/drawing/2014/main" id="{83D10CFE-C4F1-7BB3-4512-72A00E720525}"/>
                      </a:ext>
                    </a:extLst>
                  </p:cNvPr>
                  <p:cNvCxnSpPr>
                    <a:stCxn id="4" idx="0"/>
                    <a:endCxn id="4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AA9A0C99-F8D6-0756-9061-2DF123AA8BB2}"/>
                      </a:ext>
                    </a:extLst>
                  </p:cNvPr>
                  <p:cNvCxnSpPr>
                    <a:stCxn id="4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A2813EA-8985-1374-9E6B-F3D4F1C434A1}"/>
                      </a:ext>
                    </a:extLst>
                  </p:cNvPr>
                  <p:cNvSpPr txBox="1"/>
                  <p:nvPr/>
                </p:nvSpPr>
                <p:spPr>
                  <a:xfrm>
                    <a:off x="510363" y="3010936"/>
                    <a:ext cx="28707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1</a:t>
                    </a:r>
                    <a:endParaRPr lang="en-ID" sz="2400" dirty="0"/>
                  </a:p>
                </p:txBody>
              </p:sp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5388FFCC-BC53-71A9-A9E1-A49CBEBFB435}"/>
                      </a:ext>
                    </a:extLst>
                  </p:cNvPr>
                  <p:cNvSpPr txBox="1"/>
                  <p:nvPr/>
                </p:nvSpPr>
                <p:spPr>
                  <a:xfrm>
                    <a:off x="885566" y="2841658"/>
                    <a:ext cx="28707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0</a:t>
                    </a:r>
                    <a:endParaRPr lang="en-ID" sz="2000" dirty="0"/>
                  </a:p>
                </p:txBody>
              </p: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1313057-2D35-5318-B88E-97AB61348814}"/>
                      </a:ext>
                    </a:extLst>
                  </p:cNvPr>
                  <p:cNvSpPr txBox="1"/>
                  <p:nvPr/>
                </p:nvSpPr>
                <p:spPr>
                  <a:xfrm>
                    <a:off x="888142" y="3242921"/>
                    <a:ext cx="28707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0</a:t>
                    </a:r>
                    <a:endParaRPr lang="en-ID" sz="2000" dirty="0"/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E86524AB-CDE3-4827-2D95-2FC051FD5FF4}"/>
                    </a:ext>
                  </a:extLst>
                </p:cNvPr>
                <p:cNvGrpSpPr/>
                <p:nvPr/>
              </p:nvGrpSpPr>
              <p:grpSpPr>
                <a:xfrm>
                  <a:off x="2193899" y="3305665"/>
                  <a:ext cx="886690" cy="886690"/>
                  <a:chOff x="429491" y="2798423"/>
                  <a:chExt cx="886690" cy="886690"/>
                </a:xfrm>
              </p:grpSpPr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813868CF-4082-A08F-6721-B7E0941D1855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15D6D086-FFF9-69AD-E8EB-62E10B09DE2E}"/>
                      </a:ext>
                    </a:extLst>
                  </p:cNvPr>
                  <p:cNvCxnSpPr>
                    <a:stCxn id="15" idx="0"/>
                    <a:endCxn id="15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56313231-F215-AB4D-7772-0B2BEFE34246}"/>
                      </a:ext>
                    </a:extLst>
                  </p:cNvPr>
                  <p:cNvCxnSpPr>
                    <a:stCxn id="15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39A2E593-385E-9ABB-4039-7DD89E6F2749}"/>
                      </a:ext>
                    </a:extLst>
                  </p:cNvPr>
                  <p:cNvSpPr txBox="1"/>
                  <p:nvPr/>
                </p:nvSpPr>
                <p:spPr>
                  <a:xfrm>
                    <a:off x="510363" y="3010936"/>
                    <a:ext cx="28707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2</a:t>
                    </a:r>
                    <a:endParaRPr lang="en-ID" sz="2400" dirty="0"/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7E65E4C6-D31C-703B-1872-A3540E5B3CF8}"/>
                      </a:ext>
                    </a:extLst>
                  </p:cNvPr>
                  <p:cNvSpPr txBox="1"/>
                  <p:nvPr/>
                </p:nvSpPr>
                <p:spPr>
                  <a:xfrm>
                    <a:off x="885566" y="2841658"/>
                    <a:ext cx="28707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8</a:t>
                    </a:r>
                    <a:endParaRPr lang="en-ID" sz="2000" dirty="0"/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107CCA9-C34A-25B0-8F94-F9D131314626}"/>
                      </a:ext>
                    </a:extLst>
                  </p:cNvPr>
                  <p:cNvSpPr txBox="1"/>
                  <p:nvPr/>
                </p:nvSpPr>
                <p:spPr>
                  <a:xfrm>
                    <a:off x="888142" y="3242921"/>
                    <a:ext cx="287077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8</a:t>
                    </a:r>
                    <a:endParaRPr lang="en-ID" sz="2000" dirty="0"/>
                  </a:p>
                </p:txBody>
              </p:sp>
            </p:grp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7BA0E923-9F66-9780-1F31-02829662C318}"/>
                    </a:ext>
                  </a:extLst>
                </p:cNvPr>
                <p:cNvCxnSpPr>
                  <a:stCxn id="4" idx="6"/>
                  <a:endCxn id="15" idx="2"/>
                </p:cNvCxnSpPr>
                <p:nvPr/>
              </p:nvCxnSpPr>
              <p:spPr>
                <a:xfrm>
                  <a:off x="1152553" y="3749010"/>
                  <a:ext cx="1041346" cy="0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3C5AC01-E4F3-5DCE-F357-4B3FE782F5B2}"/>
                    </a:ext>
                  </a:extLst>
                </p:cNvPr>
                <p:cNvSpPr txBox="1"/>
                <p:nvPr/>
              </p:nvSpPr>
              <p:spPr>
                <a:xfrm>
                  <a:off x="1453407" y="3348901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</a:t>
                  </a:r>
                  <a:endParaRPr lang="en-ID" sz="2400" dirty="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AF820C1-52DE-9C05-D25B-60D5BE983342}"/>
                    </a:ext>
                  </a:extLst>
                </p:cNvPr>
                <p:cNvSpPr txBox="1"/>
                <p:nvPr/>
              </p:nvSpPr>
              <p:spPr>
                <a:xfrm>
                  <a:off x="1491105" y="3779788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8</a:t>
                  </a:r>
                  <a:endParaRPr lang="en-ID" sz="2000" dirty="0"/>
                </a:p>
              </p:txBody>
            </p: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068696B3-9955-660D-1258-C125186F6A17}"/>
                    </a:ext>
                  </a:extLst>
                </p:cNvPr>
                <p:cNvGrpSpPr/>
                <p:nvPr/>
              </p:nvGrpSpPr>
              <p:grpSpPr>
                <a:xfrm>
                  <a:off x="4070864" y="1619081"/>
                  <a:ext cx="886690" cy="886690"/>
                  <a:chOff x="429491" y="2798423"/>
                  <a:chExt cx="886690" cy="886690"/>
                </a:xfrm>
              </p:grpSpPr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88BF19DF-EFE8-DB09-EC6A-9D566A9CADDF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243977A2-15AE-15FD-F72E-B4E78DE2F1E6}"/>
                      </a:ext>
                    </a:extLst>
                  </p:cNvPr>
                  <p:cNvCxnSpPr>
                    <a:stCxn id="33" idx="0"/>
                    <a:endCxn id="33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0CFB0620-7BCD-9EC7-FFCD-917A204CE157}"/>
                      </a:ext>
                    </a:extLst>
                  </p:cNvPr>
                  <p:cNvCxnSpPr>
                    <a:stCxn id="33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17965F8-554C-E9C2-C6A7-E1C05FF63E82}"/>
                      </a:ext>
                    </a:extLst>
                  </p:cNvPr>
                  <p:cNvSpPr txBox="1"/>
                  <p:nvPr/>
                </p:nvSpPr>
                <p:spPr>
                  <a:xfrm>
                    <a:off x="510363" y="3010936"/>
                    <a:ext cx="28707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3</a:t>
                    </a:r>
                    <a:endParaRPr lang="en-ID" sz="2400" dirty="0"/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9F7DB2DD-B289-2C24-CFC7-5029FF110603}"/>
                      </a:ext>
                    </a:extLst>
                  </p:cNvPr>
                  <p:cNvSpPr txBox="1"/>
                  <p:nvPr/>
                </p:nvSpPr>
                <p:spPr>
                  <a:xfrm>
                    <a:off x="830053" y="2899207"/>
                    <a:ext cx="48039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16</a:t>
                    </a:r>
                    <a:endParaRPr lang="en-ID" sz="2000" dirty="0"/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6B9B97F7-8470-57A9-6DC5-E08E02ADAD2F}"/>
                      </a:ext>
                    </a:extLst>
                  </p:cNvPr>
                  <p:cNvSpPr txBox="1"/>
                  <p:nvPr/>
                </p:nvSpPr>
                <p:spPr>
                  <a:xfrm>
                    <a:off x="805834" y="3228059"/>
                    <a:ext cx="48337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18</a:t>
                    </a:r>
                    <a:endParaRPr lang="en-ID" sz="2000" dirty="0"/>
                  </a:p>
                </p:txBody>
              </p:sp>
            </p:grp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9EB8B954-1940-DBC5-E670-CBF83377B9F9}"/>
                    </a:ext>
                  </a:extLst>
                </p:cNvPr>
                <p:cNvCxnSpPr>
                  <a:cxnSpLocks/>
                  <a:stCxn id="15" idx="6"/>
                  <a:endCxn id="61" idx="2"/>
                </p:cNvCxnSpPr>
                <p:nvPr/>
              </p:nvCxnSpPr>
              <p:spPr>
                <a:xfrm flipV="1">
                  <a:off x="3080589" y="3737120"/>
                  <a:ext cx="1002817" cy="11890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Connector: Elbow 49">
                  <a:extLst>
                    <a:ext uri="{FF2B5EF4-FFF2-40B4-BE49-F238E27FC236}">
                      <a16:creationId xmlns:a16="http://schemas.microsoft.com/office/drawing/2014/main" id="{22D39A6D-74F4-3979-C754-D364208F7C8D}"/>
                    </a:ext>
                  </a:extLst>
                </p:cNvPr>
                <p:cNvCxnSpPr>
                  <a:stCxn id="15" idx="0"/>
                  <a:endCxn id="33" idx="2"/>
                </p:cNvCxnSpPr>
                <p:nvPr/>
              </p:nvCxnSpPr>
              <p:spPr>
                <a:xfrm rot="5400000" flipH="1" flipV="1">
                  <a:off x="2732436" y="1967236"/>
                  <a:ext cx="1243239" cy="1433620"/>
                </a:xfrm>
                <a:prstGeom prst="bentConnector2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or: Elbow 50">
                  <a:extLst>
                    <a:ext uri="{FF2B5EF4-FFF2-40B4-BE49-F238E27FC236}">
                      <a16:creationId xmlns:a16="http://schemas.microsoft.com/office/drawing/2014/main" id="{FF88DF06-8D85-7822-A7B0-8E9068F13BB7}"/>
                    </a:ext>
                  </a:extLst>
                </p:cNvPr>
                <p:cNvCxnSpPr>
                  <a:cxnSpLocks/>
                  <a:stCxn id="15" idx="4"/>
                  <a:endCxn id="144" idx="4"/>
                </p:cNvCxnSpPr>
                <p:nvPr/>
              </p:nvCxnSpPr>
              <p:spPr>
                <a:xfrm rot="16200000" flipH="1">
                  <a:off x="5408549" y="1421049"/>
                  <a:ext cx="27389" cy="5569999"/>
                </a:xfrm>
                <a:prstGeom prst="bentConnector3">
                  <a:avLst>
                    <a:gd name="adj1" fmla="val 6353766"/>
                  </a:avLst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9C0DBCB-6073-E14D-F5D1-F28FD293C274}"/>
                    </a:ext>
                  </a:extLst>
                </p:cNvPr>
                <p:cNvSpPr txBox="1"/>
                <p:nvPr/>
              </p:nvSpPr>
              <p:spPr>
                <a:xfrm>
                  <a:off x="3286639" y="159688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B</a:t>
                  </a:r>
                  <a:endParaRPr lang="en-ID" sz="2400" dirty="0"/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F5E8639-DB46-F671-AB30-A18D96C64B10}"/>
                    </a:ext>
                  </a:extLst>
                </p:cNvPr>
                <p:cNvSpPr txBox="1"/>
                <p:nvPr/>
              </p:nvSpPr>
              <p:spPr>
                <a:xfrm>
                  <a:off x="3394249" y="3146277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C</a:t>
                  </a:r>
                  <a:endParaRPr lang="en-ID" sz="2400" dirty="0"/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EF4FD21-1913-CD59-4FAA-32D64D057EC9}"/>
                    </a:ext>
                  </a:extLst>
                </p:cNvPr>
                <p:cNvSpPr txBox="1"/>
                <p:nvPr/>
              </p:nvSpPr>
              <p:spPr>
                <a:xfrm>
                  <a:off x="5179788" y="5393777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endParaRPr lang="en-ID" sz="2400" dirty="0"/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D56D880A-B4DD-5672-72DD-A4AE38FD0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08312" y="2519480"/>
                  <a:ext cx="0" cy="742725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185C1942-D623-8BE9-8BF7-CF9118EE202F}"/>
                    </a:ext>
                  </a:extLst>
                </p:cNvPr>
                <p:cNvGrpSpPr/>
                <p:nvPr/>
              </p:nvGrpSpPr>
              <p:grpSpPr>
                <a:xfrm>
                  <a:off x="4083406" y="3293775"/>
                  <a:ext cx="989560" cy="886690"/>
                  <a:chOff x="429491" y="2798423"/>
                  <a:chExt cx="989560" cy="886690"/>
                </a:xfrm>
              </p:grpSpPr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143AF656-3C6C-35A7-C09A-177B2EC2720C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1CAA05C1-7A52-6028-8D11-D36B042EC321}"/>
                      </a:ext>
                    </a:extLst>
                  </p:cNvPr>
                  <p:cNvCxnSpPr>
                    <a:stCxn id="61" idx="0"/>
                    <a:endCxn id="61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94DEED38-3B2E-6C47-61F5-35036333FA08}"/>
                      </a:ext>
                    </a:extLst>
                  </p:cNvPr>
                  <p:cNvCxnSpPr>
                    <a:cxnSpLocks/>
                    <a:stCxn id="61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B97BEE00-4595-5BB9-5965-0F09EEAC3545}"/>
                      </a:ext>
                    </a:extLst>
                  </p:cNvPr>
                  <p:cNvSpPr txBox="1"/>
                  <p:nvPr/>
                </p:nvSpPr>
                <p:spPr>
                  <a:xfrm>
                    <a:off x="510363" y="3010936"/>
                    <a:ext cx="28707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d-ID" sz="2400" dirty="0"/>
                      <a:t>4</a:t>
                    </a:r>
                    <a:endParaRPr lang="en-ID" sz="2400" dirty="0"/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29745CEA-2FFF-96DC-6C13-6A33E83C3192}"/>
                      </a:ext>
                    </a:extLst>
                  </p:cNvPr>
                  <p:cNvSpPr txBox="1"/>
                  <p:nvPr/>
                </p:nvSpPr>
                <p:spPr>
                  <a:xfrm>
                    <a:off x="858511" y="2867802"/>
                    <a:ext cx="48441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20</a:t>
                    </a:r>
                    <a:endParaRPr lang="en-ID" sz="2000" dirty="0"/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9D65BFE8-31FC-A83C-466B-5F4CB91653A1}"/>
                      </a:ext>
                    </a:extLst>
                  </p:cNvPr>
                  <p:cNvSpPr txBox="1"/>
                  <p:nvPr/>
                </p:nvSpPr>
                <p:spPr>
                  <a:xfrm>
                    <a:off x="861950" y="3229283"/>
                    <a:ext cx="55710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20</a:t>
                    </a:r>
                    <a:endParaRPr lang="en-ID" sz="2000" dirty="0"/>
                  </a:p>
                </p:txBody>
              </p:sp>
            </p:grp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A71EB4C-9D98-A687-C0FA-9EFDF57F540E}"/>
                    </a:ext>
                  </a:extLst>
                </p:cNvPr>
                <p:cNvSpPr txBox="1"/>
                <p:nvPr/>
              </p:nvSpPr>
              <p:spPr>
                <a:xfrm>
                  <a:off x="4124040" y="2627899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E</a:t>
                  </a:r>
                  <a:endParaRPr lang="en-ID" sz="2400" dirty="0"/>
                </a:p>
              </p:txBody>
            </p: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11BC3FB9-973B-E3D7-AE20-83246EDC8BD2}"/>
                    </a:ext>
                  </a:extLst>
                </p:cNvPr>
                <p:cNvCxnSpPr>
                  <a:cxnSpLocks/>
                  <a:stCxn id="61" idx="6"/>
                  <a:endCxn id="85" idx="2"/>
                </p:cNvCxnSpPr>
                <p:nvPr/>
              </p:nvCxnSpPr>
              <p:spPr>
                <a:xfrm flipV="1">
                  <a:off x="4970096" y="2585196"/>
                  <a:ext cx="1027491" cy="1151924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E7EB13E7-DF1E-1E92-4903-F7F23D4EDC97}"/>
                    </a:ext>
                  </a:extLst>
                </p:cNvPr>
                <p:cNvCxnSpPr>
                  <a:cxnSpLocks/>
                  <a:endCxn id="144" idx="2"/>
                </p:cNvCxnSpPr>
                <p:nvPr/>
              </p:nvCxnSpPr>
              <p:spPr>
                <a:xfrm>
                  <a:off x="4930585" y="3724634"/>
                  <a:ext cx="2833313" cy="51765"/>
                </a:xfrm>
                <a:prstGeom prst="straightConnector1">
                  <a:avLst/>
                </a:prstGeom>
                <a:ln w="9525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2E5F8CD-D3E8-CDAF-7E8B-C34713A6DD76}"/>
                    </a:ext>
                  </a:extLst>
                </p:cNvPr>
                <p:cNvSpPr txBox="1"/>
                <p:nvPr/>
              </p:nvSpPr>
              <p:spPr>
                <a:xfrm>
                  <a:off x="5230428" y="2627898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F</a:t>
                  </a:r>
                  <a:endParaRPr lang="en-ID" sz="2400" dirty="0"/>
                </a:p>
              </p:txBody>
            </p: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5983BCB2-B1AC-D73E-4353-44D9EB90CE37}"/>
                    </a:ext>
                  </a:extLst>
                </p:cNvPr>
                <p:cNvGrpSpPr/>
                <p:nvPr/>
              </p:nvGrpSpPr>
              <p:grpSpPr>
                <a:xfrm>
                  <a:off x="5997587" y="2141851"/>
                  <a:ext cx="926286" cy="886690"/>
                  <a:chOff x="429491" y="2798423"/>
                  <a:chExt cx="926286" cy="886690"/>
                </a:xfrm>
              </p:grpSpPr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ECE2C6D2-7526-57BF-C648-EFF5C0CDD2B5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3E5E6CFF-F953-1D0A-F39C-786BBF67689F}"/>
                      </a:ext>
                    </a:extLst>
                  </p:cNvPr>
                  <p:cNvCxnSpPr>
                    <a:stCxn id="85" idx="0"/>
                    <a:endCxn id="85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FB04993B-2305-E676-6A8D-850C4AF27461}"/>
                      </a:ext>
                    </a:extLst>
                  </p:cNvPr>
                  <p:cNvCxnSpPr>
                    <a:stCxn id="85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F2A83202-46DF-48DD-FFEC-D7276F98E1EB}"/>
                      </a:ext>
                    </a:extLst>
                  </p:cNvPr>
                  <p:cNvSpPr txBox="1"/>
                  <p:nvPr/>
                </p:nvSpPr>
                <p:spPr>
                  <a:xfrm>
                    <a:off x="510363" y="3010936"/>
                    <a:ext cx="28707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d-ID" sz="2400" dirty="0"/>
                      <a:t>5</a:t>
                    </a:r>
                    <a:endParaRPr lang="en-ID" sz="2400" dirty="0"/>
                  </a:p>
                </p:txBody>
              </p:sp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6BAB123E-5D30-2669-2A1B-6BC4DE32E84D}"/>
                      </a:ext>
                    </a:extLst>
                  </p:cNvPr>
                  <p:cNvSpPr txBox="1"/>
                  <p:nvPr/>
                </p:nvSpPr>
                <p:spPr>
                  <a:xfrm>
                    <a:off x="844209" y="2869486"/>
                    <a:ext cx="46910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28</a:t>
                    </a:r>
                    <a:endParaRPr lang="en-ID" sz="2000" dirty="0"/>
                  </a:p>
                </p:txBody>
              </p:sp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3137EF76-65A0-7691-5F40-C3AA493FB3AC}"/>
                      </a:ext>
                    </a:extLst>
                  </p:cNvPr>
                  <p:cNvSpPr txBox="1"/>
                  <p:nvPr/>
                </p:nvSpPr>
                <p:spPr>
                  <a:xfrm>
                    <a:off x="846866" y="3242089"/>
                    <a:ext cx="50891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28</a:t>
                    </a:r>
                    <a:endParaRPr lang="en-ID" sz="2000" dirty="0"/>
                  </a:p>
                </p:txBody>
              </p:sp>
            </p:grp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35B65851-5D93-2886-07A4-737E544F5A1B}"/>
                    </a:ext>
                  </a:extLst>
                </p:cNvPr>
                <p:cNvSpPr txBox="1"/>
                <p:nvPr/>
              </p:nvSpPr>
              <p:spPr>
                <a:xfrm>
                  <a:off x="6867257" y="3102221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H</a:t>
                  </a:r>
                  <a:endParaRPr lang="en-ID" sz="2400" dirty="0"/>
                </a:p>
              </p:txBody>
            </p: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930AA990-108C-0CAC-66B9-3EED3A825BAF}"/>
                    </a:ext>
                  </a:extLst>
                </p:cNvPr>
                <p:cNvCxnSpPr>
                  <a:cxnSpLocks/>
                  <a:stCxn id="85" idx="6"/>
                  <a:endCxn id="144" idx="2"/>
                </p:cNvCxnSpPr>
                <p:nvPr/>
              </p:nvCxnSpPr>
              <p:spPr>
                <a:xfrm>
                  <a:off x="6884277" y="2585196"/>
                  <a:ext cx="879621" cy="1191203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C4E34CE7-D2C7-7C35-A5DA-F05AE58AACA4}"/>
                    </a:ext>
                  </a:extLst>
                </p:cNvPr>
                <p:cNvSpPr txBox="1"/>
                <p:nvPr/>
              </p:nvSpPr>
              <p:spPr>
                <a:xfrm>
                  <a:off x="6122060" y="3168994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G</a:t>
                  </a:r>
                  <a:endParaRPr lang="en-ID" sz="2400" dirty="0"/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82AF3868-9621-2E23-A9B2-B5DDB9C5FFFE}"/>
                    </a:ext>
                  </a:extLst>
                </p:cNvPr>
                <p:cNvSpPr txBox="1"/>
                <p:nvPr/>
              </p:nvSpPr>
              <p:spPr>
                <a:xfrm>
                  <a:off x="7844769" y="2089233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I</a:t>
                  </a:r>
                  <a:endParaRPr lang="en-ID" sz="2400" dirty="0"/>
                </a:p>
              </p:txBody>
            </p:sp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DC7D7BB6-6D42-7B00-E3F0-BF3F6C9486FE}"/>
                    </a:ext>
                  </a:extLst>
                </p:cNvPr>
                <p:cNvGrpSpPr/>
                <p:nvPr/>
              </p:nvGrpSpPr>
              <p:grpSpPr>
                <a:xfrm>
                  <a:off x="9054624" y="2184553"/>
                  <a:ext cx="935197" cy="886690"/>
                  <a:chOff x="429491" y="2798423"/>
                  <a:chExt cx="935197" cy="886690"/>
                </a:xfrm>
              </p:grpSpPr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ABDB0338-68B5-7504-C634-AB36EE9B0262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509A240E-34FE-CD29-48E2-31AD1F529147}"/>
                      </a:ext>
                    </a:extLst>
                  </p:cNvPr>
                  <p:cNvCxnSpPr>
                    <a:stCxn id="147" idx="0"/>
                    <a:endCxn id="147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F55EB497-51B0-0014-2584-929899970177}"/>
                      </a:ext>
                    </a:extLst>
                  </p:cNvPr>
                  <p:cNvCxnSpPr>
                    <a:stCxn id="147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7C6619D9-BA77-2F04-3E08-AD6F0C6A302C}"/>
                      </a:ext>
                    </a:extLst>
                  </p:cNvPr>
                  <p:cNvSpPr txBox="1"/>
                  <p:nvPr/>
                </p:nvSpPr>
                <p:spPr>
                  <a:xfrm>
                    <a:off x="439799" y="3011253"/>
                    <a:ext cx="49622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d-ID" sz="2400" dirty="0"/>
                      <a:t>7</a:t>
                    </a:r>
                    <a:endParaRPr lang="en-ID" sz="2400" dirty="0"/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8A50FBDF-E29F-E4CA-6999-37F711147A1C}"/>
                      </a:ext>
                    </a:extLst>
                  </p:cNvPr>
                  <p:cNvSpPr txBox="1"/>
                  <p:nvPr/>
                </p:nvSpPr>
                <p:spPr>
                  <a:xfrm>
                    <a:off x="858677" y="2869206"/>
                    <a:ext cx="50601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36</a:t>
                    </a:r>
                    <a:endParaRPr lang="en-ID" sz="2000" dirty="0"/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96F7FCE4-6610-90C3-0E6D-5E9F08161253}"/>
                      </a:ext>
                    </a:extLst>
                  </p:cNvPr>
                  <p:cNvSpPr txBox="1"/>
                  <p:nvPr/>
                </p:nvSpPr>
                <p:spPr>
                  <a:xfrm>
                    <a:off x="846581" y="3255614"/>
                    <a:ext cx="50343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36</a:t>
                    </a:r>
                    <a:endParaRPr lang="en-ID" sz="2000" dirty="0"/>
                  </a:p>
                </p:txBody>
              </p:sp>
            </p:grp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E531A8CD-59FB-8CDD-279E-BE8799D25EF2}"/>
                    </a:ext>
                  </a:extLst>
                </p:cNvPr>
                <p:cNvSpPr txBox="1"/>
                <p:nvPr/>
              </p:nvSpPr>
              <p:spPr>
                <a:xfrm>
                  <a:off x="8584650" y="2836266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J</a:t>
                  </a:r>
                  <a:endParaRPr lang="en-ID" sz="2400" dirty="0"/>
                </a:p>
              </p:txBody>
            </p:sp>
            <p:grpSp>
              <p:nvGrpSpPr>
                <p:cNvPr id="2" name="Group 1">
                  <a:extLst>
                    <a:ext uri="{FF2B5EF4-FFF2-40B4-BE49-F238E27FC236}">
                      <a16:creationId xmlns:a16="http://schemas.microsoft.com/office/drawing/2014/main" id="{773F8098-FBBF-FFB3-C745-4CFA3042642D}"/>
                    </a:ext>
                  </a:extLst>
                </p:cNvPr>
                <p:cNvGrpSpPr/>
                <p:nvPr/>
              </p:nvGrpSpPr>
              <p:grpSpPr>
                <a:xfrm>
                  <a:off x="11750561" y="2175661"/>
                  <a:ext cx="978112" cy="886690"/>
                  <a:chOff x="429491" y="2798423"/>
                  <a:chExt cx="978112" cy="886690"/>
                </a:xfrm>
              </p:grpSpPr>
              <p:sp>
                <p:nvSpPr>
                  <p:cNvPr id="3" name="Oval 2">
                    <a:extLst>
                      <a:ext uri="{FF2B5EF4-FFF2-40B4-BE49-F238E27FC236}">
                        <a16:creationId xmlns:a16="http://schemas.microsoft.com/office/drawing/2014/main" id="{890D5E0B-5272-AB4F-B6AC-7F7D613D9B7D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7" name="Straight Connector 6">
                    <a:extLst>
                      <a:ext uri="{FF2B5EF4-FFF2-40B4-BE49-F238E27FC236}">
                        <a16:creationId xmlns:a16="http://schemas.microsoft.com/office/drawing/2014/main" id="{14D32844-38DA-41FE-1A63-EED1E57763E7}"/>
                      </a:ext>
                    </a:extLst>
                  </p:cNvPr>
                  <p:cNvCxnSpPr>
                    <a:stCxn id="3" idx="0"/>
                    <a:endCxn id="3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Connector 9">
                    <a:extLst>
                      <a:ext uri="{FF2B5EF4-FFF2-40B4-BE49-F238E27FC236}">
                        <a16:creationId xmlns:a16="http://schemas.microsoft.com/office/drawing/2014/main" id="{2FD3AA98-3D8E-167D-7B11-FE4CA1E9BF95}"/>
                      </a:ext>
                    </a:extLst>
                  </p:cNvPr>
                  <p:cNvCxnSpPr>
                    <a:stCxn id="3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B290107-704A-EE1F-CBF9-42A64A7A0D51}"/>
                      </a:ext>
                    </a:extLst>
                  </p:cNvPr>
                  <p:cNvSpPr txBox="1"/>
                  <p:nvPr/>
                </p:nvSpPr>
                <p:spPr>
                  <a:xfrm>
                    <a:off x="441281" y="2997363"/>
                    <a:ext cx="52543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d-ID" sz="2400" dirty="0"/>
                      <a:t>8</a:t>
                    </a:r>
                    <a:endParaRPr lang="en-ID" sz="2400" dirty="0"/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9F04DD2C-7F58-FB2D-408A-867920B2B0B1}"/>
                      </a:ext>
                    </a:extLst>
                  </p:cNvPr>
                  <p:cNvSpPr txBox="1"/>
                  <p:nvPr/>
                </p:nvSpPr>
                <p:spPr>
                  <a:xfrm>
                    <a:off x="841504" y="2880850"/>
                    <a:ext cx="50601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38</a:t>
                    </a:r>
                    <a:endParaRPr lang="en-ID" sz="2000" dirty="0"/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12DF62E4-74B7-CB73-1FA9-DE4D03DE871E}"/>
                      </a:ext>
                    </a:extLst>
                  </p:cNvPr>
                  <p:cNvSpPr txBox="1"/>
                  <p:nvPr/>
                </p:nvSpPr>
                <p:spPr>
                  <a:xfrm>
                    <a:off x="872835" y="3241227"/>
                    <a:ext cx="53476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/>
                      <a:t>38</a:t>
                    </a:r>
                    <a:endParaRPr lang="en-ID" sz="2000" dirty="0"/>
                  </a:p>
                </p:txBody>
              </p:sp>
            </p:grp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A164E25E-07D8-7E14-2359-BFA1D364F249}"/>
                    </a:ext>
                  </a:extLst>
                </p:cNvPr>
                <p:cNvCxnSpPr>
                  <a:cxnSpLocks/>
                  <a:stCxn id="147" idx="6"/>
                  <a:endCxn id="3" idx="2"/>
                </p:cNvCxnSpPr>
                <p:nvPr/>
              </p:nvCxnSpPr>
              <p:spPr>
                <a:xfrm flipV="1">
                  <a:off x="9941314" y="2619006"/>
                  <a:ext cx="1809247" cy="8892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264D4F6-A5D8-6B03-ABB7-1F23412436EA}"/>
                    </a:ext>
                  </a:extLst>
                </p:cNvPr>
                <p:cNvSpPr txBox="1"/>
                <p:nvPr/>
              </p:nvSpPr>
              <p:spPr>
                <a:xfrm>
                  <a:off x="10678145" y="2024503"/>
                  <a:ext cx="2870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K</a:t>
                  </a:r>
                  <a:endParaRPr lang="en-ID" sz="2400" dirty="0"/>
                </a:p>
              </p:txBody>
            </p:sp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3E3BC4F8-CB40-812F-E68C-6BD820727759}"/>
                    </a:ext>
                  </a:extLst>
                </p:cNvPr>
                <p:cNvSpPr txBox="1"/>
                <p:nvPr/>
              </p:nvSpPr>
              <p:spPr>
                <a:xfrm>
                  <a:off x="3346341" y="2078576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8</a:t>
                  </a:r>
                  <a:endParaRPr lang="en-ID" sz="2000" dirty="0"/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1B95999C-51FF-B76B-795A-30AFA35838FA}"/>
                    </a:ext>
                  </a:extLst>
                </p:cNvPr>
                <p:cNvSpPr txBox="1"/>
                <p:nvPr/>
              </p:nvSpPr>
              <p:spPr>
                <a:xfrm>
                  <a:off x="3385837" y="3865965"/>
                  <a:ext cx="4890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12</a:t>
                  </a:r>
                  <a:endParaRPr lang="en-ID" sz="2000" dirty="0"/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A722CEEE-B68B-4BCC-5E72-C6F51521A567}"/>
                    </a:ext>
                  </a:extLst>
                </p:cNvPr>
                <p:cNvSpPr txBox="1"/>
                <p:nvPr/>
              </p:nvSpPr>
              <p:spPr>
                <a:xfrm>
                  <a:off x="5230428" y="6038658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6</a:t>
                  </a:r>
                  <a:endParaRPr lang="en-ID" sz="2000" dirty="0"/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844474DD-E870-6390-951F-A86A8B11F391}"/>
                    </a:ext>
                  </a:extLst>
                </p:cNvPr>
                <p:cNvSpPr txBox="1"/>
                <p:nvPr/>
              </p:nvSpPr>
              <p:spPr>
                <a:xfrm>
                  <a:off x="4625107" y="2663934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2</a:t>
                  </a:r>
                  <a:endParaRPr lang="en-ID" sz="2000" dirty="0"/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5EAE5A81-73C7-68DC-2A3E-7AB0082F1838}"/>
                    </a:ext>
                  </a:extLst>
                </p:cNvPr>
                <p:cNvSpPr txBox="1"/>
                <p:nvPr/>
              </p:nvSpPr>
              <p:spPr>
                <a:xfrm>
                  <a:off x="5470595" y="3179623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8</a:t>
                  </a:r>
                  <a:endParaRPr lang="en-ID" sz="2000" dirty="0"/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C30A0DC4-6092-2DF7-6D3F-153D925516A8}"/>
                    </a:ext>
                  </a:extLst>
                </p:cNvPr>
                <p:cNvSpPr txBox="1"/>
                <p:nvPr/>
              </p:nvSpPr>
              <p:spPr>
                <a:xfrm>
                  <a:off x="6088784" y="3846370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3</a:t>
                  </a:r>
                  <a:endParaRPr lang="en-ID" sz="2000" dirty="0"/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85AD3CA9-C38B-C438-7F6C-34761079384B}"/>
                    </a:ext>
                  </a:extLst>
                </p:cNvPr>
                <p:cNvSpPr txBox="1"/>
                <p:nvPr/>
              </p:nvSpPr>
              <p:spPr>
                <a:xfrm>
                  <a:off x="7373719" y="2908758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2</a:t>
                  </a:r>
                  <a:endParaRPr lang="en-ID" sz="2000" dirty="0"/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3EE604A-3AD9-B208-EBB3-72DF3E817BA1}"/>
                    </a:ext>
                  </a:extLst>
                </p:cNvPr>
                <p:cNvSpPr txBox="1"/>
                <p:nvPr/>
              </p:nvSpPr>
              <p:spPr>
                <a:xfrm>
                  <a:off x="7823565" y="2665720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6</a:t>
                  </a:r>
                  <a:endParaRPr lang="en-ID" sz="2000" dirty="0"/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1C80990E-9962-46E5-FA21-9E6D43192963}"/>
                    </a:ext>
                  </a:extLst>
                </p:cNvPr>
                <p:cNvSpPr txBox="1"/>
                <p:nvPr/>
              </p:nvSpPr>
              <p:spPr>
                <a:xfrm>
                  <a:off x="8861591" y="3308868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6</a:t>
                  </a:r>
                  <a:endParaRPr lang="en-ID" sz="2000" dirty="0"/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EE712D7-89B1-CDB5-93A0-CDEE508A9CCE}"/>
                    </a:ext>
                  </a:extLst>
                </p:cNvPr>
                <p:cNvSpPr txBox="1"/>
                <p:nvPr/>
              </p:nvSpPr>
              <p:spPr>
                <a:xfrm>
                  <a:off x="10711980" y="2605433"/>
                  <a:ext cx="28707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/>
                    <a:t>2</a:t>
                  </a:r>
                  <a:endParaRPr lang="en-ID" sz="2000" dirty="0"/>
                </a:p>
              </p:txBody>
            </p: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536FFA37-BC5B-4A61-A2F8-839011154F37}"/>
                    </a:ext>
                  </a:extLst>
                </p:cNvPr>
                <p:cNvGrpSpPr/>
                <p:nvPr/>
              </p:nvGrpSpPr>
              <p:grpSpPr>
                <a:xfrm>
                  <a:off x="7763898" y="3333054"/>
                  <a:ext cx="926286" cy="886690"/>
                  <a:chOff x="429491" y="2798423"/>
                  <a:chExt cx="926286" cy="886690"/>
                </a:xfrm>
              </p:grpSpPr>
              <p:sp>
                <p:nvSpPr>
                  <p:cNvPr id="144" name="Oval 143">
                    <a:extLst>
                      <a:ext uri="{FF2B5EF4-FFF2-40B4-BE49-F238E27FC236}">
                        <a16:creationId xmlns:a16="http://schemas.microsoft.com/office/drawing/2014/main" id="{BDAB0A2D-DB94-48B1-B8E0-95E671318BE6}"/>
                      </a:ext>
                    </a:extLst>
                  </p:cNvPr>
                  <p:cNvSpPr/>
                  <p:nvPr/>
                </p:nvSpPr>
                <p:spPr>
                  <a:xfrm>
                    <a:off x="429491" y="2798423"/>
                    <a:ext cx="886690" cy="886690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D"/>
                  </a:p>
                </p:txBody>
              </p: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EC16A0BA-ECF3-46EE-8FA2-FE7817589829}"/>
                      </a:ext>
                    </a:extLst>
                  </p:cNvPr>
                  <p:cNvCxnSpPr>
                    <a:stCxn id="144" idx="0"/>
                    <a:endCxn id="144" idx="4"/>
                  </p:cNvCxnSpPr>
                  <p:nvPr/>
                </p:nvCxnSpPr>
                <p:spPr>
                  <a:xfrm>
                    <a:off x="872836" y="2798423"/>
                    <a:ext cx="0" cy="88669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5EAC4362-DB62-44DF-AA8B-6328FA015AF6}"/>
                      </a:ext>
                    </a:extLst>
                  </p:cNvPr>
                  <p:cNvCxnSpPr>
                    <a:stCxn id="144" idx="6"/>
                  </p:cNvCxnSpPr>
                  <p:nvPr/>
                </p:nvCxnSpPr>
                <p:spPr>
                  <a:xfrm flipH="1">
                    <a:off x="872836" y="3241768"/>
                    <a:ext cx="443345" cy="0"/>
                  </a:xfrm>
                  <a:prstGeom prst="lin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10B9B7D2-2E40-44C3-AC2C-C7E2A63A61FF}"/>
                      </a:ext>
                    </a:extLst>
                  </p:cNvPr>
                  <p:cNvSpPr txBox="1"/>
                  <p:nvPr/>
                </p:nvSpPr>
                <p:spPr>
                  <a:xfrm>
                    <a:off x="510363" y="3010936"/>
                    <a:ext cx="28707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d-ID" sz="2400" dirty="0"/>
                      <a:t>6</a:t>
                    </a:r>
                    <a:endParaRPr lang="en-ID" sz="2400" dirty="0"/>
                  </a:p>
                </p:txBody>
              </p: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F4F1F8DB-8145-4CEF-9C83-F87A4360F825}"/>
                      </a:ext>
                    </a:extLst>
                  </p:cNvPr>
                  <p:cNvSpPr txBox="1"/>
                  <p:nvPr/>
                </p:nvSpPr>
                <p:spPr>
                  <a:xfrm>
                    <a:off x="844209" y="2869486"/>
                    <a:ext cx="46910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d-ID" sz="2000" dirty="0"/>
                      <a:t>30</a:t>
                    </a:r>
                    <a:endParaRPr lang="en-ID" sz="2000" dirty="0"/>
                  </a:p>
                </p:txBody>
              </p:sp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07117B49-1DA2-45BC-BF82-B5B3A5544FD0}"/>
                      </a:ext>
                    </a:extLst>
                  </p:cNvPr>
                  <p:cNvSpPr txBox="1"/>
                  <p:nvPr/>
                </p:nvSpPr>
                <p:spPr>
                  <a:xfrm>
                    <a:off x="846866" y="3242089"/>
                    <a:ext cx="508911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id-ID" sz="2000" dirty="0"/>
                      <a:t>30</a:t>
                    </a:r>
                    <a:endParaRPr lang="en-ID" sz="2000" dirty="0"/>
                  </a:p>
                </p:txBody>
              </p:sp>
            </p:grpSp>
            <p:cxnSp>
              <p:nvCxnSpPr>
                <p:cNvPr id="158" name="Straight Arrow Connector 157">
                  <a:extLst>
                    <a:ext uri="{FF2B5EF4-FFF2-40B4-BE49-F238E27FC236}">
                      <a16:creationId xmlns:a16="http://schemas.microsoft.com/office/drawing/2014/main" id="{5269EC95-216F-47C9-830B-306E1E4EFDDE}"/>
                    </a:ext>
                  </a:extLst>
                </p:cNvPr>
                <p:cNvCxnSpPr>
                  <a:cxnSpLocks/>
                  <a:endCxn id="147" idx="2"/>
                </p:cNvCxnSpPr>
                <p:nvPr/>
              </p:nvCxnSpPr>
              <p:spPr>
                <a:xfrm flipV="1">
                  <a:off x="6888453" y="2627898"/>
                  <a:ext cx="2166171" cy="13846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Arrow Connector 168">
                  <a:extLst>
                    <a:ext uri="{FF2B5EF4-FFF2-40B4-BE49-F238E27FC236}">
                      <a16:creationId xmlns:a16="http://schemas.microsoft.com/office/drawing/2014/main" id="{25EFE302-60EB-47BE-8B86-BEC13F8BDC53}"/>
                    </a:ext>
                  </a:extLst>
                </p:cNvPr>
                <p:cNvCxnSpPr>
                  <a:cxnSpLocks/>
                  <a:endCxn id="147" idx="2"/>
                </p:cNvCxnSpPr>
                <p:nvPr/>
              </p:nvCxnSpPr>
              <p:spPr>
                <a:xfrm flipV="1">
                  <a:off x="8669569" y="2627898"/>
                  <a:ext cx="385055" cy="1122265"/>
                </a:xfrm>
                <a:prstGeom prst="straightConnector1">
                  <a:avLst/>
                </a:prstGeom>
                <a:ln>
                  <a:headEnd type="none" w="med" len="med"/>
                  <a:tailEnd type="arrow" w="med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CD917FC-ECA8-4D2B-904D-533F139B0BBF}"/>
                  </a:ext>
                </a:extLst>
              </p:cNvPr>
              <p:cNvSpPr txBox="1"/>
              <p:nvPr/>
            </p:nvSpPr>
            <p:spPr>
              <a:xfrm>
                <a:off x="1293129" y="2424975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0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FCF7A6D-B443-4D3C-A76D-0FB149B8A56D}"/>
                  </a:ext>
                </a:extLst>
              </p:cNvPr>
              <p:cNvSpPr txBox="1"/>
              <p:nvPr/>
            </p:nvSpPr>
            <p:spPr>
              <a:xfrm>
                <a:off x="3082405" y="655664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2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AB9511C-53A1-4873-B967-A789D9F66972}"/>
                  </a:ext>
                </a:extLst>
              </p:cNvPr>
              <p:cNvSpPr txBox="1"/>
              <p:nvPr/>
            </p:nvSpPr>
            <p:spPr>
              <a:xfrm>
                <a:off x="3157072" y="2265425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0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E9EF86C-F342-49B5-BD4A-6B8295642CDD}"/>
                  </a:ext>
                </a:extLst>
              </p:cNvPr>
              <p:cNvSpPr txBox="1"/>
              <p:nvPr/>
            </p:nvSpPr>
            <p:spPr>
              <a:xfrm>
                <a:off x="4936272" y="4406168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16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0F16B79A-37B5-400F-BA85-0025253C7CDA}"/>
                  </a:ext>
                </a:extLst>
              </p:cNvPr>
              <p:cNvSpPr txBox="1"/>
              <p:nvPr/>
            </p:nvSpPr>
            <p:spPr>
              <a:xfrm>
                <a:off x="5870013" y="3474422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7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66F180E-E497-4C22-882C-BABCD4ED263D}"/>
                  </a:ext>
                </a:extLst>
              </p:cNvPr>
              <p:cNvSpPr txBox="1"/>
              <p:nvPr/>
            </p:nvSpPr>
            <p:spPr>
              <a:xfrm>
                <a:off x="4683731" y="2237505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2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B93C950-C905-41E2-97B0-B68411C39209}"/>
                  </a:ext>
                </a:extLst>
              </p:cNvPr>
              <p:cNvSpPr txBox="1"/>
              <p:nvPr/>
            </p:nvSpPr>
            <p:spPr>
              <a:xfrm>
                <a:off x="7456428" y="1030179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2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6B3C9D8-B468-49CE-AA1C-6204B63BDFB0}"/>
                  </a:ext>
                </a:extLst>
              </p:cNvPr>
              <p:cNvSpPr txBox="1"/>
              <p:nvPr/>
            </p:nvSpPr>
            <p:spPr>
              <a:xfrm>
                <a:off x="6843982" y="2169776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0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A4E788F-383E-4CF8-AFC5-945A99CB9B59}"/>
                  </a:ext>
                </a:extLst>
              </p:cNvPr>
              <p:cNvSpPr txBox="1"/>
              <p:nvPr/>
            </p:nvSpPr>
            <p:spPr>
              <a:xfrm>
                <a:off x="9247014" y="2909325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0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72A3DBC-13DF-4971-89F9-7ACF739629F6}"/>
                  </a:ext>
                </a:extLst>
              </p:cNvPr>
              <p:cNvSpPr txBox="1"/>
              <p:nvPr/>
            </p:nvSpPr>
            <p:spPr>
              <a:xfrm>
                <a:off x="10242603" y="940099"/>
                <a:ext cx="18612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B050"/>
                    </a:solidFill>
                  </a:rPr>
                  <a:t>Slack =</a:t>
                </a:r>
                <a:r>
                  <a:rPr lang="id-ID" sz="2400" dirty="0">
                    <a:solidFill>
                      <a:srgbClr val="00B050"/>
                    </a:solidFill>
                  </a:rPr>
                  <a:t> 0</a:t>
                </a:r>
                <a:endParaRPr lang="en-ID" sz="2400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F14889D-3344-47EF-8AC5-B9F7E230A49E}"/>
                </a:ext>
              </a:extLst>
            </p:cNvPr>
            <p:cNvSpPr txBox="1"/>
            <p:nvPr/>
          </p:nvSpPr>
          <p:spPr>
            <a:xfrm>
              <a:off x="5498935" y="2772070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</a:t>
              </a:r>
              <a:r>
                <a:rPr lang="id-ID" sz="2400" dirty="0">
                  <a:solidFill>
                    <a:srgbClr val="00B050"/>
                  </a:solidFill>
                </a:rPr>
                <a:t>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4777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AEFA2C-E0C0-428C-11AB-71D2E72D4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375506"/>
              </p:ext>
            </p:extLst>
          </p:nvPr>
        </p:nvGraphicFramePr>
        <p:xfrm>
          <a:off x="1110767" y="278478"/>
          <a:ext cx="11582400" cy="6301044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5793517">
                  <a:extLst>
                    <a:ext uri="{9D8B030D-6E8A-4147-A177-3AD203B41FA5}">
                      <a16:colId xmlns:a16="http://schemas.microsoft.com/office/drawing/2014/main" val="124690377"/>
                    </a:ext>
                  </a:extLst>
                </a:gridCol>
                <a:gridCol w="5788883">
                  <a:extLst>
                    <a:ext uri="{9D8B030D-6E8A-4147-A177-3AD203B41FA5}">
                      <a16:colId xmlns:a16="http://schemas.microsoft.com/office/drawing/2014/main" val="3098670574"/>
                    </a:ext>
                  </a:extLst>
                </a:gridCol>
              </a:tblGrid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 err="1">
                          <a:effectLst/>
                        </a:rPr>
                        <a:t>Aktivitas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effectLst/>
                        </a:rPr>
                        <a:t>Slack</a:t>
                      </a:r>
                      <a:r>
                        <a:rPr lang="id-ID" sz="3200" dirty="0">
                          <a:effectLst/>
                        </a:rPr>
                        <a:t> (Waktu Longgar)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757271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A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solidFill>
                            <a:srgbClr val="FF0000"/>
                          </a:solidFill>
                          <a:effectLst/>
                        </a:rPr>
                        <a:t>8-0-8 = 0</a:t>
                      </a:r>
                      <a:endParaRPr lang="en-ID" sz="3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2299811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B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effectLst/>
                        </a:rPr>
                        <a:t>18-8-8=2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6944069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C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solidFill>
                            <a:srgbClr val="FF0000"/>
                          </a:solidFill>
                          <a:effectLst/>
                        </a:rPr>
                        <a:t>20-8-12=0</a:t>
                      </a:r>
                      <a:endParaRPr lang="en-ID" sz="3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6828159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D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effectLst/>
                        </a:rPr>
                        <a:t>30-8-6=16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85642774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E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effectLst/>
                        </a:rPr>
                        <a:t>20-16-2=2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3321888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F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solidFill>
                            <a:srgbClr val="FF0000"/>
                          </a:solidFill>
                          <a:effectLst/>
                        </a:rPr>
                        <a:t>28-20-8=0</a:t>
                      </a:r>
                      <a:endParaRPr lang="en-ID" sz="3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500847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G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effectLst/>
                        </a:rPr>
                        <a:t>30-20-3=7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8677989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H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solidFill>
                            <a:srgbClr val="FF0000"/>
                          </a:solidFill>
                          <a:effectLst/>
                        </a:rPr>
                        <a:t>30-28-2=0</a:t>
                      </a:r>
                      <a:endParaRPr lang="en-ID" sz="3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0437571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>
                          <a:effectLst/>
                        </a:rPr>
                        <a:t>I</a:t>
                      </a:r>
                      <a:endParaRPr lang="en-ID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200" dirty="0">
                          <a:effectLst/>
                        </a:rPr>
                        <a:t>3</a:t>
                      </a:r>
                      <a:r>
                        <a:rPr lang="id-ID" sz="3200" dirty="0">
                          <a:effectLst/>
                        </a:rPr>
                        <a:t>6</a:t>
                      </a:r>
                      <a:r>
                        <a:rPr lang="en-ID" sz="3200" dirty="0">
                          <a:effectLst/>
                        </a:rPr>
                        <a:t>-</a:t>
                      </a:r>
                      <a:r>
                        <a:rPr lang="id-ID" sz="3200" dirty="0">
                          <a:effectLst/>
                        </a:rPr>
                        <a:t>28</a:t>
                      </a:r>
                      <a:r>
                        <a:rPr lang="en-ID" sz="3200" dirty="0">
                          <a:effectLst/>
                        </a:rPr>
                        <a:t>-6=</a:t>
                      </a:r>
                      <a:r>
                        <a:rPr lang="id-ID" sz="3200" dirty="0">
                          <a:effectLst/>
                        </a:rPr>
                        <a:t>2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4100065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J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3200" dirty="0">
                          <a:solidFill>
                            <a:srgbClr val="FF0000"/>
                          </a:solidFill>
                          <a:effectLst/>
                        </a:rPr>
                        <a:t>36-30-6=0</a:t>
                      </a:r>
                      <a:endParaRPr lang="en-ID" sz="3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4333435"/>
                  </a:ext>
                </a:extLst>
              </a:tr>
              <a:tr h="5250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</a:rPr>
                        <a:t>K</a:t>
                      </a:r>
                      <a:endParaRPr lang="en-ID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3200" dirty="0">
                          <a:solidFill>
                            <a:srgbClr val="FF0000"/>
                          </a:solidFill>
                          <a:effectLst/>
                        </a:rPr>
                        <a:t>38-36-2=0</a:t>
                      </a:r>
                      <a:endParaRPr lang="en-ID" sz="3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071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499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48C56CC3-BC6E-295C-E42E-3D2D7929D2A1}"/>
              </a:ext>
            </a:extLst>
          </p:cNvPr>
          <p:cNvGrpSpPr/>
          <p:nvPr/>
        </p:nvGrpSpPr>
        <p:grpSpPr>
          <a:xfrm>
            <a:off x="265863" y="1214436"/>
            <a:ext cx="12633389" cy="5230558"/>
            <a:chOff x="265863" y="1214436"/>
            <a:chExt cx="12633389" cy="523055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1A422-C901-951F-9E57-7AB407665208}"/>
                </a:ext>
              </a:extLst>
            </p:cNvPr>
            <p:cNvGrpSpPr/>
            <p:nvPr/>
          </p:nvGrpSpPr>
          <p:grpSpPr>
            <a:xfrm>
              <a:off x="265863" y="3305665"/>
              <a:ext cx="886690" cy="886690"/>
              <a:chOff x="429491" y="2798423"/>
              <a:chExt cx="886690" cy="88669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9B3166F-C596-11A1-F677-889095F4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D10CFE-C4F1-7BB3-4512-72A00E720525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A9A0C99-F8D6-0756-9061-2DF123AA8BB2}"/>
                  </a:ext>
                </a:extLst>
              </p:cNvPr>
              <p:cNvCxnSpPr>
                <a:stCxn id="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2813EA-8985-1374-9E6B-F3D4F1C434A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endParaRPr lang="en-ID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88FFCC-BC53-71A9-A9E1-A49CBEBFB43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13057-2D35-5318-B88E-97AB61348814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6524AB-CDE3-4827-2D95-2FC051FD5FF4}"/>
                </a:ext>
              </a:extLst>
            </p:cNvPr>
            <p:cNvGrpSpPr/>
            <p:nvPr/>
          </p:nvGrpSpPr>
          <p:grpSpPr>
            <a:xfrm>
              <a:off x="2193899" y="3305665"/>
              <a:ext cx="886690" cy="886690"/>
              <a:chOff x="429491" y="2798423"/>
              <a:chExt cx="886690" cy="88669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13868CF-4082-A08F-6721-B7E0941D185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D6D086-FFF9-69AD-E8EB-62E10B09DE2E}"/>
                  </a:ext>
                </a:extLst>
              </p:cNvPr>
              <p:cNvCxnSpPr>
                <a:stCxn id="15" idx="0"/>
                <a:endCxn id="1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6313231-F215-AB4D-7772-0B2BEFE34246}"/>
                  </a:ext>
                </a:extLst>
              </p:cNvPr>
              <p:cNvCxnSpPr>
                <a:stCxn id="1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A2E593-385E-9ABB-4039-7DD89E6F2749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65E4C6-D31C-703B-1872-A3540E5B3CF8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7CCA9-C34A-25B0-8F94-F9D13131462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BA0E923-9F66-9780-1F31-02829662C318}"/>
                </a:ext>
              </a:extLst>
            </p:cNvPr>
            <p:cNvCxnSpPr>
              <a:stCxn id="4" idx="6"/>
              <a:endCxn id="15" idx="2"/>
            </p:cNvCxnSpPr>
            <p:nvPr/>
          </p:nvCxnSpPr>
          <p:spPr>
            <a:xfrm>
              <a:off x="1152553" y="3749010"/>
              <a:ext cx="104134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C5AC01-E4F3-5DCE-F357-4B3FE782F5B2}"/>
                </a:ext>
              </a:extLst>
            </p:cNvPr>
            <p:cNvSpPr txBox="1"/>
            <p:nvPr/>
          </p:nvSpPr>
          <p:spPr>
            <a:xfrm>
              <a:off x="1453407" y="334890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endParaRPr lang="en-ID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F820C1-52DE-9C05-D25B-60D5BE983342}"/>
                </a:ext>
              </a:extLst>
            </p:cNvPr>
            <p:cNvSpPr txBox="1"/>
            <p:nvPr/>
          </p:nvSpPr>
          <p:spPr>
            <a:xfrm>
              <a:off x="1491105" y="377978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EDD7DBA-C921-4CC2-7A35-45011C6F284D}"/>
                </a:ext>
              </a:extLst>
            </p:cNvPr>
            <p:cNvGrpSpPr/>
            <p:nvPr/>
          </p:nvGrpSpPr>
          <p:grpSpPr>
            <a:xfrm>
              <a:off x="4066842" y="3305665"/>
              <a:ext cx="895778" cy="886690"/>
              <a:chOff x="429491" y="2798423"/>
              <a:chExt cx="895778" cy="88669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E64A1D9-BE42-D414-5035-79919251004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A81BA46-505C-13FA-7B77-A212AB18CF3C}"/>
                  </a:ext>
                </a:extLst>
              </p:cNvPr>
              <p:cNvCxnSpPr>
                <a:stCxn id="26" idx="0"/>
                <a:endCxn id="26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A665EFA-D9A0-CB35-B5DB-003682729530}"/>
                  </a:ext>
                </a:extLst>
              </p:cNvPr>
              <p:cNvCxnSpPr>
                <a:stCxn id="26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18F566-929F-8692-7BBE-5F46AE8D2F33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</a:t>
                </a:r>
                <a:endParaRPr lang="en-ID" sz="2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EB9C531-B237-8FB6-C98E-18817C978AB4}"/>
                  </a:ext>
                </a:extLst>
              </p:cNvPr>
              <p:cNvSpPr txBox="1"/>
              <p:nvPr/>
            </p:nvSpPr>
            <p:spPr>
              <a:xfrm>
                <a:off x="857372" y="2898073"/>
                <a:ext cx="4678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294F9C-9FAF-0378-F6B7-E2C6C389123A}"/>
                  </a:ext>
                </a:extLst>
              </p:cNvPr>
              <p:cNvSpPr txBox="1"/>
              <p:nvPr/>
            </p:nvSpPr>
            <p:spPr>
              <a:xfrm>
                <a:off x="819905" y="3226925"/>
                <a:ext cx="474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EB8B954-1940-DBC5-E670-CBF83377B9F9}"/>
                </a:ext>
              </a:extLst>
            </p:cNvPr>
            <p:cNvCxnSpPr>
              <a:cxnSpLocks/>
              <a:stCxn id="15" idx="6"/>
              <a:endCxn id="26" idx="2"/>
            </p:cNvCxnSpPr>
            <p:nvPr/>
          </p:nvCxnSpPr>
          <p:spPr>
            <a:xfrm>
              <a:off x="3080590" y="3749010"/>
              <a:ext cx="986253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F5E8639-DB46-F671-AB30-A18D96C64B10}"/>
                </a:ext>
              </a:extLst>
            </p:cNvPr>
            <p:cNvSpPr txBox="1"/>
            <p:nvPr/>
          </p:nvSpPr>
          <p:spPr>
            <a:xfrm>
              <a:off x="3272863" y="330566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</a:t>
              </a:r>
              <a:endParaRPr lang="en-ID" sz="24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85C1942-D623-8BE9-8BF7-CF9118EE202F}"/>
                </a:ext>
              </a:extLst>
            </p:cNvPr>
            <p:cNvGrpSpPr/>
            <p:nvPr/>
          </p:nvGrpSpPr>
          <p:grpSpPr>
            <a:xfrm>
              <a:off x="6020502" y="1628668"/>
              <a:ext cx="989560" cy="886690"/>
              <a:chOff x="429491" y="2798423"/>
              <a:chExt cx="989560" cy="88669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43AF656-3C6C-35A7-C09A-177B2EC2720C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CAA05C1-7A52-6028-8D11-D36B042EC321}"/>
                  </a:ext>
                </a:extLst>
              </p:cNvPr>
              <p:cNvCxnSpPr>
                <a:stCxn id="61" idx="0"/>
                <a:endCxn id="61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4DEED38-3B2E-6C47-61F5-35036333FA08}"/>
                  </a:ext>
                </a:extLst>
              </p:cNvPr>
              <p:cNvCxnSpPr>
                <a:cxnSpLocks/>
                <a:stCxn id="61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97BEE00-4595-5BB9-5965-0F09EEAC3545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6</a:t>
                </a:r>
                <a:endParaRPr lang="en-ID" sz="2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745CEA-2FFF-96DC-6C13-6A33E83C3192}"/>
                  </a:ext>
                </a:extLst>
              </p:cNvPr>
              <p:cNvSpPr txBox="1"/>
              <p:nvPr/>
            </p:nvSpPr>
            <p:spPr>
              <a:xfrm>
                <a:off x="858511" y="2867802"/>
                <a:ext cx="4844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D65BFE8-31FC-A83C-466B-5F4CB91653A1}"/>
                  </a:ext>
                </a:extLst>
              </p:cNvPr>
              <p:cNvSpPr txBox="1"/>
              <p:nvPr/>
            </p:nvSpPr>
            <p:spPr>
              <a:xfrm>
                <a:off x="861950" y="3229283"/>
                <a:ext cx="5571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</p:grp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1BC3FB9-973B-E3D7-AE20-83246EDC8BD2}"/>
                </a:ext>
              </a:extLst>
            </p:cNvPr>
            <p:cNvCxnSpPr>
              <a:cxnSpLocks/>
              <a:stCxn id="61" idx="6"/>
              <a:endCxn id="85" idx="2"/>
            </p:cNvCxnSpPr>
            <p:nvPr/>
          </p:nvCxnSpPr>
          <p:spPr>
            <a:xfrm flipV="1">
              <a:off x="6907192" y="2071496"/>
              <a:ext cx="766891" cy="51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90E4539-40D4-CAAF-0ECF-3493EE7BAE51}"/>
                </a:ext>
              </a:extLst>
            </p:cNvPr>
            <p:cNvCxnSpPr>
              <a:cxnSpLocks/>
              <a:stCxn id="26" idx="6"/>
              <a:endCxn id="61" idx="2"/>
            </p:cNvCxnSpPr>
            <p:nvPr/>
          </p:nvCxnSpPr>
          <p:spPr>
            <a:xfrm flipV="1">
              <a:off x="4953532" y="2072014"/>
              <a:ext cx="1066970" cy="167699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2E5F8CD-D3E8-CDAF-7E8B-C34713A6DD76}"/>
                </a:ext>
              </a:extLst>
            </p:cNvPr>
            <p:cNvSpPr txBox="1"/>
            <p:nvPr/>
          </p:nvSpPr>
          <p:spPr>
            <a:xfrm>
              <a:off x="7101954" y="1631538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endParaRPr lang="en-ID" sz="2400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983BCB2-B1AC-D73E-4353-44D9EB90CE37}"/>
                </a:ext>
              </a:extLst>
            </p:cNvPr>
            <p:cNvGrpSpPr/>
            <p:nvPr/>
          </p:nvGrpSpPr>
          <p:grpSpPr>
            <a:xfrm>
              <a:off x="7674083" y="1628151"/>
              <a:ext cx="926286" cy="886690"/>
              <a:chOff x="429491" y="2798423"/>
              <a:chExt cx="926286" cy="886690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ECE2C6D2-7526-57BF-C648-EFF5C0CDD2B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3E5E6CFF-F953-1D0A-F39C-786BBF67689F}"/>
                  </a:ext>
                </a:extLst>
              </p:cNvPr>
              <p:cNvCxnSpPr>
                <a:stCxn id="85" idx="0"/>
                <a:endCxn id="8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B04993B-2305-E676-6A8D-850C4AF27461}"/>
                  </a:ext>
                </a:extLst>
              </p:cNvPr>
              <p:cNvCxnSpPr>
                <a:stCxn id="8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2A83202-46DF-48DD-FFEC-D7276F98E1EB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7</a:t>
                </a:r>
                <a:endParaRPr lang="en-ID" sz="24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BAB123E-5D30-2669-2A1B-6BC4DE32E84D}"/>
                  </a:ext>
                </a:extLst>
              </p:cNvPr>
              <p:cNvSpPr txBox="1"/>
              <p:nvPr/>
            </p:nvSpPr>
            <p:spPr>
              <a:xfrm>
                <a:off x="844209" y="2869486"/>
                <a:ext cx="469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37EF76-65A0-7691-5F40-C3AA493FB3AC}"/>
                  </a:ext>
                </a:extLst>
              </p:cNvPr>
              <p:cNvSpPr txBox="1"/>
              <p:nvPr/>
            </p:nvSpPr>
            <p:spPr>
              <a:xfrm>
                <a:off x="846866" y="3242089"/>
                <a:ext cx="5089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5B65851-5D93-2886-07A4-737E544F5A1B}"/>
                </a:ext>
              </a:extLst>
            </p:cNvPr>
            <p:cNvSpPr txBox="1"/>
            <p:nvPr/>
          </p:nvSpPr>
          <p:spPr>
            <a:xfrm>
              <a:off x="7727257" y="264031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H</a:t>
              </a:r>
              <a:endParaRPr lang="en-ID" sz="2400" dirty="0"/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5C07FA91-B7AF-6BA7-EE0E-B749EFE1311F}"/>
                </a:ext>
              </a:extLst>
            </p:cNvPr>
            <p:cNvCxnSpPr>
              <a:cxnSpLocks/>
              <a:stCxn id="85" idx="4"/>
              <a:endCxn id="114" idx="0"/>
            </p:cNvCxnSpPr>
            <p:nvPr/>
          </p:nvCxnSpPr>
          <p:spPr>
            <a:xfrm>
              <a:off x="8117428" y="2514841"/>
              <a:ext cx="40444" cy="86343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83EAF53-8866-AE42-A280-3831CC198B50}"/>
                </a:ext>
              </a:extLst>
            </p:cNvPr>
            <p:cNvGrpSpPr/>
            <p:nvPr/>
          </p:nvGrpSpPr>
          <p:grpSpPr>
            <a:xfrm>
              <a:off x="7714527" y="3378280"/>
              <a:ext cx="886690" cy="886690"/>
              <a:chOff x="429491" y="2798423"/>
              <a:chExt cx="886690" cy="886690"/>
            </a:xfrm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FE20454D-5BBE-3771-5B3C-E12DE981F2AE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D523027-EBBA-1AB2-F023-080358C722EE}"/>
                  </a:ext>
                </a:extLst>
              </p:cNvPr>
              <p:cNvCxnSpPr>
                <a:stCxn id="114" idx="0"/>
                <a:endCxn id="11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B6157159-2312-2448-A64D-8B7B646C4E18}"/>
                  </a:ext>
                </a:extLst>
              </p:cNvPr>
              <p:cNvCxnSpPr>
                <a:stCxn id="11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F55B261-B3E5-3C4B-F0EE-7566106BC35F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9</a:t>
                </a:r>
                <a:endParaRPr lang="en-ID" sz="2400" dirty="0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D2FC925-6125-6CC3-9EE6-D5167BF98E2A}"/>
                  </a:ext>
                </a:extLst>
              </p:cNvPr>
              <p:cNvSpPr txBox="1"/>
              <p:nvPr/>
            </p:nvSpPr>
            <p:spPr>
              <a:xfrm>
                <a:off x="857531" y="2924038"/>
                <a:ext cx="445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30</a:t>
                </a:r>
                <a:endParaRPr lang="en-ID" sz="2000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814D7D7-2421-E5D7-AA24-190E857335C0}"/>
                  </a:ext>
                </a:extLst>
              </p:cNvPr>
              <p:cNvSpPr txBox="1"/>
              <p:nvPr/>
            </p:nvSpPr>
            <p:spPr>
              <a:xfrm>
                <a:off x="832249" y="3243643"/>
                <a:ext cx="4415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30</a:t>
                </a:r>
                <a:endParaRPr lang="en-ID" sz="2000" dirty="0"/>
              </a:p>
            </p:txBody>
          </p:sp>
        </p:grp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A34DC703-2A42-3C3A-E2BB-AE6054D3C4D2}"/>
                </a:ext>
              </a:extLst>
            </p:cNvPr>
            <p:cNvCxnSpPr>
              <a:cxnSpLocks/>
              <a:stCxn id="114" idx="6"/>
              <a:endCxn id="147" idx="2"/>
            </p:cNvCxnSpPr>
            <p:nvPr/>
          </p:nvCxnSpPr>
          <p:spPr>
            <a:xfrm flipV="1">
              <a:off x="8601217" y="3819935"/>
              <a:ext cx="1096503" cy="169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C7D7BB6-6D42-7B00-E3F0-BF3F6C9486FE}"/>
                </a:ext>
              </a:extLst>
            </p:cNvPr>
            <p:cNvGrpSpPr/>
            <p:nvPr/>
          </p:nvGrpSpPr>
          <p:grpSpPr>
            <a:xfrm>
              <a:off x="9697720" y="3376590"/>
              <a:ext cx="935197" cy="886690"/>
              <a:chOff x="429491" y="2798423"/>
              <a:chExt cx="935197" cy="886690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ABDB0338-68B5-7504-C634-AB36EE9B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09A240E-34FE-CD29-48E2-31AD1F529147}"/>
                  </a:ext>
                </a:extLst>
              </p:cNvPr>
              <p:cNvCxnSpPr>
                <a:stCxn id="147" idx="0"/>
                <a:endCxn id="147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F55EB497-51B0-0014-2584-929899970177}"/>
                  </a:ext>
                </a:extLst>
              </p:cNvPr>
              <p:cNvCxnSpPr>
                <a:stCxn id="147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C6619D9-BA77-2F04-3E08-AD6F0C6A302C}"/>
                  </a:ext>
                </a:extLst>
              </p:cNvPr>
              <p:cNvSpPr txBox="1"/>
              <p:nvPr/>
            </p:nvSpPr>
            <p:spPr>
              <a:xfrm>
                <a:off x="465484" y="3038483"/>
                <a:ext cx="5501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11</a:t>
                </a:r>
                <a:endParaRPr lang="en-ID" sz="2400" dirty="0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8A50FBDF-E29F-E4CA-6999-37F711147A1C}"/>
                  </a:ext>
                </a:extLst>
              </p:cNvPr>
              <p:cNvSpPr txBox="1"/>
              <p:nvPr/>
            </p:nvSpPr>
            <p:spPr>
              <a:xfrm>
                <a:off x="858677" y="2869206"/>
                <a:ext cx="506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6F7FCE4-6610-90C3-0E6D-5E9F08161253}"/>
                  </a:ext>
                </a:extLst>
              </p:cNvPr>
              <p:cNvSpPr txBox="1"/>
              <p:nvPr/>
            </p:nvSpPr>
            <p:spPr>
              <a:xfrm>
                <a:off x="846581" y="3255614"/>
                <a:ext cx="503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531A8CD-59FB-8CDD-279E-BE8799D25EF2}"/>
                </a:ext>
              </a:extLst>
            </p:cNvPr>
            <p:cNvSpPr txBox="1"/>
            <p:nvPr/>
          </p:nvSpPr>
          <p:spPr>
            <a:xfrm>
              <a:off x="8969085" y="333305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J</a:t>
              </a:r>
              <a:endParaRPr lang="en-ID" sz="24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F8098-FBBF-FFB3-C745-4CFA3042642D}"/>
                </a:ext>
              </a:extLst>
            </p:cNvPr>
            <p:cNvGrpSpPr/>
            <p:nvPr/>
          </p:nvGrpSpPr>
          <p:grpSpPr>
            <a:xfrm>
              <a:off x="11902178" y="3364946"/>
              <a:ext cx="997074" cy="886690"/>
              <a:chOff x="410529" y="2798423"/>
              <a:chExt cx="997074" cy="88669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90D5E0B-5272-AB4F-B6AC-7F7D613D9B7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4D32844-38DA-41FE-1A63-EED1E57763E7}"/>
                  </a:ext>
                </a:extLst>
              </p:cNvPr>
              <p:cNvCxnSpPr>
                <a:stCxn id="3" idx="0"/>
                <a:endCxn id="3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FD3AA98-3D8E-167D-7B11-FE4CA1E9BF95}"/>
                  </a:ext>
                </a:extLst>
              </p:cNvPr>
              <p:cNvCxnSpPr>
                <a:stCxn id="3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B290107-704A-EE1F-CBF9-42A64A7A0D51}"/>
                  </a:ext>
                </a:extLst>
              </p:cNvPr>
              <p:cNvSpPr txBox="1"/>
              <p:nvPr/>
            </p:nvSpPr>
            <p:spPr>
              <a:xfrm>
                <a:off x="410529" y="3010727"/>
                <a:ext cx="5039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12</a:t>
                </a:r>
                <a:endParaRPr lang="en-ID" sz="24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04DD2C-7F58-FB2D-408A-867920B2B0B1}"/>
                  </a:ext>
                </a:extLst>
              </p:cNvPr>
              <p:cNvSpPr txBox="1"/>
              <p:nvPr/>
            </p:nvSpPr>
            <p:spPr>
              <a:xfrm>
                <a:off x="841504" y="2880850"/>
                <a:ext cx="5060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2DF62E4-74B7-CB73-1FA9-DE4D03DE871E}"/>
                  </a:ext>
                </a:extLst>
              </p:cNvPr>
              <p:cNvSpPr txBox="1"/>
              <p:nvPr/>
            </p:nvSpPr>
            <p:spPr>
              <a:xfrm>
                <a:off x="872835" y="3241227"/>
                <a:ext cx="5347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164E25E-07D8-7E14-2359-BFA1D364F249}"/>
                </a:ext>
              </a:extLst>
            </p:cNvPr>
            <p:cNvCxnSpPr>
              <a:cxnSpLocks/>
              <a:stCxn id="147" idx="6"/>
              <a:endCxn id="3" idx="2"/>
            </p:cNvCxnSpPr>
            <p:nvPr/>
          </p:nvCxnSpPr>
          <p:spPr>
            <a:xfrm flipV="1">
              <a:off x="10584410" y="3808291"/>
              <a:ext cx="1336730" cy="1164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264D4F6-A5D8-6B03-ABB7-1F23412436EA}"/>
                </a:ext>
              </a:extLst>
            </p:cNvPr>
            <p:cNvSpPr txBox="1"/>
            <p:nvPr/>
          </p:nvSpPr>
          <p:spPr>
            <a:xfrm>
              <a:off x="11190719" y="330115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</a:t>
              </a:r>
              <a:endParaRPr lang="en-ID" sz="24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B95999C-51FF-B76B-795A-30AFA35838FA}"/>
                </a:ext>
              </a:extLst>
            </p:cNvPr>
            <p:cNvSpPr txBox="1"/>
            <p:nvPr/>
          </p:nvSpPr>
          <p:spPr>
            <a:xfrm>
              <a:off x="3320497" y="3734167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12</a:t>
              </a:r>
              <a:endParaRPr lang="en-ID" sz="20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EAE5A81-73C7-68DC-2A3E-7AB0082F1838}"/>
                </a:ext>
              </a:extLst>
            </p:cNvPr>
            <p:cNvSpPr txBox="1"/>
            <p:nvPr/>
          </p:nvSpPr>
          <p:spPr>
            <a:xfrm>
              <a:off x="7087198" y="210566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5AD3CA9-C38B-C438-7F6C-34761079384B}"/>
                </a:ext>
              </a:extLst>
            </p:cNvPr>
            <p:cNvSpPr txBox="1"/>
            <p:nvPr/>
          </p:nvSpPr>
          <p:spPr>
            <a:xfrm>
              <a:off x="8236006" y="267728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C80990E-9962-46E5-FA21-9E6D43192963}"/>
                </a:ext>
              </a:extLst>
            </p:cNvPr>
            <p:cNvSpPr txBox="1"/>
            <p:nvPr/>
          </p:nvSpPr>
          <p:spPr>
            <a:xfrm>
              <a:off x="8925720" y="3934222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EE712D7-89B1-CDB5-93A0-CDEE508A9CCE}"/>
                </a:ext>
              </a:extLst>
            </p:cNvPr>
            <p:cNvSpPr txBox="1"/>
            <p:nvPr/>
          </p:nvSpPr>
          <p:spPr>
            <a:xfrm>
              <a:off x="11203088" y="3934222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CCD778-A1B4-FC11-3954-B01F817FD9B4}"/>
                </a:ext>
              </a:extLst>
            </p:cNvPr>
            <p:cNvSpPr txBox="1"/>
            <p:nvPr/>
          </p:nvSpPr>
          <p:spPr>
            <a:xfrm>
              <a:off x="1040196" y="2890789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 0</a:t>
              </a:r>
              <a:endParaRPr lang="en-ID" sz="2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F38A0D-7B65-90C0-0706-C68786164EC9}"/>
                </a:ext>
              </a:extLst>
            </p:cNvPr>
            <p:cNvSpPr txBox="1"/>
            <p:nvPr/>
          </p:nvSpPr>
          <p:spPr>
            <a:xfrm>
              <a:off x="2882748" y="2877244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 0</a:t>
              </a:r>
              <a:endParaRPr lang="en-ID" sz="24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F6D2F09-A11D-E427-2608-5E11DC184308}"/>
                </a:ext>
              </a:extLst>
            </p:cNvPr>
            <p:cNvSpPr txBox="1"/>
            <p:nvPr/>
          </p:nvSpPr>
          <p:spPr>
            <a:xfrm>
              <a:off x="6708248" y="1214436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 0</a:t>
              </a:r>
              <a:endParaRPr lang="en-ID" sz="24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CC42626-708A-F5B4-6ECC-89404DABDFFE}"/>
                </a:ext>
              </a:extLst>
            </p:cNvPr>
            <p:cNvSpPr txBox="1"/>
            <p:nvPr/>
          </p:nvSpPr>
          <p:spPr>
            <a:xfrm>
              <a:off x="8502913" y="4277671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 0</a:t>
              </a:r>
              <a:endParaRPr lang="en-ID" sz="24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8764D0-714D-E1E5-BEC2-9858312D9201}"/>
                </a:ext>
              </a:extLst>
            </p:cNvPr>
            <p:cNvSpPr txBox="1"/>
            <p:nvPr/>
          </p:nvSpPr>
          <p:spPr>
            <a:xfrm>
              <a:off x="10854374" y="2818876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 0</a:t>
              </a:r>
              <a:endParaRPr lang="en-ID" sz="24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4BF2991-BE08-6EA0-B886-31081DE6858F}"/>
                </a:ext>
              </a:extLst>
            </p:cNvPr>
            <p:cNvSpPr txBox="1"/>
            <p:nvPr/>
          </p:nvSpPr>
          <p:spPr>
            <a:xfrm>
              <a:off x="8502913" y="2995065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Slack = 0</a:t>
              </a:r>
              <a:endParaRPr lang="en-ID" sz="24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A4238E4-A136-14E1-24AA-DDEEF3E6636C}"/>
                </a:ext>
              </a:extLst>
            </p:cNvPr>
            <p:cNvSpPr txBox="1"/>
            <p:nvPr/>
          </p:nvSpPr>
          <p:spPr>
            <a:xfrm>
              <a:off x="4694537" y="2685157"/>
              <a:ext cx="18612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Dummy</a:t>
              </a:r>
              <a:endParaRPr lang="en-ID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5D34A59-327C-D0C2-D305-1306E56419DA}"/>
                </a:ext>
              </a:extLst>
            </p:cNvPr>
            <p:cNvSpPr txBox="1"/>
            <p:nvPr/>
          </p:nvSpPr>
          <p:spPr>
            <a:xfrm>
              <a:off x="487595" y="5675553"/>
              <a:ext cx="765497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JALUR KRITIS : </a:t>
              </a:r>
              <a:r>
                <a:rPr lang="en-US" sz="4400" dirty="0"/>
                <a:t>A – C – F – H – J –  K</a:t>
              </a:r>
              <a:endParaRPr lang="en-ID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19285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9EDD1E9-8BC5-1E83-E42C-0F8CE7F5EA55}"/>
              </a:ext>
            </a:extLst>
          </p:cNvPr>
          <p:cNvGrpSpPr/>
          <p:nvPr/>
        </p:nvGrpSpPr>
        <p:grpSpPr>
          <a:xfrm>
            <a:off x="265863" y="1091671"/>
            <a:ext cx="12633389" cy="4757770"/>
            <a:chOff x="265863" y="1091671"/>
            <a:chExt cx="12633389" cy="475777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11A422-C901-951F-9E57-7AB407665208}"/>
                </a:ext>
              </a:extLst>
            </p:cNvPr>
            <p:cNvGrpSpPr/>
            <p:nvPr/>
          </p:nvGrpSpPr>
          <p:grpSpPr>
            <a:xfrm>
              <a:off x="265863" y="3305665"/>
              <a:ext cx="886690" cy="886690"/>
              <a:chOff x="429491" y="2798423"/>
              <a:chExt cx="886690" cy="88669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9B3166F-C596-11A1-F677-889095F4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3D10CFE-C4F1-7BB3-4512-72A00E720525}"/>
                  </a:ext>
                </a:extLst>
              </p:cNvPr>
              <p:cNvCxnSpPr>
                <a:stCxn id="4" idx="0"/>
                <a:endCxn id="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A9A0C99-F8D6-0756-9061-2DF123AA8BB2}"/>
                  </a:ext>
                </a:extLst>
              </p:cNvPr>
              <p:cNvCxnSpPr>
                <a:stCxn id="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2813EA-8985-1374-9E6B-F3D4F1C434A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</a:t>
                </a:r>
                <a:endParaRPr lang="en-ID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388FFCC-BC53-71A9-A9E1-A49CBEBFB435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313057-2D35-5318-B88E-97AB61348814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0</a:t>
                </a:r>
                <a:endParaRPr lang="en-ID" sz="2000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6524AB-CDE3-4827-2D95-2FC051FD5FF4}"/>
                </a:ext>
              </a:extLst>
            </p:cNvPr>
            <p:cNvGrpSpPr/>
            <p:nvPr/>
          </p:nvGrpSpPr>
          <p:grpSpPr>
            <a:xfrm>
              <a:off x="2193899" y="3305665"/>
              <a:ext cx="886690" cy="886690"/>
              <a:chOff x="429491" y="2798423"/>
              <a:chExt cx="886690" cy="88669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13868CF-4082-A08F-6721-B7E0941D185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D6D086-FFF9-69AD-E8EB-62E10B09DE2E}"/>
                  </a:ext>
                </a:extLst>
              </p:cNvPr>
              <p:cNvCxnSpPr>
                <a:stCxn id="15" idx="0"/>
                <a:endCxn id="1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6313231-F215-AB4D-7772-0B2BEFE34246}"/>
                  </a:ext>
                </a:extLst>
              </p:cNvPr>
              <p:cNvCxnSpPr>
                <a:stCxn id="1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A2E593-385E-9ABB-4039-7DD89E6F2749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2</a:t>
                </a:r>
                <a:endParaRPr lang="en-ID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65E4C6-D31C-703B-1872-A3540E5B3CF8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07CCA9-C34A-25B0-8F94-F9D131314626}"/>
                  </a:ext>
                </a:extLst>
              </p:cNvPr>
              <p:cNvSpPr txBox="1"/>
              <p:nvPr/>
            </p:nvSpPr>
            <p:spPr>
              <a:xfrm>
                <a:off x="888142" y="3242921"/>
                <a:ext cx="2870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8</a:t>
                </a:r>
                <a:endParaRPr lang="en-ID" sz="2000" dirty="0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BA0E923-9F66-9780-1F31-02829662C318}"/>
                </a:ext>
              </a:extLst>
            </p:cNvPr>
            <p:cNvCxnSpPr>
              <a:stCxn id="4" idx="6"/>
              <a:endCxn id="15" idx="2"/>
            </p:cNvCxnSpPr>
            <p:nvPr/>
          </p:nvCxnSpPr>
          <p:spPr>
            <a:xfrm>
              <a:off x="1152553" y="3749010"/>
              <a:ext cx="104134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C5AC01-E4F3-5DCE-F357-4B3FE782F5B2}"/>
                </a:ext>
              </a:extLst>
            </p:cNvPr>
            <p:cNvSpPr txBox="1"/>
            <p:nvPr/>
          </p:nvSpPr>
          <p:spPr>
            <a:xfrm>
              <a:off x="1453407" y="3348901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  <a:endParaRPr lang="en-ID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F820C1-52DE-9C05-D25B-60D5BE983342}"/>
                </a:ext>
              </a:extLst>
            </p:cNvPr>
            <p:cNvSpPr txBox="1"/>
            <p:nvPr/>
          </p:nvSpPr>
          <p:spPr>
            <a:xfrm>
              <a:off x="1491105" y="3779788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EDD7DBA-C921-4CC2-7A35-45011C6F284D}"/>
                </a:ext>
              </a:extLst>
            </p:cNvPr>
            <p:cNvGrpSpPr/>
            <p:nvPr/>
          </p:nvGrpSpPr>
          <p:grpSpPr>
            <a:xfrm>
              <a:off x="4066842" y="3305665"/>
              <a:ext cx="895778" cy="886690"/>
              <a:chOff x="429491" y="2798423"/>
              <a:chExt cx="895778" cy="88669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E64A1D9-BE42-D414-5035-79919251004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DA81BA46-505C-13FA-7B77-A212AB18CF3C}"/>
                  </a:ext>
                </a:extLst>
              </p:cNvPr>
              <p:cNvCxnSpPr>
                <a:stCxn id="26" idx="0"/>
                <a:endCxn id="26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A665EFA-D9A0-CB35-B5DB-003682729530}"/>
                  </a:ext>
                </a:extLst>
              </p:cNvPr>
              <p:cNvCxnSpPr>
                <a:stCxn id="26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18F566-929F-8692-7BBE-5F46AE8D2F33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</a:t>
                </a:r>
                <a:endParaRPr lang="en-ID" sz="24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EB9C531-B237-8FB6-C98E-18817C978AB4}"/>
                  </a:ext>
                </a:extLst>
              </p:cNvPr>
              <p:cNvSpPr txBox="1"/>
              <p:nvPr/>
            </p:nvSpPr>
            <p:spPr>
              <a:xfrm>
                <a:off x="857372" y="2898073"/>
                <a:ext cx="4678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6294F9C-9FAF-0378-F6B7-E2C6C389123A}"/>
                  </a:ext>
                </a:extLst>
              </p:cNvPr>
              <p:cNvSpPr txBox="1"/>
              <p:nvPr/>
            </p:nvSpPr>
            <p:spPr>
              <a:xfrm>
                <a:off x="819905" y="3226925"/>
                <a:ext cx="4745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68696B3-9955-660D-1258-C125186F6A17}"/>
                </a:ext>
              </a:extLst>
            </p:cNvPr>
            <p:cNvGrpSpPr/>
            <p:nvPr/>
          </p:nvGrpSpPr>
          <p:grpSpPr>
            <a:xfrm>
              <a:off x="4070864" y="1619081"/>
              <a:ext cx="886690" cy="886690"/>
              <a:chOff x="429491" y="2798423"/>
              <a:chExt cx="886690" cy="88669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8BF19DF-EFE8-DB09-EC6A-9D566A9CADDF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43977A2-15AE-15FD-F72E-B4E78DE2F1E6}"/>
                  </a:ext>
                </a:extLst>
              </p:cNvPr>
              <p:cNvCxnSpPr>
                <a:stCxn id="33" idx="0"/>
                <a:endCxn id="33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CFB0620-7BCD-9EC7-FFCD-917A204CE157}"/>
                  </a:ext>
                </a:extLst>
              </p:cNvPr>
              <p:cNvCxnSpPr>
                <a:stCxn id="33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7965F8-554C-E9C2-C6A7-E1C05FF63E82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3</a:t>
                </a:r>
                <a:endParaRPr lang="en-ID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7DB2DD-B289-2C24-CFC7-5029FF110603}"/>
                  </a:ext>
                </a:extLst>
              </p:cNvPr>
              <p:cNvSpPr txBox="1"/>
              <p:nvPr/>
            </p:nvSpPr>
            <p:spPr>
              <a:xfrm>
                <a:off x="830053" y="2899207"/>
                <a:ext cx="4803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16</a:t>
                </a:r>
                <a:endParaRPr lang="en-ID" sz="20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B9B97F7-8470-57A9-6DC5-E08E02ADAD2F}"/>
                  </a:ext>
                </a:extLst>
              </p:cNvPr>
              <p:cNvSpPr txBox="1"/>
              <p:nvPr/>
            </p:nvSpPr>
            <p:spPr>
              <a:xfrm>
                <a:off x="805834" y="3228059"/>
                <a:ext cx="4833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18</a:t>
                </a:r>
                <a:endParaRPr lang="en-ID" sz="2000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0F82FC5-42E7-D06A-3AF9-2020D334BBAB}"/>
                </a:ext>
              </a:extLst>
            </p:cNvPr>
            <p:cNvGrpSpPr/>
            <p:nvPr/>
          </p:nvGrpSpPr>
          <p:grpSpPr>
            <a:xfrm>
              <a:off x="4066842" y="4899513"/>
              <a:ext cx="933391" cy="886690"/>
              <a:chOff x="429491" y="2798423"/>
              <a:chExt cx="933391" cy="886690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CFE1BEC-557B-F1D5-574D-B2B75A418B9F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9D96FF4-F5DC-289C-E814-BF110B41A266}"/>
                  </a:ext>
                </a:extLst>
              </p:cNvPr>
              <p:cNvCxnSpPr>
                <a:stCxn id="40" idx="0"/>
                <a:endCxn id="40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FA8CC7B-B406-1FC9-82A7-4CA57B21C18B}"/>
                  </a:ext>
                </a:extLst>
              </p:cNvPr>
              <p:cNvCxnSpPr>
                <a:stCxn id="40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5D7ADD-0534-FFD8-A923-1712590F2F47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5</a:t>
                </a:r>
                <a:endParaRPr lang="en-ID" sz="24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02F8E0-D912-E4B1-DD13-667C355DFF3A}"/>
                  </a:ext>
                </a:extLst>
              </p:cNvPr>
              <p:cNvSpPr txBox="1"/>
              <p:nvPr/>
            </p:nvSpPr>
            <p:spPr>
              <a:xfrm>
                <a:off x="842319" y="2875459"/>
                <a:ext cx="4666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14</a:t>
                </a:r>
                <a:endParaRPr lang="en-ID" sz="20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499769-9EB3-30D8-A6D5-18CD9D5CE4B2}"/>
                  </a:ext>
                </a:extLst>
              </p:cNvPr>
              <p:cNvSpPr txBox="1"/>
              <p:nvPr/>
            </p:nvSpPr>
            <p:spPr>
              <a:xfrm>
                <a:off x="859448" y="3241768"/>
                <a:ext cx="5034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30</a:t>
                </a:r>
                <a:endParaRPr lang="en-ID" sz="2000" dirty="0"/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EB8B954-1940-DBC5-E670-CBF83377B9F9}"/>
                </a:ext>
              </a:extLst>
            </p:cNvPr>
            <p:cNvCxnSpPr>
              <a:cxnSpLocks/>
              <a:stCxn id="15" idx="6"/>
              <a:endCxn id="26" idx="2"/>
            </p:cNvCxnSpPr>
            <p:nvPr/>
          </p:nvCxnSpPr>
          <p:spPr>
            <a:xfrm>
              <a:off x="3080590" y="3749010"/>
              <a:ext cx="986253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22D39A6D-74F4-3979-C754-D364208F7C8D}"/>
                </a:ext>
              </a:extLst>
            </p:cNvPr>
            <p:cNvCxnSpPr>
              <a:stCxn id="15" idx="0"/>
              <a:endCxn id="33" idx="2"/>
            </p:cNvCxnSpPr>
            <p:nvPr/>
          </p:nvCxnSpPr>
          <p:spPr>
            <a:xfrm rot="5400000" flipH="1" flipV="1">
              <a:off x="2732436" y="1967236"/>
              <a:ext cx="1243239" cy="1433620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FF88DF06-8D85-7822-A7B0-8E9068F13BB7}"/>
                </a:ext>
              </a:extLst>
            </p:cNvPr>
            <p:cNvCxnSpPr>
              <a:cxnSpLocks/>
              <a:stCxn id="15" idx="4"/>
              <a:endCxn id="40" idx="2"/>
            </p:cNvCxnSpPr>
            <p:nvPr/>
          </p:nvCxnSpPr>
          <p:spPr>
            <a:xfrm rot="16200000" flipH="1">
              <a:off x="2776793" y="4052807"/>
              <a:ext cx="1150503" cy="1429598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9C0DBCB-6073-E14D-F5D1-F28FD293C274}"/>
                </a:ext>
              </a:extLst>
            </p:cNvPr>
            <p:cNvSpPr txBox="1"/>
            <p:nvPr/>
          </p:nvSpPr>
          <p:spPr>
            <a:xfrm>
              <a:off x="3286639" y="159688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  <a:endParaRPr lang="en-ID" sz="2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F5E8639-DB46-F671-AB30-A18D96C64B10}"/>
                </a:ext>
              </a:extLst>
            </p:cNvPr>
            <p:cNvSpPr txBox="1"/>
            <p:nvPr/>
          </p:nvSpPr>
          <p:spPr>
            <a:xfrm>
              <a:off x="3272863" y="330566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</a:t>
              </a:r>
              <a:endParaRPr lang="en-ID" sz="24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EF4FD21-1913-CD59-4FAA-32D64D057EC9}"/>
                </a:ext>
              </a:extLst>
            </p:cNvPr>
            <p:cNvSpPr txBox="1"/>
            <p:nvPr/>
          </p:nvSpPr>
          <p:spPr>
            <a:xfrm>
              <a:off x="3208505" y="489951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</a:t>
              </a:r>
              <a:endParaRPr lang="en-ID" sz="24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56D880A-B4DD-5672-72DD-A4AE38FD09FF}"/>
                </a:ext>
              </a:extLst>
            </p:cNvPr>
            <p:cNvCxnSpPr>
              <a:cxnSpLocks/>
              <a:stCxn id="33" idx="6"/>
              <a:endCxn id="61" idx="2"/>
            </p:cNvCxnSpPr>
            <p:nvPr/>
          </p:nvCxnSpPr>
          <p:spPr>
            <a:xfrm>
              <a:off x="4957554" y="2062427"/>
              <a:ext cx="1062948" cy="958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85C1942-D623-8BE9-8BF7-CF9118EE202F}"/>
                </a:ext>
              </a:extLst>
            </p:cNvPr>
            <p:cNvGrpSpPr/>
            <p:nvPr/>
          </p:nvGrpSpPr>
          <p:grpSpPr>
            <a:xfrm>
              <a:off x="6020502" y="1628668"/>
              <a:ext cx="989560" cy="886690"/>
              <a:chOff x="429491" y="2798423"/>
              <a:chExt cx="989560" cy="88669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143AF656-3C6C-35A7-C09A-177B2EC2720C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CAA05C1-7A52-6028-8D11-D36B042EC321}"/>
                  </a:ext>
                </a:extLst>
              </p:cNvPr>
              <p:cNvCxnSpPr>
                <a:stCxn id="61" idx="0"/>
                <a:endCxn id="61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4DEED38-3B2E-6C47-61F5-35036333FA08}"/>
                  </a:ext>
                </a:extLst>
              </p:cNvPr>
              <p:cNvCxnSpPr>
                <a:cxnSpLocks/>
                <a:stCxn id="61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97BEE00-4595-5BB9-5965-0F09EEAC3545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6</a:t>
                </a:r>
                <a:endParaRPr lang="en-ID" sz="24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9745CEA-2FFF-96DC-6C13-6A33E83C3192}"/>
                  </a:ext>
                </a:extLst>
              </p:cNvPr>
              <p:cNvSpPr txBox="1"/>
              <p:nvPr/>
            </p:nvSpPr>
            <p:spPr>
              <a:xfrm>
                <a:off x="858511" y="2867802"/>
                <a:ext cx="4844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D65BFE8-31FC-A83C-466B-5F4CB91653A1}"/>
                  </a:ext>
                </a:extLst>
              </p:cNvPr>
              <p:cNvSpPr txBox="1"/>
              <p:nvPr/>
            </p:nvSpPr>
            <p:spPr>
              <a:xfrm>
                <a:off x="861950" y="3229283"/>
                <a:ext cx="5571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20</a:t>
                </a:r>
                <a:endParaRPr lang="en-ID" sz="2000" dirty="0"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A71EB4C-9D98-A687-C0FA-9EFDF57F540E}"/>
                </a:ext>
              </a:extLst>
            </p:cNvPr>
            <p:cNvSpPr txBox="1"/>
            <p:nvPr/>
          </p:nvSpPr>
          <p:spPr>
            <a:xfrm>
              <a:off x="5358223" y="1658310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</a:t>
              </a:r>
              <a:endParaRPr lang="en-ID" sz="2400" dirty="0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3FECEAE-1B2E-E7CA-86C9-E1FAF2351A8E}"/>
                </a:ext>
              </a:extLst>
            </p:cNvPr>
            <p:cNvGrpSpPr/>
            <p:nvPr/>
          </p:nvGrpSpPr>
          <p:grpSpPr>
            <a:xfrm>
              <a:off x="6013258" y="4150751"/>
              <a:ext cx="897908" cy="886690"/>
              <a:chOff x="429491" y="2798423"/>
              <a:chExt cx="897908" cy="88669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8E8A08CC-F16D-9E4D-F448-A14BD9FD1C2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6B09899E-C61A-8FA0-EB93-8725CF16DE53}"/>
                  </a:ext>
                </a:extLst>
              </p:cNvPr>
              <p:cNvCxnSpPr>
                <a:stCxn id="70" idx="0"/>
                <a:endCxn id="70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BD2B97B-EAA0-252A-9696-0534618122F7}"/>
                  </a:ext>
                </a:extLst>
              </p:cNvPr>
              <p:cNvCxnSpPr>
                <a:stCxn id="70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FF60658-D52C-1612-9B1D-DF66345D4421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8</a:t>
                </a:r>
                <a:endParaRPr lang="en-ID" sz="2400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95777EC-B186-39CB-D09F-452C4653EB7A}"/>
                  </a:ext>
                </a:extLst>
              </p:cNvPr>
              <p:cNvSpPr txBox="1"/>
              <p:nvPr/>
            </p:nvSpPr>
            <p:spPr>
              <a:xfrm>
                <a:off x="846112" y="2886498"/>
                <a:ext cx="4646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23</a:t>
                </a:r>
                <a:endParaRPr lang="en-ID" sz="20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2D57798-5BB4-E6E1-AACD-6B7D5B020B8C}"/>
                  </a:ext>
                </a:extLst>
              </p:cNvPr>
              <p:cNvSpPr txBox="1"/>
              <p:nvPr/>
            </p:nvSpPr>
            <p:spPr>
              <a:xfrm>
                <a:off x="829429" y="3239262"/>
                <a:ext cx="4979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30</a:t>
                </a:r>
                <a:endParaRPr lang="en-ID" sz="2000" dirty="0"/>
              </a:p>
            </p:txBody>
          </p:sp>
        </p:grp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11BC3FB9-973B-E3D7-AE20-83246EDC8BD2}"/>
                </a:ext>
              </a:extLst>
            </p:cNvPr>
            <p:cNvCxnSpPr>
              <a:cxnSpLocks/>
              <a:stCxn id="61" idx="6"/>
              <a:endCxn id="85" idx="2"/>
            </p:cNvCxnSpPr>
            <p:nvPr/>
          </p:nvCxnSpPr>
          <p:spPr>
            <a:xfrm flipV="1">
              <a:off x="6907192" y="2071496"/>
              <a:ext cx="766891" cy="51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7EB13E7-DF1E-1E92-4903-F7F23D4EDC97}"/>
                </a:ext>
              </a:extLst>
            </p:cNvPr>
            <p:cNvCxnSpPr>
              <a:cxnSpLocks/>
              <a:stCxn id="61" idx="4"/>
              <a:endCxn id="70" idx="0"/>
            </p:cNvCxnSpPr>
            <p:nvPr/>
          </p:nvCxnSpPr>
          <p:spPr>
            <a:xfrm flipH="1">
              <a:off x="6456603" y="2515358"/>
              <a:ext cx="7244" cy="163539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90E4539-40D4-CAAF-0ECF-3493EE7BAE51}"/>
                </a:ext>
              </a:extLst>
            </p:cNvPr>
            <p:cNvCxnSpPr>
              <a:cxnSpLocks/>
              <a:stCxn id="26" idx="6"/>
              <a:endCxn id="61" idx="2"/>
            </p:cNvCxnSpPr>
            <p:nvPr/>
          </p:nvCxnSpPr>
          <p:spPr>
            <a:xfrm flipV="1">
              <a:off x="4953532" y="2072014"/>
              <a:ext cx="1066970" cy="167699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2E5F8CD-D3E8-CDAF-7E8B-C34713A6DD76}"/>
                </a:ext>
              </a:extLst>
            </p:cNvPr>
            <p:cNvSpPr txBox="1"/>
            <p:nvPr/>
          </p:nvSpPr>
          <p:spPr>
            <a:xfrm>
              <a:off x="7101954" y="1631538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</a:t>
              </a:r>
              <a:endParaRPr lang="en-ID" sz="2400" dirty="0"/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983BCB2-B1AC-D73E-4353-44D9EB90CE37}"/>
                </a:ext>
              </a:extLst>
            </p:cNvPr>
            <p:cNvGrpSpPr/>
            <p:nvPr/>
          </p:nvGrpSpPr>
          <p:grpSpPr>
            <a:xfrm>
              <a:off x="7674083" y="1628151"/>
              <a:ext cx="926286" cy="886690"/>
              <a:chOff x="429491" y="2798423"/>
              <a:chExt cx="926286" cy="886690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ECE2C6D2-7526-57BF-C648-EFF5C0CDD2B5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3E5E6CFF-F953-1D0A-F39C-786BBF67689F}"/>
                  </a:ext>
                </a:extLst>
              </p:cNvPr>
              <p:cNvCxnSpPr>
                <a:stCxn id="85" idx="0"/>
                <a:endCxn id="85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FB04993B-2305-E676-6A8D-850C4AF27461}"/>
                  </a:ext>
                </a:extLst>
              </p:cNvPr>
              <p:cNvCxnSpPr>
                <a:stCxn id="85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2A83202-46DF-48DD-FFEC-D7276F98E1EB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7</a:t>
                </a:r>
                <a:endParaRPr lang="en-ID" sz="2400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BAB123E-5D30-2669-2A1B-6BC4DE32E84D}"/>
                  </a:ext>
                </a:extLst>
              </p:cNvPr>
              <p:cNvSpPr txBox="1"/>
              <p:nvPr/>
            </p:nvSpPr>
            <p:spPr>
              <a:xfrm>
                <a:off x="844209" y="2869486"/>
                <a:ext cx="4691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37EF76-65A0-7691-5F40-C3AA493FB3AC}"/>
                  </a:ext>
                </a:extLst>
              </p:cNvPr>
              <p:cNvSpPr txBox="1"/>
              <p:nvPr/>
            </p:nvSpPr>
            <p:spPr>
              <a:xfrm>
                <a:off x="846866" y="3242089"/>
                <a:ext cx="5089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28</a:t>
                </a:r>
                <a:endParaRPr lang="en-ID" sz="2000" dirty="0"/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5B65851-5D93-2886-07A4-737E544F5A1B}"/>
                </a:ext>
              </a:extLst>
            </p:cNvPr>
            <p:cNvSpPr txBox="1"/>
            <p:nvPr/>
          </p:nvSpPr>
          <p:spPr>
            <a:xfrm>
              <a:off x="7727257" y="264031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H</a:t>
              </a:r>
              <a:endParaRPr lang="en-ID" sz="2400" dirty="0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303E0DF6-8E77-CC2E-950D-F3912FAAC123}"/>
                </a:ext>
              </a:extLst>
            </p:cNvPr>
            <p:cNvGrpSpPr/>
            <p:nvPr/>
          </p:nvGrpSpPr>
          <p:grpSpPr>
            <a:xfrm>
              <a:off x="9723690" y="1596886"/>
              <a:ext cx="962086" cy="886690"/>
              <a:chOff x="429491" y="2798423"/>
              <a:chExt cx="962086" cy="886690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3D00791-7314-E2EA-FF36-D173C70C9E77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EE251E4-572E-F3FE-5E1D-CAA588CAA351}"/>
                  </a:ext>
                </a:extLst>
              </p:cNvPr>
              <p:cNvCxnSpPr>
                <a:stCxn id="99" idx="0"/>
                <a:endCxn id="99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55D3BD2-D6CF-C256-AF68-454E89272636}"/>
                  </a:ext>
                </a:extLst>
              </p:cNvPr>
              <p:cNvCxnSpPr>
                <a:stCxn id="99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37B5533-9937-0FA6-7E45-6E73A22038DD}"/>
                  </a:ext>
                </a:extLst>
              </p:cNvPr>
              <p:cNvSpPr txBox="1"/>
              <p:nvPr/>
            </p:nvSpPr>
            <p:spPr>
              <a:xfrm>
                <a:off x="453800" y="3010936"/>
                <a:ext cx="5749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10</a:t>
                </a:r>
                <a:endParaRPr lang="en-ID" sz="2400" dirty="0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C9BCAB7-84BE-7E8E-BD06-E4B77E96B1BC}"/>
                  </a:ext>
                </a:extLst>
              </p:cNvPr>
              <p:cNvSpPr txBox="1"/>
              <p:nvPr/>
            </p:nvSpPr>
            <p:spPr>
              <a:xfrm>
                <a:off x="885566" y="2841658"/>
                <a:ext cx="506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34</a:t>
                </a:r>
                <a:endParaRPr lang="en-ID" sz="2000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58746E2B-F457-666A-D1D7-9B5CA8A9FA91}"/>
                  </a:ext>
                </a:extLst>
              </p:cNvPr>
              <p:cNvSpPr txBox="1"/>
              <p:nvPr/>
            </p:nvSpPr>
            <p:spPr>
              <a:xfrm>
                <a:off x="846866" y="3215084"/>
                <a:ext cx="503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34</a:t>
                </a:r>
                <a:endParaRPr lang="en-ID" sz="2000" dirty="0"/>
              </a:p>
            </p:txBody>
          </p:sp>
        </p:grp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5C07FA91-B7AF-6BA7-EE0E-B749EFE1311F}"/>
                </a:ext>
              </a:extLst>
            </p:cNvPr>
            <p:cNvCxnSpPr>
              <a:cxnSpLocks/>
              <a:stCxn id="85" idx="4"/>
              <a:endCxn id="114" idx="0"/>
            </p:cNvCxnSpPr>
            <p:nvPr/>
          </p:nvCxnSpPr>
          <p:spPr>
            <a:xfrm>
              <a:off x="8117428" y="2514841"/>
              <a:ext cx="40444" cy="863439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930AA990-108C-0CAC-66B9-3EED3A825BAF}"/>
                </a:ext>
              </a:extLst>
            </p:cNvPr>
            <p:cNvCxnSpPr>
              <a:cxnSpLocks/>
              <a:stCxn id="85" idx="6"/>
              <a:endCxn id="99" idx="2"/>
            </p:cNvCxnSpPr>
            <p:nvPr/>
          </p:nvCxnSpPr>
          <p:spPr>
            <a:xfrm flipV="1">
              <a:off x="8560773" y="2040231"/>
              <a:ext cx="1162917" cy="3126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4E34CE7-D2C7-7C35-A5DA-F05AE58AACA4}"/>
                </a:ext>
              </a:extLst>
            </p:cNvPr>
            <p:cNvSpPr txBox="1"/>
            <p:nvPr/>
          </p:nvSpPr>
          <p:spPr>
            <a:xfrm>
              <a:off x="6065720" y="3022996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</a:t>
              </a:r>
              <a:endParaRPr lang="en-ID" sz="2400" dirty="0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83EAF53-8866-AE42-A280-3831CC198B50}"/>
                </a:ext>
              </a:extLst>
            </p:cNvPr>
            <p:cNvGrpSpPr/>
            <p:nvPr/>
          </p:nvGrpSpPr>
          <p:grpSpPr>
            <a:xfrm>
              <a:off x="7714527" y="3378280"/>
              <a:ext cx="886690" cy="886690"/>
              <a:chOff x="429491" y="2798423"/>
              <a:chExt cx="886690" cy="886690"/>
            </a:xfrm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FE20454D-5BBE-3771-5B3C-E12DE981F2AE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D523027-EBBA-1AB2-F023-080358C722EE}"/>
                  </a:ext>
                </a:extLst>
              </p:cNvPr>
              <p:cNvCxnSpPr>
                <a:stCxn id="114" idx="0"/>
                <a:endCxn id="114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B6157159-2312-2448-A64D-8B7B646C4E18}"/>
                  </a:ext>
                </a:extLst>
              </p:cNvPr>
              <p:cNvCxnSpPr>
                <a:stCxn id="114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F55B261-B3E5-3C4B-F0EE-7566106BC35F}"/>
                  </a:ext>
                </a:extLst>
              </p:cNvPr>
              <p:cNvSpPr txBox="1"/>
              <p:nvPr/>
            </p:nvSpPr>
            <p:spPr>
              <a:xfrm>
                <a:off x="510363" y="3010936"/>
                <a:ext cx="2870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9</a:t>
                </a:r>
                <a:endParaRPr lang="en-ID" sz="2400" dirty="0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6D2FC925-6125-6CC3-9EE6-D5167BF98E2A}"/>
                  </a:ext>
                </a:extLst>
              </p:cNvPr>
              <p:cNvSpPr txBox="1"/>
              <p:nvPr/>
            </p:nvSpPr>
            <p:spPr>
              <a:xfrm>
                <a:off x="857531" y="2924038"/>
                <a:ext cx="4459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30</a:t>
                </a:r>
                <a:endParaRPr lang="en-ID" sz="2000" dirty="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814D7D7-2421-E5D7-AA24-190E857335C0}"/>
                  </a:ext>
                </a:extLst>
              </p:cNvPr>
              <p:cNvSpPr txBox="1"/>
              <p:nvPr/>
            </p:nvSpPr>
            <p:spPr>
              <a:xfrm>
                <a:off x="832249" y="3243643"/>
                <a:ext cx="4415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30</a:t>
                </a:r>
                <a:endParaRPr lang="en-ID" sz="2000" dirty="0"/>
              </a:p>
            </p:txBody>
          </p:sp>
        </p:grp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82AF3868-9621-2E23-A9B2-B5DDB9C5FFFE}"/>
                </a:ext>
              </a:extLst>
            </p:cNvPr>
            <p:cNvSpPr txBox="1"/>
            <p:nvPr/>
          </p:nvSpPr>
          <p:spPr>
            <a:xfrm>
              <a:off x="8969085" y="1550353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I</a:t>
              </a:r>
              <a:endParaRPr lang="en-ID" sz="2400" dirty="0"/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5A0B6BC7-5352-FACA-5564-37663D422007}"/>
                </a:ext>
              </a:extLst>
            </p:cNvPr>
            <p:cNvCxnSpPr>
              <a:cxnSpLocks/>
              <a:stCxn id="70" idx="6"/>
              <a:endCxn id="114" idx="2"/>
            </p:cNvCxnSpPr>
            <p:nvPr/>
          </p:nvCxnSpPr>
          <p:spPr>
            <a:xfrm flipV="1">
              <a:off x="6899948" y="3821625"/>
              <a:ext cx="814579" cy="772471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2" name="Connector: Elbow 131">
              <a:extLst>
                <a:ext uri="{FF2B5EF4-FFF2-40B4-BE49-F238E27FC236}">
                  <a16:creationId xmlns:a16="http://schemas.microsoft.com/office/drawing/2014/main" id="{E9C55A76-13D7-765D-8918-F057DFDA992C}"/>
                </a:ext>
              </a:extLst>
            </p:cNvPr>
            <p:cNvCxnSpPr>
              <a:cxnSpLocks/>
              <a:stCxn id="40" idx="6"/>
              <a:endCxn id="114" idx="4"/>
            </p:cNvCxnSpPr>
            <p:nvPr/>
          </p:nvCxnSpPr>
          <p:spPr>
            <a:xfrm flipV="1">
              <a:off x="4953532" y="4264970"/>
              <a:ext cx="3204340" cy="1077888"/>
            </a:xfrm>
            <a:prstGeom prst="bentConnector2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A34DC703-2A42-3C3A-E2BB-AE6054D3C4D2}"/>
                </a:ext>
              </a:extLst>
            </p:cNvPr>
            <p:cNvCxnSpPr>
              <a:cxnSpLocks/>
              <a:stCxn id="114" idx="6"/>
              <a:endCxn id="147" idx="2"/>
            </p:cNvCxnSpPr>
            <p:nvPr/>
          </p:nvCxnSpPr>
          <p:spPr>
            <a:xfrm flipV="1">
              <a:off x="8601217" y="3819935"/>
              <a:ext cx="1096503" cy="169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15CEBEA-85AD-B428-C354-BECC7E81193D}"/>
                </a:ext>
              </a:extLst>
            </p:cNvPr>
            <p:cNvCxnSpPr>
              <a:cxnSpLocks/>
              <a:stCxn id="99" idx="4"/>
              <a:endCxn id="147" idx="0"/>
            </p:cNvCxnSpPr>
            <p:nvPr/>
          </p:nvCxnSpPr>
          <p:spPr>
            <a:xfrm flipH="1">
              <a:off x="10141065" y="2483576"/>
              <a:ext cx="25970" cy="893014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C7D7BB6-6D42-7B00-E3F0-BF3F6C9486FE}"/>
                </a:ext>
              </a:extLst>
            </p:cNvPr>
            <p:cNvGrpSpPr/>
            <p:nvPr/>
          </p:nvGrpSpPr>
          <p:grpSpPr>
            <a:xfrm>
              <a:off x="9693759" y="3376590"/>
              <a:ext cx="939158" cy="886690"/>
              <a:chOff x="425530" y="2798423"/>
              <a:chExt cx="939158" cy="886690"/>
            </a:xfrm>
          </p:grpSpPr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ABDB0338-68B5-7504-C634-AB36EE9B0262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509A240E-34FE-CD29-48E2-31AD1F529147}"/>
                  </a:ext>
                </a:extLst>
              </p:cNvPr>
              <p:cNvCxnSpPr>
                <a:stCxn id="147" idx="0"/>
                <a:endCxn id="147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F55EB497-51B0-0014-2584-929899970177}"/>
                  </a:ext>
                </a:extLst>
              </p:cNvPr>
              <p:cNvCxnSpPr>
                <a:stCxn id="147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C6619D9-BA77-2F04-3E08-AD6F0C6A302C}"/>
                  </a:ext>
                </a:extLst>
              </p:cNvPr>
              <p:cNvSpPr txBox="1"/>
              <p:nvPr/>
            </p:nvSpPr>
            <p:spPr>
              <a:xfrm>
                <a:off x="425530" y="3011780"/>
                <a:ext cx="5740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11</a:t>
                </a:r>
                <a:endParaRPr lang="en-ID" sz="2400" dirty="0"/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8A50FBDF-E29F-E4CA-6999-37F711147A1C}"/>
                  </a:ext>
                </a:extLst>
              </p:cNvPr>
              <p:cNvSpPr txBox="1"/>
              <p:nvPr/>
            </p:nvSpPr>
            <p:spPr>
              <a:xfrm>
                <a:off x="858677" y="2869206"/>
                <a:ext cx="506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6F7FCE4-6610-90C3-0E6D-5E9F08161253}"/>
                  </a:ext>
                </a:extLst>
              </p:cNvPr>
              <p:cNvSpPr txBox="1"/>
              <p:nvPr/>
            </p:nvSpPr>
            <p:spPr>
              <a:xfrm>
                <a:off x="846581" y="3255614"/>
                <a:ext cx="503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36</a:t>
                </a:r>
                <a:endParaRPr lang="en-ID" sz="2000" dirty="0"/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E531A8CD-59FB-8CDD-279E-BE8799D25EF2}"/>
                </a:ext>
              </a:extLst>
            </p:cNvPr>
            <p:cNvSpPr txBox="1"/>
            <p:nvPr/>
          </p:nvSpPr>
          <p:spPr>
            <a:xfrm>
              <a:off x="8969085" y="333305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J</a:t>
              </a:r>
              <a:endParaRPr lang="en-ID" sz="2400" dirty="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73F8098-FBBF-FFB3-C745-4CFA3042642D}"/>
                </a:ext>
              </a:extLst>
            </p:cNvPr>
            <p:cNvGrpSpPr/>
            <p:nvPr/>
          </p:nvGrpSpPr>
          <p:grpSpPr>
            <a:xfrm>
              <a:off x="11891263" y="3364946"/>
              <a:ext cx="1007989" cy="886690"/>
              <a:chOff x="399614" y="2798423"/>
              <a:chExt cx="1007989" cy="88669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90D5E0B-5272-AB4F-B6AC-7F7D613D9B7D}"/>
                  </a:ext>
                </a:extLst>
              </p:cNvPr>
              <p:cNvSpPr/>
              <p:nvPr/>
            </p:nvSpPr>
            <p:spPr>
              <a:xfrm>
                <a:off x="429491" y="2798423"/>
                <a:ext cx="886690" cy="88669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4D32844-38DA-41FE-1A63-EED1E57763E7}"/>
                  </a:ext>
                </a:extLst>
              </p:cNvPr>
              <p:cNvCxnSpPr>
                <a:stCxn id="3" idx="0"/>
                <a:endCxn id="3" idx="4"/>
              </p:cNvCxnSpPr>
              <p:nvPr/>
            </p:nvCxnSpPr>
            <p:spPr>
              <a:xfrm>
                <a:off x="872836" y="2798423"/>
                <a:ext cx="0" cy="88669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FD3AA98-3D8E-167D-7B11-FE4CA1E9BF95}"/>
                  </a:ext>
                </a:extLst>
              </p:cNvPr>
              <p:cNvCxnSpPr>
                <a:stCxn id="3" idx="6"/>
              </p:cNvCxnSpPr>
              <p:nvPr/>
            </p:nvCxnSpPr>
            <p:spPr>
              <a:xfrm flipH="1">
                <a:off x="872836" y="3241768"/>
                <a:ext cx="443345" cy="0"/>
              </a:xfrm>
              <a:prstGeom prst="line">
                <a:avLst/>
              </a:prstGeom>
              <a:ln w="190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B290107-704A-EE1F-CBF9-42A64A7A0D51}"/>
                  </a:ext>
                </a:extLst>
              </p:cNvPr>
              <p:cNvSpPr txBox="1"/>
              <p:nvPr/>
            </p:nvSpPr>
            <p:spPr>
              <a:xfrm>
                <a:off x="399614" y="2997363"/>
                <a:ext cx="5501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12</a:t>
                </a:r>
                <a:endParaRPr lang="en-ID" sz="24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04DD2C-7F58-FB2D-408A-867920B2B0B1}"/>
                  </a:ext>
                </a:extLst>
              </p:cNvPr>
              <p:cNvSpPr txBox="1"/>
              <p:nvPr/>
            </p:nvSpPr>
            <p:spPr>
              <a:xfrm>
                <a:off x="841504" y="2880850"/>
                <a:ext cx="5060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2DF62E4-74B7-CB73-1FA9-DE4D03DE871E}"/>
                  </a:ext>
                </a:extLst>
              </p:cNvPr>
              <p:cNvSpPr txBox="1"/>
              <p:nvPr/>
            </p:nvSpPr>
            <p:spPr>
              <a:xfrm>
                <a:off x="872835" y="3241227"/>
                <a:ext cx="5347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38</a:t>
                </a:r>
                <a:endParaRPr lang="en-ID" sz="2000" dirty="0"/>
              </a:p>
            </p:txBody>
          </p:sp>
        </p:grp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164E25E-07D8-7E14-2359-BFA1D364F249}"/>
                </a:ext>
              </a:extLst>
            </p:cNvPr>
            <p:cNvCxnSpPr>
              <a:cxnSpLocks/>
              <a:stCxn id="147" idx="6"/>
              <a:endCxn id="3" idx="2"/>
            </p:cNvCxnSpPr>
            <p:nvPr/>
          </p:nvCxnSpPr>
          <p:spPr>
            <a:xfrm flipV="1">
              <a:off x="10584410" y="3808291"/>
              <a:ext cx="1336730" cy="1164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264D4F6-A5D8-6B03-ABB7-1F23412436EA}"/>
                </a:ext>
              </a:extLst>
            </p:cNvPr>
            <p:cNvSpPr txBox="1"/>
            <p:nvPr/>
          </p:nvSpPr>
          <p:spPr>
            <a:xfrm>
              <a:off x="11190719" y="3301154"/>
              <a:ext cx="2870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K</a:t>
              </a:r>
              <a:endParaRPr lang="en-ID" sz="24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3E3BC4F8-CB40-812F-E68C-6BD820727759}"/>
                </a:ext>
              </a:extLst>
            </p:cNvPr>
            <p:cNvSpPr txBox="1"/>
            <p:nvPr/>
          </p:nvSpPr>
          <p:spPr>
            <a:xfrm>
              <a:off x="3346341" y="2078576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B95999C-51FF-B76B-795A-30AFA35838FA}"/>
                </a:ext>
              </a:extLst>
            </p:cNvPr>
            <p:cNvSpPr txBox="1"/>
            <p:nvPr/>
          </p:nvSpPr>
          <p:spPr>
            <a:xfrm>
              <a:off x="3320497" y="3734167"/>
              <a:ext cx="4890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12</a:t>
              </a:r>
              <a:endParaRPr lang="en-ID" sz="20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A722CEEE-B68B-4BCC-5E72-C6F51521A567}"/>
                </a:ext>
              </a:extLst>
            </p:cNvPr>
            <p:cNvSpPr txBox="1"/>
            <p:nvPr/>
          </p:nvSpPr>
          <p:spPr>
            <a:xfrm>
              <a:off x="3272862" y="544933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44474DD-E870-6390-951F-A86A8B11F391}"/>
                </a:ext>
              </a:extLst>
            </p:cNvPr>
            <p:cNvSpPr txBox="1"/>
            <p:nvPr/>
          </p:nvSpPr>
          <p:spPr>
            <a:xfrm>
              <a:off x="5355647" y="210566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EAE5A81-73C7-68DC-2A3E-7AB0082F1838}"/>
                </a:ext>
              </a:extLst>
            </p:cNvPr>
            <p:cNvSpPr txBox="1"/>
            <p:nvPr/>
          </p:nvSpPr>
          <p:spPr>
            <a:xfrm>
              <a:off x="7087198" y="210566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8</a:t>
              </a:r>
              <a:endParaRPr lang="en-ID" sz="20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30A0DC4-6092-2DF7-6D3F-153D925516A8}"/>
                </a:ext>
              </a:extLst>
            </p:cNvPr>
            <p:cNvSpPr txBox="1"/>
            <p:nvPr/>
          </p:nvSpPr>
          <p:spPr>
            <a:xfrm>
              <a:off x="6534065" y="3064290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</a:t>
              </a:r>
              <a:endParaRPr lang="en-ID" sz="2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5AD3CA9-C38B-C438-7F6C-34761079384B}"/>
                </a:ext>
              </a:extLst>
            </p:cNvPr>
            <p:cNvSpPr txBox="1"/>
            <p:nvPr/>
          </p:nvSpPr>
          <p:spPr>
            <a:xfrm>
              <a:off x="8236006" y="2677281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3EE604A-3AD9-B208-EBB3-72DF3E817BA1}"/>
                </a:ext>
              </a:extLst>
            </p:cNvPr>
            <p:cNvSpPr txBox="1"/>
            <p:nvPr/>
          </p:nvSpPr>
          <p:spPr>
            <a:xfrm>
              <a:off x="8952422" y="2083466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C80990E-9962-46E5-FA21-9E6D43192963}"/>
                </a:ext>
              </a:extLst>
            </p:cNvPr>
            <p:cNvSpPr txBox="1"/>
            <p:nvPr/>
          </p:nvSpPr>
          <p:spPr>
            <a:xfrm>
              <a:off x="8925720" y="3934222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6</a:t>
              </a:r>
              <a:endParaRPr lang="en-ID" sz="2000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EE712D7-89B1-CDB5-93A0-CDEE508A9CCE}"/>
                </a:ext>
              </a:extLst>
            </p:cNvPr>
            <p:cNvSpPr txBox="1"/>
            <p:nvPr/>
          </p:nvSpPr>
          <p:spPr>
            <a:xfrm>
              <a:off x="11203088" y="3934222"/>
              <a:ext cx="287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2</a:t>
              </a:r>
              <a:endParaRPr lang="en-ID" sz="2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CCD778-A1B4-FC11-3954-B01F817FD9B4}"/>
                </a:ext>
              </a:extLst>
            </p:cNvPr>
            <p:cNvSpPr txBox="1"/>
            <p:nvPr/>
          </p:nvSpPr>
          <p:spPr>
            <a:xfrm>
              <a:off x="1040196" y="2890789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FF38A0D-7B65-90C0-0706-C68786164EC9}"/>
                </a:ext>
              </a:extLst>
            </p:cNvPr>
            <p:cNvSpPr txBox="1"/>
            <p:nvPr/>
          </p:nvSpPr>
          <p:spPr>
            <a:xfrm>
              <a:off x="2882748" y="2877244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D3FD25-9A02-7A63-589A-CC690630DF52}"/>
                </a:ext>
              </a:extLst>
            </p:cNvPr>
            <p:cNvSpPr txBox="1"/>
            <p:nvPr/>
          </p:nvSpPr>
          <p:spPr>
            <a:xfrm>
              <a:off x="2827610" y="1103988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2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EC6045D-3D9D-4714-C464-40C3701A4EF8}"/>
                </a:ext>
              </a:extLst>
            </p:cNvPr>
            <p:cNvSpPr txBox="1"/>
            <p:nvPr/>
          </p:nvSpPr>
          <p:spPr>
            <a:xfrm>
              <a:off x="4640686" y="1174056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2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9331287-A377-6AFA-6187-9BD4369C17A9}"/>
                </a:ext>
              </a:extLst>
            </p:cNvPr>
            <p:cNvSpPr txBox="1"/>
            <p:nvPr/>
          </p:nvSpPr>
          <p:spPr>
            <a:xfrm>
              <a:off x="2867385" y="4553983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16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46E12BB-068F-3B99-57C2-2DC9F6FB6D41}"/>
                </a:ext>
              </a:extLst>
            </p:cNvPr>
            <p:cNvSpPr txBox="1"/>
            <p:nvPr/>
          </p:nvSpPr>
          <p:spPr>
            <a:xfrm>
              <a:off x="8337492" y="1091671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F6D2F09-A11D-E427-2608-5E11DC184308}"/>
                </a:ext>
              </a:extLst>
            </p:cNvPr>
            <p:cNvSpPr txBox="1"/>
            <p:nvPr/>
          </p:nvSpPr>
          <p:spPr>
            <a:xfrm>
              <a:off x="6708248" y="1214436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CC42626-708A-F5B4-6ECC-89404DABDFFE}"/>
                </a:ext>
              </a:extLst>
            </p:cNvPr>
            <p:cNvSpPr txBox="1"/>
            <p:nvPr/>
          </p:nvSpPr>
          <p:spPr>
            <a:xfrm>
              <a:off x="8502913" y="4277671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8764D0-714D-E1E5-BEC2-9858312D9201}"/>
                </a:ext>
              </a:extLst>
            </p:cNvPr>
            <p:cNvSpPr txBox="1"/>
            <p:nvPr/>
          </p:nvSpPr>
          <p:spPr>
            <a:xfrm>
              <a:off x="11015004" y="4371731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A5A09C5-F44C-1D4D-FCB0-07962B4109DE}"/>
                </a:ext>
              </a:extLst>
            </p:cNvPr>
            <p:cNvSpPr txBox="1"/>
            <p:nvPr/>
          </p:nvSpPr>
          <p:spPr>
            <a:xfrm>
              <a:off x="6024654" y="3393018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7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4BF2991-BE08-6EA0-B886-31081DE6858F}"/>
                </a:ext>
              </a:extLst>
            </p:cNvPr>
            <p:cNvSpPr txBox="1"/>
            <p:nvPr/>
          </p:nvSpPr>
          <p:spPr>
            <a:xfrm>
              <a:off x="8323355" y="2965894"/>
              <a:ext cx="1861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</a:rPr>
                <a:t>Slack = 0</a:t>
              </a:r>
              <a:endParaRPr lang="en-ID" sz="2400" dirty="0">
                <a:solidFill>
                  <a:srgbClr val="00B050"/>
                </a:solidFill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B607D68E-8AF7-EF9F-2355-5BD74B9407EA}"/>
              </a:ext>
            </a:extLst>
          </p:cNvPr>
          <p:cNvSpPr txBox="1"/>
          <p:nvPr/>
        </p:nvSpPr>
        <p:spPr>
          <a:xfrm>
            <a:off x="462312" y="6067451"/>
            <a:ext cx="107284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Waktu yang </a:t>
            </a:r>
            <a:r>
              <a:rPr lang="en-US" sz="2400" dirty="0" err="1"/>
              <a:t>dibutuhkan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menyelesaikan</a:t>
            </a:r>
            <a:r>
              <a:rPr lang="en-US" sz="2400" dirty="0"/>
              <a:t> </a:t>
            </a:r>
            <a:r>
              <a:rPr lang="en-US" sz="2400" dirty="0" err="1"/>
              <a:t>proyek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: </a:t>
            </a:r>
            <a:r>
              <a:rPr lang="en-US" sz="3200" b="1" dirty="0"/>
              <a:t>38 </a:t>
            </a:r>
            <a:r>
              <a:rPr lang="en-US" sz="3200" b="1" dirty="0" err="1"/>
              <a:t>Minggu</a:t>
            </a:r>
            <a:endParaRPr lang="en-ID" sz="24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2D04931-B4E0-C69A-52C1-E6AB84B3CE65}"/>
              </a:ext>
            </a:extLst>
          </p:cNvPr>
          <p:cNvSpPr txBox="1"/>
          <p:nvPr/>
        </p:nvSpPr>
        <p:spPr>
          <a:xfrm>
            <a:off x="4694537" y="2685157"/>
            <a:ext cx="186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BE02231-230E-9EFF-E9A0-0D9ABB0C45E2}"/>
              </a:ext>
            </a:extLst>
          </p:cNvPr>
          <p:cNvSpPr txBox="1"/>
          <p:nvPr/>
        </p:nvSpPr>
        <p:spPr>
          <a:xfrm>
            <a:off x="5826513" y="5401351"/>
            <a:ext cx="186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DB5D9B-20F8-871B-F9F9-B005D82883A0}"/>
              </a:ext>
            </a:extLst>
          </p:cNvPr>
          <p:cNvSpPr txBox="1"/>
          <p:nvPr/>
        </p:nvSpPr>
        <p:spPr>
          <a:xfrm>
            <a:off x="6633459" y="3834777"/>
            <a:ext cx="186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8B48DE6-EAEF-4422-294B-B9D1AD40947D}"/>
              </a:ext>
            </a:extLst>
          </p:cNvPr>
          <p:cNvSpPr txBox="1"/>
          <p:nvPr/>
        </p:nvSpPr>
        <p:spPr>
          <a:xfrm>
            <a:off x="10198778" y="2740635"/>
            <a:ext cx="186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Dummy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6528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722</TotalTime>
  <Words>893</Words>
  <Application>Microsoft Office PowerPoint</Application>
  <PresentationFormat>Custom</PresentationFormat>
  <Paragraphs>705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Administrator</cp:lastModifiedBy>
  <cp:revision>23</cp:revision>
  <dcterms:created xsi:type="dcterms:W3CDTF">2022-09-13T12:44:53Z</dcterms:created>
  <dcterms:modified xsi:type="dcterms:W3CDTF">2022-09-27T01:36:44Z</dcterms:modified>
</cp:coreProperties>
</file>