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9" r:id="rId2"/>
    <p:sldId id="258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929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011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D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846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678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687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959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92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1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982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747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402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64094A1B-596B-4464-B5E7-52E359CB7C1D}"/>
              </a:ext>
            </a:extLst>
          </p:cNvPr>
          <p:cNvSpPr/>
          <p:nvPr userDrawn="1"/>
        </p:nvSpPr>
        <p:spPr>
          <a:xfrm flipH="1">
            <a:off x="10155578" y="79389"/>
            <a:ext cx="1795627" cy="1255925"/>
          </a:xfrm>
          <a:prstGeom prst="homePlate">
            <a:avLst/>
          </a:prstGeom>
          <a:solidFill>
            <a:schemeClr val="bg1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1B2ED9F-0C69-4423-A1B4-D16AAD2E8056}" type="datetimeFigureOut">
              <a:rPr lang="en-ID" smtClean="0"/>
              <a:t>27/03/2022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9959C49-A5B6-4188-BF2C-56DB5A773D31}" type="slidenum">
              <a:rPr lang="en-ID" smtClean="0"/>
              <a:t>‹#›</a:t>
            </a:fld>
            <a:endParaRPr lang="en-ID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097BEECB-04DB-4780-86F5-91466BCD0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642" y="-61686"/>
            <a:ext cx="1494972" cy="1494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67E9F317-D12B-4A46-954C-28E5522F2B7F}"/>
              </a:ext>
            </a:extLst>
          </p:cNvPr>
          <p:cNvSpPr/>
          <p:nvPr userDrawn="1"/>
        </p:nvSpPr>
        <p:spPr>
          <a:xfrm flipH="1">
            <a:off x="9396249" y="121913"/>
            <a:ext cx="1167392" cy="1167392"/>
          </a:xfrm>
          <a:prstGeom prst="chevron">
            <a:avLst/>
          </a:prstGeom>
          <a:solidFill>
            <a:schemeClr val="bg1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31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D1EB-87BD-4B6E-A618-1C5E245D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MINI PROJECT MYD 2022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0C182-ADF4-4622-B867-995D9C657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. Gambar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temen</a:t>
            </a:r>
            <a:r>
              <a:rPr lang="en-US" dirty="0"/>
              <a:t> – </a:t>
            </a:r>
            <a:r>
              <a:rPr lang="en-US" dirty="0" err="1"/>
              <a:t>temen</a:t>
            </a:r>
            <a:r>
              <a:rPr lang="en-US" dirty="0"/>
              <a:t>, yang </a:t>
            </a:r>
            <a:r>
              <a:rPr lang="en-US" dirty="0" err="1"/>
              <a:t>terpenting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referensinya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perikanan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Untuk</a:t>
            </a:r>
            <a:r>
              <a:rPr lang="en-US" dirty="0"/>
              <a:t> file yang </a:t>
            </a:r>
            <a:r>
              <a:rPr lang="en-US" dirty="0" err="1"/>
              <a:t>dikumpulkan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PDF,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susunan</a:t>
            </a:r>
            <a:r>
              <a:rPr lang="en-US" dirty="0"/>
              <a:t> yang </a:t>
            </a:r>
            <a:r>
              <a:rPr lang="en-US" dirty="0" err="1"/>
              <a:t>dikumpulkan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Bagian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: Nama dan NIM</a:t>
            </a:r>
          </a:p>
          <a:p>
            <a:pPr marL="0" indent="0">
              <a:buNone/>
            </a:pPr>
            <a:r>
              <a:rPr lang="en-US" dirty="0"/>
              <a:t>Isi </a:t>
            </a:r>
            <a:r>
              <a:rPr lang="en-US" dirty="0" err="1"/>
              <a:t>filenya</a:t>
            </a:r>
            <a:r>
              <a:rPr lang="en-US" dirty="0"/>
              <a:t> : Gambar </a:t>
            </a:r>
            <a:r>
              <a:rPr lang="en-US" dirty="0" err="1"/>
              <a:t>Referensi</a:t>
            </a:r>
            <a:r>
              <a:rPr lang="en-US" dirty="0"/>
              <a:t>, Gambar 3D (Rendering), dan </a:t>
            </a:r>
            <a:r>
              <a:rPr lang="en-US" dirty="0" err="1"/>
              <a:t>tampak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kapal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Miniproject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 </a:t>
            </a:r>
            <a:r>
              <a:rPr lang="en-US" dirty="0" err="1"/>
              <a:t>dikumpulkan</a:t>
            </a:r>
            <a:r>
              <a:rPr lang="en-US" dirty="0"/>
              <a:t> pada </a:t>
            </a:r>
            <a:r>
              <a:rPr lang="en-US" dirty="0" err="1"/>
              <a:t>tanggal</a:t>
            </a:r>
            <a:r>
              <a:rPr lang="en-US" dirty="0"/>
              <a:t> 3 April 2022, yang </a:t>
            </a:r>
            <a:r>
              <a:rPr lang="en-US" dirty="0" err="1"/>
              <a:t>nanti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/>
              <a:t>di share di GC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196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352E-B066-44F8-9355-3F2CB393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63" y="281997"/>
            <a:ext cx="10515600" cy="1325563"/>
          </a:xfrm>
        </p:spPr>
        <p:txBody>
          <a:bodyPr/>
          <a:lstStyle/>
          <a:p>
            <a:r>
              <a:rPr lang="en-US" dirty="0"/>
              <a:t>Gambar </a:t>
            </a:r>
            <a:r>
              <a:rPr lang="en-US" dirty="0" err="1"/>
              <a:t>Referensi</a:t>
            </a:r>
            <a:r>
              <a:rPr lang="en-US" dirty="0"/>
              <a:t> 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8C9ED-E90D-4E51-AA6C-7B1E1B268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316666"/>
            <a:ext cx="7112000" cy="5087303"/>
          </a:xfrm>
        </p:spPr>
      </p:pic>
    </p:spTree>
    <p:extLst>
      <p:ext uri="{BB962C8B-B14F-4D97-AF65-F5344CB8AC3E}">
        <p14:creationId xmlns:p14="http://schemas.microsoft.com/office/powerpoint/2010/main" val="3936694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352E-B066-44F8-9355-3F2CB393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63" y="23018"/>
            <a:ext cx="10515600" cy="1325563"/>
          </a:xfrm>
        </p:spPr>
        <p:txBody>
          <a:bodyPr/>
          <a:lstStyle/>
          <a:p>
            <a:r>
              <a:rPr lang="en-US" dirty="0"/>
              <a:t>Gambar 3d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C55EE-9A80-4CF1-8066-72472257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D8A83-0157-44CD-814C-F9A97E3B2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08" t="19394" r="1394" b="10989"/>
          <a:stretch/>
        </p:blipFill>
        <p:spPr>
          <a:xfrm>
            <a:off x="1371600" y="1094509"/>
            <a:ext cx="9781309" cy="466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6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EC3F-6461-4402-8CAF-19ADEA97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653" y="3402618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 err="1"/>
              <a:t>Tampak</a:t>
            </a:r>
            <a:r>
              <a:rPr lang="en-US" sz="3200" dirty="0"/>
              <a:t> Atas</a:t>
            </a:r>
            <a:endParaRPr lang="en-ID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A0323-BAE0-427E-828E-0E5E38E7B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59" t="20591" b="9911"/>
          <a:stretch/>
        </p:blipFill>
        <p:spPr>
          <a:xfrm>
            <a:off x="723324" y="3984575"/>
            <a:ext cx="5083182" cy="232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BFC85-44F0-475A-850B-DADAF96F76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27" t="23205" b="13315"/>
          <a:stretch/>
        </p:blipFill>
        <p:spPr>
          <a:xfrm>
            <a:off x="3042524" y="1075293"/>
            <a:ext cx="5129020" cy="2159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DB25B-927C-43AE-B884-EB37159C64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7" t="19986" b="9911"/>
          <a:stretch/>
        </p:blipFill>
        <p:spPr>
          <a:xfrm>
            <a:off x="6484653" y="3943675"/>
            <a:ext cx="5181600" cy="240912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A83C0-B384-4C27-A09C-83D3C1DDEF66}"/>
              </a:ext>
            </a:extLst>
          </p:cNvPr>
          <p:cNvSpPr txBox="1">
            <a:spLocks/>
          </p:cNvSpPr>
          <p:nvPr/>
        </p:nvSpPr>
        <p:spPr>
          <a:xfrm>
            <a:off x="4119557" y="6160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Tampak</a:t>
            </a:r>
            <a:r>
              <a:rPr lang="en-US" dirty="0"/>
              <a:t> </a:t>
            </a:r>
            <a:r>
              <a:rPr lang="en-US" dirty="0" err="1"/>
              <a:t>Samping</a:t>
            </a:r>
            <a:endParaRPr lang="en-ID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7ADAB7-50E9-461A-AE6E-D7EB6ACF4474}"/>
              </a:ext>
            </a:extLst>
          </p:cNvPr>
          <p:cNvSpPr txBox="1">
            <a:spLocks/>
          </p:cNvSpPr>
          <p:nvPr/>
        </p:nvSpPr>
        <p:spPr>
          <a:xfrm>
            <a:off x="8171544" y="34026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Tampak</a:t>
            </a:r>
            <a:r>
              <a:rPr lang="en-US" dirty="0"/>
              <a:t> </a:t>
            </a:r>
            <a:r>
              <a:rPr lang="en-US" dirty="0" err="1"/>
              <a:t>Depan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13071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</TotalTime>
  <Words>96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Rockwell</vt:lpstr>
      <vt:lpstr>Rockwell Condensed</vt:lpstr>
      <vt:lpstr>Wingdings</vt:lpstr>
      <vt:lpstr>Wood Type</vt:lpstr>
      <vt:lpstr>MINI PROJECT MYD 2022</vt:lpstr>
      <vt:lpstr>Gambar Referensi </vt:lpstr>
      <vt:lpstr>Gambar 3d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MYD 2022</dc:title>
  <dc:creator>lenovo</dc:creator>
  <cp:lastModifiedBy>lenovo</cp:lastModifiedBy>
  <cp:revision>1</cp:revision>
  <dcterms:created xsi:type="dcterms:W3CDTF">2022-03-27T06:29:05Z</dcterms:created>
  <dcterms:modified xsi:type="dcterms:W3CDTF">2022-03-27T06:44:02Z</dcterms:modified>
</cp:coreProperties>
</file>