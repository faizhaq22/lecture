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6:56:0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5376,'0'0'0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6:56:0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5632,'0'0'0</inkml:trace>
  <inkml:trace contextRef="#ctx0" brushRef="#br0" timeOffset="1">39 58 6912,'0'0'2069,"-1"7"-1536,-11 44-138,2 1 0,3 0-1,-2 75 1,29 259 707,-16-331-753,-3-43-205,0-8-16,-1 1 1,0-1 0,1 1-1,-2 0 1,1-1 0,0 1-1,-2 6 1,2-10-103,0-1 1,0 1-1,0-1 1,1 1 0,-1 0-1,0-1 1,1 1-1,-1-1 1,0 1-1,1-1 1,-1 0-1,1 1 1,-1-1-1,0 1 1,1-1-1,-1 0 1,1 1-1,-1-1 1,1 0-1,0 1 1,-1-1-1,1 0 1,-1 0-1,1 0 1,-1 1-1,1-1 1,0 0 0,-1 0-1,1 0 1,-1 0-1,1 0 1,0 0-1,-1 0 1,1 0-1,-1 0 1,2-1-1,-2 1-132,5-10-3244,0 1-4052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6:56:09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8192,'-8'5'0,"-5"5"-1280,-7 1 0,-1-1-2176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6:56:09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1190 0 5760,'-44'26'41,"-57"23"1,-8 4 280,56-22 73,2 1-1,0 3 1,3 2 0,1 2-1,-50 54 1,-149 192 891,199-222-1188,4 1-1,-64 125 1,76-120-98,-38 121 0,56-143 0,2 1 0,3 0 0,-5 82 0,13-94 0,1 0 0,2-1 0,2 1 0,1-1 0,2 0 0,1 0 0,2-1 0,1 0 0,2-1 0,1 0 0,1-1 0,2-1 0,1-1 0,2-1 0,1 0 0,1-1 0,1-2 0,1-1 0,2 0 0,31 22 0,-11-14 42,1-3 1,59 29-1,111 38 300,-179-82-332,0-2 0,1-1 0,1-2 0,0-2 0,0-1 0,0-3 0,0-1 0,1-2 0,0-2 0,-1-1 0,0-3 0,1-1 1,-2-2-1,1-2 0,-1-1 0,42-19 0,-36 8-10,-1-1 0,0-2 0,-2-3 0,-1-1 0,-2-2 0,-1-2 0,-1-1 0,-2-2 0,35-45 0,-22 18 68,-3-3 1,-3-1-1,-3-2 1,-3-2 0,-3-2-1,28-86 1,-48 109 0,-1 0 1,-2-1-1,-3-1 1,2-63 0,-9 73-38,-2 0 1,-3 0 0,0 0-1,-3 1 1,-22-75 0,13 67 20,-2 0 0,-45-82 1,47 103-38,-2 0 0,-1 1 0,-1 1 0,-1 1 0,-39-35 0,34 38-3,-2 0 0,-1 2 1,-1 2-1,0 0 0,-1 2 1,-1 1-1,-1 2 0,0 1 1,0 1-1,-1 2 0,-45-6 1,27 9-19,0 2 0,0 2 1,0 3-1,-1 2 1,1 2-1,-97 24 1,-38 27-1703,1 6-5290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6:58:0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6272,'0'0'0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6:58:0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274 458 6656,'0'0'2048,"-2"-5"-1792,0-3-167,1 1 1,0-1 0,0 0-1,0 1 1,1-1-1,0 0 1,0 1 0,1-1-1,0 0 1,1 1-1,0-1 1,0 1-1,0-1 1,6-9 0,8-10 1,2 0 1,1 2 0,1 0 0,1 1-1,2 2 1,0 0 0,1 1 0,1 2-1,53-33 1,-61 42-69,0 1-1,1 0 1,-1 2 0,2 0-1,-1 1 1,1 0 0,26-3-1,-39 8-17,0 1-1,1-1 0,-1 1 1,1 1-1,-1-1 0,0 1 1,1 0-1,-1 0 0,0 1 1,0 0-1,0 0 0,0 0 1,0 1-1,0 0 1,-1 0-1,1 0 0,-1 1 1,0 0-1,0 0 0,0 0 1,-1 1-1,1-1 0,-1 1 1,0 0-1,-1 0 0,4 6 1,3 8 18,-1-1 0,-1 1 1,-1 0-1,-1 1 0,-1 0 1,0 0-1,2 24 0,-3-1 50,-2 1 0,-3 54 0,-2-64-40,-2 0 0,-1 0 0,-1-1 0,-2 1 0,-1-2 0,-2 1 0,-1-2 0,-29 52 0,18-45 10,-1-1 0,-1-1 0,-2-2 0,-1-1 0,-2-1-1,-40 32 1,49-47-23,0-1 0,-1-1 0,-1-2 0,0 0-1,-1-1 1,-1-2 0,1 0 0,-1-2 0,-1-1-1,0-1 1,0-1 0,0-1 0,-50 0 0,62-5-15,1 0 0,0-1 1,-1-1-1,1 0 0,0-1 1,-26-10-1,35 11-2,0 1 1,0-1-1,0 0 1,1-1-1,-1 1 1,1-1-1,0 1 1,0-1-1,-4-5 1,6 6-2,0 0 0,1 0 0,-1 0 0,0-1 0,1 1 1,0 0-1,0-1 0,0 1 0,0-1 0,0 1 0,1-1 1,0 1-1,0-1 0,0 1 0,0-6 0,1 6 5,-1 0 0,1 0-1,-1 0 1,1 1-1,0-1 1,0 0 0,1 1-1,-1-1 1,0 1 0,1-1-1,-1 1 1,1 0 0,0 0-1,0-1 1,3-2 0,0 2-3,0 0 1,-1 0 0,1 0 0,0 0-1,0 1 1,1-1 0,7-1-1,4 0 2,0 0-1,0 2 0,0 0 1,21 0-1,0 4 30,-1 0 0,1 3 0,-1 1-1,39 12 1,145 52 146,-181-56-173,59 20-1701,1-4 1,189 31-1,-203-51-3469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6:58:09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1651 14 5888,'-20'-4'53,"0"0"0,-1 1 1,1 1-1,-1 1 0,0 1 1,0 1-1,1 1 0,-1 0 1,-29 9-1,-6 3 44,1 3 1,1 2-1,0 2 0,2 2 0,1 3 0,1 2 0,1 3 1,-82 66-1,-173 183 137,247-224-196,2 2-1,3 3 0,-48 71 1,52-57 57,4 2 1,-50 118 0,72-138 13,2 0 0,3 2 0,2 0 0,-11 91 0,20-61-69,3-1 1,4 1-1,4 0 1,20 105-1,-2-77-171,5 0-1,68 178 1,-73-236 50,3-1 1,2-1 0,2-2 0,3 0-1,54 66 1,-65-94-82,1-2-1,1-1 1,2 0-1,0-2 1,1-1-1,1-2 0,1 0 1,0-2-1,2-1 1,0-1-1,50 15 1,-48-20 290,1-2 0,0-2 0,0-1 0,1-1 0,-1-2 0,1-2 0,-1-1 0,1-2 0,-1-1 0,0-1 0,0-2 0,65-23 0,-33 2 184,-1-2 1,-2-4-1,-1-2 1,105-81-1,203-208 686,-62 17-243,-217 206-567,91-135-1,-113 133-28,-6-2-1,81-184 1,-109 205-15,-4-1-1,-4-1 1,-4-2 0,15-116 0,-31 150-109,-3 0-1,-3 0 1,-1 0 0,-4 0-1,-15-88 1,12 113-26,0 0 1,-2 1-1,-1 1 0,-2 0 1,0 0-1,-2 1 0,-1 1 1,-1 0-1,-2 1 0,0 1 1,-39-40-1,28 37-33,-1 1 0,-2 1 0,0 2 1,-2 1-1,0 2 0,-2 1 0,0 2 0,-1 2 0,0 1 1,-1 1-1,-1 3 0,0 1 0,0 1 0,0 3 0,-1 1 0,-75 3 1,58 6-57,0 3 1,1 2 0,-67 21 0,45-5-599,-123 60 0,28 7-1600,-169 122-1,41-15-1155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01:1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175 270 10112,'6'-8'106,"30"-45"417,40-80 0,-73 127-454,0 1 0,1-1 0,0 1 0,0 0 0,0-1 1,0 2-1,1-1 0,-1 0 0,1 1 0,1 0 0,6-4 1,-9 6-43,0 0 0,1 1 0,-1-1 1,1 1-1,-1 0 0,1 0 0,-1 0 1,1 1-1,0-1 0,-1 1 0,1 0 1,0 0-1,-1 0 0,1 0 0,0 1 0,-1-1 1,1 1-1,-1 0 0,1 0 0,-1 1 1,5 1-1,-5-1-11,-1-1-1,1 1 1,-1 0-1,0 0 1,0 0 0,0 0-1,0 0 1,0 0-1,0 1 1,0-1 0,-1 1-1,1-1 1,-1 1-1,1 0 1,-1 0 0,0-1-1,0 1 1,-1 0-1,1 0 1,-1 0 0,1 0-1,-1 0 1,0 0 0,0 0-1,0 0 1,0 0-1,-1 0 1,0 3 0,-1 5 10,-1-1 1,1 1 0,-2-1 0,0 0-1,0 0 1,-8 13 0,-8 8 45,-2 0 1,-2-2 0,0 0-1,-56 48 1,75-72-59,0-1 0,1 1 0,0 0 0,0 0 1,0 0-1,0 1 0,1-1 0,-5 10 1,8-15-15,0 0 0,0 1 0,0-1 0,0 0 0,0 0 0,0 1 0,0-1 1,0 0-1,1 0 0,-1 1 0,0-1 0,0 0 0,0 0 0,0 0 1,0 1-1,0-1 0,0 0 0,0 0 0,1 0 0,-1 1 0,0-1 0,0 0 1,0 0-1,0 0 0,1 0 0,-1 1 0,0-1 0,0 0 0,0 0 0,1 0 1,-1 0-1,0 0 0,0 0 0,1 0 0,-1 0 0,0 0 0,0 0 1,0 0-1,1 1 0,-1-1 0,0 0 0,0-1 0,1 1 0,-1 0 0,0 0 1,0 0-1,1 0 0,-1 0 0,0 0 0,0 0 0,1 0 0,-1-1 0,1 1 15,61-3 310,-36 0-296,30 2 1,-22 2 48,0 2 1,0 1-1,58 14 1,-82-14-58,0-1 0,0 1 1,-1 1-1,0-1 0,0 2 1,0-1-1,10 9 0,-14-9-9,0-1 0,-1 1 0,1 1 0,-1-1 0,0 1 0,0-1 0,-1 1 0,1 0 0,-1 0 0,-1 1 0,1-1 0,1 8 0,-2-5 15,0 0 0,-1-1 0,0 1 0,0 0 0,-1 0 0,0 0 0,-1 0 0,0-1 0,0 1 0,-1 0 0,-3 8 0,1-4 55,-1-1 0,0-1 0,-1 1 0,-1-1 0,0 0 0,-15 18 0,2-7 56,-2-1 1,0-1-1,-1-1 0,0-1 1,-47 26-1,28-21-277,1-2 1,-2-1-1,-88 26 0,119-43-965,1-1 0,0 0 0,-23 1 0,29-3 689,0 0 1,0 0 0,0-1 0,-1 0 0,1 0 0,0 0 0,0-1-1,0 1 1,0-1 0,1 0 0,-6-4 0,1 0-468,1 0 0,-14-15 1,-16-19-1082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01:15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1354 36 9600,'-1'3'5,"0"0"0,0 0 1,0 0-1,-1 0 0,0-1 0,1 1 1,-1-1-1,0 1 0,0-1 0,0 0 1,-1 1-1,1-1 0,0 0 1,-1-1-1,-4 4 0,-2-1 29,1 0 1,-1-1-1,-17 4 0,-7 3 1,-25 13 7,1 2 1,1 3 0,1 2-1,2 3 1,1 2 0,-89 80-1,136-111-30,-278 265 719,229-212-533,2 3 1,3 1-1,-41 71 0,53-69-160,3 1 0,3 1 0,2 2 1,4 0-1,-20 86 0,35-113-18,3 1 0,1 0 0,2 0 0,2 0-1,2 0 1,2 0 0,1 0 0,2 0 0,2-1 0,20 68 0,-7-55-7,3 0 0,2-1 0,3-2-1,1-1 1,3-1 0,2-1 0,1-2 0,3-2-1,46 42 1,-55-59 6,1 0-1,1-2 1,1-2 0,1-1-1,1-1 1,47 20-1,-55-30 42,0-1-1,1-1 1,0-1-1,0-2 1,1 0-1,0-2 1,-1-1 0,1-1-1,49-5 1,-27-4-23,0-3 0,-1-1 0,0-3 0,-1-1 0,-1-3 0,59-32 0,-9-4 228,164-124 0,-161 100-100,160-165 0,-202 180-55,-3-2-1,-3-2 0,74-129 1,-60 70-96,-6-3 0,81-262 1,-121 316 33,12-83 1,-26 113 5,-2 1 1,-2-1-1,-5-61 0,0 81-26,0 1 1,-2-1-1,-1 1 0,-1 0 0,-1 0 0,-1 1 0,-13-24 1,12 30-18,0 1 0,-1 0 0,-1 1 0,-1 0 0,0 1 0,-1 1 0,-1 0 0,0 1 0,-1 0 0,-18-10 0,8 7 3,0 2 0,-1 1 1,-1 1-1,0 1 0,0 1 1,-1 2-1,-36-6 0,19 8-150,0 2 1,0 1-1,0 3 0,-49 6 0,11 5-692,-112 28 1,-64 35-1988,-25 13-3691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05:51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8320,'0'0'2304,"0"5"-2198,0 6-7,-1 1 0,-1-1 0,0 1 0,-1-1 0,0 0 0,-8 20 0,-36 65 236,26-58-339,-29 61 49,10-16 199,-93 140 1,131-220-192,0 0 0,0 0 1,0 0-1,1 0 0,-1 1 1,1-1-1,0 0 0,0 1 1,0-1-1,0 1 0,0 3 1,1-6-32,0 1 0,0-1 0,0 1 0,0-1 0,1 1 0,-1-1 0,0 0 0,1 1 0,-1-1 0,1 1 0,-1-1 0,1 0 0,0 0 1,0 1-1,-1-1 0,1 0 0,0 0 0,0 0 0,0 0 0,0 0 0,0 0 0,1 0 0,-1 0 0,0 0 0,0 0 0,1-1 0,-1 1 1,2 0-1,12 3 31,0 0 0,0-2 0,0 1 0,0-2 0,27 0 0,-1 0 13,59 5 104,-1-4 1,141-16 0,-227 13-213,6-1-375,0-1-1,0 0 0,-1-1 0,1-1 1,-1-1-1,21-10 0,-36 14 150,0 0 1,-1 0-1,1 0 0,-1 0 0,1 0 0,-1-1 1,0 1-1,0-1 0,0 1 0,-1-1 0,1 0 0,0 0 1,-1 0-1,0 0 0,0 0 0,0 0 0,0 0 1,0 0-1,-1-1 0,1-4 0,0-7-111,-1 1-1,-1-1 1,-4-20-1,2 4 653,1 3-285,1 12 411,1 1 0,-2 0 0,0 0-1,-1 1 1,-1-1 0,0 0 0,-7-16 0,6 26-170,3 8-90,1 14 133,6 20 557,-2 0 0,-2 70 0,-19 77 1116,-1 37-1407,18-170-522,-2 40 179,14 139 0,-8-215-301,0-1 0,1 1 1,8 22-1,13 13-5039,-17-37-39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05:52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1432 3 7680,'-89'-1'-21,"18"0"-22,-129 13 0,142-2 41,1 3 1,0 2-1,1 2 0,1 3 0,1 2 0,0 3 1,2 2-1,1 2 0,2 2 0,0 3 1,-54 50-1,71-54 50,2 1 1,1 2 0,1 0-1,2 2 1,2 2 0,1 0-1,-25 56 1,22-33 48,3 1 0,2 0 0,3 2 0,-13 85 0,23-93-24,3 1 0,1 0 0,4-1 0,1 1 0,4 0 0,1-1 0,3 0-1,3 0 1,1-1 0,3 0 0,33 71 0,-16-50-9,4-2 0,62 93 0,-82-143 10,1-1 0,1-1 0,1-1 0,0-1 1,2 0-1,33 21 0,-23-20-27,0-2-1,2-1 1,0-1 0,47 14-1,-15-13 17,0-1 0,1-4 1,1-3-1,0-3 0,69-2 0,-30-8 193,201-32 0,-273 30-220,-1-1 1,0-2-1,-1-1 1,1-2 0,-2-1-1,40-22 1,-27 8 43,-1-3-1,49-43 1,74-81 180,-26 23-141,-102 97-114,-1-1-1,-2-1 0,-2-3 0,51-71 1,-52 57 27,-3-2 0,-2-1 0,39-110 0,-57 133-18,-1 0 0,-2 0 0,-1-1 1,-2 0-1,-1 0 0,-1-1 0,-2 1 0,-8-58 1,3 64-6,-2 0 1,-1 0 0,-1 0 0,-1 1 0,-2 0 0,-1 1 0,0 1-1,-2 0 1,-1 1 0,-1 0 0,-1 1 0,-36-35 0,16 24 8,0 2 0,-3 2 0,0 1 1,-2 2-1,-1 2 0,-72-30 1,19 16-67,-169-46 0,199 70-24,-1 2 0,0 3 0,-110-2 0,-31 26-1635,-3 7-5290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08:4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576 0 8448,'0'0'661,"-6"9"-384,-14 16 65,-1-1-1,-1-1 0,-33 27 1,6-10-118,-85 74 328,105-87-391,2 2 0,-36 47-1,-25 56 162,78-115-308,0 1 0,1 1 0,1 0 0,1 0 0,-8 36 0,14-54-14,1 1 0,-1-1 0,1 0 0,0 1 0,-1-1 0,1 0 0,0 1 0,0-1 0,0 0 0,0 1 0,0-1 0,1 0 0,-1 1 0,0-1 0,1 0 0,-1 1 0,0-1 0,1 0 0,0 0 0,-1 0 0,1 1 0,0-1 0,-1 0 0,1 0 0,0 0 0,0 0 0,0 0 0,0 0 0,0 0 0,0-1 0,0 1 0,1 0 0,-1-1 0,0 1 0,0 0 0,0-1 0,1 1 0,-1-1 0,0 0 0,1 1 0,-1-1 0,0 0 0,1 0 0,-1 0 0,0 0 0,1 0 0,1-1 0,8 0 0,1 0 0,-1-2 0,0 1 0,16-7 0,-21 7 0,79-27 21,158-48 86,-205 68-14,79-9 0,-94 16-49,-1 2 0,1 0-1,-1 1 1,42 9 0,-58-9-39,-1 0-1,0 1 1,1 0 0,-1 0 0,0 1-1,-1-1 1,1 1 0,0 0 0,-1 0-1,1 1 1,-1-1 0,0 1 0,0 0-1,-1 0 1,1 0 0,-1 1 0,0-1-1,0 1 1,0 0 0,-1 0 0,1 0-1,-1 0 1,2 9 0,-2-7 9,-1 1 0,1 0 0,-2 0 1,1 0-1,-1-1 0,0 1 0,-1 0 1,0 0-1,0 0 0,-1-1 0,1 1 0,-2 0 1,1-1-1,-1 0 0,-7 14 0,0-6 1,-1 0 0,0 0 0,-1-1 0,-17 16 0,-62 48 52,57-50-59,-18 16-2476,-3-2 1,-81 47-1,100-69-1137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08:45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33 209 8192,'-1'5'0,"-8"5"-1664,4-7 128,-3-3 2560,3 0 0,0-3 1152,12-5-1280,19-2 128,17-5-896,6-3 128,9 0-256,4-3 0,4-2-256,0-3 128,-2-2-768,10 0 0,0 0-5504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08:4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2561 111 7808,'1'3'-15,"1"0"0,-1 0 0,-1 1 0,1-1 0,0 0 0,-1 0 0,0 1 0,0-1-1,0 0 1,0 5 0,-1-8 11,1 1-1,0-1 0,-1 1 0,1-1 0,0 1 0,-1-1 0,1 0 0,0 1 0,-1-1 0,1 0 0,0 1 1,-1-1-1,1 0 0,-1 0 0,1 1 0,-1-1 0,1 0 0,-1 0 0,1 0 0,-1 0 0,1 1 0,-1-1 1,1 0-1,-1 0 0,-25-4-70,-38-14 64,-107-16 1,106 28 55,-1 3 0,0 3 0,1 3 0,-75 12 0,59-1 129,0 5 0,-142 51-1,97-16 78,3 4 0,2 6-1,-211 151 1,235-143 152,-160 152-1,211-176-256,1 2 0,3 2 1,2 1-1,-63 115 0,72-103-114,3 1 0,2 2 0,4 0-1,3 1 1,3 1 0,3 1 0,3 0 0,3 1 0,4 121 0,6-125-104,4 0 0,2-1 1,4 0-1,2-1 0,3-1 1,3 0-1,3-1 1,2-2-1,4 0 0,48 76 1,-61-113 37,0-1-1,1-1 1,2 0 0,0-1 0,1-2 0,1 0 0,1-1 0,1-1-1,1-2 1,0 0 0,1-1 0,0-2 0,1-1 0,41 13 0,-23-12-4,0-3 1,0-1 0,1-2-1,0-2 1,91-3 0,-74-6 25,0-4 1,0-2 0,110-33 0,-78 11 230,159-77-1,68-73 1000,-222 116-1164,-3-5 1,145-136-1,135-203-67,-246 248 20,144-236 1,-209 287 20,-5-2 0,-5-3 0,55-165 1,-91 215-30,-2 0 0,11-83 1,-25 115 3,-1 0 0,-2 0 1,-1 0-1,-2 0 0,-1 0 1,-10-42-1,9 61 11,0 1-1,-1-1 1,0 1-1,-1 1 1,-1-1 0,0 1-1,-1 0 1,0 1-1,-1-1 1,0 2 0,-1-1-1,-18-15 1,10 13 12,0 1 0,0 1 0,-2 0-1,1 2 1,-1 0 0,-1 1 0,-41-12 0,12 8 41,-1 3 0,1 2 0,-2 2 0,-83 0 1,-206 32-1599,71 5-5615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13:1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6400,'-2'10'0,"-1"0"-4352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13:19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0 4608,'-406'444'805,"332"-351"-483,4 4 0,-113 210-1,167-274-217,1 0 0,2 1 0,1 1 0,2 0 0,-11 68 0,19-86-68,0-1 0,2 0-1,0 1 1,0-1 0,2 0-1,0 1 1,1-1 0,1 0-1,0-1 1,1 1 0,1-1-1,0 0 1,1 0 0,1 0-1,12 17 1,-11-21-39,1 0-1,0 0 1,1-1-1,0 0 1,1-1-1,0 0 1,1-1-1,-1 0 1,1-1 0,1-1-1,-1 0 1,1 0-1,0-2 1,1 0-1,-1 0 1,27 2-1,-17-3-5,1-2 0,0-1 0,-1 0 0,1-2 0,0-1 0,-1-1 0,0-1 0,0-1 0,30-12 0,-21 4-57,0-2 0,-1-2 0,-1 0 1,-1-2-1,28-25 0,-12 5-87,-2-1 0,46-57 0,-79 85 176,-1 0 0,0-1 0,-1 0 0,0 0 0,-2-1-1,13-31 1,-18 41 16,-1 1-1,1-1 1,-1 0-1,-1 0 1,1 0-1,-1 0 1,1 0-1,-1 0 1,-1 0-1,1 0 0,-1 0 1,0 1-1,0-1 1,0 0-1,-1 0 1,1 1-1,-1-1 1,0 1-1,-1-1 1,1 1-1,-1 0 1,0 0-1,0 0 1,0 0-1,0 0 1,-1 1-1,-6-6 1,0 2 10,0 1 1,-1 0-1,0 0 1,0 1 0,0 0-1,-1 1 1,1 1-1,-1 0 1,0 0-1,0 1 1,-1 0-1,1 1 1,-13 1-1,-7 1 55,0 1 0,1 2 0,-59 14 0,58-9-98,1 1 0,1 2 1,0 1-1,0 1 0,1 2 0,-41 29 0,23-9-461,2 2 0,-72 77-1,12-2-4578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13:19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3258 157 8704,'-13'-14'-16,"-1"1"0,-1 0 0,0 1 0,-1 1 0,0 1 0,0 0 0,-33-14 0,18 13 16,0 1 0,-1 2 0,0 1 0,-1 1 0,0 2 0,1 2 0,-42 1 0,-6 6 0,-148 28 0,148-17 0,0 4 0,2 4 0,-130 57 0,47-2 0,5 7 0,3 7 0,5 7 0,4 6 0,-244 233 0,260-206 32,-155 209 0,202-228-11,5 3 0,-89 187 1,133-233-22,3 1 0,3 1 0,3 1 0,-19 113 0,35-137 0,2 0 0,2 0 0,2 1 0,2-1 0,3 0 0,1 0 0,22 85 0,-19-107-12,1 0-1,2 0 1,1 0 0,1-2 0,1 1 0,1-2-1,1 0 1,2-1 0,0 0 0,2-2 0,0 0-1,1-1 1,2-2 0,0 0 0,1-1 0,0-1 0,1-2-1,1 0 1,1-2 0,52 19 0,-26-16 12,0-3 0,0-2 0,2-3 0,-1-2 0,86-1 0,-14-10 0,162-27 0,107-45 37,-295 50-2,185-78-1,237-172 9,-432 222 16,-1-3-1,-3-5 1,100-95 0,-90 62 114,-3-4-1,-5-5 1,-5-3 0,72-124 0,-107 150-59,-3-2 0,-4-2 1,-5-1-1,-2-3 0,-5 0 0,28-151 1,-49 189-120,-2 0 0,-2 0 1,-3-1-1,-2 1 0,-2-1 1,-2 1-1,-21-87 0,17 109 0,-1 1-1,-1 0 0,-1 0 0,-2 1 0,-33-50 1,32 58 0,-2-1 1,0 2 0,-1 0-1,-1 1 1,0 1 0,-2 1-1,-38-24 1,24 21-76,-1 2-1,0 1 1,-2 2-1,1 1 1,-2 3-1,-59-10 1,-240-8-1981,69 18-2888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22:5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15232,'0'0'-1024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22:5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362 0 3200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22:55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10752,'0'0'0,"3"0"0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9T17:23:15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5120,'0'0'0,"-15"10"0,18-11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3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4608,'0'0'0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3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1 546 3840,'0'0'2837,"6"-11"-2496,37-66 99,3 2-1,4 2 1,3 2-1,111-115 1,-156 179-414,-1-1 15,0 1 0,1 1-1,11-9 1,-17 14-32,1 0 0,-1 0 0,0-1 0,0 1 1,1 1-1,-1-1 0,1 0 0,-1 0 0,1 1 0,-1 0 0,1-1 0,0 1 1,-1 0-1,1 0 0,-1 1 0,1-1 0,-1 0 0,4 2 0,-1 0 0,1 1-1,-1 0 1,1 0-1,-1 0 0,0 1 1,0 0-1,-1 0 0,1 0 1,-1 0-1,0 1 1,0 0-1,0 0 0,0 0 1,-1 0-1,0 0 0,0 1 1,-1 0-1,0-1 1,2 8-1,3 8 18,-2-1 0,0 1 1,-1 1-1,1 30 0,-16 397 230,-7-270-102,-7-2-1,-7 0 1,-9-2-1,-101 274 1,128-406-88,9-27-56,-12 27-1,27-85-2398,1 6-3264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33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6528,'4'11'0,"1"9"0,-1-15 0,-3-7-256,-2-3 0,-6 0 128,15-6 128,9-7 0,2-2 0,11-3 0,11-13 128,12-8-128,-9-1 128,-1-2-256,-7-8 128,0 1-4096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33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1368 207 6272,'-17'-13'21,"1"1"0,-26-15 1,36 24-17,1 0 0,-2 1 1,1-1-1,0 1 0,0 1 1,-1-1-1,1 1 0,-1 0 1,1 0-1,-1 1 0,-9 0 1,0 3-6,-1 0 0,1 1 0,0 0 0,0 2 0,0 0 0,1 0 0,0 2 0,-17 10 0,-16 14 0,-47 40 0,45-29 0,2 2 0,3 2 0,-57 73 0,-102 176 0,133-182 0,6 2 0,5 3 0,5 2 0,-45 149 0,72-177 0,4 1 0,5 1 0,3 1 0,5 1 0,4 0 0,7 133 0,24-20-726,5-6-2900</inkml:trace>
  <inkml:trace contextRef="#ctx0" brushRef="#br0" timeOffset="1">1307 2714 5248,'29'-20'0,"54"-37"181,139-124 0,-133 92 94,-3-4-1,-4-3 1,-5-4-1,70-118 1,-90 120 124,-4-2 1,-5-3 0,-4-1-1,55-200 1,-81 230-192,-3 0 0,9-142 1,-23 174-152,-2 1 0,-2-1 0,-1 1 0,-2-1 0,-2 1 0,-24-70 0,20 78 3,-2 1-1,-1 0 1,-1 1-1,-26-37 1,29 51-25,-1 0-1,0 0 1,-2 1 0,1 1 0,-2 1-1,0 0 1,-37-22 0,28 23-15,0 0 0,0 2 0,-1 1 0,-1 1 0,0 1-1,0 2 1,0 0 0,-1 2 0,0 2 0,0 0 0,1 2 0,-1 1 0,0 1 0,-44 10 0,17 1 24,1 3 1,1 3-1,1 1 1,-55 30 0,-195 125-1408,300-174 1329,-227 141-6472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8704,'-1'3'0,"-4"3"-256,-1 0 128,-1 1-5632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5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5632,'0'0'13,"1"0"1,-1 1-1,0-1 1,0 0-1,1 1 1,-1-1-1,0 0 1,0 0-1,0 1 0,0-1 1,1 0-1,-1 1 1,0-1-1,0 0 1,0 1-1,0-1 1,0 0-1,0 1 1,0-1-1,0 0 0,0 1 1,0-1-1,0 0 1,0 1-1,0-1 1,0 0-1,0 1 1,0-1-1,-1 0 1,1 1-1,0-1 1,0 1-1,-9 19 982,-14 18 629,22-37-1615,-9 14 134,-47 79 619,51-83-690,1 1 0,0 0-1,1 0 1,1 0 0,-1 1 0,-1 18 0,5-29-62,0 0 0,-1-1 0,1 1 0,0 0 0,0-1 0,0 1 0,1 0-1,-1-1 1,0 1 0,1 0 0,-1-1 0,1 1 0,-1-1 0,1 1 0,0-1 0,0 1 0,-1-1 0,1 1 0,0-1 0,0 0 0,1 1 0,-1-1 0,0 0 0,0 0 0,1 0 0,-1 0 0,0 0 0,1 0 0,-1 0 0,1-1 0,-1 1 0,1 0 0,0-1 0,-1 1 0,3 0 0,6 0-6,0 0 1,0 0 0,0-1-1,0 0 1,10-2 0,7 0 13,-16 3-1,1 0 0,-1 1 0,0 0 0,0 0 0,0 1 0,0 1-1,0 0 1,0 1 0,-1 0 0,0 0 0,0 1 0,10 8 0,-12-9 8,-1 1 0,0 0 0,0 1 0,-1-1 0,1 1-1,-2 0 1,1 1 0,-1 0 0,0-1 0,0 2 0,-1-1 0,0 0 0,-1 1 0,0 0 0,3 13 0,-5-13 15,-1-1-1,0 1 1,0 0 0,-1-1 0,0 1 0,-1-1 0,0 0-1,0 1 1,-1-1 0,0 0 0,0 0 0,-9 14 0,-4 5 86,-2 0 0,-22 24 0,32-40-108,-1-1 1,0 0 0,-1 0 0,0-1-1,-1-1 1,-16 11 0,24-16-134,-1-1 0,1-1 0,-1 1 0,0 0 0,0-1 0,0 0 0,1 0 0,-1 0 0,0 0 0,0-1 0,-1 1 0,1-1 0,0 0 0,0 0 0,0-1 0,0 1 0,0-1 0,0 0 0,0 0 0,0 0 0,1 0 0,-1-1 0,0 0 0,1 0 0,-5-2 0,-16-13-5858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9216,'2'23'0,"0"-23"0,1-12 0,-2-3 0,3-5 0,-4 19 0,1 1 0,-1-1 0,1 1 0,0-1 0,-1 1 0,1-1 0,-1 1 0,1 0 0,0-1 0,-1 1 0,1 0 0,0 0 0,-1-1 0,1 1 0,0 0 0,0 0 0,-1 0 0,1 0 0,0 0 0,-1 0 0,1 0 0,0 0 0,0 0 0,-1 0 0,1 1 0,0-1 0,1 1 0,19 3-10,0-1 1,1-1-1,0-1 0,28-2 1,87-17-391,-106 12-1019,30-11 0,-18 3-2207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0 5248,'-5'5'-37,"1"-2"105,1 1 0,-1-1-1,1 1 1,0 0 0,0 0-1,0 0 1,1 1 0,-1-1-1,-2 8 1,-41 86 1008,28-63-643,-20 54-1,22-40-134,-14 76 0,26-104-255,2 0 0,0 1 0,1-1-1,1 0 1,2 1 0,3 25 0,-4-43-28,-1 1 0,1-1 0,0 0 0,0 0 0,1 0 0,-1 1 0,1-1 1,0 0-1,0-1 0,0 1 0,1 0 0,-1-1 0,1 1 0,0-1 0,0 0 0,0 0 0,0 0 0,1 0 0,-1 0 0,1-1 0,-1 0 0,1 1 0,0-1 0,0-1 1,0 1-1,0-1 0,1 1 0,-1-1 0,0 0 0,0-1 0,1 1 0,-1-1 0,6 0 0,-2 0 2,0 0 0,0 0 0,0-1 0,0 0 0,0 0 1,0-1-1,-1 0 0,1 0 0,0-1 0,-1 0 0,0-1 0,0 1 0,8-6 0,-6 2 16,-1 0 0,1 0 0,-1-1 0,-1 0 0,1-1 0,-1 0 0,-1 0 0,9-15 0,-4 3 59,-2-1 0,0 0 0,-1 0 0,-2-1 1,0 0-1,-1 0 0,-2-1 0,2-29 0,-4 30 23,-1 0-1,-2 0 0,-3-23 0,4 38-82,0 1-1,-1 0 0,0 0 1,0 0-1,-1 0 0,0 0 1,0 0-1,-1 1 1,1-1-1,-1 1 0,-1 0 1,1 0-1,-8-7 0,10 12-27,1 0 1,0 1-1,-1-1 0,1 0 0,-1 0 0,1 1 0,-1-1 1,1 1-1,-1-1 0,1 1 0,-1 0 0,1 0 0,-1 0 0,0 0 1,1 0-1,-1 0 0,1 0 0,-1 0 0,0 0 0,1 1 0,-1-1 1,1 1-1,-1-1 0,1 1 0,-1 0 0,1-1 0,0 1 1,-1 0-1,1 0 0,0 0 0,-2 2 0,-5 4-5,0 0-1,0 1 0,-10 13 1,13-15-19,-16 22-844,-20 33 0,9-8-5685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11904,'-1'2'0,"0"-1"0,0 0 0,0 1 0,0-1 0,0 0 0,1 1 0,-1-1 0,0 1 0,1-1 0,0 1 0,-1-1 0,1 1 0,0-1 0,-1 1 0,1 0 0,0-1 0,0 1 0,0-1 0,1 1 0,-1 0 0,0-1 0,1 1 0,-1-1 0,1 1 0,-1-1 0,1 1 0,0-1 0,-1 1 0,1-1 0,0 0 0,0 1 0,0-1 0,1 1 0,7 14 0,-3-3 0,-2 0 0,0 0 0,0 0 0,-1 0 0,2 26 0,1 9 0,-4-42 7,0 1 0,0-1 0,1 1 1,0-1-1,0 0 0,0 0 1,1-1-1,0 1 0,0-1 0,0 1 1,1-1-1,0-1 0,0 1 0,0-1 1,0 1-1,1-1 0,10 5 0,11 5 60,0-1 0,52 16 0,-41-16-36,-32-11-7,1 0 0,-1 1 0,0 0-1,0 0 1,0 0 0,-1 1 0,11 7-1,-15-9-10,1 0 0,-1 0 0,1 0 0,-1 0 0,0 1 0,0-1-1,0 0 1,0 0 0,0 1 0,-1-1 0,1 1 0,-1-1 0,1 0 0,-1 1-1,0-1 1,0 1 0,0-1 0,0 1 0,0-1 0,-1 1 0,1-1 0,-1 0 0,0 1-1,-1 3 1,-1 1 1,0-1 0,0 1 0,-1-1 1,0 0-1,0 0 0,-1 0 0,1 0 0,-1-1 0,-1 0 0,-8 8 0,-1-2 17,0 0-1,0-1 1,-18 8 0,25-14-219,0-1 0,-1 0 0,1 0 1,-1-1-1,1 0 0,-1-1 1,0 0-1,1 0 0,-12-1 0,-10 0-7406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7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12416,'0'14'0,"2"10"0,11-25 0,9-14 0,-3 4 0,-2-2 0,9-1 0,4-2 0,6 1 0,2 1-128,7-3 128,3 1-384,3 5 128,-2 0-7936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12928,'3'13'0,"2"7"0,5 1 0,3 2-128,2-1 128,-1 1-128,-1 13 128,-2 7-128,-3 18 128,-5 11-256,-6 20 128,-5 16-768,0-6 0,-3-1 0,3-18 0,0 1-4864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1:59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0 7808,'0'23'21,"0"-23"43,0-1 1,0 0-1,0 1 0,-1-1 0,1 0 0,0 1 1,-1-1-1,1 1 0,0-1 0,-1 0 0,1 1 1,-1-1-1,1 1 0,-1-1 0,1 1 0,-1-1 1,1 1-1,-1-1 0,1 1 0,-1 0 1,0-1-1,1 1 0,-1 0 0,0 0 0,0-1 1,0 1-29,1 0 0,-1 0 0,0 0 1,1 0-1,-1 1 0,0-1 1,1 0-1,-1 0 0,1 0 0,-1 1 1,0-1-1,1 0 0,-1 1 1,1-1-1,-1 0 0,1 1 0,-1-1 1,1 1-1,-1-1 0,1 1 1,0-1-1,-1 1 0,1-1 0,0 1 1,-1-1-1,1 1 0,0 0 1,0-1-1,-1 1 0,1 0 0,0-1 1,0 1-1,0-1 0,0 1 1,0 0-1,0-1 0,0 1 0,0 0 1,0-1-1,0 2 0,-1 27 210,1 0 0,2 1 0,1-1 0,7 33-1,2 23 105,-4 119 301,-4-52-321,-3-144-321,-1-2-61,0 0 0,1 0 1,0 0-1,0-1 0,0 1 0,0 0 1,3 5-1,-4-11 25,1 1 0,-1-1 0,0 0 1,0 0-1,0 0 0,0 0 0,0 1 0,0-1 0,1 0 1,-1 0-1,0 0 0,0 0 0,0 0 0,0 1 0,1-1 1,-1 0-1,0 0 0,0 0 0,0 0 0,1 0 1,-1 0-1,0 0 0,0 0 0,0 0 0,1 0 0,-1 0 1,0 0-1,0 0 0,0 0 0,1 0 0,-1 0 0,0 0 1,0 0-1,0 0 0,1 0 0,-1 0 0,0 0 0,0-1 1,0 1-1,1 0 0,-1 0 0,0 0 0,0 0 0,0 0 1,0 0-1,0-1 0,1 1 0,-1 0 0,0 0 0,0 0 1,0 0-1,0-1 0,0 1 0,0 0 0,0 0 0,0 0 1,0-1-1,0 1 0,0 0 0,1-1-496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0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13568,'8'-10'0,"0"1"0,1 0 0,0 0 0,1 0 0,0 1 0,0 1 0,18-10 0,-26 15 0,1 1 0,0-1 0,-1 1 0,1 0 0,0 0 0,-1 1 0,1-1 0,0 0 0,0 1 0,0 0 0,0 0 0,0-1 0,-1 2 0,1-1 0,0 0 0,0 1 0,0-1 0,0 1 0,-1 0 0,1 0 0,0 0 0,-1 0 0,1 0 0,0 1 0,-1-1 0,0 1 0,1-1 0,-1 1 0,0 0 0,0 0 0,0 0 0,0 0 0,0 1 0,0-1 0,-1 0 0,1 1 0,-1-1 0,2 6 0,3 5 0,-1 0 0,0 0 0,-1 1 0,-1 0 0,0 0 0,-1 0 0,-1 0 0,0 1 0,0-1 0,-2 0 0,0 0 0,-2 15 0,-7 22 0,-29 95 0,38-145 0,-7 29 0,-2 0 0,-1-1 0,-1-1 0,-26 45 0,37-72 0,0 0 0,0 0 0,0 1 0,1-1 0,-1 0 0,0 0 0,-1 0 0,1 0 0,0 0 0,0 0 0,0 0 0,-1 0 0,1 0 0,0-1 0,-1 1 0,1 0 0,-3 0 0,4-1 0,-1 0 0,0 0 0,1-1 0,-1 1 0,0 0 0,1 0 0,-1-1 0,1 1 0,-1 0 0,0-1 0,1 1 0,-1 0 0,1-1 0,-1 1 0,1-1 0,-1 1 0,1-1 0,-1 1 0,1-1 0,0 0 0,-1 1 0,1-1 0,0 1 0,0-1 0,-1 0 0,1 0 0,-2-4 0,1 1 0,0-1 0,0 1 0,1-1 0,-1 0 0,1 0 0,0 0 0,0 1 0,1-6 0,2-1 0,0 0 0,1 1 0,1 0 0,0 0 0,0 0 0,1 1 0,0 0 0,0 0 0,1 0 0,0 1 0,1 0 0,16-14 0,-20 20 16,0-1 0,0 1 0,1 0 0,-1 0 0,0 0 0,1 1 0,-1 0 0,1 0 0,0 0 0,-1 0 0,1 1 1,0-1-1,-1 1 0,1 1 0,0-1 0,-1 1 0,9 1 0,5 3-225,0 1 0,-1 1 0,21 10 0,-4-1-1058,-15-8-6647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293 157 15360,'-1'0'0,"1"0"0,-1 0 0,1 0 0,-1 0 0,1 0 0,-1 0 0,1 0 0,-1 0 0,1 0 0,-1 0 0,1 0 0,-1 0 0,1-1 0,-1 1 0,1 0 0,-1 0 0,1-1 0,-1 1 0,1 0 0,0-1 0,-1 1 0,1 0 0,-1-1 0,1 1 0,0-1 0,0 1 0,-1 0 0,1-1 0,0 1 0,0-1 0,-1 1 0,1-1 0,0 1 0,0-1 0,0 1 0,0-1 0,0 1 0,0-1 0,0 1 0,0-2 0,-6-35 0,1 1 0,4 32-2,-1 0 0,1 0 0,-1 0 0,0 0 0,-1 1 0,1-1 0,0 1 0,-1-1 1,0 1-1,0 0 0,0 0 0,0 0 0,0 1 0,-1-1 0,1 1 0,-7-4 1,4 4-5,1 0 0,-1 0 1,1 0-1,-1 1 1,0 0-1,1 0 1,-1 1-1,0-1 1,0 1-1,0 1 1,-8 0-1,7 0 5,0 1-1,-1-1 1,1 1-1,0 1 1,0-1-1,0 1 1,1 0-1,-1 1 1,1 0-1,-1 0 1,1 0-1,0 1 1,1-1-1,-1 2 1,1-1-1,0 0 1,0 1-1,1 0 1,-6 10 0,8-12 1,0 0 0,0 0 0,1 0 0,-1 0 0,1 0 0,0 1 0,0-1 0,1 0 0,-1 1 0,1-1 0,0 1 0,0-1 0,1 0 0,-1 1 0,1-1 0,2 8 0,-1-8 0,0 0 0,1 0 0,-1 0 0,1-1 0,-1 1 0,1-1 0,0 0 0,0 0 0,1 0 0,-1 0 0,1 0 0,0 0 0,-1-1 0,1 0 0,0 0 0,7 3 0,19 6 0,40 10 0,-47-16 0,0 2 0,-1 0 0,0 1 0,26 15 0,-40-19 0,-1 1 0,0 0 0,0 0 0,0 1 0,0 0 0,-1 0 0,0 1 0,9 11 0,-13-15 0,0 1 0,0-1 0,-1 1 0,1 0 0,-1 0 0,0-1 0,0 1 0,0 0 0,0 0 0,-1 0 0,1 0 0,-1 0 0,0 0 0,0 0 0,-1 0 0,1 0 0,-1 0 0,0 0 0,0 0 0,-3 7 0,1-4-1,-1 0 0,0 0 0,0 0 0,-1-1 0,0 0 0,0 0 0,0 0 0,-1 0 0,-6 5 0,7-7 10,0-1 0,0 1 0,0-1 0,0 0 0,0 0 0,-1-1 0,0 1 0,1-1 0,-1 0-1,0-1 1,0 0 0,-8 2 0,12-3 1,0 0 0,0 0 0,0-1 0,0 1-1,0 0 1,0-1 0,0 1 0,0-1 0,0 0 0,0 1 0,0-1-1,0 0 1,1 0 0,-1 0 0,0 0 0,1-1 0,-1 1 0,-2-3-1,2 1-2,-1 0 0,1 0 0,0 0 0,1-1 0,-1 1 0,1-1 0,-1 1-1,1-1 1,-1-6 0,1 2-52,-1 0 1,2 1-1,-1-1 0,2 0 0,-1 0 0,1 0 1,0 0-1,0 0 0,3-9 0,20-39-2600,-13 31-5760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16256,'5'16'0,"4"11"-128,-1 3 0,2 7-1792,-2 2 0,0 0-6272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12928,'-15'37'96,"0"-1"0,-3 0 0,-38 60 0,74-119-96,-14 20-5,-1 1 1,1-1-1,0 1 0,0 0 1,0 0-1,0 0 1,1 0-1,-1 1 1,0-1-1,1 1 1,-1 0-1,1 1 1,-1-1-1,1 1 0,-1 0 1,1 0-1,-1 0 1,1 1-1,-1-1 1,1 1-1,-1 0 1,7 3-1,-3-1 28,1 1 0,-1 0 0,0 0 0,0 1 0,0 0 1,-1 1-1,0 0 0,0 0 0,0 0 0,7 10 0,-12-14 23,0 1 0,0 0 0,0 0 0,-1 0 0,1 0 0,-1 0 0,1 0 0,-1 1 0,0-1 1,0 0-1,-1 1 0,1-1 0,-1 0 0,1 1 0,-1-1 0,-1 6 0,0-3 12,0 0-1,0 0 1,-1-1 0,1 1 0,-2 0-1,1-1 1,-1 1 0,1-1-1,-5 5 1,1-1-354,-1 0 0,0 0 0,-1-1 0,1 0 0,-2 0 0,1-1 0,-1 0 0,0-1 0,-19 11 0,-2-10-6274,17-5 3839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26 172 7808,'1'0'11,"-1"0"0,1 0 0,-1 0 0,1 0 0,0 0 0,-1 0 0,1-1 0,-1 1 0,0 0 0,1 0 0,-1-1 0,1 1 0,-1 0 0,1-1 0,-1 1 0,0 0 0,1-1 0,-1 1 0,0-1 0,1 1 0,-1-1 0,0 1 0,0-1 0,1 1 0,-1-1 0,0 0 0,-8-10 577,-1 2-279,7 7-157,0 0 0,0-1 0,1 1 0,-1-1 0,0 1-1,1-1 1,-1 0 0,1 1 0,0-1 0,0 0 0,0 0-1,1 0 1,-1 0 0,1 0 0,-1 0 0,1 0 0,0-4-1,1 4-82,0-1-1,0 0 1,0 1-1,1-1 0,-1 0 1,1 1-1,0 0 1,0-1-1,0 1 0,0 0 1,1 0-1,0 0 1,4-4-1,-3 3-9,2 0 0,-1 1 0,0 0 0,1-1 0,-1 2 1,1-1-1,0 1 0,0 0 0,0 0 0,0 0 0,9 0 0,3-1 124,1 1 0,30 1 1,-40 2-152,0-1 1,0 1-1,0 1 1,0 0-1,0 0 1,-1 1-1,1 0 1,-1 0-1,14 8 1,-19-9-19,0 0 1,0 0-1,-1 0 1,1 0 0,-1 1-1,1-1 1,-1 1-1,0-1 1,0 1-1,0 0 1,0 0-1,0 0 1,-1 0-1,1 0 1,-1 0-1,0 0 1,0 0-1,0 1 1,-1-1-1,1 0 1,-1 1 0,1-1-1,-1 1 1,0-1-1,0 1 1,-1-1-1,1 0 1,-2 5-1,-2 5 49,0-1 0,-1 0 0,0 0 0,-1-1-1,0 1 1,-1-1 0,0 0 0,-11 11 0,-6 6-5,-44 39 1,52-52-12,10-8-53,-1-1 0,0 1 0,0-1 1,-1-1-1,1 1 0,-1-1 0,-12 5 0,17-11-127,6-5 107,7-6 36,4-1-26,-1 0 0,2 2 0,27-19 0,-35 26 10,0 0 1,0 1 0,0-1-1,0 2 1,1-1 0,0 1-1,-1 0 1,1 1 0,0-1-1,0 2 1,14-1 0,-7 3 14,1 1 1,0 0 0,-1 1 0,0 0 0,0 2 0,0-1-1,-1 2 1,0 0 0,0 1 0,-1 0 0,0 1 0,18 16 0,-28-23-7,0 1 1,0 0 0,-1 0 0,1 0-1,-1 0 1,0 0 0,0 0 0,0 0-1,0 1 1,-1-1 0,1 1 0,-1 0-1,0-1 1,0 1 0,1 6 0,-2-5 8,0 1 0,0-1 0,-1 0 0,0 0 0,1 1 0,-2-1 0,1 0 0,-1 0 0,1 0 0,-4 6 0,-4 3 15,0 1 0,0-1 1,-1-1-1,-1 0 1,0 0-1,-15 12 1,2-5-1196,0 0 1,-1-2 0,-1 0 0,-1-2 0,0-1-1,-59 22 1,45-21-3078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4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27 14336,'-4'1'-635,"11"-1"475,13 0 59,17-11 148,-28 7 4,1 1-1,0 0 0,0 1 0,0 0 0,12 0 0,-19 2-39,-1 0 0,1 0 0,-1 0 1,1 0-1,-1 1 0,1-1 0,-1 1 1,0 0-1,1 0 0,-1 0 0,0 0 0,1 0 1,-1 1-1,0-1 0,0 0 0,0 1 1,0 0-1,0-1 0,-1 1 0,1 0 0,0 0 1,-1 0-1,1 0 0,-1 0 0,2 5 1,5 10 43,-2 0 1,0 1 0,0 0-1,3 25 1,7 80-36,-12-86 66,8 99 106,-6 185 0,-9-226-35,-12 216-2384,13-288-6455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13440,'12'-16'208,"0"1"0,1 0 0,18-15 0,-23 23-94,0 1 0,0 0 1,1 0-1,14-7 1,-19 11-97,-1 1 1,1 0-1,0-1 1,-1 1-1,1 0 1,0 1 0,-1-1-1,1 1 1,0 0-1,0 0 1,0 0-1,-1 0 1,8 2 0,-8-1-19,0 0 0,1 0 0,-1 1 0,0-1 0,0 1 0,-1 0 0,1-1 0,0 1 0,0 1 0,-1-1 0,0 0 0,1 1 0,3 5 0,-2-3 0,-1 1 0,1 1 0,-1-1 0,-1 0 0,1 1 0,1 9 0,1 7 0,-2 0 0,2 46 0,-5-69 0,1 163 78,-8 0 0,-32 196 0,-7-34-931,42-301-5590,2-16 1729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5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15232,'6'3'0,"5"3"0,-3-3 0,-1 0 0,4-3 0,1-3 0,9-6 0,4-4-128,2-2 128,4-6-1920,-1 2 0,1 0-5632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17023,'0'10'0,"-2"5"0,5 4 0,2 1 0,-1 2 0,-1 1-895,-3 3 127,-3 1-256,1 0 128,0-1-4224,0 4 0,1-2 4480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7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47 105 6656,'22'10'-6,"-33"-15"-95,2 1-33,4 2 413,0 0 1,1 0 0,-1 0 0,1-1 0,0 0-1,-5-4 1,7 5-169,1 1-1,0-1 1,0 0 0,0 1-1,0-1 1,0 0-1,0 0 1,0 0-1,0 0 1,1 0 0,-1 0-1,1 0 1,0 0-1,-1 0 1,1 0 0,0 0-1,0-1 1,1-2-1,-1 3-86,5-31 1549,-5 33-1515,0-1 0,1 1 0,-1-1 0,0 0-1,0 1 1,1-1 0,-1 1 0,0-1 0,1 1 0,-1-1-1,0 1 1,1-1 0,-1 1 0,1-1 0,-1 1-1,1 0 1,-1-1 0,1 0 0,0 1-27,-1 0 0,1 1-1,0-1 1,-1 0 0,1 0 0,-1 0 0,1 0 0,-1 0 0,1 1 0,-1-1 0,1 0-1,-1 1 1,1-1 0,-1 0 0,1 1 0,-1-1 0,0 0 0,1 1 0,-1-1 0,1 1-1,-1-1 1,0 1 0,1-1 0,-1 1 0,0 0 0,5 6 64,-1 1-1,0 0 1,-1-1-1,0 1 1,0 1 0,3 14-1,5 56 66,-9-62-107,5 84 469,-10 177 1,-1-161-1248,5-94-5355,0-15 576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0 168 13696,'4'-11'6,"0"1"1,1-1 0,0 1 0,1 0-1,0 1 1,1-1 0,0 1-1,0 0 1,1 1 0,0 0 0,0 0-1,1 0 1,0 1 0,0 1 0,1 0-1,0 0 1,0 0 0,12-4 0,-19 9-2,0 0 1,0 0-1,0 1 1,0-1-1,0 0 1,0 1 0,0 0-1,0 0 1,0 0-1,0 0 1,0 0-1,0 0 1,0 1-1,0 0 1,0-1 0,-1 1-1,1 0 1,0 1-1,0-1 1,0 0-1,-1 1 1,5 3 0,-4-2 2,1 0 1,-1 1-1,0 0 1,-1 0-1,1 0 1,-1 0-1,1 0 1,-1 0-1,-1 0 1,1 1-1,-1-1 1,1 1 0,-1 0-1,0 4 1,1 9-9,-1-1 0,0 1 0,-2 0 0,0 0 0,-1-1 0,0 1 0,-2-1 0,0 1 0,-1-1 0,-1 0 0,0-1 0,-11 20 0,-4 3 0,-2 0 0,-2-2 0,-49 57 0,74-93 0,0-1 0,0 0 0,0 0 0,0 0 0,-1 1 0,1-1 0,0 0 0,0 0 0,0 0 0,0 0 0,0 1 0,-1-1 0,1 0 0,0 0 0,0 0 0,0 0 0,-1 0 0,1 0 0,0 0 0,0 0 0,0 1 0,-1-1 0,1 0 0,0 0 0,0 0 0,-1 0 0,1 0 0,0 0 0,0 0 0,0 0 0,-1 0 0,1-1 0,0 1 0,0 0 0,-1 0 0,1 0 0,0 0 0,0 0 0,0 0 0,-1 0 0,1 0 0,0-1 0,0 1 0,0 0 0,0 0 0,-1 0 0,1-1 0,-5-14 0,1-22 0,4 32 21,1-1 0,0 1 0,0 0 0,0 0 0,0 0 0,1 0 0,0 0 0,0 0 0,0 0 0,1 0 0,-1 1 0,1-1 0,0 1 0,1 0 1,-1-1-1,1 2 0,-1-1 0,1 0 0,7-4 0,-5 5 11,0-1 1,1 1-1,-1 0 0,1 1 1,0-1-1,0 1 1,0 1-1,0-1 0,0 1 1,1 1-1,-1-1 0,0 1 1,13 2-1,-8 0-23,0 0 0,0 1 0,-1 0-1,0 1 1,0 1 0,0-1 0,0 2 0,10 6-1,7 3-428,-13-9-661,8-3-5859,-12-5 3420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8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92 5632,'-1'7'227,"0"-5"42,1 0-1,0 1 1,-1-1 0,0 0-1,1 1 1,-1-1 0,0 0-1,-1 2 1,6-12 2961,11-14-2705,1 10-355,-1 1 1,2 1 0,0 0-1,0 2 1,0 0 0,1 0-1,0 2 1,32-7 0,-46 11-155,1 1 0,-1 1 1,0-1-1,1 1 0,-1 0 1,0 0-1,1 0 1,-1 0-1,0 1 0,1-1 1,-1 1-1,0 1 1,6 1-1,-7-2-2,0 1 1,0 0-1,-1 1 1,1-1 0,0 0-1,-1 1 1,1-1-1,-1 1 1,0 0-1,0 0 1,0 0-1,0 0 1,-1 0-1,1 0 1,-1 0-1,1 1 1,0 3-1,3 17 52,-1 1-1,-1-1 0,-1 0 1,-1 1-1,-3 37 0,1-28-30,-29 387 606,2-56-151,28-353-1390,-1 0 0,1 0 1,1 0-1,0 0 1,4 13-1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14592,'0'0'0,"3"6"0,2-9 0,1-5 0,3-3 0,6-4-128,-2 0 128,1 0-256,5 0 128,3 2-896,0 4 128,0-1-7552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0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15104,'2'6'0,"1"7"0,-1 2 0,-1 7 0,-1 0 0,0 3-512,0-2 0,2 0-1920,-2-2 128,0-1-3712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0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82 187 6144,'1'0'43,"-1"0"1,1 0-1,0 0 1,-1 0-1,1 0 1,0 0-1,-1 0 1,1 0-1,0 0 1,-1-1-1,1 1 1,0 0-1,-1 0 1,1-1-1,-1 1 1,1-1-1,0 1 1,-1 0-1,1-1 1,-1 1-1,1-1 1,-1 1-1,0-1 1,1 1-1,-1-1 1,1 1-1,-1-1 1,0 0-1,1 0 1,-7-17 2461,-3-5-897,10 17-1585,0 0-1,0 0 1,0 0-1,0 0 1,1 0-1,0 0 0,0 0 1,1 0-1,-1 1 1,1 0-1,1-1 1,-1 1-1,1 0 1,0 0-1,0 1 0,0-1 1,0 1-1,1 0 1,0 0-1,0 1 1,0-1-1,7-3 1,-8 5-17,1 0 1,-1 0-1,1 0 1,-1 0 0,1 1-1,0 0 1,0-1 0,0 2-1,0-1 1,0 1-1,0 0 1,7 0 0,-8 1-1,-1-1 1,1 1-1,-1 0 1,0 1-1,1-1 1,-1 0-1,0 1 0,1 0 1,-1 0-1,0 0 1,-1 0-1,1 0 1,0 1-1,0-1 1,-1 1-1,0 0 1,1-1-1,2 6 1,0 2 7,-1-1 1,0 0 0,0 1 0,-1 0-1,0 0 1,-1 0 0,0 0 0,0 0 0,-1 1-1,-1-1 1,1 0 0,-3 14 0,0-2 23,-1 0 0,-1-1 1,-1 0-1,-14 39 1,3-23-61,0-1 1,-28 42 0,34-62 13,0-1 0,-2 1 0,0-2 0,-1 0 0,0 0 0,-1-1 0,-15 11 0,25-22 3,1 1 0,-1-1 1,1-1-1,-1 1 1,0 0-1,0-1 1,0 0-1,0 0 0,0 0 1,0 0-1,0 0 1,0-1-1,-8 0 1,11 0 2,-1-1 0,0 1 0,0-1 0,1 1 0,-1-1 1,0 1-1,1-1 0,-1 0 0,1 0 0,-1 0 1,1 0-1,-1 0 0,1 0 0,0 0 0,0-1 0,-1 1 1,1 0-1,0-1 0,0 1 0,0-1 0,0 1 0,1-1 1,-1 0-1,0 1 0,1-1 0,-1 0 0,1 1 0,-1-1 1,1 0-1,0 0 0,0 1 0,0-1 0,0 0 0,0-2 1,0 1 5,0 0 1,0 0-1,0 0 0,1 0 1,-1 0-1,1 0 1,0 0-1,0 0 1,0 0-1,0 1 1,0-1-1,1 0 0,-1 0 1,1 1-1,0-1 1,0 1-1,4-5 1,-2 4 12,0 0 1,0 0-1,1 0 1,-1 0 0,1 1-1,0 0 1,0 0-1,-1 0 1,10-2 0,1 1 18,1 1 1,-1 0-1,0 2 1,1-1-1,-1 2 1,20 2 0,-11 2 58,-1 1 1,23 8-1,18 6-2003,-36-14-5686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 12416,'-6'7'-21,"-1"0"0,0 0 1,0-1-1,0 0 1,-16 10-1,12-9 31,0 1 0,-13 12 1,21-17-3,1 0 1,-1 0 0,1 0 0,-1 1 0,1-1-1,0 0 1,0 1 0,1-1 0,-1 1 0,1 0-1,0 0 1,-2 4 0,3-6 6,0 0 1,0 0-1,0 0 1,0 0-1,1 0 0,-1 0 1,0 0-1,1 0 1,-1 0-1,1 0 0,0 0 1,0 0-1,0 0 1,0-1-1,0 1 0,0 0 1,0-1-1,0 1 1,1-1-1,-1 1 0,1-1 1,-1 1-1,1-1 1,3 2-1,4 3-15,1 0-1,0-1 1,15 6 0,-8-4 128,-10-4-16,93 48 881,-86-43-856,-1 1 1,0 0-1,0 1 1,21 22-1,-32-31-113,-1 0-1,0 1 1,1-1-1,-1 1 1,0-1 0,0 1-1,0-1 1,-1 1-1,1 0 1,0-1 0,-1 1-1,1 0 1,-1 0 0,1-1-1,-1 1 1,0 0-1,1 0 1,-1 0 0,0 0-1,0-1 1,-1 1 0,1 2-1,-1-1-3,0-1-1,-1 1 0,1-1 1,0 0-1,-1 0 1,1 0-1,-1 1 0,0-1 1,0-1-1,0 1 0,0 0 1,0 0-1,-4 2 1,-3 1-158,0 0 0,0-1 0,-1 0 1,0 0-1,0-1 0,-19 4 1,-36 1-7970,38-5 4694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1 213 13312,'4'0'0,"0"-1"0,0 0 0,0-1 0,0 1 0,0-1 0,-1 1 0,1-1 0,6-4 0,10-5 0,185-58 668,-145 51-568,-54 17-98,0-1 1,0 0 0,0 1 0,1 0 0,-1 1 0,0 0 0,0-1 0,0 2-1,1-1 1,-1 1 0,0 0 0,11 4 0,-12-4 1,-1 1-1,0 0 1,0 1-1,0-1 1,-1 1 0,1 0-1,-1 0 1,1 0 0,-1 0-1,0 0 1,0 1 0,0 0-1,-1-1 1,1 1 0,-1 0-1,0 0 1,0 0 0,2 7-1,2 7 14,-2 1 0,0 1-1,2 20 1,-5-24-3,1 0 0,1 0-1,1-1 1,0 1 0,9 21 0,-12-35-13,0 0 0,0 0 0,0 0 0,0 0 0,1 0 1,-1 0-1,0-1 0,1 1 0,-1-1 0,1 1 1,-1-1-1,1 0 0,0 1 0,0-1 0,0 0 0,2 1 1,-3-2 0,1 1 1,0-1-1,-1 0 1,1 0 0,-1 1-1,1-1 1,0-1-1,-1 1 1,1 0-1,0 0 1,-1 0 0,1-1-1,-1 1 1,1-1-1,-1 0 1,3-1 0,1-1 2,0 0 1,-1 0 0,0-1 0,1 0 0,-1 0-1,-1 0 1,1 0 0,-1-1 0,0 1 0,5-10 0,7-13 15,-2-1 0,15-44 1,-26 64-10,1 0 1,-1-1 0,-1 1 0,0 0 0,0-1-1,0 1 1,-1 0 0,-1-1 0,1 1 0,-1 0-1,-1-1 1,1 1 0,-2 0 0,-3-11 0,3 13 38,-1 1 0,1-1 1,-1 1-1,0 0 1,0 0-1,-1 1 1,1 0-1,-1-1 1,0 1-1,-1 1 1,1-1-1,0 1 1,-9-4-1,7 3-452,-1 1 1,-1 0-1,1 0 1,0 1-1,-1 0 1,1 0-1,-1 1 0,0 0 1,-10 1-1,-8 1-7065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 10368,'-5'0'0,"-3"-2"896,6 5 0,4 2 128,-5 9 0,-2 8-896,-2 6 0,0 4 0,-3 0 0,-2 3 128,-1 0 128,0 1-1536,1-1 0,-1 0-7936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3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11648,'4'29'409,"-2"0"1,-1-1-1,-2 1 1,-4 35 0,-6 10 256,-36 127 0,3-13-974,48-203-7074,-1 2 3116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60 14080,'8'-4'1,"77"-34"135,-76 34-119,1 1 0,-1 0 0,1 1 0,0 0 0,0 0 0,19 0 0,-26 2-17,0 0 0,0 1 0,0-1 0,0 1 0,0 0 0,1 0 0,-1 0 0,0 0 0,-1 0 0,1 0 0,0 1 0,0 0 0,-1-1 0,1 1 0,-1 0 0,5 4 0,-4-2 0,0 0 0,0 0 0,-1 1 0,1-1 0,-1 1 0,0-1 0,0 1 0,0-1 0,1 11 0,-1-3 0,0 1 0,-1-1 0,-1 1 0,0 0 0,-1 0 0,0-1 0,-5 22 0,-4 1-14,-2-1 0,0 0 1,-3-1-1,-1 0 1,-1-1-1,-2-1 1,-1-1-1,-1-1 0,-1-1 1,-38 37-1,48-54-10,1-1-1,-1 0 0,-1 0 1,0-2-1,0 0 0,-1 0 1,-18 7-1,27-13 15,1-1 1,-1 1-1,0-1 1,0 0-1,0 0 1,0-1-1,0 0 0,0 0 1,0 0-1,0 0 1,-8-2-1,9 1 8,1 0-1,0-1 0,-1 1 1,1-1-1,0 0 0,0 0 1,0 0-1,0 0 0,1 0 1,-1-1-1,1 1 0,-1-1 1,1 0-1,0 0 0,0 0 1,0 0-1,0 0 0,-2-4 1,1-1 18,1 0 0,-1 1 0,1-1 0,0 0 0,1 0 0,0 0 0,0 0 0,1 0 0,0 0 0,0-1 0,1 1 0,0 0 0,4-13 0,-5 18-9,1 0 0,0 0 1,0 0-1,0 0 0,1 1 1,-1-1-1,1 0 1,-1 0-1,1 1 0,0-1 1,0 1-1,0 0 1,0 0-1,1-1 0,-1 1 1,1 1-1,-1-1 0,1 0 1,0 1-1,-1-1 1,1 1-1,0 0 0,0 0 1,0 0-1,0 0 1,0 0-1,0 1 0,0-1 1,0 1-1,0 0 0,0 0 1,1 0-1,-1 0 1,0 1-1,0-1 0,0 1 1,0 0-1,3 1 1,5 1 4,-1 1 0,0 0 0,0 1 0,-1 0 0,1 1 0,-1-1 0,11 11 0,55 56 339,-56-52-1460,1 0 0,32 23 0,-24-22-6507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4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11904,'-11'6'134,"10"-6"-105,-1 1-1,1 0 1,0-1-1,0 1 1,0 0-1,-1 0 1,1-1-1,0 1 1,0 0-1,0 0 1,0 1-1,1-1 0,-1 0 1,0 0-1,0 0 1,0 3-1,-17 36 105,1 2-1,3 0 0,1 0 1,-8 55-1,21-97-132,-6 25 32,2 0 0,-1 43 1,5-58-30,0 1 0,0-1 0,2 0 0,-1 0 0,1 0 0,1 0 0,-1 0 0,2-1 1,6 15-1,-9-21-3,1 0 0,0 0 1,-1-1-1,1 1 0,0-1 0,0 0 1,0 0-1,0 1 0,1-1 1,-1 0-1,1-1 0,-1 1 1,1 0-1,-1-1 0,1 1 1,0-1-1,0 0 0,0 0 1,5 1-1,-3-2-1,-1 0-1,1 0 1,0 0 0,0 0-1,-1-1 1,1 0 0,-1 0-1,1 0 1,-1 0 0,1-1 0,7-4-1,0-1 17,1-1-1,-1 0 1,0-1-1,-1 0 1,0-1-1,0 0 1,11-15-1,-19 22 16,0-1 1,0 1-1,-1-1 0,0 0 0,1 0 1,-1 0-1,-1 0 0,1 0 0,0 0 0,-1 0 1,1-6-1,-2 9-28,0 1-1,0-1 1,0 1 0,-1-1 0,1 1-1,0-1 1,0 1 0,0-1-1,-1 1 1,1-1 0,0 1 0,-1-1-1,1 1 1,0 0 0,-1-1-1,1 1 1,-1 0 0,1-1 0,0 1-1,-1 0 1,1-1 0,-1 1-1,1 0 1,-1 0 0,1 0 0,-1-1-1,1 1 1,-1 0 0,1 0 0,-2 0-1,-17-2-11,13 2-74,0 1 0,0-1 1,1 1-1,-1 0 1,1 1-1,-1 0 1,1-1-1,-1 2 1,1-1-1,0 0 0,0 1 1,0 0-1,0 0 1,-7 8-1,1-1-582,0 2-1,1-1 0,0 1 1,-10 18-1,-6 10-5242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11 16511,'4'-1'0,"-1"-2"-127,0 0 127,-1-1-256,-2 11 128,0 5-128,-5 7 0,-5 6 0,-2 4 128,-6 6-768,0 2 0,-3 2 640,3-2 0,2-1-2176,5-6 128,0 1-2688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5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14080,'0'0'0,"3"-2"-128,0 1-128,3 1 0,1 0-2176,-1-2 128,1 1-3200</inkml:trace>
  <inkml:trace contextRef="#ctx0" brushRef="#br0" timeOffset="1">89 4 5120,'5'-2'0,"0"1"-3456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5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 14592,'3'3'0,"4"-2"-1664,-3-1 128</inkml:trace>
  <inkml:trace contextRef="#ctx0" brushRef="#br0" timeOffset="1">162 24 8832,'3'2'0,"1"2"0,2 2 0,2 2-128,0 1 0,0 1-5888</inkml:trace>
  <inkml:trace contextRef="#ctx0" brushRef="#br0" timeOffset="2">360 0 5760,'0'0'0,"-7"4"128,7 0 128,0 4 0,0-2 128,0 1-5120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0 15616,'-3'11'0,"-2"6"0,-1 3 0,-4 4-256,0 1 128,-1 2-1024,7-1 0,2-1-3200,8-7 0,1 2 2688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6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6400,'3'1'0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16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1 121 8192,'3'1'0,"4"4"0,1 0 0,0 0-5760</inkml:trace>
  <inkml:trace contextRef="#ctx0" brushRef="#br0" timeOffset="1">449 108 14336,'6'5'0</inkml:trace>
  <inkml:trace contextRef="#ctx0" brushRef="#br0" timeOffset="2">700 1 6656,'3'4'0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0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5632,'2'2'-86,"16"19"753,0-1-1,37 32 0,-30-31 233,38 44 1,-41-36-777,2-1 1,1-1 0,1-2 0,47 37-1,37 11 80,165 82 0,41-29 53,17-36-163,-212-62-76,120 45 1,-158-41-21,208 74-40,6-22-18,-220-69 75,116 6 0,80-13 61,-212-7-71,33-1 42,0-3 0,1-5 0,-2-3 1,1-5-1,110-33 0,278-119 605,-379 124-576,-2-4-1,146-95 1,-137 73 164,113-83 546,-212 141-2407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0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58 12672,'14'-8'117,"0"1"0,0 0 0,0 1 0,1 1 0,-1 0 0,2 1 0,-1 0 0,24-2 0,17 2 587,57 2 1,-76 2-607,21 1 30,0 3 0,-1 2 0,63 15 0,-111-18-1284,0-2 0,0 1 1,0-1-1,0-1 1,18 0-1,-13-1-4070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1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0 14208,'-4'10'58,"0"1"0,0-1 0,1 0 0,0 1 1,0 0-1,2 0 0,-2 20 0,-3 13 565,-29 123 452,18-101-829,4 1 0,-9 117 0,23-154-3745,1-18-5631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2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1 341 9088,'8'2'144,"4"0"839,-19-12-318,6 10-655,1 0 0,0-1 1,0 1-1,-1 0 0,1 0 1,0-1-1,0 1 0,-1 0 1,1-1-1,0 1 0,0 0 1,0-1-1,0 1 1,0 0-1,-1-1 0,1 1 1,0 0-1,0-1 0,0 1 1,0 0-1,0-1 0,0 1 1,0 0-1,0-1 0,0 1 1,0-1-1,1 1 0,-1 0 1,0-1-1,0 1 0,0 0 1,0-1-1,0 1 0,1 0 1,-1-1-1,0 1 0,0 0 1,0 0-1,1-1 1,-1 1-1,0 0 0,1 0 1,-1-1-1,0 1 0,0 0 1,1 0-1,-1 0 0,0 0 1,1-1-1,18-4 603,0 7-339,-1 0 0,1 1 0,-1 2 0,0-1-1,28 12 1,12 3 153,44 15-246,140 67 1,-186-76-161,-10-6-9,1-3 1,1-1 0,0-3 0,76 10 0,-41-13 19,160-5 0,-124-15 153,179-39 0,-130 18-43,280-50 141,-176 31-182,56-26 219,-253 54-214,0-4 1,87-45 0,-130 55 3,-1-3 0,0 0 0,-2-2 0,-1-1 1,28-30-1,-49 47-80,0 0 0,0 1 0,13-8 0,-1 1-4139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2.9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1 137 13696,'1'0'28,"-1"0"1,1 1 0,0-1-1,0 1 1,0-1 0,0 0-1,-1 1 1,1-1 0,0 0-1,0 0 1,0 0 0,0 0-1,0 0 1,0 0 0,-1 0-1,1 0 1,0 0 0,0 0-1,0 0 1,0-1 0,0 1-1,-1 0 1,1-1 0,0 1-1,0 0 1,0-1 0,1 0-1,6-4 172,17-8 326,1 2 0,0 0 0,44-10 0,88-13 125,-119 26-675,-18 4 39,26-6 72,1 2 0,0 3 0,57-1-1,-83 12-4117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3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14464,'3'0'31,"0"1"1,0 0 0,0-1 0,0 1-1,0 0 1,-1 0 0,1 0 0,0 1 0,-1-1-1,1 1 1,-1-1 0,1 1 0,-1 0 0,0 0-1,0 0 1,0 0 0,0 0 0,0 0-1,0 1 1,-1-1 0,1 1 0,-1-1 0,1 1-1,0 4 1,4 5 287,-2 1 0,0 0-1,5 26 1,-3 13 242,-2 0 0,-4 80 0,-1-60-346,3 215 297,1-271-3183,-3-16 2409,1 0 1,-1 0 0,0 0 0,1 0 0,-1 0 0,1 1 0,-1-1-1,0 0 1,1 0 0,-1 0 0,1 0 0,-1-1 0,0 1-1,1 0 1,-1 0 0,1 0 0,-1 0 0,0 0 0,1 0-1,-1 0 1,0-1 0,1 1 0,-1 0 0,0 0 0,1-1-1,-1 1 1,1-1-783,0 0 782,9-6-4068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0 361 12288,'1'0'12,"-1"1"1,1-1 0,-1 0 0,1 1 0,-1-1-1,1 0 1,-1 1 0,1-1 0,0 0-1,-1 0 1,1 1 0,-1-1 0,1 0-1,0 0 1,-1 0 0,1 0 0,-1 0 0,1 0-1,0 0 1,-1 0 0,1 0 0,-1 0-1,1 0 1,0-1 0,-1 1 0,2-1 0,21-8 196,0 0-102,-19 8-58,1 1 1,-1 0-1,1 0 1,-1 0-1,1 1 1,-1 0-1,1 0 0,-1 0 1,1 0-1,4 2 1,43 24 695,-27-14-519,65 26-14,2-4 0,107 26 0,-179-55-208,43 10 120,1-3 1,1-2 0,0-3 0,0-4 0,0-2 0,66-6 0,226-26 46,-122 7 34,-3 1 59,106-9-115,-68 5-33,-46 5 3,180-51-180,-161 25 15,-124 26 139,-2-4-1,172-61 1,-222 57-15,-1-3 0,82-55 0,-142 83-58,-1 1 0,1 0-1,0 0 1,-1 0-1,1 0 1,0 1-1,1 0 1,-1 0-1,0 1 1,1 0 0,6-1-1,-7 0-1097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12544,'124'-7'2176,"142"0"1232,-216 3-4345,0-3-1,0-2 1,62-19-1,-79 17-8704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5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16256,'0'0'0,"6"3"0,5 3 0,-6 5 0,-3 4 128,-2 7-1,-3 8 257,-1 3 0,0 7-256,0-2 0,3 3-128,-1-5 0,2-3 0,2-5 0,1-5-1151,2-10 127,0 0-9856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6.2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12672,'9'-5'100,"21"-8"684,-29 13-765,0 0-1,0-1 1,-1 1 0,1 0-1,0 0 1,0 0-1,-1 0 1,1 0 0,0 0-1,0 0 1,-1 0 0,1 0-1,0 0 1,0 0-1,-1 0 1,1 1 0,0-1-1,0 0 1,-1 1-1,1-1 1,0 0 0,-1 1-1,1-1 1,0 1-1,-1-1 1,1 1 0,-1-1-1,1 1 1,-1-1 0,1 1-1,-1 0 1,1-1-1,-1 1 1,1 1 0,5 16 203,0 0 0,-1 1 0,4 36 0,-1 59 72,-4-37-324,0 13 65,-3-49 64,11 72 1,-12-112-101,0 0-1,0 0 1,0 0-1,0 0 0,1 0 1,-1 0-1,0 0 1,0 0-1,1 0 1,-1 0-1,1 0 1,-1-1-1,1 1 1,-1 0-1,1 0 0,0-1 1,-1 1-1,1 0 1,0-1-1,-1 1 1,1 0-1,0-1 1,0 1-1,0-1 1,0 1-1,0-1 0,-1 0 1,1 1-1,0-1 1,2 0-1,0 0-369,1 0 0,-1-1-1,1 1 1,-1-1 0,0 0 0,0 0-1,5-2 1,-6 2-216,8-2-7434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6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93 108 13312,'7'-6'-293,"0"1"0,0-1 1,-1 0-1,0-1 0,8-10 1,-9 9 346,1 1 0,0 0-1,1 1 1,-1-1 0,16-10 0,-20 16-44,1-1 0,-1 1 0,1 0 0,-1 0 0,1 1 0,-1-1 0,1 0 0,0 1 0,-1 0 0,1-1 0,0 1 0,-1 0 0,1 1 0,0-1 0,-1 0 0,1 1 0,0-1-1,-1 1 1,1 0 0,-1 0 0,1 0 0,-1 0 0,1 0 0,-1 1 0,3 1 0,-2-1 5,-1 1-1,0-1 0,1 1 1,-1-1-1,0 1 0,0 0 1,0 0-1,0 0 0,-1 0 0,1 0 1,-1 0-1,0 0 0,0 1 1,0-1-1,0 0 0,-1 1 1,1-1-1,-1 0 0,0 1 1,0-1-1,0 1 0,0-1 1,-2 6-1,-1 9 92,0 1 0,-12 33 0,14-51-106,-8 24 58,-2 0 0,-1-1 0,0-1 0,-2 0 1,-1 0-1,-1-2 0,0 0 0,-2-1 0,-1 0 0,-25 21 1,44-41-59,-7 5 40,1 0 0,-1 0 0,-11 6 0,17-10-37,0-1 0,0 1 0,-1-1-1,1 1 1,0-1 0,0 1 0,0-1 0,0 0 0,-1 1 0,1-1 0,0 0 0,0 0 0,-1 0-1,1 0 1,0 0 0,0 0 0,0 0 0,-1-1 0,1 1 0,0 0 0,0-1 0,0 1 0,-1-1-1,1 1 1,0-1 0,0 1 0,0-1 0,0 0 0,0 0 0,0 1 0,0-1 0,0-1 0,0 1 0,1-1 1,-1 1 0,1 0 0,-1 0 0,1 0 0,0 0 0,0-1 0,0 1-1,0 0 1,0 0 0,0-1 0,0 1 0,0 0 0,0 0 0,0 0 0,1-1 0,-1 1-1,0 0 1,1 0 0,-1 0 0,1 0 0,0 0 0,-1 0 0,1 0 0,0 0-1,-1 0 1,1 0 0,0 0 0,0 0 0,0 0 0,0 0 0,1 0 0,3-3 21,0 0 1,0 0-1,0 0 1,11-5 0,-10 7-16,-1 0 1,1 0 0,0 0 0,-1 1-1,1 0 1,0 0 0,0 0 0,0 1 0,0 0-1,0 0 1,7 1 0,-3 1 36,0 0 0,0 1 0,0 0-1,0 1 1,17 8 0,-4 1 29,-1 1 0,0 1-1,-1 1 1,21 21 0,-37-32-175,0 0 0,1-1 1,0 1-1,0-2 0,0 1 1,7 3-1,-9-6-455,-1 1 0,1-1 0,0 0 0,0-1 0,0 1 0,0-1 0,-1 1 0,1-1 0,0 0 0,0-1 0,0 1 0,5-2 0,13-3-3222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7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0 11648,'-10'16'12,"-23"40"125,30-51-123,0 0 0,1 1 0,0-1 1,0 1-1,1 0 0,0-1 0,0 1 1,-1 7-1,2-12-3,0 0-1,1 0 1,-1 0-1,0 0 1,0 0-1,1 0 1,-1 0-1,1 0 1,-1 0-1,1 0 1,-1 0-1,1 0 1,-1 0 0,1-1-1,0 1 1,-1 0-1,1 0 1,0-1-1,0 1 1,0 0-1,-1-1 1,1 1-1,0-1 1,0 1-1,0-1 1,0 0 0,0 1-1,0-1 1,0 0-1,0 0 1,2 1-1,39 1 454,-28-2-390,51 1 99,-28-1 264,61 8 0,-89-6-385,1 0-1,-1 0 0,1 0 1,-1 2-1,0-1 1,0 1-1,0 0 0,-1 1 1,0 0-1,0 0 0,10 9 1,-17-13-16,1 0 1,-1 0-1,1 1 1,-1-1 0,0 1-1,0-1 1,0 1 0,0 0-1,0-1 1,0 1-1,0 0 1,-1 0 0,1 0-1,-1 0 1,1-1 0,-1 1-1,1 0 1,-1 0-1,0 0 1,0 0 0,0 0-1,0 0 1,-1 0 0,1 0-1,0 0 1,-1 0-1,1-1 1,-1 1 0,0 0-1,0 0 1,0-1 0,1 1-1,-1 0 1,-3 2 0,2-1-144,-1 1 1,0-1 0,0 0-1,0 0 1,0-1 0,-7 5 0,7-4-727,-1-1 0,0 0 1,-1 0-1,1-1 0,0 1 1,-5 0-1,-5 1-4756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27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96 12672,'5'0'0,"3"-1"0,3-2 128,4-4-128,6 0 0,6-3 0,0-1 0,5 0 0,3 0 0,3 2-768,11-5 128,-1 2-7296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31.42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1292 6400,'0'0'1429,"2"-4"-1194,9-8-108,-1 0 1,1 1 0,1 1-1,0-1 1,25-15 0,-6 3 2,349-233 367,-324 220-461,42-25 145,136-61 1,129-60 355,-300 149-456,284-117 174,12 32 2,-145 46-106,-99 32-13,125-28 0,-156 51-50,0 5 1,1 3-1,0 4 0,0 3 1,0 4-1,163 26 1,-188-18-78,-10-2 18,-1 1 0,0 3 0,68 25 1,170 76-30,-132-53 0,-109-41 16,-2 2 0,0 2 0,-2 2 0,-1 1 0,0 3 0,-3 1 0,40 39 0,114 100 133,-115-101-99,77 89 1,-105-105-45,-25-28-166,0-1 0,1 0 0,30 19 0,-43-35-1273,1-1 0,-1 0 0,1-1 0,0 0 0,20 4 1,4 1 301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32.4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1 149 9728,'22'-6'-410,"-33"7"180,0-1 251,38-9 469,-13 3-361,37-10 248,91-14 0,-100 23-763,0-1 0,0-2 0,74-30 0,-78 23-5608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38.1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0 3712,'0'0'7957,"-1"6"-7637,-41 323 1621,41-322-1947,1-5 39,1-1 0,-1 0 0,-1 1 0,1-1 0,0 1 0,0-1 0,0 0 0,-1 1 0,1-1 0,-1 0 0,1 1 0,-1-1 0,1 0 0,-1 0 0,0 1 0,-1 1 0,1-3 116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38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129 249 8832,'-3'-4'22,"0"0"1,0 0 0,1 0-1,0 0 1,0 0 0,0-1-1,1 1 1,-1-1 0,1 1-1,0-1 1,0 1 0,1-1-1,-1 0 1,1 1 0,0-1-1,0 0 1,1 1 0,-1-1-1,3-6 1,-1-3 69,2 0-1,0 1 1,0 0-1,1 0 1,9-17-1,-10 24-13,0-1 1,0 1-1,1 0 0,-1 0 0,1 0 0,8-6 0,-12 11-66,0 0 0,0 0 1,0 1-1,0-1 0,0 1 0,0-1 0,0 1 1,0-1-1,0 1 0,0-1 0,0 1 0,0 0 1,0 0-1,1-1 0,-1 1 0,0 0 1,0 0-1,0 0 0,3 1 0,-3-1-6,0 1 0,0 0 0,1 0 0,-1 0 0,0 0 0,0 0 0,0 0 0,0 0 0,0 0 0,0 1 0,0-1 0,0 0 0,-1 0 0,1 1 1,0-1-1,-1 1 0,1-1 0,-1 0 0,1 1 0,-1 1 0,3 10 29,0 1 1,-1 0 0,-1-1 0,0 1 0,-1 0-1,0 0 1,-1-1 0,-1 1 0,0 0-1,-1-1 1,0 0 0,-1 1 0,-8 16-1,0-3 28,-2 0-1,0 0 0,-2-1 1,-1-1-1,-21 23 0,1-10 29,34-35-86,0-1 1,-1 1-1,1-1 0,0 0 1,-1 0-1,0-1 0,1 1 1,-1-1-1,0 1 0,-7 0 1,11-2-6,-1 1 0,1-1 0,-1 0 0,1 0 0,-1 0 0,1 0 0,0 0 0,-1 0 0,1 0 0,-1 0 0,1-1 0,-1 1 0,1 0 0,0 0 0,-1 0 0,1 0 0,-1-1 0,1 1 0,0 0 0,-1 0 0,1-1 0,0 1 0,-1 0 0,1 0 0,0-1 0,-1 1 0,1 0 0,0-1 0,-1 0 0,2-14 0,12-15 0,-11 25 17,1 0 1,0 0 0,0 1-1,1-1 1,-1 1 0,1 0-1,0 0 1,0 0 0,0 0-1,1 1 1,0 0 0,-1 0-1,1 0 1,0 0 0,0 1-1,0-1 1,1 1 0,-1 1-1,1-1 1,-1 1 0,1 0-1,-1 0 1,1 1 0,0-1 0,-1 1-1,1 1 1,-1-1 0,1 1-1,0 0 1,-1 0 0,1 0-1,-1 1 1,0 0 0,6 3-1,-2-1 22,-1 1 0,0 0 0,0 1-1,10 8 1,-14-10-63,0-1 0,0 1 0,0-1 0,1 0 0,-1 0 0,1 0 0,0-1 1,-1 1-1,2-1 0,-1 0 0,0-1 0,0 1 0,0-1 0,1 0 0,-1 0 0,8-1 0,12-3-1704,1-1-5269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39.4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271 222 9728,'0'0'2,"-1"1"1,1-1-1,-1 0 1,1 0-1,-1 0 1,1 0-1,-1 0 1,1 0-1,-1 0 1,1 0-1,-1 0 1,1-1-1,-1 1 1,1 0-1,-1 0 1,1 0-1,-1-1 1,1 1-1,-1 0 1,1 0-1,-1-1 1,1 1-1,0 0 1,-1-1-1,1 1 1,0 0-1,-1-1 1,1 1-1,0-1 1,-1 1 0,1-1-1,0 1 1,0-1-1,-1 0 1,6-18 187,-4 16-166,0 0 0,0 0-1,0 1 1,0-1-1,0 0 1,-1 0-1,0 0 1,1-3-1,-3-4 42,0 0-1,0 0 0,-1 0 0,0 1 1,0 0-1,-1-1 0,-1 1 0,1 1 0,-2-1 1,1 1-1,-8-9 0,10 13-39,0 0-1,0 0 1,-1 1-1,1 0 1,-1 0-1,0 0 1,0 0-1,0 0 1,0 1-1,0 0 1,0 0-1,-1 0 1,1 0-1,-1 1 1,1-1-1,-1 1 1,0 0-1,0 1 1,1-1-1,-1 1 1,0 0-1,0 0 1,1 0-1,-1 1 1,-6 1-1,4 0-2,1 0 1,-1 0-1,1 1 0,0 0 0,0 0 0,0 1 0,0-1 0,0 1 0,1 0 0,-9 10 0,11-11-6,0 0-1,1 1 0,0-1 0,0 1 1,0 0-1,0 0 0,0-1 1,1 1-1,0 0 0,-1 1 0,2-1 1,-1 0-1,0 0 0,1 0 1,0 0-1,0 1 0,0-1 0,2 8 1,-2-9-11,0 0 0,1-1 0,0 1 0,-1-1 0,1 1 1,0-1-1,0 1 0,0-1 0,1 0 0,-1 1 0,1-1 1,-1 0-1,1 0 0,0 0 0,0 0 0,3 2 1,-2-1 8,1-1 1,0 0 0,-1-1-1,1 1 1,0-1 0,0 1-1,0-1 1,1 0 0,7 0-1,50 4 64,-41-4-38,1 0 0,-1 2 0,0 1 0,39 11 0,-53-13-32,0 1 0,0 0 0,0 0 0,-1 1 0,1 0 0,-1 0 0,8 7 0,-13-9-7,1-1 1,-1 0 0,0 1 0,0-1 0,0 1 0,0-1-1,0 1 1,0 0 0,0-1 0,-1 1 0,1 0 0,0-1-1,-1 1 1,0 0 0,1 0 0,-1 0 0,0 0 0,0-1-1,0 1 1,0 0 0,0 0 0,0 0 0,-1 0-1,1-1 1,-1 1 0,1 0 0,-1 0 0,0-1 0,0 1-1,1 0 1,-1-1 0,0 1 0,0-1 0,-2 3 0,-1 0 29,0 0 1,0 0-1,0 0 1,0 0-1,0 0 1,-1-1-1,0 0 1,1 0 0,-1 0-1,0-1 1,-10 4-1,13-5-20,1-1-1,-1 1 0,0-1 0,0 1 1,0-1-1,1 0 0,-1 0 0,0 0 1,0 0-1,0 0 0,1 0 0,-1 0 1,0-1-1,0 1 0,0 0 1,1-1-1,-1 0 0,0 1 0,1-1 1,-1 0-1,1 0 0,-1 0 0,1 0 1,-1 0-1,1 0 0,-1-1 0,1 1 1,0 0-1,0-1 0,0 1 1,0-1-1,0 1 0,0-1 0,0 1 1,0-1-1,1 0 0,-1 1 0,0-1 1,0-3-1,0-5-213,0 0 1,0 0-1,1 0 0,0-1 1,0 1-1,1 0 0,1 0 1,0 0-1,0 0 0,1 1 1,6-16-1,2-6-7242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41.4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0 921 9088,'43'-34'853,"39"-40"0,-58 53-696,1 1-1,2 1 1,-1 1-1,47-22 1,-27 15-86,61-31 265,115-43 0,120-26 400,-259 96-603,132-40 246,105-2-173,43-11 78,30 9-180,5 33 127,-320 34-267,215-8 21,-111 8 30,-157 6-13,0 1 0,0 1 0,33 7 0,74 22-15,-50-10-3,-22-5 19,-1 3 1,0 2-1,-2 3 1,-1 3-1,60 37 1,135 91-153,-229-141 149,-1 1 0,0 1 0,-1 0 0,-1 1 0,-1 2 0,27 32 0,39 85-8,15 22 122,-84-141-106,0 0 0,1-1 0,1 0 1,0-2-1,30 20 0,16 4-4259,-51-31-2277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42.3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0 140 9728,'0'0'4352,"5"-2"-4139,22-10-184,1 1-1,0 1 1,39-9 0,96-10 254,28-8-766,-154 27-1565,0 1-6144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0.2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33 10624,'0'-1'27,"0"1"0,-1-1 0,1 1 1,0-1-1,-1 1 0,1-1 1,0 1-1,0-1 0,-1 1 0,1-1 1,0 0-1,0 1 0,0-1 0,0 1 1,0-1-1,0 0 0,0 1 0,0-1 1,0 1-1,0-1 0,0 0 1,0 1-1,0-1 0,0 1 0,0-1 1,1 0-1,-1 1 0,0-1 0,1 1 1,-1-1-1,0 1 0,1-1 1,0 0-1,3-12 2395,-4 43-1782,13 156 268,1-1-301,-11-165-31,0-6-2210,-2-5-4860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1.0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 8576,'9'-7'0,"0"0"0,1 0 1,0 1-1,0 0 0,19-8 1,-4 3 18,-16 6 26,0 2 1,0-1-1,0 1 0,0 0 1,0 1-1,1 0 0,-1 1 1,1 0-1,16 0 0,-23 1-32,0 0 0,1 1 0,-1-1-1,0 1 1,0 0 0,0 0 0,0 0 0,0 0-1,0 0 1,0 0 0,-1 1 0,1 0-1,0-1 1,-1 1 0,1 0 0,-1 1-1,0-1 1,1 0 0,-1 0 0,0 1 0,0 0-1,-1-1 1,1 1 0,-1 0 0,1 0-1,-1 0 1,0 0 0,0 0 0,0 0-1,0 0 1,-1 0 0,1 4 0,-1 0 4,0 1 0,-1-1 0,0 0 0,-1 0 0,1 0 0,-1 0 0,-1 0 0,1 0 1,-1 0-1,-7 12 0,-2 4 51,6-8 8,-1-1 1,0-1 0,-1 1 0,-1-1 0,0-1-1,-1 1 1,0-2 0,-1 1 0,-15 11 0,25-23-43,0 1-1,0 0 1,0 0 0,0-1 0,0 1 0,-1-1 0,1 1 0,0-1 0,0 1-1,-1-1 1,1 0 0,0 0 0,-1 0 0,1 1 0,0-1 0,-1 0 0,1-1 0,0 1-1,-1 0 1,1 0 0,0-1 0,0 1 0,-1 0 0,1-1 0,0 1 0,0-1-1,-1 0 1,1 1 0,0-1 0,0 0 0,0 0 0,0 0 0,-1-1 0,1 2-33,1-1 1,0 1 0,0 0-1,0 0 1,0 0 0,0-1-1,0 1 1,0 0 0,0 0-1,0 0 1,0-1 0,0 1-1,0 0 1,0 0 0,0 0-1,0-1 1,0 1 0,0 0-1,0 0 1,0-1 0,0 1-1,0 0 1,0 0 0,0 0-1,0-1 1,0 1-1,0 0 1,0 0 0,1 0-1,-1-1 1,0 1 0,0 0-1,0 0 1,0 0 0,0 0-1,1 0 1,-1-1 0,0 1-1,0 0 1,0 0 0,1 0-1,-1 0 1,0 0 0,0 0-1,0 0 1,1 0 0,-1 0-1,0 0 1,0 0 0,0 0-1,1 0 1,-1 0 0,0 0-1,0 0 1,1 0 0,-1 0-1,0 0 1,0 0 0,0 0-1,1 0 1,14 1 131,35 15-107,-36-11-27,1 0 0,-1-1 0,31 4 0,-8-3-1270,19 1-2706,-42-6 9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1.5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 9856,'1'-1'12,"0"0"1,0 0 0,0 1 0,0-1-1,0 0 1,0 1 0,0-1-1,0 1 1,0-1 0,0 1 0,0 0-1,0 0 1,1-1 0,-1 1 0,0 0-1,0 0 1,0 0 0,0 0-1,1 0 1,-1 0 0,2 1 0,3-1 91,1-1-44,-1 0 1,0-1-1,0 0 0,1 0 1,6-4-1,-12 6-55,0 0-1,0 0 0,0-1 1,0 1-1,0 0 0,0 0 0,0 0 1,0 0-1,0 0 0,0 0 1,0 0-1,0 1 0,0-1 1,0 0-1,0 0 0,0 1 1,-1-1-1,1 1 0,0-1 0,0 1 1,0-1-1,0 1 0,-1-1 1,1 1-1,0 0 0,0-1 1,-1 1-1,1 0 0,-1 0 1,1 0-1,0-1 0,-1 1 0,0 0 1,1 0-1,-1 0 0,0 0 1,1 0-1,-1 0 0,0 2 1,3 4 117,-1 0 0,-1 0 0,3 15 1,-3 29 84,-2 1-1,-2-1 1,-12 64 0,5-45-32,2-17 28,3 1 0,2-1-1,8 104 1,-5-151-160,2 0 0,-1 0 0,1 0 0,-1 0-1,5 8 1,-5-13-156,-1 0 0,0 0-1,1 0 1,0 0-1,-1 0 1,1 0-1,0 0 1,-1 0 0,1 0-1,0 0 1,0 0-1,0-1 1,0 1 0,0 0-1,0-1 1,0 1-1,0-1 1,0 1 0,0-1-1,0 1 1,0-1-1,0 1 1,0-1 0,1 0-1,-1 0 1,0 0-1,0 0 1,0 0-1,0 0 1,1 0 0,-1 0-1,0 0 1,0 0-1,2-1 1,6-2-5924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1.8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67 11392,'5'3'0,"1"1"0,-1-2 128,-2 0-256,10-4 128,5-3 0,5-1 0,2-3-256,6-2 0,5-2-896,-1-3 128,0 0-4864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2.8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4352,'0'0'512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3.1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3968,'0'0'1280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3.6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1 845 7552,'0'0'1920,"3"-4"-1430,26-27-111,2 0 0,60-46-1,84-48 638,-169 122-970,41-28 82,2 3 0,1 1 0,107-38 0,113-55 838,-16 7-140,-107 65-698,2 6 0,233-34 0,-276 63-109,0 4 1,125 7-1,212 42 72,-327-27-8,92 16-44,-167-22-80,-1 3 0,0 2 0,40 16-1,155 81-64,-208-98 106,-10-5 0,0 0 0,-1 2 0,0 0 0,0 1 0,17 13 0,-8-4-14,1-1 1,0-1-1,53 22 1,19 12-37,-83-41 45,-2 1 0,1-1 0,-1 2 0,20 20 1,15 23-30,48 49-60,-83-90 60,60 52-1426,-63-58 906,0 0-1,1-1 0,0 0 1,0 0-1,22 7 0,-7-5-5631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4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90 8832,'14'4'352,"-22"-5"320,27-7 1632,199-33-503,-74 16-1554,-36 12-628,-61 10-2915,-37 2 2002,14 0-4487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4.7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10752,'8'4'-9,"-5"-2"-2,0-1 0,0 0-1,0 0 1,0 1 0,0 0-1,0 0 1,0-1 0,-1 2-1,1-1 1,-1 0 0,0 0 0,1 1-1,-1-1 1,0 1 0,0 0-1,-1 0 1,1-1 0,-1 1-1,3 6 1,5 24 575,7 64 1,2 7 887,-12-79-2252,4 45 0,-9-51-6986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5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35 55 13696,'5'-5'-9,"0"2"0,0-1 1,0 0-1,1 1 0,0 0 0,0 0 1,-1 1-1,2 0 0,-1 0 1,11-2-1,11-1-61,33-1-1,-29 3 52,-18 1 21,37-1 37,-48 2-33,0 1 1,-1 1-1,1-1 0,0 0 0,0 1 0,0-1 0,0 1 1,0 0-1,-1 0 0,1 0 0,0 1 0,-1-1 0,5 3 1,-6-3 4,0 1 0,0-1 0,0 1 0,-1-1 0,1 1 0,0 0 0,-1-1 0,1 1 0,-1 0 0,1-1 0,-1 1 0,0 0 0,0-1 0,0 1 0,0 0 0,0 0 0,0-1 0,0 1 0,0 0 0,-1-1 0,1 1 0,-1 1 0,-15 41 67,13-39-47,-11 28-56,-2 0 0,-2-2-1,-25 37 1,31-53 8,0 0 1,-1-1-1,0 0 0,-1-1 1,-1 0-1,0-1 0,-29 17 1,39-26 16,1-2 0,0 1 0,-1 0 0,1-1 0,-1 0 0,1 0 0,-1 0 0,1-1 0,-1 0 0,0 1 0,-8-2 0,11 1 0,1-1 0,0 1 0,-1 0 0,1 0 0,0-1 0,-1 1 0,1-1 0,0 1 0,-1-1 0,1 0 0,0 1 0,0-1 0,0 0 0,-1 0 0,1 0 0,0 0 0,0 0 0,0 0 0,1 0 0,-1 0 0,0 0 0,0-1 0,1 1 0,-1 0 0,0 0 0,1-1 0,-1 1 0,1-1 0,0 1 0,-1 0 0,1-1 0,0 1 0,0 0 0,0-1 0,0 1 0,0-1 0,0 1 0,0-1 0,1 1 0,-1 0 0,1-3 0,0 3 2,-1 0 0,0-1-1,1 1 1,-1 0 0,1 0 0,0 0 0,-1 0 0,1 0 0,0 0 0,-1 0 0,1 0 0,0 0 0,0 1 0,0-1 0,0 0 0,0 0 0,0 1 0,0-1 0,0 0 0,0 1 0,0-1 0,0 1 0,0 0 0,1-1 0,-1 1 0,0 0 0,0 0 0,0 0 0,1 0-1,-1-1 1,0 2 0,0-1 0,0 0 0,2 0 0,6 2 32,-1-1 0,1 1 0,15 6-1,-6-2 20,3 1 42,0 1-1,20 11 1,-18-8-135,27 9 0,-41-18-95,-1 0 0,1 0 0,0 0 0,-1-1 1,1-1-1,0 1 0,10-2 0,3-1-2041,1-2-5013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5.7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2432,'6'-10'0,"1"1"-1408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2:56.1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157 12 8704,'0'0'6,"0"-1"-1,0 1 1,0 0 0,1 0 0,-1-1 0,0 1-1,0 0 1,0-1 0,0 1 0,0 0 0,0-1 0,0 1-1,0 0 1,0-1 0,0 1 0,0 0 0,0 0-1,0-1 1,0 1 0,0 0 0,-1-1 0,1 1 0,0 0-1,0 0 1,0-1 0,0 1 0,0 0 0,-1 0-1,1-1 1,0 1 0,0 0 0,-1 0 0,1-1 0,0 1-1,0 0 1,-1 0 0,1 0 0,0 0 0,0 0 0,-1-1-1,1 1 1,0 0 0,-1 0 0,1 0 0,0 0-1,-1 0 1,1 0 0,-15 11 349,14-10-349,-13 12 66,2 1 0,0 0 1,0 1-1,1 0 0,1 1 0,1 0 1,0 0-1,1 1 0,0 0 1,2 1-1,0 0 0,1 0 1,1 0-1,0 0 0,2 1 0,0-1 1,1 37-1,2-53-55,-1 1 1,0 0-1,0 0 1,1 0-1,0-1 0,-1 1 1,1 0-1,0-1 0,1 1 1,-1 0-1,0-1 1,1 1-1,-1-1 0,1 0 1,0 0-1,0 1 1,-1-1-1,2 0 0,2 2 1,-2-2-16,0 0 0,1-1 1,0 1-1,-1-1 0,1 0 0,0 0 1,-1 0-1,1 0 0,0-1 0,0 1 1,0-1-1,6-1 0,1 0 25,0 0-1,0-1 0,-1-1 0,1 0 1,-1 0-1,0-1 0,0 0 0,0-1 1,11-6-1,-13 5 91,-1 1 1,1-1-1,-1 0 0,0 0 1,-1-1-1,0 0 0,0 0 1,0 0-1,-1-1 0,0 0 1,0 0-1,-1 0 0,5-13 1,-9 21-115,0-1 1,1 1-1,-1-1 1,0 1 0,0-1-1,0 1 1,0-1-1,0 1 1,0-1 0,0 0-1,0 1 1,0-1-1,0 1 1,0-1 0,-1 1-1,1-1 1,0 1-1,0-1 1,-1 1 0,1-1-1,0 1 1,0-1-1,-1 1 1,1 0 0,0-1-1,-1 1 1,1-1-1,-1 1 1,1 0 0,-1-1-1,1 1 1,0 0-1,-1-1 1,1 1 0,-1 0-1,1 0 1,-1 0-1,1 0 1,-1-1 0,0 1-1,1 0 1,-1 0-1,1 0 1,-1 0 0,1 0-1,-1 0 1,1 0-1,-1 0 1,1 0 0,-1 1-1,0-1 1,1 0-1,-1 0 1,0 1 0,-31 10-53,18-3-164,0 1 1,0 0 0,2 1-1,-1 1 1,-11 12-1,-52 65-5445,44-46 2202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3:06.2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 8320,'2'0'4,"-1"0"1,1 0-1,0 0 1,-1-1-1,1 1 1,-1-1-1,1 1 1,-1-1-1,0 1 1,1-1 0,-1 0-1,0 0 1,1 0-1,-1 0 1,0 0-1,0 0 1,0 0-1,1 0 1,-1 0-1,0 0 1,-1-1-1,1 1 1,0 0-1,0-1 1,-1 1-1,1-1 1,0 1-1,-1-1 1,0 1 0,1-1-1,-1 1 1,0-3-1,7-13 953,-7 16-890,1 0-1,-1 0 0,1 0 1,-1 0-1,1 0 1,-1 0-1,0 0 0,1 0 1,-1 0-1,0 0 0,0 0 1,0 0-1,0 0 1,0 0-1,0 0 0,0 0 1,0-1-1,0 1 1,0 0-1,-1 0 0,1 0 1,0 0-1,-1 0 0,1 0 1,-1 1-1,1-1 1,-2-2-1,-1 8 1099,8-9 401,4 25-1141,-1 1 0,7 32 1,-11-38-358,6 20 162,-3 1 0,0 1 1,-3-1-1,0 77 0,-8-101-427,2-6-211,5-7-266,-2-18-12126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3:06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47 241 13696,'45'-62'23,"-29"38"5,0 1 0,27-27-1,-30 37 33,1 1 0,0 0 0,23-15 1,-33 24-39,0 1 1,1-1-1,0 1 0,-1 1 1,1-1-1,0 0 1,10 0-1,-13 1-22,1 1-1,-1 0 0,1 0 0,-1 0 0,1 1 0,-1-1 0,1 1 0,-1-1 1,1 1-1,-1 0 0,1 0 0,-1 0 0,0 0 0,1 0 0,-1 1 0,3 2 1,-2-1 0,1 1 0,-1 0 0,0 0 0,0 0 0,-1 1 0,1-1 0,-1 1 0,0-1 0,0 1 0,-1 0 0,1 0 0,-1-1 0,0 1 0,0 10 0,1 1 0,-1 1 0,-1-1 0,-3 21 0,0-22 37,0-1 0,0 0 0,-2 0 0,0-1 0,0 1 0,-2-1 0,1 0 0,-13 17 0,-10 11 38,-35 39 0,60-76-68,2-2-8,-8 10 15,0 0 0,-1 0 0,-1-1-1,0-1 1,-14 10 0,24-18-11,-1 0-1,0-1 1,0 1 0,0-1 0,0 0 0,0 1 0,0-1 0,0-1 0,0 1-1,-1 0 1,1-1 0,0 0 0,0 0 0,-1 0 0,1 0 0,0 0 0,0-1-1,-1 1 1,1-1 0,0 0 0,0 0 0,0 0 0,0 0 0,0-1 0,0 1-1,0-1 1,0 0 0,1 0 0,-1 0 0,-3-4 0,2 3 4,0-1 0,1 0 0,0-1 0,-1 1 0,2-1-1,-1 1 1,0-1 0,1 0 0,-2-6 0,3 10-6,1 0 0,0 0 0,-1 0 0,1-1 0,-1 1-1,1 0 1,0 0 0,0-1 0,0 1 0,0 0 0,0 0 0,0-1-1,0 1 1,0 0 0,0 0 0,1-1 0,-1 1 0,1 0 0,-1 0 0,0 0-1,1 0 1,0 0 0,-1-1 0,1 1 0,0 0 0,0 0 0,-1 0 0,1 1-1,0-1 1,0 0 0,0 0 0,0 0 0,0 1 0,0-1 0,0 0-1,0 1 1,1-1 0,-1 1 0,0-1 0,0 1 0,0 0 0,2-1 0,3 0 8,0 1 1,1-1 0,-1 1 0,0 0 0,0 0 0,0 1 0,0 0 0,0 0 0,0 0 0,0 1 0,12 4 0,0 3 62,-1 1 1,23 16-1,-29-19-66,-1 1-1,1-2 0,0 1 0,0-1 1,1-1-1,0 0 0,-1-1 0,21 5 1,11-8-1835,-35-1 430,-1-1 1,1 0-1,12-4 0,0-2-3337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3:07.6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156 1 12288,'-1'1'28,"0"0"0,0-1 0,1 2 0,-1-1-1,0 0 1,1 0 0,0 0 0,-1 0 0,1 0 0,-1 0 0,1 1 0,0-1 0,0 1 0,-2 5 93,-13 19 67,-1-1 1,-29 35-1,-4 6 164,45-60-254,2-3-82,0 0-1,-1 0 0,1 1 1,1-1-1,-1 1 0,0-1 0,1 1 1,-1 3-1,2-5-10,0-1-1,0 0 1,0 0 0,0 0-1,1 0 1,-1 1-1,0-1 1,1 0 0,-1 0-1,1 0 1,-1 0-1,1 0 1,-1 0 0,1 0-1,0 0 1,0 0 0,-1-1-1,1 1 1,0 0-1,0 0 1,0 0 0,0-1-1,0 1 1,0-1 0,0 1-1,0-1 1,0 1-1,0-1 1,0 0 0,1 1-1,0-1 1,11 4 66,-1-1-1,1-1 1,0 0 0,0-1-1,0 0 1,-1-1 0,21-2-1,-13 1-800,40 2-1,-59 0 457,0-1 0,0 0 0,1 0-1,-1 0 1,0 0 0,0 0 0,1 0 0,-1 0 0,0 0 0,1 0-1,-1 0 1,0-1 0,2 0 0,-2 0 120,-1 1-1,0-1 1,1 0-1,-1 0 0,0 0 1,0 1-1,0-1 1,1 0-1,-1 0 1,0 0-1,0 1 1,0-1-1,0 0 1,-1 0-1,1 0 1,0 0-1,0 1 1,0-1-1,-1 0 1,0-1-1,0-4 111,0 0 0,1 0 0,-1 0 0,2-10 0,-2-14 3742,-1 21-2550,-2 13-32,-2 14-287,6-14-716,0-1 0,0 1 0,1 0 1,-1-1-1,1 1 0,0-1 0,0 1 0,0-1 0,0 1 0,1-1 1,-1 1-1,1-1 0,0 0 0,0 0 0,0 0 0,4 4 0,-2-2-70,-1 0-1,1 0 0,-1 1 0,0 0 0,4 10 0,5 48 205,-9-47-216,0 0 1,9 30-1,29 46-711,-27-62-3162,-9-20-3134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3:08.5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12 6912,'8'5'0,"7"3"0,-21-11 0,-6-2-256,2 0 0,-1 1 0,3 1 128,2-1 256,1 3 128,0 2-256,2-1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3:08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1 6016,'0'0'0,"-3"4"-384,5 0 0,-1-1 128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3:09.1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 8320,'0'2'-86,"0"-1"172,-8-2 3775,13 23-2602,9 16-706,2-2 0,1 0 1,30 46-1,24 49-569,-32-32-1104,-4 5-4590,-18-55 1255,2 8 2791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0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486 711 5632,'0'0'640,"-1"-5"-512,-6-30 101,1 0-1,2 0 1,1-52 0,13-112 182,-9 180-351,0-1-1,-1 0-1,0 0 0,-2 0 0,0 0 0,-8-27 1,8 36-3,-2 0 0,1 1 0,-1 0 1,-1 0-1,0 0 0,0 1 0,-1-1 0,0 1 1,0 0-1,-1 1 0,-12-12 0,16 18-46,0 0 0,0 0 0,0 0-1,0 0 1,0 0 0,0 0-1,-1 1 1,1 0 0,-1-1 0,1 1-1,-1 1 1,0-1 0,1 0 0,-6 1-1,3 0 8,0 0 0,0 1 0,0 0 0,0 0-1,0 1 1,0-1 0,-11 6 0,-1 2 19,0 1 1,0 1-1,-29 25 1,45-34-37,-18 14 52,1 1 1,0 1-1,1 1 0,-28 39 0,40-49-35,0 0-1,0 1 1,1 0-1,0 0 0,0 0 1,1 1-1,1 0 0,0 0 1,0-1-1,1 2 1,1-1-1,-1 0 0,2 15 1,0-22-17,1 1 0,0-1 0,0 1 0,0-1 0,1 1 0,-1-1 0,1 0 0,0 1 0,1-1 0,-1 0 0,1 0 0,-1-1 0,1 1 0,0 0 0,1-1 0,-1 0 0,1 0 0,-1 0 0,1 0 0,0-1 0,0 1 0,0-1 0,0 0 0,0 0 0,9 2 0,9 3 0,0-2 0,0 0 0,1-2 0,24 2 0,-15-2 0,-16-2 0,1 2 0,-1 0 0,0 0 0,-1 2 0,29 11 0,-40-14 0,1 0 0,-1 1 0,1 0 0,-1-1 0,0 2 0,0-1 0,0 0 0,-1 1 0,1 0 0,-1-1 0,0 1 0,0 1 0,0-1 0,0 0 0,-1 1 0,1-1 0,-1 1 0,-1 0 0,1 0 0,-1 0 0,1 0 0,-1 6 0,0-1 0,-1 0 0,-1 0 0,0 0 0,0 0 0,-1 0 0,0 0 0,0-1 0,-1 1 0,-1-1 0,0 1 0,0-1 0,-1 0 0,0-1 0,-12 17 0,1-5 0,-1 0 0,-1-2 0,0 0 0,-35 26 0,40-35 20,0 0 0,-1 0 1,0-1-1,-26 10 0,34-16-10,-1 1-1,1-2 1,-1 1-1,0-1 1,0 0-1,0 0 1,0 0-1,0-1 1,0 0-1,0-1 1,1 0-1,-1 0 1,-10-3-1,13 3-7,1-1 0,-1 0 0,1 0 0,0 0-1,0 0 1,-1 0 0,1-1 0,1 0 0,-1 0-1,0 1 1,1-1 0,-1-1 0,1 1 0,0 0 0,0-1-1,0 1 1,1-1 0,-1 1 0,1-1 0,0 0-1,0 0 1,0 1 0,0-7 0,-2-8-288,2-1 1,0 1-1,3-29 0,-1 37-87,3-53-5301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08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829 89 9984,'-1'-5'0,"-1"-1"0,0 1 0,0-1 0,0 1 0,0 0 0,-1 0 0,0 0 0,0 0 0,0 0 0,-1 1 0,1-1 0,-7-5 0,7 8 0,0 0 0,0 0 0,-1 0 0,1 0 0,0 1 0,-1 0 0,1-1 0,0 1 0,-1 0 0,0 1 0,1-1 0,-1 1 0,1-1 0,-1 1 0,0 0 0,1 0 0,-1 1 0,0-1 0,1 1 0,-7 2 0,-2 0 0,0 2 0,1 0 0,-1 0 0,1 1 0,0 1 0,-14 10 0,-2 4 0,-28 29 0,14-7 1,2 2-1,2 2 1,1 1 0,3 2 0,-36 72 0,20-19-14,-67 205-1,86-211-21,4 1 0,5 2 0,-10 107 0,27-156-7,2 0 1,3 1 0,1-1 0,3 0-1,2 0 1,2 0 0,3-1 0,18 51-1,-23-82 21,1-1 0,0 0 1,2 0-1,0-1 0,0-1 0,2 0 0,24 28 0,-25-34 5,0 0 0,1 0 0,0-1 1,1-1-1,-1 0 0,2-1 0,-1 0 0,1-1 1,0 0-1,28 6 0,-17-7 13,2-1-1,-1-1 1,0-1 0,1-1-1,-1-2 1,50-7 0,-27-1 3,1-3 1,78-29 0,-88 24 6,-1-1 1,-1-2 0,-1-2-1,0-1 1,-2-3 0,58-52-1,-21 8 158,112-145 1,-146 164-58,-3-2 0,-2-1 1,36-81-1,-35 55 70,44-159 0,-65 188-51,-2-1 0,-3-1 0,3-93 0,-11 115-58,-1 1 1,-2 0-1,-1 0 0,-1 1 0,-2-1 0,-1 1 0,-1 0 0,-13-28 1,15 43-49,0 1 0,0 0 1,-2 1-1,1 0 0,-2 0 1,1 1-1,-2 0 0,1 1 1,-1 0-1,-1 0 0,0 1 1,0 1-1,-1 0 0,0 1 1,0 0-1,-1 1 0,0 1 1,0 0-1,0 1 0,-1 0 1,1 1-1,-1 1 0,-24-1 1,1 2 27,1 3-1,-1 1 1,1 1 0,-69 18 0,22 3 10,-80 36 0,83-25-38,2 3 1,-105 69-1,-132 124-1834,151-101-5248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67 175 4992,'-2'1'158,"-1"1"0,1-1 0,0 0 0,-1 0 0,1 0 1,-1 0-1,1 0 0,-1-1 0,1 1 0,-1-1 0,1 1 0,-1-1 0,0 0 0,1 0 1,-1 0-1,-4-1 0,7 0-99,-1 1 0,1-1 0,0 0 0,0 1 1,0-1-1,0 1 0,-1-1 0,1 0 0,0 1 1,0-1-1,0 0 0,0 1 0,1-1 0,-1 0 0,0 1 1,0-1-1,0 1 0,0-1 0,1 0 0,-1 1 0,0-1 1,0 1-1,1-1 0,-1 1 0,1-2 0,11-19 403,-11 19-393,12-20 339,26-33-1,-33 48-319,0 0-1,0 0 1,1 0-1,0 1 0,1 0 1,-1 0-1,16-8 1,-22 13-84,1 0 0,0 0 1,0 1-1,0-1 0,0 0 1,-1 1-1,1-1 0,0 1 1,0-1-1,0 1 0,0 0 1,0 0-1,0 0 0,1 0 1,-1 0-1,0 0 0,0 1 0,-1-1 1,1 1-1,0-1 0,0 1 1,0 0-1,0 0 0,0 0 1,-1 0-1,1 0 0,0 0 1,-1 0-1,1 1 0,-1-1 1,1 0-1,-1 1 0,1 0 1,-1-1-1,0 1 0,2 3 1,0 2 5,0 0 1,0 0 0,0 0-1,-1 1 1,0-1 0,-1 1-1,0-1 1,1 13 0,-2 6-2,-1 0 0,-1 1 1,-10 48-1,-31 74 60,34-124-55,-24 47-1,27-60-14,-1-1 0,0 0 1,-1-1-1,0 0 0,-1 0 0,-11 10 1,18-19 0,1 0 0,0 0 0,-1 0 0,1 0 0,0 0 0,-1 0 0,1-1 0,-1 1 0,1 0 0,-1-1 0,1 1 0,-1-1 0,0 0 0,1 1 0,-1-1 0,0 0 0,1 0 0,-1 0 0,0 0 0,1 0 0,-1-1 0,1 1 0,-1 0 0,0-1 0,1 1 0,-1-1 0,1 0 0,-1 1 0,1-1 0,-1 0 0,1 0 0,0 0 0,-1 0 0,1 0 0,0 0 0,0 0 0,0-1 0,0 1 0,0 0 0,0-1 0,0 1 0,-1-3 0,0 0 0,0 1 0,0-1 0,0 0 0,0 0 0,1 0 0,-1 0 0,1 0 0,0 0 0,1 0 0,-1-1 0,1 1 0,0 0 0,0-1 0,0 1 0,1-7 0,0 8-2,0 1 0,0-1 0,0 1-1,0-1 1,1 1 0,-1 0 0,1-1 0,-1 1 0,1 0 0,0 0 0,0 0 0,0 1 0,0-1 0,0 0 0,0 1 0,1-1 0,-1 1 0,0 0 0,1-1 0,-1 1 0,1 0 0,-1 1 0,1-1 0,0 0 0,-1 1 0,1 0 0,0-1 0,-1 1 0,1 0-1,0 0 1,0 1 0,-1-1 0,5 1 0,3 1-18,1 1-1,-1 0 0,0 0 1,0 1-1,-1 0 0,1 1 1,12 7-1,1 3-1312,36 15-1,-29-16-4340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4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9984,'0'0'0,"2"2"0,-1 6 0,0 3 0,2 8 0,1 6-128,-1 4 128,2 4-1152,2 2 0,-1 0-3840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7808,'6'-8'224,"-4"7"-52,-5 4-56,3-2 268,18-23 234,-8 13-483,0 1 0,1-1 0,0 2-1,18-10 1,-25 15-120,-1 0 1,1 1-1,0-1 0,0 1 1,0 0-1,0 1 0,1-1 1,5 0-1,-8 1-4,0 0 0,0 1 1,0-1-1,0 0 0,0 1 0,0-1 0,0 1 0,0 0 1,0 0-1,0 0 0,-1 0 0,1 0 0,0 0 0,-1 0 1,1 0-1,-1 1 0,1-1 0,1 2 0,-1 0-7,0 0 0,-1 0-1,1 0 1,-1 0 0,0 1-1,0-1 1,0 0-1,0 0 1,0 1 0,-1-1-1,0 1 1,0-1 0,1 0-1,-2 6 1,-8 49 108,8-56-108,-3 15 17,-1-1-1,-1 1 1,0-1-1,-14 22 1,-39 58 132,58-95-136,1-3 1,4-6 16,8-13 4,-10 18-32,0 0 0,1-1 0,-1 1 0,1 1-1,0-1 1,0 0 0,0 1 0,0-1 0,0 1 0,1 0 0,-1 0 0,1 0 0,-1 1 0,1-1 0,0 1 0,5-2 0,-6 3 0,0 0 0,0 0-1,0 0 1,0 1 0,0-1 0,0 1 0,0-1-1,-1 1 1,1 0 0,0 0 0,0 0 0,-1 1-1,1-1 1,0 1 0,-1-1 0,0 1 0,1 0-1,-1 0 1,0 0 0,0 0 0,0 0 0,3 5-1,-1-2 30,-1 1 1,1-1-1,-1 1 0,-1 0 0,1 0 0,-1 0 0,0 0 0,0 0 0,-1 1 0,0-1 0,0 1 0,0-1 1,-1 1-1,0-1 0,0 1 0,-1-1 0,0 1 0,0-1 0,0 0 0,-1 1 0,0-1 0,0 0 1,0 0-1,-1 0 0,-6 10 0,5-9-140,-1 0-1,1 0 1,-1 0-1,-1 0 1,1-1 0,-1 0-1,0 0 1,-1 0 0,1-1-1,-1 0 1,0-1 0,0 1-1,-1-1 1,1-1-1,-1 1 1,0-1 0,0-1-1,0 1 1,-13 1 0,7-3-6487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11264,'4'5'0,"3"5"0,1-2 0,-1-2-128,-6 3 128,-3 2 0,0 2 0,-2 2 0,-5 2 0,-4 1 0,3 0 0,-1 1-128,3-1 128,0 2-384,3-1 0,0 0-6784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11776,'-3'8'-25,"0"3"-115,3-11 137,0 1 0,1-1 0,-1 0-1,0 1 1,0-1 0,1 0 0,-1 1 0,0-1 0,1 0 0,-1 1-1,0-1 1,1 0 0,-1 0 0,0 0 0,1 1 0,-1-1-1,0 0 1,1 0 0,-1 0 0,1 0 0,-1 0 0,0 0 0,1 0-1,-1 0 1,1 1 0,-1-1 0,0-1 0,2 1 0,-2 1 3,1-1 0,-1 0 0,1 0 0,-1 1 0,1-1 0,-1 1 0,1-1 0,-1 0 0,0 1 0,1-1 0,-1 1 0,1-1 0,-1 1 0,0-1 0,1 1 0,-1-1 0,0 1 0,0-1 0,0 1 0,1 0 0,-1-1 0,0 1 0,0-1 0,0 1 0,0 0 0,0-1 0,0 1 0,0-1 0,0 1 0,0 1 0,-3 20 0,-1-11 6,0-1 1,-1 0-1,-1 0 1,0 0-1,0 0 1,-1-1-1,0 0 1,0 0 0,-16 13-1,-15 20 35,26-28-20,-31 43 118,40-53-121,1 0 1,-1 0 0,1 0-1,0 0 1,0 0 0,1 1 0,-1-1-1,1 1 1,0 0 0,0-1 0,0 10-1,1-12-7,1 0-1,-1 0 0,1 0 1,0 0-1,-1 0 0,1 0 1,0 0-1,0 0 0,0 0 1,0 0-1,1 0 0,-1-1 1,0 1-1,1-1 0,-1 1 1,1-1-1,0 1 0,-1-1 1,1 0-1,0 0 0,0 0 1,0 0-1,0 0 0,0 0 1,0 0-1,0-1 0,0 1 1,3 0-1,7 1 23,1 0 0,0-1 0,21 0 0,-13-1-59,-10 1-342,1-1 0,-1-1 0,21-3 0,-9-1-6992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7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10880,'0'5'0,"-1"3"0,0-1 0,-1 0 128,-2 8 128,1 2-256,-1 4 0,0 4 256,0 4 0,-1 4-128,2 3 128,-1-1-256,0 4 0,-1 1 0,2-2 0,3-3-1536,0 0 0,0-2-4480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7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14208,'4'8'0,"0"4"0,-2 1 0,-2 5 0,2 2 0,3 3-256,-2 5 128,-2 4-2432,-6-1 0,1 1-2944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7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13696,'-10'6'-22,"2"0"0,-1 0 0,0 1 0,1 0 0,1 1 0,-1 0 0,-9 13 0,-2 8-150,-17 31 1,-12 20-57,34-61 155,8-13 63,1 1 1,0 1-1,0-1 1,0 1-1,1 0 1,0 0-1,-3 10 1,6-16 24,1-1 1,0 1-1,0-1 1,0 1-1,0-1 0,1 1 1,-1-1-1,0 0 1,0 1-1,1-1 1,-1 1-1,1-1 1,0 0-1,-1 1 1,1-1-1,0 0 1,0 0-1,0 1 1,-1-1-1,1 0 1,1 0-1,-1 0 1,0 0-1,0 0 0,0 0 1,0-1-1,1 1 1,-1 0-1,0 0 1,1-1-1,-1 1 1,0-1-1,2 1 1,7 2 137,0 0 1,0-1 0,15 2-1,-20-3-141,14 1-371,0 0 1,0-1-1,-1-1 1,23-3 0,-20 1-7962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8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13696,'0'6'0,"1"1"0,-1 6 0,0 4 0,-2 6 0,-3 5 0,1 3 0,0 0 0,0 4 0,0 1 0,1 1 0,2 2-128,2-2 0,2-1-1152,1-1 128,-1 0-6400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8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7808,'-1'4'0,"-2"1"128,1 1 128,-2 3-128,0 4 128,1 5 384,-1 1 128,-2 1-128,3 0 0,0 1-768,-2-1 128,0 0-7936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8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 10112,'-16'19'67,"-1"0"1,-25 21-1,22-22 24,-30 35 0,48-51-67,0 0 1,1 0-1,-1 0 1,1 0 0,0 1-1,-1-1 1,1 0-1,0 1 1,0-1 0,1 1-1,-1-1 1,1 1 0,-1-1-1,1 1 1,0-1-1,-1 1 1,1 0 0,1-1-1,-1 1 1,0-1-1,1 1 1,-1-1 0,1 1-1,0-1 1,0 1-1,0-1 1,0 0 0,0 1-1,0-1 1,3 3-1,-1-1 46,0-1 0,1 1 0,0-1 0,-1 1 1,1-1-1,1 0 0,-1-1 0,0 1 0,1-1 0,-1 0 0,1 0 0,0 0 0,-1-1 0,10 2 0,1 0 8,1-1 0,-1-1 0,1 0 0,-1-1 0,17-2-1,-23 0-823,0 0 0,0 0-1,0 0 1,0-1 0,15-8-1,-10 4-4479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9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13184,'2'7'0,"0"6"0,0 7 128,-1 7-128,0 1 0,-1 3 0,2 4 0,-2 4 0,-2 3 0,0 2 0,-2 9 0,0 8 0,-1-3 0,-3-1-768,5-9 128,-1-1-7680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1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13696,'4'3'0,"2"5"384,3-2 128,1 0-512,-1-1 0,-1-2-128,-1 5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7040,'0'8'245,"0"-7"-158,0 0 0,0 0 0,0-1 0,0 1 0,0 0-1,0-1 1,0 1 0,0 0 0,0-1 0,0 1 0,-1 0-1,1 0 1,0-1 0,0 1 0,-1-1 0,1 1-1,-1 0 1,1-1 0,0 1 0,-1-1 0,1 1 0,-1-1-1,1 1 1,-1-1 0,1 1 0,-1-1 0,0 1-1,1-1 1,-1 0 0,0 1 0,0-1 0,-1 2-61,-8 6 133,1 1 0,0 0 0,1 0 0,0 1-1,1 0 1,-1 1 0,2 0 0,-9 18 0,14-28-158,1 1 1,0-1-1,0 0 0,0 0 1,0 0-1,0 0 1,0 0-1,0 1 1,0-1-1,0 0 1,0 0-1,1 0 0,-1 0 1,0 0-1,1 0 1,-1 0-1,1 0 1,-1 0-1,1 0 1,0 0-1,-1 0 0,1 0 1,0 0-1,0 0 1,0-1-1,-1 1 1,1 0-1,0 0 1,0-1-1,0 1 1,0-1-1,0 1 0,0-1 1,0 1-1,2-1 1,6 4 15,0 0 1,0-1 0,11 2-1,-10-3-11,2 1 7,0 1 1,0 1 0,-1 0-1,0 0 1,0 1-1,0 1 1,0-1 0,12 12-1,-20-15-8,0-1 1,0 1-1,0 0 0,-1 0 0,1 0 0,-1 0 0,0 1 1,1-1-1,-2 1 0,1 0 0,0-1 0,-1 1 0,1 0 0,-1 0 1,0 0-1,-1 0 0,1 0 0,-1 0 0,1 0 0,-1 0 1,0 0-1,-1 0 0,1 0 0,-1 0 0,1 0 0,-1 0 0,-1 0 1,1 0-1,-3 4 0,0 0-81,0 0 1,-1 0 0,0-1-1,-1 0 1,1 0-1,-1 0 1,-1-1-1,1 0 1,-1 0-1,0 0 1,-1-1-1,-14 8 1,6-4-7285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8 393 2688,'3'3'0,"1"-1"-1536</inkml:trace>
  <inkml:trace contextRef="#ctx0" brushRef="#br0" timeOffset="1">2 59 7552,'0'5'0,"-2"3"0,2-6 0,0-4 128,6-2 128,3-3-256,2 1 0,-1-1 128,5 0 0,3-1 0,-1-1 0,1 0-256,0 2 0,-1-1-5504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3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 9216,'0'0'0,"-5"-2"0,5 5 0,2 1-128,0 6 128,0 6-256,-1 3 0,-1 3-2048,2-3 0,-1 0 384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3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387 204 6784,'-4'-11'803,"0"1"-1,0-1 1,1 0 0,-2-18 0,3 16 113,-1 1 1,0 0-1,-8-20 1,9 27-922,-1 1 1,0 0-1,0 0 1,0 0 0,0 0-1,-1 1 1,0-1 0,1 1-1,-1 0 1,0 0 0,-1 0-1,1 1 1,0 0-1,-1 0 1,0 0 0,1 0-1,-1 0 1,0 1 0,0 0-1,0 0 1,-8 0 0,2 0-14,0 0 0,0 1 0,0 0 0,0 1 1,0 0-1,0 1 0,0 0 0,-18 7 1,18-4-26,0 1 0,1 0 1,-1 1-1,2 0 0,-1 0 1,1 1-1,0 1 0,0-1 1,1 1-1,0 1 0,-12 20 1,19-29 40,0 1 0,0 0 0,0-1 1,0 1-1,0 0 0,0 0 0,1-1 1,-1 1-1,1 0 0,0 0 1,-1 0-1,1 0 0,0 0 0,0 0 1,0 0-1,0-1 0,0 1 0,1 0 1,0 4-1,0-4-5,1 1 1,-1 0-1,1-1 1,0 1-1,-1-1 1,1 1-1,0-1 1,1 0-1,-1 0 1,0 0-1,4 3 1,7 2-22,0 1 0,1-2 0,0 0 1,15 5-1,-18-7 24,21 7-12,-23-9 5,1 1 0,0 1-1,-1-1 1,0 2 0,0-1 0,0 1-1,0 1 1,-1-1 0,12 12 0,-19-16 11,0 0 0,0 0 0,0 0 0,-1 0 0,1 0 0,0 0 0,-1 0 0,1 1 0,-1-1 0,1 0 0,-1 1 0,0-1 0,1 0 0,-1 0 0,0 1 0,0-1 0,0 0 0,0 1 0,0-1 0,0 2 0,-1 0 0,0 0 0,0 0 0,0 0 0,0 0 0,-1 0 0,1 0 0,-1 0 0,-2 3 0,-3 2 0,0 1 0,-1-2 0,0 1 0,-9 6 0,0-1 1,-33 20 1,44-30-7,-1 1 0,0-1 0,0 0 0,0-1 0,-1 1-1,1-1 1,0-1 0,-12 2 0,17-3-26,1 0 0,0 0 0,0-1 1,-1 1-1,1 0 0,0 0 0,0-1 0,0 1 0,0-1 1,-1 1-1,1-1 0,0 0 0,0 1 0,0-1 0,0 0 1,0 0-1,0 1 0,1-1 0,-1 0 0,0 0 0,0 0 1,0 0-1,1 0 0,-1 0 0,1 0 0,-1-1 0,0 0 1,-1-3-536,1-1 1,-1 1-1,1-1 1,-1-8-1,-1-8-5684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4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10880,'1'7'0,"2"4"0,-2 6 0,0-2-7680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10752,'0'0'2197,"4"0"-2005,102-6 190,198-36 0,-190 23-314,-103 17-17,2 0 37,1 0 0,-1 0 0,1 1 0,22 2 0,-13 10-2030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0 11648,'-2'1'62,"1"0"0,-1-1 1,1 1-1,-1 0 0,0-1 0,1 0 1,-1 1-1,0-1 0,1 0 0,-4 0 1,4 0 12,-1 0 0,0 0 0,1 1 1,-1-1-1,1 0 0,-1 0 0,1 1 0,-1-1 1,1 1-1,-1 0 0,1-1 0,-1 1 0,1 0 1,-3 2-1,0 2 90,-1 0 0,1 0 0,0 1 0,1-1 0,-1 1 0,1 0 1,1 0-1,-1 1 0,1-1 0,0 0 0,-2 8 0,0 10-249,-4 42 0,5-8-2474,7 0-4505,0-32 4098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9600,'1'0'156,"-1"1"1,1-1-1,0 1 1,0-1-1,0 1 1,0-1-1,0 1 1,-1-1 0,1 0-1,0 1 1,0-1-1,0 0 1,0 0-1,0 0 1,0 0-1,0 0 1,0 0-1,0 0 1,0 0-1,0 0 1,1 0 0,31-5 262,-22 3-293,126-19 853,-48 6-519,105-4 0,-157 19-412,44 7 1,-38-2-5138,-31-4-1567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7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0 11392,'0'0'0,"-4"6"256,2-1 0,-2 2 128,1 3 128,-1 4 0,-3 1 0,-1 4-128,-3-1 128,0 4-512,1-2 128,-1 1-128,2-2 128,2-2-3584,3-3 0,0-1-1280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10752,'2'4'66,"-1"0"1,-1 0 0,1 0-1,-1 0 1,1 0 0,-1 0-1,-1 7 1,-25 291 3229,12-171-2389,2 0-4854,11-97-3626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7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13184,'-7'5'-21,"-1"0"1,1 0 0,0 0-1,0 1 1,1 0-1,0 1 1,0-1 0,-9 14-1,-36 66-178,48-81 198,-18 35-191,1 1 0,2 1 0,-21 76 0,37-112 96,1 0 1,0 0 0,0 0-1,0 0 1,1 0-1,0 0 1,0 0 0,2 8-1,-2-13 81,1 1 0,-1-1 0,1 0-1,-1 1 1,1-1 0,0 0-1,-1 1 1,1-1 0,0 0 0,0 0-1,0 1 1,0-1 0,0 0 0,0 0-1,1 0 1,-1 0 0,0-1 0,0 1-1,1 0 1,-1 0 0,0-1-1,1 1 1,-1-1 0,1 1 0,-1-1-1,1 0 1,-1 1 0,1-1 0,-1 0-1,1 0 1,-1 0 0,1 0-1,-1 0 1,1-1 0,2 0 0,12-1 159,-1-1 1,1-1-1,-1 0 1,0-2 0,0 1-1,0-2 1,-1 0-1,24-16 1,-35 21 28,-1 1 1,0-1-1,0 0 0,0 0 1,0 0-1,0-1 0,-1 1 1,1 0-1,2-5 0,-4 7-151,0 0 0,0-1 0,0 1 0,0 0 0,0 0-1,0 0 1,0-1 0,0 1 0,0 0 0,0 0 0,0 0 0,0-1 0,0 1-1,0 0 1,0 0 0,0 0 0,0-1 0,0 1 0,0 0 0,0 0 0,0 0-1,-1 0 1,1-1 0,0 1 0,0 0 0,0 0 0,0 0 0,0 0 0,-1 0-1,1 0 1,0-1 0,0 1 0,0 0 0,0 0 0,-1 0 0,1 0 0,0 0-1,0 0 1,0 0 0,-1 0 0,1 0 0,-20 3 377,-91 37-8486,99-34 7214,-10 2-2199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7552,'0'6'0</inkml:trace>
  <inkml:trace contextRef="#ctx0" brushRef="#br0" timeOffset="1">0 65 5760,'0'4'0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8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12672,'-6'23'541,"-15"36"1,7-22-196,-20 57 54,-19 56-173,44-117-237,1-1 0,-7 58 0,15-82-24,-1 0-1,1 0 0,0-1 1,1 1-1,0 0 1,0 0-1,0-1 1,1 1-1,4 11 0,-4-17 12,-1 1-1,1 0 1,-1-1 0,1 1-1,0-1 1,0 0-1,0 1 1,0-1-1,0 0 1,0 0-1,1 0 1,-1-1-1,1 1 1,-1 0 0,1-1-1,0 0 1,0 1-1,-1-1 1,1 0-1,0-1 1,0 1-1,0 0 1,0-1-1,0 0 1,0 0 0,0 0-1,4 0 1,6-1 30,-1-1 0,1 0 0,-1 0 0,0-1 0,0-1 0,0 0 0,-1-1 0,1 0 1,-1-1-1,0 0 0,18-14 0,-26 17 76,0 0 1,0 0-1,-1-1 1,1 1-1,-1-1 1,0 0-1,0 0 1,0 1-1,-1-1 1,1-1-1,-1 1 1,0 0-1,0 0 1,0 0-1,-1-1 1,1 1-1,-1 0 0,0-1 1,-1 1-1,1 0 1,-1 0-1,-1-7 1,2 10-82,-1 0 0,1 0 0,-1 1 0,1-1 0,-1 0 0,0 0 0,1 0 0,-1 1 0,0-1 0,0 0 0,0 1 0,0-1 0,1 0 0,-1 1-1,0-1 1,0 1 0,0 0 0,0-1 0,0 1 0,0 0 0,0-1 0,0 1 0,0 0 0,0 0 0,0 0 0,-2 0 0,-28 2-12,9 3-832,1 0 0,1 2 0,-1 0 0,-25 14 0,39-18 273,-43 20-6556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2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15616,'0'0'0,"-2"-4"128,6 9-128,-3 1 0,-1 4 0,-1 5 0,-3 4-768,-2 7 0,-1 0-9216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34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11 3456,'-8'-5'0,"0"0"-2176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35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7936,'-1'6'173,"2"-1"0,-1 1 0,1-1 0,0 0 0,0 1-1,0-1 1,1 0 0,-1 1 0,5 6 0,2 11 295,47 163-15,-40-143-312,3-2-1,28 52 1,-23-60-116,1-1 1,1-1-1,1-2 1,38 33 0,-42-42-17,1 0 1,1-2-1,0-1 1,1-1-1,1-2 1,31 14-1,-19-13 39,0-2-1,1-1 0,78 12 1,-1-6-48,152 21 0,-159-24-14,-20-1 96,119 1-1,-163-16-33,0-3 0,46-9 0,90-27 134,-89 19-145,-40 9 48,-2-1 0,91-38 1,-8-4 94,82-41-104,-131 53-71,-47 25 26,0-2-1,-1-1 1,60-47 0,-55 33 33,-1-1 0,-2-3 0,51-65 0,-77 88-27,-5 8 12,-1-1 1,0 1 0,-1-1-1,0 0 1,0-1-1,6-15 1,-11 20-1821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36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11648,'1'1'-32,"1"4"-64,-2-5 90,1 0 1,-1 0 0,1 0-1,0 0 1,-1 0 0,1 0-1,-1 0 1,1 0-1,-1 0 1,1 0 0,-1 1-1,1-1 1,0 0 0,-1 0-1,1 1 1,-1-1 0,0 0-1,1 1 1,-1-1 0,1 0-1,-1 1 1,1-1-1,-1 1 1,0-1 0,1 1-1,12 15 96,-11-14-62,153 206 890,-132-180-773,1-1 1,1-1 0,1-1 0,2-1-1,36 25 1,-14-20 219,-47-27-541,1-1 0,0 1 0,0-1 0,0 1-1,1-1 1,-1 0 0,0-1 0,0 1 0,1-1-1,-1 0 1,5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36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0 12032,'-50'57'-92,"34"-37"37,-1-1 1,-27 22-1,-8 7 33,2 1 1,3 3 0,1 1-1,-42 67 1,85-116-263,0 0-1,1 1 1,-1-1-1,1 0 1,-2 7-1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37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14080,'10'-11'-83,"4"-9"-112,-5 1-178,17-31 0,-26 49 367,0 1 0,0 0 0,0-1 0,1 1 0,-1-1 0,0 1 0,0 0 0,0 0 0,1-1 0,-1 1 0,0 0 0,1-1 0,-1 1 0,0 0 0,0 0-1,1-1 1,-1 1 0,0 0 0,1 0 0,-1 0 0,1 0 0,-1-1 0,0 1 0,1 0 0,-1 0 0,1 0 0,-1 0 0,0 0 0,1 0 0,-1 0 0,1 0 0,-1 0 0,1 0 0,9 12-103,2 19 17,-6-8 24,-2 0 0,0 1 0,-1-1 1,-2 43-1,-3-25-61,-14 76 0,12-98 118,-14 37 1,8-85 31,10 28-10,0-1 0,0 1 0,0-1 0,0 1 0,0-1-1,0 1 1,0-1 0,1 1 0,-1 0 0,0-1 0,1 1 0,0-1 0,-1 1 0,1-1 0,0 1 0,-1 0 0,1 0-1,0-1 1,0 1 0,2-2 0,-1 1 4,1 0-1,0 0 1,0 0-1,0 0 1,0 1-1,0 0 0,0-1 1,0 1-1,4-1 1,5-1 41,1 1 0,-1 1-1,26-1 1,15 4 72,-23-1-1131,42-3 1,-46-1-6187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39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10368,'3'3'50,"0"-1"1,0 1 0,0-1-1,0 0 1,1 1 0,-1-2-1,7 4 1,202 115 1995,-112-60-1447,-60-39-456,1-2 0,1-1-1,83 23 1,139 13 332,160 0-247,-315-41-200,205 9-180,-149-13 69,212-9 57,-120-4 31,-191 5-12,206-4-105,-227 0 89,-1-3-1,0-1 1,0-2 0,46-17 0,299-137 15,-354 147 16,-17 8 5,43-20 98,74-45 0,4-7-709,-133 75-3469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39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 11904,'9'-5'241,"-8"4"-192,0 0 0,1 0 0,-1 0 0,0 0 0,0 1 0,1-1 0,-1 0 0,0 1 0,1-1 0,-1 1 0,1-1 0,-1 1 1,1 0-1,-1 0 0,1-1 0,-1 1 0,1 0 0,1 1 0,5 2 121,0 0-1,-1 1 1,1 0-1,-1 1 1,0 0 0,0 0-1,-1 0 1,11 11-1,6 5-52,193 168 593,-49-41-268,-163-144-442,13 11-316,0 0 0,0-2 0,1 0 1,37 18-1,-36-27-7705,-9-3 4821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40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1 16256,'-13'7'-619,"1"1"1,0 0 0,0 1 0,1 1-1,0 0 1,-19 22 0,17-18 1020,-14 19-142,1 1-1,2 1 0,-25 49 1,-12 15 196,26-42-599,15-18-6648,14-25 2845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40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119 177 13568,'-13'-12'41,"2"0"0,0-1 1,-15-24-1,23 32-29,0 1-1,1-1 1,-1 1-1,1-1 1,0 0 0,1 0-1,-1 0 1,1 0-1,0 0 1,1-1 0,-1 1-1,1 0 1,0 0-1,0-1 1,0 1 0,2-7-1,-2 12-9,0-1 0,1 1 0,-1-1 0,0 0 1,1 1-1,-1-1 0,0 1 0,1-1 0,-1 1 0,1-1 0,-1 1 0,0-1 0,1 1 0,-1-1 0,1 1 0,0 0 0,-1-1 0,1 1 0,-1 0 0,1 0 1,0-1-1,-1 1 0,1 0 0,-1 0 0,1 0 0,0 0 0,-1 0 0,1 0 0,0 0 0,-1 0 0,1 0 0,0 0 0,-1 0 0,1 0 0,0 0 0,-1 0 0,1 1 1,-1-1-1,1 0 0,0 0 0,-1 1 0,1-1 0,0 1 0,2 1 5,0-1 1,0 1-1,0 0 0,0 0 1,-1 0-1,1 0 0,3 4 1,-3 0-70,0 0 0,0 0 0,0 1 0,0-1 1,-1 0-1,0 1 0,0 0 0,-1-1 1,0 1-1,0 0 0,-1 8 0,1 10-324,-6 42-1,2-42 340,-1-1 0,-10 30 0,11-43 49,-1 0-1,0 0 1,-1-1 0,0 0-1,0 0 1,-1 0-1,-9 11 1,14-20 19,0 0 1,0 0-1,0 0 0,0 0 1,0 0-1,0-1 0,-1 1 1,1 0-1,0 0 0,0-1 1,-1 1-1,1-1 0,0 1 1,-1-1-1,1 0 0,-1 1 1,1-1-1,-1 0 0,1 0 1,0 0-1,-1 0 0,1 0 1,-1 0-1,1 0 0,0-1 1,-1 1-1,1-1 0,-1 1 1,0-1-1,4 0 54,0-1-1,0 1 1,0 0 0,1 0-1,-1 1 1,0-1 0,1 0-1,-1 1 1,4-1 0,52-1 486,40-2-4024,-66 1-3747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42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21 155 6272,'5'-4'337,"-1"-1"0,1 1 0,-1-1 0,7-9 0,0 1-232,1 1-1,1 0 0,25-18 1,-8 6-32,-26 21-73,-1 0 0,0 0 0,1 0 0,-1 0 0,0 1 0,1 0 0,0-1 0,-1 2 0,1-1 0,7-2 0,-7 1 293,-12 7 32,-19 20-208,-33 24 172,-37 29-3169,85-68-1152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43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5376,'17'-4'2103,"-15"4"-2061,-1-1 0,1 1 0,0-1-1,-1 1 1,1 0 0,0-1 0,-1 1-1,1 0 1,0 0 0,-1 0 0,1 0-1,0 0 1,2 1 0,37 8 883,45 5 0,26 5-322,-31-1-587,519 109 75,-222-38 58,-273-60-143,149 19 0,113-6-31,-147-19 17,532 18 264,-347-56 423,-200 4-462,409-47 17,-368 12 22,-204 38-48,-1-2-1,-1-1 0,0-3 0,-1-1 0,0-1 1,59-36-1,-86 43-135,0-1 0,0-1 0,14-15 0,-16 14-64,1 1 0,1 1 0,21-16 0,-30 24-115,1 0 46,-1 0 0,0 0 1,0 0-1,0-1 0,0 1 1,0-1-1,0 0 0,-1 0 1,1 0-1,-1 0 0,0 0 1,2-4-1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44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7040,'3'-2'341,"0"-1"0,1 1 1,-1 0-1,1 0 0,0 0 1,0 1-1,0-1 0,4 0 1,-5 2-114,0 0 1,0 0-1,0 1 1,-1-1 0,1 1-1,0-1 1,0 1-1,-1 0 1,1 0-1,0 0 1,-1 0-1,1 1 1,2 1 0,103 66 1122,-68-42-1126,0-2 0,87 39 0,88 17-1227,-207-78-313,3 1-5008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44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1 14080,'-18'14'133,"4"-5"-138,-14 17 225,-31 39 1,-11 9 42,43-47 160,-39 46 0,33-23-6453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45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0 178 10752,'7'-12'209,"0"-1"1,0 1-1,2 0 0,-1 1 1,1 0-1,1 0 1,0 1-1,1 0 1,0 0-1,21-13 1,-23 17-135,0 1 0,1 0 1,-1 0-1,1 1 0,0 0 1,1 1-1,-1 0 1,0 0-1,1 1 0,0 1 1,-1 0-1,1 0 0,0 1 1,17 2-1,-26-1-72,1-1-1,-1 1 1,1 0-1,-1 0 1,1 0-1,-1 1 1,0-1-1,1 0 1,-1 1-1,0 0 1,0-1-1,0 1 1,0 0-1,-1 0 1,1 0-1,0 0 1,1 3-1,0 0 7,-1 1 0,0-1 1,0 0-1,0 1 0,0-1 0,-1 1 0,1 9 0,-1 3-3,0 0 1,-2 0-1,0 0 0,-4 19 1,1-18-7,-2 0 0,1 0 0,-2 0 0,-1-1 0,0 0 0,-1-1 0,-1 0 0,-1 0 0,0-1 0,-1 0 0,-1-1 0,-18 18 0,30-32-1,0-1 0,1 1 1,-1 0-1,0 0 0,0-1 1,1 1-1,-1-1 1,0 1-1,0 0 0,0-1 1,0 0-1,0 1 1,0-1-1,0 1 0,0-1 1,0 0-1,0 0 0,0 0 1,0 0-1,0 0 1,0 0-1,0 0 0,0 0 1,0 0-1,0 0 1,0 0-1,0 0 0,-2-2 1,2 1 9,-1 0 0,1 0 1,-1-1-1,1 1 0,0-1 0,0 1 1,-1-1-1,1 1 0,0-1 1,0 0-1,1 0 0,-1 0 1,0 1-1,0-4 0,0 1 36,-1 0-1,1 0 1,1-1 0,-1 1-1,1 0 1,-1-1 0,1 1-1,0-1 1,1 1 0,-1 0-1,1-1 1,0 1 0,3-8-1,-3 10-42,1 1-1,0-1 1,0 1-1,0 0 1,-1-1-1,1 1 1,1 0-1,-1 0 1,0 0-1,0 1 0,0-1 1,0 1-1,1-1 1,-1 1-1,0 0 1,0-1-1,4 1 1,40 4-7,-25 1-99,-1 1 0,0 2 1,0 0-1,0 1 0,-1 0 1,20 15-1,-10-7-610,35 15-1,-40-23-2464,-1 0-2879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57.3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7 666 3584,'0'0'4480,"-1"-2"-4246,0-1-181,0 0 0,0 0 0,0 0 0,0 0 0,1-1 0,-1 1 0,1 0-1,0 0 1,0 0 0,0 0 0,0-1 0,1 1 0,-1 0 0,1 0 0,0 0-1,0 0 1,0 0 0,0 0 0,1 0 0,-1 0 0,1 0 0,3-4-1,5-6 62,0 0-1,1 1 0,16-15 0,-16 17-75,13-14 45,-1 2 185,50-40 0,-26 25-188,-26 21 19,36-23-1,25-13 243,-42 34-127,1 2-1,63-17 0,-12 3-143,-59 17-43,1 2-1,40-7 1,164-13-6,-48-7 171,22-4 169,-168 36-297,-1 2 1,84 3 0,-17 7-51,316 31 100,-388-32-96,1 2 0,-1 1 0,-1 2 1,0 2-1,0 1 0,36 20 1,-27-12 95,1-1 0,56 15 1,-49-17 44,67 30 0,-63-22-96,-35-16-28,-1 0-1,1 2 0,-2 0 0,32 24 1,51 48 93,-91-73-128,-5-6 0,-1 0 0,0 1 0,-1 1 0,1-1 0,-1 1 0,9 12 0,35 58-2198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59.0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77 3968,'0'0'4224,"3"-1"-3798,197-43 2254,-184 41-2458,119-14 601,-95 13-2706,1-1-3414,-20 2 2694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59.4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9856,'4'3'49,"0"1"1,-1-1 0,0 1 0,1-1 0,-1 1-1,-1 0 1,1 0 0,0 1 0,-1-1-1,0 0 1,0 1 0,0 0 0,-1-1-1,0 1 1,0 0 0,1 6 0,0 7 411,-1 1 0,-3 36 0,0-12-109,7 59-386,3-59-4647,-6-32-97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5:59.8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109 1 7936,'-6'31'1001,"-15"43"0,7-25-102,-7 24 263,8-30-1883,1 0-1,-7 65 0,16-83-5784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03.1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6 671 2432,'0'3'666,"0"-3"-522,0 1-1,1-1 1,-1 0 0,0 0-1,0 0 1,0 1-1,0-1 1,0 0-1,0 0 1,0 1 0,0-1-1,0 0 1,0 0-1,0 1 1,0-1-1,0 0 1,0 0-1,0 0 1,0 1 0,-1-1-1,1 0 1,0 0-1,0 0 1,0 1-1,0-1 1,0 0 0,-1 0 286,1 1-286,0-1-1,0 0 1,0 0 0,-1 0-1,1 0 1,0 0-1,0 0 1,0 1-1,-1-1 1,1 0-1,0 0 1,0 0 0,-1 0-1,1 0 1,0 0-1,0 0 1,0 0-1,-1 0 1,1 0-16,13-16 533,41-30-419,3 2 0,117-70 0,-111 83-74,2 3 1,1 2-1,75-18 1,-46 15-75,129-54 34,-132 46-98,2 4 1,1 4 0,161-27-1,302 2 125,-461 49-48,114-1 149,-126 9-197,493 38 650,-545-35-688,0 1 0,0 1 1,-1 2-1,0 1 0,59 30 1,-87-39-22,130 71 65,-111-58-49,-1 1-1,0 0 1,30 31 0,23 24 120,-47-46-138,0 1 0,-2 1 0,23 32 0,-29-31 38,-1 0 1,-1 2-1,-1 0 1,-1 1-1,-2 1 1,14 48 0,-20-52 155,1 0 0,2-1 0,23 45 0,-27-62-3328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03.8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 8576,'2'-3'106,"0"1"1,0 0 0,0 0-1,0 0 1,0 0 0,0 1-1,0-1 1,1 0-1,-1 1 1,1 0 0,-1-1-1,1 1 1,-1 0 0,1 0-1,0 1 1,0-1-1,-1 1 1,1-1 0,0 1-1,4 0 1,10 0 320,0 0-1,24 5 1,1 0-149,151-9 164,-111-2-3401,-66 5-3569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04.2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11392,'1'0'-2,"0"1"2,0-1 1,-1 0-1,1 1 0,0-1 0,0 0 0,-1 1 0,1-1 0,0 1 0,-1 0 0,1-1 0,-1 1 0,1-1 0,0 1 0,-1 0 0,1-1 1,-1 1-1,1 1 0,-1-1 3,-1 0 0,1 0 0,-1-1 0,1 1 0,0 0 0,0 0 0,-1 0 1,1 0-1,0 0 0,0-1 0,0 1 0,0 0 0,0 0 0,0 0 0,0 0 0,0 0 1,1 0-1,-1-1 0,0 1 0,0 0 0,1 1 0,9 24 235,-6-18-139,13 41 747,-6-15-588,1-1 0,2 0-1,30 51 1,-42-81-467,20 30 355,-11-19-4179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04.6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11648,'6'30'23,"-2"0"1,-1-1 0,-1 35 0,-2-41-300,1 0 0,0-1 0,2 1 0,0-1 0,2 0 1,0 0-1,9 23 0,-6-28-5804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05.9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 41 8064,'-2'-3'367,"1"-1"0,0 1 0,0-1-1,0 0 1,1 0 0,-1 1 0,1-1 0,0 0 0,1-4 0,-3 21-47,-3-5-105,-7 12 14,1 0 0,1 1 0,-14 38 0,24-58-226,0 0 0,0 0 1,-1 1-1,1-1 0,0 0 0,1 0 1,-1 0-1,0 1 0,0-1 1,0 0-1,1 0 0,-1 0 1,1 0-1,-1 0 0,1 0 1,-1 0-1,1 0 0,-1 0 1,1 0-1,0 0 0,0 0 1,0 0-1,-1 0 0,1 0 1,0-1-1,0 1 0,0 0 0,0-1 1,0 1-1,0 0 0,0-1 1,1 0-1,-1 1 0,0-1 1,0 0-1,0 1 0,0-1 1,2 0-1,5 2-3,-1-1-1,1 0 1,0 0 0,13-1 0,-21 0 0,34-2 64,34 3 0,-59-1-52,-1 1 1,1 0 0,-1 1 0,1 0 0,-1 0-1,0 1 1,0 0 0,0 0 0,14 9 0,-20-11-8,0 1 1,0-1-1,0 1 1,0 0 0,0 0-1,-1 0 1,1 0-1,0 0 1,-1 0 0,0 1-1,1-1 1,-1 0 0,0 1-1,0-1 1,-1 1-1,1-1 1,0 1 0,-1 2-1,1 0 16,-1-1-1,-1 1 0,1 0 0,-1-1 1,1 1-1,-1-1 0,0 1 0,-1-1 1,-3 8-1,1-3-21,-1 0 0,0-1-1,0 1 1,-1-1 0,-1 0 0,1 0 0,-1-1-1,-14 12 1,1-7-3455,11-8-3370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06.3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144 404 3328,'1'-2'0,"0"-1"-2048</inkml:trace>
  <inkml:trace contextRef="#ctx0" brushRef="#br0" timeOffset="1">0 123 12416,'2'0'-151,"0"-1"1,0 0-1,0 0 1,0 0 0,-1 0-1,1 0 1,0-1 0,-1 1-1,1 0 1,-1-1-1,1 1 1,-1-1 0,2-2-1,13-12 465,2 7-123,0 0 0,0 0 0,0 2 0,1 0 0,0 2 0,31-6 0,31-11-2659,-54 14-3825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09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12 794 4736,'-12'-53'6272,"50"65"-5910,-23-5-333,-11-5-12,1 0 1,-1 0 0,0-1 0,1 1 0,-1-1-1,1 0 1,7 0 0,-8-1 31,0-2 1,-1 1-1,1 0 1,-1-1-1,1 1 0,-1-1 1,0 0-1,0-1 1,0 1-1,0 0 0,0-1 1,0 1-1,0-1 1,-1 0-1,3-4 0,12-10 185,19-14-59,1 1 0,2 2 0,1 2 0,74-37 0,102-27-67,-27 13 40,187-63 257,-237 102-278,165-22 0,-152 32 3,-8-1 110,208-32-139,63 51 59,-84 7 192,-272-1-369,-1 3 0,1 3 0,-1 2 0,69 14 0,1 4-112,57 14 237,-4 8-324,123 35 154,-287-73 114,-1 2 0,0 0 1,0 0-1,0 2 0,-2 0 0,16 13 0,37 23-139,-13-13-9,1-3 0,2-3 0,65 23 0,-94-39 169,0 1 0,-1 1 0,-1 1 0,0 1 0,-1 2 0,26 23 1,-35-31-117,-10-5-2767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10.4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94 25 7296,'20'4'-78,"-34"-4"-2,-37-4 707,47 3-270,0 1 1,1-1-1,-1 0 0,0 0 1,0 0-1,0-1 0,1 1 1,-1-1-1,0 0 0,1 0 1,-4-3-1,7 1 307,8 3-415,7 0-10,256 31 2044,-211-24-2401,48 4-660,-107-10 669,7 2-1807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10.8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13184,'3'1'-24,"0"1"1,-1 0-1,1 0 1,0 0-1,-1 0 1,0 0-1,1 1 1,-1-1-1,3 5 1,1 4 100,0 0-1,-1 1 1,-1-1 0,1 1 0,4 22 0,6 64 105,-15-97-185,2 11 129,0 1 0,0-1 0,5 13-1,-5-20-436,0 0 0,0 0-1,1-1 1,-1 0-1,1 1 1,0-1-1,0 0 1,0 0-1,1 0 1,6 5-1,-1-2-6770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11.1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3968,'0'0'0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11.5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11520,'22'13'-49,"-20"-13"47,-1 0 0,1 1 0,-1 0 0,1-1 1,-1 1-1,1 0 0,-1 0 0,0-1 0,1 1 0,-1 0 0,0 1 0,0-1 0,0 0 0,0 0 0,0 0 0,0 1 0,0-1 0,0 0 0,0 1 0,0-1 0,-1 1 1,1-1-1,-1 1 0,1-1 0,-1 1 0,0 0 0,1-1 0,-1 1 0,0 2 0,4 175 2946,-4-138-3016,6 45 0,1-32-9213,-4-34 7173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0T06:46:17.872"/>
    </inkml:context>
    <inkml:brush xml:id="br0">
      <inkml:brushProperty name="width" value="0.05" units="cm"/>
      <inkml:brushProperty name="height" value="0.05" units="cm"/>
      <inkml:brushProperty name="color" value="#5B2D90"/>
      <inkml:brushProperty name="ignorePressure" value="1"/>
    </inkml:brush>
  </inkml:definitions>
  <inkml:trace contextRef="#ctx0" brushRef="#br0">0 1,'0'0,"0"1,1 2,2 0,0-1,0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26.1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424 27 6912,'7'2'-31,"-8"-1"-48,-15 1-154,-14 2-43,10 7 325,1 0 1,0 1-1,1 1 0,0 1 0,1 1 1,1 0-1,0 1 0,1 1 0,1 0 0,0 1 1,1 0-1,-19 38 0,-46 93 558,65-125-574,1 0 84,-15 47-1,23-59-93,-1 1 6,2 1 0,-1-1 0,2 1 0,0 0 0,0 0 0,2 0 0,0 0 0,3 27 0,0-22 10,1-1-1,1 1 0,1-1 0,0 0 1,18 34-1,-10-26-28,4 11 51,2-1 1,1-1-1,33 40 1,-43-62-49,1-1-1,0 0 1,0-1 0,1 0 0,1-1 0,0 0-1,0-1 1,1-1 0,28 12 0,-13-9 35,0 0 0,1-2 0,35 6 0,-47-13-21,0 0 1,0-1-1,0-1 0,-1 0 1,1-2-1,32-6 1,3-4 166,82-30 0,-117 34-160,0 0 0,0-1 0,-1-1 1,0-1-1,-1-1 0,-1 0 0,23-22 0,-29 25 50,0-1 0,-1 0 0,0 0 0,-1-1 0,0 0 0,-1-1 1,0 0-1,-1 0 0,-1 0 0,1 0 0,-2-1 0,0 0 0,0 0 0,-2 0 0,1-1 0,0-26 0,-4 1 66,-2-1-1,-2 1 0,-2 0 1,-14-49-1,13 61-115,-2 1 1,0 0-1,-21-36 1,-50-70 68,69 113-88,2 6 17,1 0-1,-2 1 1,0 1 0,0 0 0,-1 0-1,-22-15 1,-88-47 156,39 25-65,66 37-38,-1 2 0,0 0 1,-1 0-1,0 2 0,-38-10 0,45 15-89,1 0 1,-1 0-1,0 1 1,0 1 0,0 0-1,0 0 1,0 1-1,1 1 1,-1 0-1,0 0 1,-15 7 0,15-3-100,1 0 1,0 1 0,0 1 0,0 0 0,1 1 0,0-1-1,-16 21 1,9-11-1086,-6 6-6406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26.9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6784,'0'0'0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27.7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595 0 3968,'0'1'33,"1"-1"0,-1 0 1,0 1-1,0-1 0,1 1 1,-1-1-1,0 0 0,0 1 0,0-1 1,0 1-1,1-1 0,-1 1 1,0-1-1,0 0 0,0 1 0,0-1 1,0 1-1,0-1 0,0 1 1,0-1-1,0 1 0,0-1 0,0 0 1,-1 1-1,1-1 0,0 1 0,0-1 1,0 1-1,-1-1 0,1 0 1,0 1-1,0-1 0,-1 0 0,1 1 1,0-1-1,-1 0 0,1 1 1,0-1-1,-1 0 0,1 0 0,0 1 1,-1-1-1,1 0 0,-1 0 1,1 0-1,-1 1 0,1-1 0,0 0 1,-1 0-1,1 0 0,-1 0 1,0 0-1,-36 0 352,2-1 452,17 5-678,0 1-1,0 1 0,0 0 1,1 1-1,0 1 1,-21 13-1,-90 68 578,84-55-298,29-22-271,-1 2 1,2 0-1,0 1 0,0 1 1,2 0-1,0 0 1,1 1-1,0 1 0,1 0 1,1 0-1,-11 34 0,10-19-91,1 0 0,2 1 0,1-1-1,2 1 1,1 0 0,2 43 0,8 38 84,-5-95-136,1 1 0,2-1 0,10 32 0,-9-37-19,2 1 1,0-1 0,0 0 0,2 0 0,0-1 0,0-1-1,1 0 1,1 0 0,0-1 0,24 18 0,-19-17 1,1-2 0,1 0 0,0 0 0,0-2 0,1 0 0,0-2 0,0 0 1,26 5-1,-15-6-37,0-1 0,-1-1 0,1-2 0,55-2 0,-70-2 42,-1 0 1,0-1-1,0-1 1,0 0-1,-1-1 1,1 0-1,-1-1 1,0-1-1,-1 0 1,1-1-1,21-17 1,28-32 104,91-107 0,-137 145-74,-3 2 7,0-1 0,-1 0 1,-1-1-1,-1 0 0,0-1 0,-2-1 0,0 1 1,-1-1-1,-2-1 0,0 1 0,-1-1 0,-1 0 0,-1-1 1,-1 1-1,-1 0 0,-3-39 0,-3 16-23,-1-1 1,-14-45-1,14 69-14,-1 1-1,-1 0 1,-2 0 0,1 1-1,-2 0 1,-16-22 0,22 35 8,-1 0-1,0 1 1,0-1-1,0 1 1,-1 0 0,0 1-1,-1 0 1,1 0 0,-1 0-1,0 1 1,-10-4-1,5 3 10,0 1 0,0 1 0,0 0-1,0 1 1,0 1 0,-25-1-1,6 4-705,-1 2-1,1 1 0,0 1 0,0 2 0,-35 13 1,17-4-2268,5 0-1024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29.0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5760,'-2'5'0,"1"1"-3840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30.8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1 6656,'-6'20'511,"-1"7"364,5 31-389,-6 88 991,5-105-1186,4 71 1,1-48 213,5 52-292,28 149 1,-29-230-214,2 0 0,1-1 0,2-1 0,23 51 0,12 29 172,-20-45-88,3 23 42,-23-69-67,0 0 0,2 0 0,16 32 0,111 164 69,-114-190-123,1-1-1,2-1 0,0-1 0,30 22 1,-7-13-35,1-2 1,1-3 0,61 28 0,68 40 146,39 34-373,-198-122 256,0 0 0,0-2 0,1 0 0,0-1 0,0-1 0,1-1 0,-1-1 0,1 0 0,0-2 0,-1 0 0,31-4 0,492-7-211,-347 12 166,100-19-10,-121 3 3,-140 11 102,0-2-1,-1-1 1,61-20 0,95-46 356,-113 41-243,-25 10-104,-1-2-1,-1-2 1,81-56 0,-124 75-39,0 0 0,-1 0 1,0-1-1,0 0 0,0 0 1,-1-1-1,0 1 1,-1-1-1,0 0 0,4-10 1,-2 2 36,-1 0 1,0 0-1,-1-1 1,3-22 0,-2-167 923,-5 136-704,-15-144-152,0 42 177,2-39 346,-3-75-37,17 173-529,-3-153 219,6 209-111,-3 45-143,1 0 1,-2 0-1,0 1 1,-2-21-1,-1 23-2607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32.4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8320,'6'-4'222,"0"1"1,0 0 0,0 0 0,0 0-1,0 1 1,1 0 0,-1 0-1,1 1 1,0-1 0,0 2 0,-1-1-1,1 1 1,8 0 0,14 2 743,50 10 0,-56-8-1024,-2 0 11,34 5-3085,-43-8-3545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32.8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0 11520,'-8'7'92,"8"-7"-41,-1 1 0,1-1 0,0 0 0,-1 1 0,1-1 0,0 0 0,-1 1 0,1-1 0,0 1 0,0-1 0,-1 0 1,1 1-1,0-1 0,0 1 0,0-1 0,0 0 0,0 1 0,-1-1 0,1 1 0,0-1 0,0 1 0,0-1 0,0 1 0,1 0 0,-2 0-118,0 33 490,1 0 0,1-1 1,7 37-1,-2-21-452,-4-18-241,7 47-385,5-28-3604,-10-38-1714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33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9344,'1'0'63,"-1"0"0,1 1 0,0-1 0,0 0 0,-1 1 0,1-1 0,-1 1 0,1-1 0,-1 1 0,1 0 0,0-1 0,-1 1 0,0 0 1,1-1-1,-1 1 0,1 0 0,-1-1 0,0 1 0,0 0 0,1 0 0,-1-1 0,0 1 0,0 0 0,0 0 0,0 0 0,0-1 0,0 1 0,0 0 0,0 1 0,0 32 2684,0-25-2393,2 270 926,-2-273-1445,3 32-5737,-3-36 5495,0 0-1,1 0 0,0 0 1,-1 1-1,1-1 0,0 0 1,0 0-1,0 0 0,0 0 1,0-1-1,1 1 0,-1 0 1,1 0-1,2 2 1,4 2-724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36.6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3584,'0'0'3200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37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3584,'0'0'0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46:42.3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418 9 4480,'-1'-1'226,"-1"0"0,0 0-1,0 0 1,0 0 0,0 0 0,0 1 0,0-1-1,0 1 1,0-1 0,0 1 0,0 0 0,0 0 0,0 0-1,0 0 1,0 0 0,0 0 0,-2 1 0,-36 9 594,4 5 49,-53 30-1,75-36-826,1-1-1,1 2 0,0 0 1,0 0-1,1 1 0,-19 22 1,7-1 26,-24 40 1,41-60-68,0-1 1,1 1-1,0 0 1,1 0-1,0 0 1,1 1-1,-2 22 1,5-35-1,-3 24 72,2 0 0,3 36 0,-1-53-41,0 0 0,0 0 1,1 0-1,0 0 0,0-1 1,1 1-1,-1 0 0,2-1 1,-1 0-1,1 0 0,0 0 1,9 11-1,-9-11-40,1-1 1,1 0 0,-1-1-1,1 1 1,-1-1-1,1 0 1,0 0-1,1-1 1,-1 1-1,1-1 1,-1-1-1,1 1 1,0-1-1,0-1 1,0 1-1,0-1 1,0 0 0,0-1-1,15 0 1,-15-1 12,1 0 1,-1 0 0,1 0 0,-1-1 0,0 0 0,0-1-1,1 1 1,-1-1 0,-1-1 0,9-4 0,-10 4-2,-1 1 0,0-1 0,0 0 1,0 0-1,0 0 0,0-1 0,-1 1 1,0-1-1,0 0 0,0 0 1,-1 0-1,0 0 0,1 0 0,1-9 1,-1 3 49,-1 0 1,0 0 0,0 0 0,-1 0 0,0-1 0,-2-14 0,1 23-46,0 1 1,0 0 0,-1 0 0,1-1 0,-1 1 0,1 0 0,-1 0-1,0 0 1,0 0 0,0 0 0,0 0 0,0 0 0,-1 0-1,1 0 1,0 0 0,-1 0 0,1 1 0,-1-1 0,0 1 0,0-1-1,1 1 1,-1 0 0,0-1 0,0 1 0,0 0 0,0 0-1,-1 1 1,1-1 0,0 0 0,0 1 0,0-1 0,-1 1 0,1 0-1,0 0 1,-1-1 0,1 2 0,0-1 0,-4 0 0,-2 1-5,-1 1 0,1-1 0,-1 1 0,1 0 0,0 1 0,0 0 0,0 1 0,0-1 0,0 1 1,-13 10-1,4 0-53,0 2 0,-26 29 0,20-20-99,-2 0-3330,11-12-2411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0T06:46:54.327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1 0,'0'0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0T06:51:08.869"/>
    </inkml:context>
    <inkml:brush xml:id="br0">
      <inkml:brushProperty name="width" value="0.05" units="cm"/>
      <inkml:brushProperty name="height" value="0.05" units="cm"/>
      <inkml:brushProperty name="color" value="#00A0D7"/>
      <inkml:brushProperty name="ignorePressure" value="1"/>
    </inkml:brush>
  </inkml:definitions>
  <inkml:trace contextRef="#ctx0" brushRef="#br0">0 1,'0'0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51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7296,'0'0'0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51:23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1 133 5248,'0'0'0</inkml:trace>
  <inkml:trace contextRef="#ctx0" brushRef="#br0" timeOffset="1">69 1 4992,'0'0'0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51:24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461 104 6528,'8'-18'1119,"-7"16"-1059,1 1 0,-1-1 0,0 0 0,-1 0-1,1 1 1,0-1 0,0 0 0,-1 0 0,1 0 0,-1 0-1,0 0 1,1 0 0,-1 0 0,0 0 0,0 0 0,0 0-1,-1 0 1,1 0 0,0 0 0,-1 0 0,1 0-1,-1 0 1,0 0 0,0 0 0,0 1 0,0-1 0,-1-2-1,0 1-52,1 1-1,-1 0 0,0 0 1,0 0-1,0 0 0,1 1 1,-2-1-1,1 0 0,0 1 1,0-1-1,0 1 0,-1 0 1,1 0-1,-1 0 0,-3-1 1,0 1 19,0 0 0,1 0-1,-1 0 1,0 1 0,0 0 0,-10 1 0,0 2 24,0 1 0,1 0 0,-1 0 1,-15 8-1,8-1-50,0 0 0,0 2 0,2 0 0,0 2 0,0 0 0,1 1 0,-26 28 0,38-36 0,1 1 0,1-1 0,-1 2 0,1-1 0,1 1 0,-1 0 0,-5 16 0,1 4 0,-7 42 0,14-61 0,2 0 0,0 0 0,0 1 0,1-1 0,0 0 0,1 0 0,2 14 0,2-5 0,0 1 0,16 36 0,-18-51 0,0 0 0,0 0 0,1 0 0,0 0 0,0-1 0,1 1 0,-1-1 0,1 0 0,0 0 0,0-1 0,1 0 0,-1 0 0,1 0 0,0 0 0,0-1 0,1 0 0,-1 0 0,1-1 0,-1 0 0,1 0 0,0 0 0,13 0 0,-10-1 0,0 0 0,1-1 0,-1 0 0,1-1 0,-1 0 0,0-1 0,0 0 0,0-1 0,0 0 0,0 0 0,0-1 0,-1 0 0,1-1 0,15-10 0,-11 3-5,-1 0 1,0 0-1,0-1 1,-1 0 0,-1-1-1,-1-1 1,13-21-1,52-120-58,-11 18 34,-52 116 29,1 1 0,1 1 0,1 0 0,1 0 0,31-29 0,-46 48-3,0 0 1,0 0 0,0 0 0,1 0-1,-1 0 1,0 0 0,0 0-1,0 0 1,1 0 0,-1 1 0,1-1-1,-1 1 1,0-1 0,1 1-1,-1-1 1,1 1 0,-1 0 0,1 0-1,-1 0 1,1 0 0,-1 0-1,1 0 1,-1 0 0,1 0 0,-1 0-1,0 1 1,3 0 0,-2 1-3,0 0 1,0 0 0,0 0 0,0 0-1,0 0 1,0 1 0,-1-1 0,1 1-1,-1-1 1,1 1 0,-1 0 0,0-1-1,0 1 1,1 5 0,8 31 4,-1 1 0,-2 0 0,2 51 0,-4 129 0,-5-179 0,-12 486 0,10-475 1,-2-1 1,-17 76-1,15-100 38,-2 0 0,-1-1 0,-1 0 0,-1 0 0,-2-1 0,-21 33 0,16-32 86,-1 0 0,-2-1 1,0-1-1,-2-2 0,0 0 0,-49 35 0,54-46-498,0 0-1,0-1 1,-1-1-1,0-1 1,-1 0 0,0-2-1,0 0 1,0-1-1,-1-1 1,1-1-1,-35 0 1,-7-7-2891,1-1 2304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51:2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2060 15 6912,'-9'0'33,"1"-1"1,0 0-1,-12-4 0,-23-2 111,13 7-139,-1 1-1,1 1 1,0 1 0,0 2-1,0 1 1,1 2-1,-46 17 1,7 3 61,2 3 0,-66 43 0,14 0 164,4 5 1,4 5-1,4 5 0,-173 186 1,211-193-197,3 2 1,4 3 0,-78 148-1,61-76 4,-76 225-1,125-295-435,4 1 0,-20 139-1,16-29-4635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6:51:2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2677 6912,'49'44'0,"36"24"-1408,10 7 128,2 0-1152</inkml:trace>
  <inkml:trace contextRef="#ctx0" brushRef="#br0" timeOffset="1">837 3102 7040,'73'-8'-78,"0"-4"-1,121-37 1,-76 6 99,-3-4 1,-2-6-1,-2-4 0,-3-5 1,122-93-1,-44 15 516,268-262 0,-367 313 37,-4-4 1,-5-4 0,-4-3-1,108-193 1,-156 242-367,-2 0 1,-3-2 0,23-86-1,-35 101-104,-2 0-1,-2 0 0,-1 0 0,-2-1 1,-2 0-1,-5-43 0,1 46-85,-3 1 0,-1-1 0,-1 1 0,-2 1 0,-1 0 0,-2 0 0,-2 2-1,0 0 1,-3 0 0,-30-40 0,24 41-1,-1 1-1,-1 2 1,-2 1-1,-1 1 1,0 1-1,-2 2 1,-1 1 0,-1 2-1,-52-24 1,38 24-32,-2 2 1,0 2 0,-101-18-1,79 24-97,-1 4-1,-94 3 1,12 13-724,1 8 1,-158 38-1,20 5-5606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1:56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8064,'0'0'2816,"1"9"-2560,-1 38 176,-11 82 0,1-35-16,-86 836 1056,90-888-1449,-54 498-4,59-537-32,0 21-258,3 47 1,-2-70 156,-1 0 1,1 0-1,1-1 1,-1 1-1,0 0 1,0 0-1,0 0 1,0-1-1,0 1 1,1 0 0,-1-1-1,0 1 1,1 0-1,-1-1 1,0 1-1,1 0 1,-1-1-1,1 1 1,-1 0-1,1-1 1,-1 1 0,1-1-1,0 1 1,-1-1-1,1 0 1,0 1-1,-1-1 1,1 1-1,0-1 1,-1 0-1,1 0 1,0 1 0,0-1-1,-1 0 1,1 0-1,0 0 1,0 0-1,-1 0 1,1 0-1,0 0 1,0 0-1,1-1 1,1 1-363,19 0-4345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1:5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 9856,'-7'14'0,"-1"1"0,0-1 0,-19 24 0,2-2 0,-259 445 21,259-431 2,2 1 1,3 1-1,2 1 1,2 0-1,3 1 1,1 1-1,4 0 1,1 0-1,3 93 1,4-139-24,0 0 0,1 0 0,1 0 0,0 0 0,0-1 0,0 1 0,1-1 0,5 10 0,-7-16 0,0 1 0,1-1 0,0 1 0,-1-1 0,1 0 0,0 0 0,0 0 0,0 0 0,0 0 0,1-1 0,-1 1 0,0 0 0,1-1 0,-1 0 0,1 0 0,0 0 0,-1 0 0,1 0 0,0 0 0,-1 0 0,1-1 0,0 0 0,0 1 0,0-1 0,-1 0 0,5-1 0,10-2 0,-1-1 0,0-1 0,0-1 0,0 0 0,-1-1 0,0 0 0,17-12 0,-32 18 0,72-42 32,-3-3 1,-2-4 0,67-62 0,169-195 604,-253 252-429,-2-2 1,62-99 0,-94 130-151,-1-1 1,-2-1-1,0 0 1,-2-1-1,-1 0 0,-2-1 1,0 0-1,5-57 1,-12 80-6,0 0 0,-1 0-1,0 0 1,-1 0 0,1 0 0,-1 0 0,-3-10 0,2 14-36,1 0 0,-1 0-1,1 1 1,-1-1 0,0 0 0,0 1 0,0-1-1,-1 1 1,1 0 0,0 0 0,-1 0-1,0 0 1,1 0 0,-1 0 0,0 1-1,0-1 1,-4-1 0,-10-3-2,-1 0-1,1 2 1,-1 0 0,0 0 0,0 2-1,-1 0 1,-18 1 0,-5 2-26,0 2 0,-43 9 0,-111 33-2291,168-38 1490,-85 23-5460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1:5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3879 1 11904,'0'1'0,"0"0"0,0 1 1,0-1-1,0 0 1,-1 1-1,1-1 0,0 0 1,-1 1-1,1-1 1,-1 0-1,1 1 0,-1-1 1,0 0-1,1 0 1,-1 0-1,0 0 0,0 1 1,0-1-1,0 0 0,0-1 1,0 1-1,0 0 1,0 0-1,0 0 0,-2 0 1,-3 1-6,1 1 0,-1-2-1,0 1 1,-11 1 0,3 0-22,-656 158-738,498-106 539,-304 141 1,-55 88 202,28 53 131,295-172-44,8 9 0,7 9 0,-175 217 0,311-330-38,3 2 0,3 2-1,3 2 1,-55 120-1,67-110-11,4 2 0,-25 106-1,41-121-99,4 0 0,2 0 1,0 100-1,11-121-4,2 0 0,2 0 0,2-1 0,3 1 1,23 70-1,-19-84 22,1 0-1,2 0 1,2-2 0,1 0 0,2-2 0,1 0 0,43 48 0,-30-46 72,1-2 1,1-1 0,2-3-1,1-1 1,1-1 0,1-3-1,2-2 1,0-1 0,59 18-1,-23-14 38,1-4 0,0-3 0,2-4 0,144 7 0,-90-19 65,-1-7 0,238-37 0,265-103 425,-245 28-255,703-309 1,-582 174-82,-347 167-94,-2-1 272,269-182-1,-69-17 384,-256 186-442,109-123 0,-163 154-202,-2-2 1,-4-2-1,-3-3 1,52-105-1,-74 124-29,-2-2-1,-2 0 1,-4-2-1,-1 0 1,-3-1-1,11-120 1,-23 147-49,-2 1 1,-1-1-1,-1 1 1,-2-1-1,-2 1 1,0 0-1,-2 1 1,-2 0 0,-1 0-1,-1 1 1,-1 0-1,-2 1 1,-1 1-1,-1 0 1,-1 1-1,-2 1 1,-43-45 0,28 39-35,-2 1 1,-1 2 0,-1 2 0,-66-34 0,44 31 4,-1 3-1,-111-32 1,62 33-7,-1 4 0,0 4-1,-177-3 1,110 22-58,0 7 0,0 8 0,-321 71 0,186-5-634,-376 152 1,406-116-700,5 13 0,5 11 0,-358 251 0,128-29-1126,-1 10-852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20T07:04:48.19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15,'0'0,"0"-2,0-2,0 1,0 1,0 0,0 1,0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4:55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76 389 3200,'0'0'1557,"0"8"-1343,-2 34 116,-1 0 1,-3 0-1,-11 43 1,9-42 76,-5 61 0,2-1 144,6-76-465,2-12 34,0 0 0,1 1 0,1-1 0,0 0 0,1 1 0,0-1 0,6 29 0,3-1 163,4 62 1,5 28-62,-14-116-186,11 49 138,5 67 0,-18-116-156,0 0 0,1-1 0,1 0 0,1 0 0,0 0 0,1 0 0,0-1 0,2 0 0,0 0 1,0 0-1,1-2 0,15 18 0,-17-24-18,0-1 0,0 0 0,1 0 0,0-1 0,0 0 0,13 5 0,13 10 0,27 16 0,74 33 0,-104-56 0,2-2 0,53 12 0,11 3 0,75 15 0,0 1 0,-86-10 0,92 49 0,-73-32 0,-26-8 0,-53-26 0,0-1 0,1-2 0,32 10 0,30 4 30,2-4-1,1-3 1,1-5 0,107 2 0,137-23 167,-269 0-142,-1-2 1,128-35-1,178-57-55,-165 48 0,8-17 62,8-3 4,-158 56 19,-1-2 0,114-51 1,164-94-86,-282 133 0,-1-4 0,88-66 0,-129 85 31,-1-1 1,0 0 0,-2-2 0,22-29 0,50-88 193,-71 107-204,74-140 363,-63 116-263,-3-1 0,29-86 0,-39 92-117,10-67 1,2-7 114,-7 32-119,-13 54 64,22-67 0,-25 93 18,-1-1 0,3-19 0,4-14 290,-9 34-305,-1 8-54,0 1-1,0-1 1,0 1 0,0-1-1,1 0 1,-1 1-1,0-1 1,1 1 0,-1-1-1,1 1 1,-1 0-1,1-1 1,0 1 0,1-3-1,-1 4-11,-1-1 0,1 1 0,0-1 0,-1 1 0,1-1 1,0 1-1,0-1 0,0 1 0,-1 0 0,1 0 0,0-1 0,0 1 0,0 0 0,0 0 0,-1 0 0,1 0 0,0 0 0,1 0 0,1 0 1,1 2-2,-2 1 0,-1 1 0,1-1 0,0 1 0,0-1 0,0 1 0,0-1 0,1 0 0,-1 0 0,1 0 0,0 0 0,0-1 0,4 4 0,17 17 0,-8 2 0,26 47 0,-31-51 0,2-1 0,26 32 0,-23-32 0,-1 1 0,14 24 0,-2 1 0,2-2 0,1-1 0,3-1 0,64 64 0,-77-89 2,1 0 0,0-1 0,41 22 0,29 21 139,-46-25-45,106 78 21,-105-76-110,-2 1-1,-1 3 1,40 47-1,46 44-10,-93-101 8,2 0 0,1-3 0,2-2 1,60 30-1,-45-32 42,86 25 1,-61-22-33,25 8-14,135 24 0,-11-7 0,-56-12 0,-83-18 0,66 11 0,-27-14 64,2-6 0,-1-6 0,201-17 0,-289 7-64,1-2 0,-1-2 0,0-1 0,-1-3 0,57-23 0,332-160 0,-399 181 16,-1-2 1,0-1-1,-2-2 1,0-1 0,-1-1-1,-1-1 1,-1-2-1,45-52 1,34-52 99,56-72-125,-114 132 87,-30 40-19,2 2 0,30-33 1,-19 27-58,-2-2 1,0-1 0,-3-1-1,-1-1 1,-1-1 0,-3-1-1,18-45 1,-37 81 3,76-213 244,-67 189-187,1 0-1,1 0 1,1 1 0,2 1 0,21-29 0,19-36 200,-48 79-227,-5 8-28,-1 0 0,1 0-1,-1 1 1,0-1 0,1 0 0,-1 0 0,-1 0 0,2-4 0,-2 7-8,0-1 0,0 1 0,0 0 0,0 0 0,0 0 0,0-1 0,0 1 0,0 0 0,0 0 0,0-1 0,0 1 0,0 0 0,0 0 0,0 0 0,0-1 0,1 1 0,-1 0 0,0 0 0,0 0 0,0 0 0,0-1 0,0 1 0,0 0 0,1 0 0,-1 0 0,0 0 0,0 0 0,0 0 0,1-1 0,-1 1 0,0 0 0,0 0 0,0 0 0,1 0 0,-1 0 0,0 0 0,0 0 0,11-6 0,-10 1 0,-2 1 0,6 5 0,-1 2 0,-1 0 0,0 0 0,0 1 0,0-1 0,3 7 0,-3-6 0,-1 0 0,1 0 0,0 0 0,1-1 0,-1 1 0,7 5 0,22 15 0,44 44 0,-55-45 0,-1 1 0,-1 1 0,31 53 0,-31-47 0,1 0 0,39 44 0,4-13 0,10 9 0,-58-55 18,1-1 0,1 0 0,0-1 1,1 0-1,0-2 0,37 19 1,182 98 237,-179-100-203,121 42 0,-20-16-3,-3 8 0,294 164 0,-394-197-20,105 41 1,68 6 60,-111-39-115,-60-19 28,1-3 0,0-2 0,1-4 1,82 6-1,242-16 209,-319-7-188,-1-2 0,-1-3 0,0-2 0,0-4 0,96-40-1,-106 36-2,-2-4-1,0-1 0,-1-2 1,57-46-1,-64 42-35,140-115-48,-155 123 56,-2-2 0,0-1 0,-2-1 0,25-40-1,-9 5 7,58-125 0,-68 117-19,61-150-90,-72 173 109,34-107 0,-47 141-22,0 0-1,1 0 0,0 0 0,16-22 0,-9 14 9,-12 18 14,-2 1 0,4 3 0,2 0 0,2-4 0,-7 4 0,0 0 0,0 0 0,0 1 0,0-1 0,0 0 0,0 0 0,0 1 0,1-1 0,-1 0 0,0 1 0,0-1 0,0 1 0,1 0 0,-1-1 0,0 1 0,0 0 0,1 0 0,-1 0 0,0 0 0,1 0 0,-1 0 0,0 0 0,1 0 0,-1 1 0,0-1-1,0 0 1,1 1 0,-1-1 0,0 1 0,2 0 0,5 2-20,14 4 6,0 1 1,0 0-1,-1 2 0,-1 0 1,38 27-1,38 17-10,-13-11 49,-1 4 1,-3 3-1,-1 4 1,118 107-1,-112-84-13,43 38 31,-94-88-17,72 46 0,-54-46-13,101 39 1,59 2-19,16-17 1,-104-26 29,-23-5 65,1-4 1,0-4 0,103-2-1,-136-9-90,88-3 0,-136 1 0,0-2 0,0 0 0,0-2 0,-1 0 0,32-13 0,17-12 0,-2-3 0,-1-3 0,98-72 0,41-84-77,-52 45 26,-132 129 53,65-57 61,101-69 0,-132 109-63,-2-2 0,84-78 0,-48 12 0,-23 22 0,-55 69 0,-6 6 0,2 0 0,-1 0 0,12-9 0,-17 14-2,1 1-1,-1 0 0,0 0 1,0 0-1,1 0 0,-1-1 1,0 1-1,0 0 0,0 0 1,1 0-1,-1-1 0,0 1 1,0 0-1,0 0 0,0-1 1,0 1-1,1 0 0,-1 0 1,0-1-1,0 1 0,0 0 1,0 0-1,0-1 0,0 1 1,0 0-1,0 0 0,0-1 1,0 1-1,0 0 0,0-1 1,0 1-1,0 0 0,0 0 1,0-1-1,0 1 0,0 0 1,-1 0-1,1-1 0,0 1 1,0 0-1,0 0 0,0-1 1,0 1-1,-1 0 1,1 0-1,0 0 0,-1-1 0,1 0-125,9 1-1700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07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1633 5120,'0'0'-128,"3"-10"149,8-24 193,1 2-1,1 0 0,22-37 0,1 19 64,2 1-1,78-77 1,-7 9-61,-79 82-88,2 1 0,1 1 0,1 2 0,2 2 0,1 1 0,80-45 0,33 5 165,-45 23-181,56-23 52,2 7-1,294-68 1,116 22-143,-337 65 40,68-7-15,-154 41 28,237 19 1,-329-5 48,86 21 0,55 27 363,-9-2-237,72 30 50,-217-63-271,-2 2-1,0 3 1,53 37 0,-31-19 74,-3 1 101,83 75-1,-104-83-95,-16-11-61,-2 2-1,0 0 1,-1 2-1,28 49 0,18 22 134,-39-64-115,63 60 0,-71-72-64,-1 1 0,-1 0 0,-1 2 0,28 51 0,-24-37 0,32 40 0,-37-55 0,-1 0 0,13 29 0,-15-26 0,26 37 0,-28-48 0,2 3 0,0 0 0,2-2 0,0 1 0,23 19 0,-40-41 10,-1 1 0,1 0 0,0-1 0,0 1 0,0-1 0,1 1 0,-1-1 0,0 0 0,1 1 1,0-1-1,0 1 0,0-1 0,0 0 0,0 1 0,1-5 0,6-53 201,-5 49-199,4-24-12,1 0 0,2 1 0,1 0 0,2 0 0,1 1 0,1 0 0,33-52 0,-28 55 0,1 1 0,2 1 0,1 0 0,1 2 0,1 1 0,1 1 0,55-39 0,171-127 0,239-166 0,-424 317 0,104-44 0,-98 51 0,91-55 0,-119 57 0,6-3 0,62-31 0,172-48 0,8 25 0,-220 71 0,1 4 0,116-6 0,2 1 0,196-17 0,-120 36 0,141 10 0,-307-6 0,-60-2 0,-2 2 0,1 2 0,77 25 0,-91-25 0,16 5 0,49 22 0,-78-28 0,-1-1 0,-1 2 0,1 0 0,-1 0 0,0 1 0,-1 0 0,18 20 0,65 91 0,-43-54 0,-32-45 52,0-1-1,41 33 1,14 13 49,-58-47-85,-1 1 1,-1 1 0,-1 0 0,14 30 0,13 21 27,25 35 62,-62-101-103,0 1-1,0-1 0,0 1 1,-1 0-1,0-1 0,0 1 1,-1 0-1,2 11 1,4 20-3,13 19-22,-14-42 4,0 0 1,-2 1-1,1 0 0,-2 0 0,3 21 1,-5-27 23,1-1 1,1 0-1,0 0 1,0-1-1,0 1 1,1 0-1,1-1 1,-1 0-1,1 0 1,9 9 0,7 16 70,-15-24-65,0 0 0,1 0 0,0 0-1,1-1 1,0 0 0,0 0 0,1-1 0,16 11 0,-24-18-10,0 1 0,0 0 1,0 0-1,0 0 0,0 0 1,-1 1-1,1-1 0,0 0 1,0 0-1,-1 0 0,1 1 1,-1-1-1,1 0 0,-1 0 1,0 1-1,1-1 0,-1 1 1,0-1-1,0 0 0,0 1 1,0-1-1,0 0 0,0 1 1,0-1-1,-1 2 0,-1 6 27,0-1 0,-1 1-1,-5 9 1,-3 11 30,10-22-55,0 1-1,0-1 0,0 0 1,1 0-1,0 1 0,0-1 1,3 14-1,-2-17-3,0 0-1,0-1 1,0 1 0,0 0-1,0-1 1,1 1 0,-1-1-1,1 0 1,0 1 0,0-1-1,1 0 1,-1 0 0,1 0 0,-1 0-1,1-1 1,5 5 0,-7-6 10,1-1 0,-1 1 0,0 0 0,0 0 1,-1 0-1,1 0 0,0 0 0,0 1 0,0-1 1,-1 0-1,1 0 0,-1 0 0,1 1 0,-1-1 1,1 0-1,-1 1 0,0-1 0,1 0 0,-1 1 1,0 0-1,0 0 2,0 0 0,1 0 0,-1-1 0,0 1 0,1 0 1,0-1-1,-1 1 0,1 0 0,0-1 0,0 1 0,0-1 0,0 1 0,1 1 1,-2-2-14,1-1 0,-1 1 1,1 0-1,-1 0 0,1 0 0,-1 0 1,0 0-1,1 0 0,-1 0 1,0 0-1,0 0 0,0 0 1,0 0-1,0 0 0,0 0 1,0 0-1,0 0 0,0 0 1,-1 0-1,1 0 0,0 0 0,0 0 1,-1 0-1,1 0 0,-1 0 1,1-1-1,-1 1 0,1 0 1,-1 0-1,-1 1 0,16 21-105,-10-11 106,-1-7 0,6-5-38,-6-2-31,-3 2 68,1-1 0,0 1 0,-1 0 0,1 0 0,0 0 0,-1 0 0,1 0 0,0 0 0,-1 0 0,1 0 0,0 1 0,-1-1 1,1 0-1,0 0 0,-1 0 0,1 1 0,-1-1 0,1 0 0,0 1 0,-1-1 0,1 1 0,-1-1 0,1 1 0,14 16 7,-1 2-117,-12-18 110,-1 0 1,1 0-1,-1 0 1,1 0-1,-1 0 1,1 0-1,0 0 1,-1 0-1,1-1 1,0 1-1,0-1 0,0 1 1,0-1-1,-1 1 1,1-1-1,0 0 1,0 0-1,0 0 1,0 0-1,0-1 1,0 1-1,0 0 0,-1-1 1,1 1-1,0-1 1,3-1-1,0-1-2,1 0-1,-1 0 1,0-1-1,0 1 1,0-1-1,0 0 1,4-5-1,9-12-78,-2-1-1,20-32 0,2-5-10,-1 10-18,2 2 0,2 1 0,2 3 0,91-72 0,-29 35 69,165-93-1,176-99-106,-431 262 149,66-38-92,2 3 1,1 3-1,2 5 1,2 3 0,1 4-1,123-24 1,302-47 197,-452 88-104,42-9 82,171-15 1,-217 34 11,128-9-213,-163 11 115,-1 0 0,0 1 0,1 1 1,24 5-1,89 24 95,-87-19 57,-20-2-136,48 19-1,-50-16-16,57 15 1,-38-15 180,-1 3 0,71 34 0,27 9 162,-64-33-244,-41-15 115,0 3 0,-1 0 1,0 3-1,44 25 0,-35-11-146,86 49 148,-125-75-209,0 0 1,0 1 0,-1 0 0,0 0 0,0 0 0,0 1-1,5 6 1,33 48 70,-21-27-39,49 82 71,-62-98-107,0 0 0,0 1 0,12 37 0,4 9 0,23 48 128,-43-101-86,-1 0 1,-1 0 0,0 0-1,-1 1 1,4 19 0,1-12-43,-7-18 0,0 0 0,0 1 0,0-1 0,-1 0 0,1 0 0,0 1 0,-1-1 0,1 1 0,-1-1 0,0 0 0,1 1 0,-1-1 0,0 1 0,0 1 0,-3 18 0,2-19 0,0 1 0,0 0 0,1-1 0,0 1 0,-1-1 0,1 1 0,0 0 0,0 0 0,0-1 0,1 1 0,-1 0 0,1-1 0,-1 1 0,1-1 0,1 4 0,0-1-1,0-1 1,-1 1 0,0-1 0,0 1-1,0 0 1,-1-1 0,0 1 0,1 0-1,-2-1 1,1 1 0,0 0 0,-1 0-1,0-1 1,0 1 0,-4 7 0,3-4 6,0 0 0,1 0 1,-1 13-1,2-17 30,1-1-1,1 0 1,-1 0 0,0 0-1,1 0 1,3 5 0,1 3 55,-5-9-96,0 1-1,0-1 1,-1 0-1,1 0 1,-1 1-1,0-1 1,0 0-1,0 0 1,0 1-1,0-1 1,0 0-1,-1 3 1,0 10-30,2-10 45,6 15 57,-7-20-66,0 1 1,0-1-1,0 1 1,0-1 0,0 1-1,0-1 1,0 0 0,0 1-1,0-1 1,0 1 0,0-1-1,0 1 1,0-1 0,-1 0-1,1 1 1,0-1-1,0 1 1,-1-1 0,1 0-1,0 1 1,0-1 0,-1 0-1,1 1 1,0-1 0,-1 0-1,1 1 1,0-1 0,-1 0-1,1 0 1,-1 0 0,1 1-1,0-1 1,-1 0-1,1 0 1,-1 0 0,1 0-1,-1 0 1,1 0 0,0 1-1,-1-1 1,1 0 0,-1 0-1,0-1 1,14-20-2,-6 15 45,4-3-54,0-1 0,-1-1 0,0 0 0,13-19 0,-1-7-90,23-57 0,-29 59 30,1 0 0,31-48 0,-15 43-56,1 1 1,45-41-1,1 0-13,-49 49 128,2 0 1,2 3 0,38-26-1,119-64-63,-73 47 34,-40 24 13,3 2-1,0 5 0,98-34 1,11 3-31,31-11-14,50-8 71,-116 33 0,-42 14 0,-67 27 13,0 2 0,0 2 1,1 3-1,1 1 0,0 2 1,0 3-1,65 3 0,56 22-119,-147-19 124,39 1 1,-50-5-7,1 1 1,0 1-1,0 1 1,0-1-1,0 2 0,-1 0 1,1 0-1,15 7 1,-6 2-9,25 18-1,-29-18-12,0-1-1,24 11 1,-31-16 18,0 0 1,0 1-1,0 1 1,-1 0 0,0 0-1,-1 1 1,11 12-1,-9-8 4,2-1 0,-1 0 0,20 12 0,-21-16-42,-1 0 1,12 13-1,4 2-13,-21-17 68,0-1 1,0 0 0,0 1 0,-1 0 0,0 0 0,-1 0 0,1 0 0,3 10-1,-5-9-1,1-2 0,0 1-1,0 0 1,0-1-1,1 1 1,0-1-1,0 0 1,0 0-1,0 0 1,8 5 0,-8-7-23,-1 0 1,1 0-1,-1 0 0,1 0 1,-1 1-1,0-1 1,-1 1-1,1 0 1,-1 0-1,1 0 1,-1 0-1,0 0 1,0 1-1,1 6 1,0 3 16,0 0 0,-2 1 1,1 18-1,-2-22-4,1 0 0,-1 1 0,2-1 0,0 0 0,0-1 0,1 1 0,6 16 0,-2-15-90,-5-8 89,0 0-1,1 1 1,-1-1 0,-1 1 0,1-1 0,1 10 0,-1-5 12,0-1 1,1 0 0,0 1-1,0-1 1,1-1 0,0 1-1,0 0 1,1-1 0,5 7 0,12 21 218,-11-7-111,-10-23-132,0-1 0,1 0-1,-1 0 1,1 0-1,0 0 1,0 0 0,1 0-1,4 5 1,-2-2 44,-1 0-1,0 0 1,0 0 0,0 1 0,-1-1 0,0 1-1,0 0 1,1 9 0,5 12 33,0 11-79,-8-34 0,0 0 0,0 0 0,0 0 0,1-1 0,0 1 0,0 0 0,6 9 0,3 4 51,-1 1 0,-1 0 0,-1 0 0,10 37 1,-18-56-291,1 1 0,0 0 1,-1 0-1,1 0 1,0 0-1,0-1 1,0 1-1,0 0 1,0-1-1,2 3 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2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43 435 6400,'0'0'-128,"1"-5"21,0-8 60,0 0 0,-1 0-1,-1 0 1,0 0 0,0 0 0,-2 0-1,1 0 1,-1 1 0,-1-1 0,-1 1 0,0 0-1,0 0 1,-10-16 0,16 30 91,0-1 1,0 1-1,0-1 1,0 1-1,0-1 1,0 0-1,0 0 1,1 1-1,-1-1 1,1 0 0,-1 0-1,1 0 1,-1-1-1,1 1 1,-1 0-1,1 0 1,0-1-1,-1 1 1,1-1-1,0 0 1,0 1-1,-1-1 1,1 0-1,0 0 1,0 0-1,1 0 1,5-2 331,0 0 0,-1 0 1,1 0-1,13-7 0,2 0-3,392-170 3104,-393 168-3315,0 2 0,31-9-1,-43 15-131,1 1 0,0 0 0,1 0 0,-1 1 0,0 1 0,0 0 0,14 1 0,-20 0-293,1 0 0,-1-1 0,1 0 0,-1 0 0,0-1 0,1 1 0,-1-1-1,7-2 1,1-1-6947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2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12416,'2'9'0,"-2"-8"0,1 0 0,-1 0 0,0 0 0,1 0 0,-1 0 0,0 0 0,0 0 0,0 0 0,0 1 0,0-1 0,0 0 0,0 0 0,0 0 0,0 0 0,-1 0 0,1 0 0,0 0 0,-1 1 0,1-1 0,-1 0 0,1 0 0,-1 0 0,1-1 0,-1 1 0,0 0 0,1 0 0,-1 0 0,0 0 0,0-1 0,-1 2 0,-1 1 0,-18 24 110,0 1 0,2 0 0,1 1 0,2 1 1,-16 40-1,-58 237 1149,86-293-1230,1 1 0,1 0 0,0 0 0,1 0 0,0 0 0,1 0 0,1 0 0,1 0 0,0 0 0,6 22 1,-7-34-83,0 0 0,0-1 0,1 1 1,-1 0-1,0-1 0,1 1 1,0-1-1,-1 0 0,1 1 1,0-1-1,0 0 0,1 0 0,-1 0 1,0 0-1,1-1 0,2 3 1,2-1-425,-1-1 1,1 1-1,0-1 1,-1 0-1,12 1 1,13 2-6713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3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0 239 14848,'1'-2'-10,"-1"-1"0,1 0 1,0 1-1,-1-1 1,1 1-1,0-1 0,0 1 1,1 0-1,-1-1 1,0 1-1,1 0 0,0 0 1,-1 0-1,1 0 1,0 0-1,2-2 0,41-30-265,-29 23 202,16-13-45,2 2 1,56-28 0,-69 40 69,1 2 0,0 0 0,0 1 0,0 1 0,45-5 0,-1 6 35,0 4 1,74 7-1,130 30-56,-249-33-587,0 0 0,0-1 0,34-1 0,-20-4-6597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3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 14464,'-19'3'-188,"-4"0"-115,25-2 302,0-1 0,0 1 0,0 0 0,-1 0-1,1 1 1,0-1 0,-1 0 0,1 0 0,-1 1 0,1-1 0,-1 1 0,0-1 0,0 1 0,0 0 0,1-1-1,-1 1 1,-1 0 0,1 0 0,0 0 0,0 0 0,-1 0 0,1 0 0,-1 2 0,2 8 16,0 0 1,-1 23 0,0-15 48,1 13 17,1 1 0,2-1 0,2 0 0,18 56 1,-20-72-71,12 32-1339,43 86-1,-40-98-6649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4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0 233 11008,'0'0'0,"1"1"0,-1-1 0,0 0 0,1 1 0,-1-1 0,1 0 0,-1 1 0,1-1 0,-1 0 0,1 0 0,-1 1 0,1-1 0,-1 0 0,1 0 0,-1 0 0,1 0 0,-1 1 0,1-1 0,-1 0 0,1 0 0,-1 0 0,1 0 0,-1-1 0,1 1 0,-1 0 0,1 0 0,-1 0 0,1 0 0,-1 0 0,1-1 0,18-9 0,-13 7 0,40-19 490,1 2 0,71-21 1,-63 24-170,3 1 117,1 2 1,64-5 0,41-9-497,-30-3-2886,-66 16-4458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4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16000,'-7'5'-157,"12"-2"-59,6 5 77,-9-6 141,0 1 1,-1 0 0,1-1 0,-1 1 0,1 0-1,-1 0 1,0 0 0,0 0 0,0 0 0,0 0-1,-1 0 1,1 0 0,-1 0 0,0 6 0,-6 47 76,3-34-51,-2 42 411,4 69 0,2-67-315,5 157 210,-2-169-1412,2-1 0,17 61-1,-12-72-8179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4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3584,'15'-9'0,"-1"-1"-2304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34 116 12160,'0'-1'2,"0"1"1,0-1-1,0 1 1,0 0 0,-1-1-1,1 1 1,0 0-1,0-1 1,0 1 0,0 0-1,0 0 1,-1-1-1,1 1 1,0 0 0,0-1-1,-1 1 1,1 0-1,0 0 1,0-1-1,-1 1 1,1 0 0,0 0-1,-1 0 1,1 0-1,0-1 1,0 1 0,-1 0-1,1 0 1,0 0-1,-1 0 1,1 0 0,-1 0-1,1 0 1,-18-2 230,18 2-219,0 0 0,-1 0 0,1 0 0,0 0 0,0 0 0,-1 0 0,1 0 0,0 0 0,0 0 0,-1 0 0,1 0-1,0 0 1,0 0 0,-1 0 0,1 0 0,0 0 0,0 0 0,-1 0 0,1 0 0,0 0 0,0 1 0,-1-1 0,1 0 0,0 0 0,0 0 0,0 0 0,-1 1 0,1-1 0,0 0 0,0 0 0,0 0 0,0 1 0,0-1 0,-1 0 0,22 8 840,7-3-542,1-2 0,-1-1 0,31-1 0,21 0-152,35 5 288,136-11 0,-179-1-869,0-4-1,0-2 1,74-25-1,-35-6-9583,-58 21 8384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5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 16639,'-1'0'-6,"1"-1"-1,-1 1 0,1 0 1,-1 0-1,1-1 0,-1 1 0,1 0 1,-1 0-1,0-1 0,1 1 0,-1 0 1,0 0-1,1 0 0,-1 0 0,0 0 1,1 0-1,-1 0 0,-1 0 0,2 1 12,1-1-1,-1 0 0,0 1 1,0-1-1,0 1 0,0-1 0,0 0 1,1 1-1,-1-1 0,0 0 0,0 1 1,1-1-1,-1 0 0,0 0 1,0 1-1,1-1 0,-1 0 0,0 1 1,1-1-1,-1 0 0,0 0 0,1 0 1,-1 0-1,1 1 0,-1-1 1,0 0-1,1 0 0,-1 0 0,1 0 1,-1 0-1,1 0 0,7 5 94,-3 5-76,-1 0 1,0 1-1,0-1 0,-1 1 0,-1 0 0,0-1 1,0 1-1,-1 15 0,2-2 77,30 205 223,9 79-47,-39-270-575,15 70 0,3-48-4454,-10-32 210,0-2 256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6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4608,'0'0'0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7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3328,'0'0'0</inkml:trace>
  <inkml:trace contextRef="#ctx0" brushRef="#br0" timeOffset="1">159 54 4352,'31'29'76,"-18"-15"11,2 0 0,0-1 0,1-1 1,20 13-1,1-6 98,1-1 0,0-2 0,2-2 0,0-2 0,76 14 0,-87-21-257,0-2-1,1-2 0,-1 0 1,0-2-1,1-1 0,-1-2 1,0 0-1,0-2 0,33-12 1,-13 1-3256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7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8576,'-2'0'-2,"-25"4"-47,19-1-22,13 1-63,-1-3 128,2 0-34,0 1 0,0-1 1,0 1-1,0 1 1,0-1-1,0 1 0,-1 0 1,1 0-1,-1 0 0,0 1 1,0 0-1,0 0 1,-1 0-1,1 1 0,5 7 1,-4-1 13,0 1 1,0 0-1,-1 1 1,0-1-1,5 27 1,5 70-77,-14-99 101,10 144 110,-8-82-686,19 109-1,-9-124-3496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7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6528,'0'0'0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8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2944,'1'2'18,"1"-1"0,-1 1 1,0 0-1,1-1 0,0 1 1,-1-1-1,1 0 0,0 0 0,0 0 1,0 1-1,-1-2 0,1 1 0,0 0 1,0 0-1,1-1 0,-1 1 1,0-1-1,3 1 0,45-1 627,-23 0-357,55 6 517,34 2-96,28-11-154,123 4-214,-135 7-1194,-71-5-2880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8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1 10624,'-7'7'-16,"-10"14"-92,16-21 103,1 1 1,0-1-1,-1 1 0,1-1 0,0 1 0,-1 0 0,1-1 0,0 1 0,-1-1 0,1 1 0,0 0 0,0-1 0,0 1 0,0 0 0,0-1 0,0 1 0,0 0 0,0-1 0,0 1 0,0-1 0,0 1 0,0 0 0,0-1 0,1 1 0,-1 0 0,0-1 0,0 1 0,1-1 0,-1 1 0,1 0 0,-1 0-3,1 0-1,0 0 0,-1 0 0,1 0 1,-1 0-1,1 0 0,-1 0 0,0 0 1,1 0-1,-1 0 0,0 0 0,0 0 1,0 0-1,0 0 0,0 0 0,0 0 1,0 0-1,0 0 0,0 0 1,0 0-1,0 0 0,-1 0 0,1 0 1,0 0-1,-1 0 0,0 1 0,-16 27-215,10-19 194,-9 16 41,0 2 1,2 0 0,1 1-1,1 0 1,1 1 0,2 0-1,1 1 1,1 0-1,2 0 1,-2 57 0,9-18-366,4 1-1,3-1 1,2 0 0,36 116 0,-12-72-5043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9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5760,'0'0'0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9.4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60 7552,'1'0'48,"-1"1"1,0-1-1,0 1 1,0 0-1,0-1 1,0 1-1,0-1 0,0 1 1,0 0-1,0-1 1,0 1-1,0-1 1,0 1-1,-1-1 1,1 1-1,0 0 1,0-1-1,-1 1 1,1-1-1,0 1 0,0-1 1,-1 1-1,1-1 1,-1 0-1,1 1 1,0-1-1,-1 1 1,1-1-1,-1 0 1,1 1-1,-1-1 1,1 0-1,-1 0 0,1 1 1,-1-1-1,0 0 1,1 0-1,-1 0 1,1 0-1,-1 1 1,1-1-1,-1 0 1,0 0-1,1 0 1,-1 0-1,1-1 1,-1 1-1,1 0 0,-1 0 1,0 0-1,0-1 1,-6 1 204,92 1 153,-17 1-22,78-9-1,54-28-355,-41 5 94,-117 26-2241,62 2 1,-72 2-920,-17 0 585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19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0 8704,'-17'26'2432,"16"-26"-2219,0 0-208,1 0 0,-1 0 1,0 1-1,0-1 0,0 0 0,1 0 1,-1 1-1,0-1 0,0 1 0,1-1 1,-1 1-1,0-1 0,1 1 0,-1-1 0,0 1 1,1-1-1,-1 1 0,1 0 0,-1-1 1,1 1-1,-1 0 0,1-1 0,-1 1 0,1 2 1,-6 16 162,5-4-48,1 0 0,1 0 0,3 26 1,0-2 59,40 404 460,-21-243-2901,-14-130-4843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20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6400,'7'0'0,"8"0"128,-6 0 0,0 0-4736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21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26 174 6144,'-2'2'192,"1"1"0,-1-1 0,0 0 0,1 0 0,-1-1 0,0 1 0,0 0 0,0 0 0,0-1 0,0 0 0,-4 3 0,45-35 426,-30 26-584,0 1 0,1 0 0,0 0-1,0 1 1,0 1 0,12-3 0,66-2 434,-61 6-244,51-9-1,400-81 1868,-406 78-1928,24-3-3398,-67 14-2802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21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 13184,'-30'7'-128,"26"-8"21,4 1 104,0 0-1,0-1 1,0 1 0,0 0 0,0 0-1,0 0 1,0 0 0,0-1-1,0 1 1,0 0 0,0 0 0,0 0-1,0 0 1,0-1 0,0 1 0,1 0-1,-1 0 1,0 0 0,0 0 0,0 0-1,0-1 1,0 1 0,0 0-1,0 0 1,1 0 0,-1 0 0,0 0-1,0 0 1,0-1 0,0 1 0,0 0-1,1 0 1,-1 0 0,0 0-1,0 0 1,0 0 0,0 0 0,1 0-1,-1 0 1,0 0 0,0 0 0,0 0-1,0 0 1,1 0 0,-1 0-1,0 0 1,0 0 0,0 0 0,1 0-1,-1 0 1,0 1 0,8 1-211,-7 10 833,-2 17-75,-2 1 0,-7 29 0,-1 16-384,-21 385 352,25-333-703,1-33-855,9 147 0,8-142-1919,0 0-3563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30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0 5120,'0'0'7936,"-2"6"-7830,-7 30-5,-1 1 171,1-1 0,-6 66 1,13-78-249,1-18-1,0 0 0,1 0 0,0 0-1,0 0 1,1 9 0,0-13-18,-1 0 0,1 0 0,0-1 0,-1 1 0,1 0 0,0 0 0,0-1 0,0 1 0,0-1 0,0 1 0,1-1 0,-1 1 0,0-1 1,1 0-1,-1 0 0,1 0 0,-1 0 0,1 0 0,0 0 0,-1 0 0,1 0 0,2 0 0,2 2 25,1-2 0,0 1 0,-1-1 0,1 0 0,0 0 0,0 0 0,0-1 0,-1-1 0,1 1 0,0-1 0,0 0 0,12-4 0,4-2 15,0-2-1,29-15 1,5-2 50,-54 24-72,31-11 152,55-15-1,-80 26-171,1 0 0,0 1 0,0-1 0,0 2 0,-1 0 0,1 0 0,0 1 0,0 0 0,0 0 0,18 6 0,-25-6 6,0 1-1,0-1 1,0 1 0,0 0 0,0-1-1,-1 2 1,1-1 0,-1 0-1,1 0 1,-1 1 0,0-1 0,0 1-1,0 0 1,0 0 0,0 0 0,0 0-1,-1 0 1,0 0 0,1 0-1,-1 0 1,-1 0 0,1 1 0,0-1-1,-1 0 1,1 1 0,-1-1 0,0 7-1,-1 3 37,0 0-1,-1 0 1,-1 0 0,0-1-1,-8 24 1,1-11 70,-2-1 1,0 1-1,-20 27 1,-52 63 130,49-68-186,29-39-322,-6 8 544,-1 1 0,-27 26 0,35-39-542,-1 0 1,1 0-1,-1 0 1,0-1 0,-6 4-1,7-6-562,0 1-1,0 0 1,0-1 0,0 0-1,0 0 1,0 0-1,-8-1 1,-4 0-4703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05:30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84 958 3968,'6'-2'0,"-1"-2"-2560</inkml:trace>
  <inkml:trace contextRef="#ctx0" brushRef="#br0" timeOffset="1">22 289 11648,'3'44'-128,"-3"-44"125,0 0 0,-1 0 0,1 0 0,0 0 0,0 1 0,0-1 0,-1 0 0,1 0 1,0 0-1,0 0 0,0 0 0,0 0 0,-1 0 0,1 0 0,0 0 0,0 0 0,0 0 0,-1 0 1,1 0-1,0 0 0,0 0 0,0 0 0,-1 0 0,1 0 0,0 0 0,0 0 0,0 0 0,-1 0 1,1-1-1,0 1 0,0 0 0,0 0 0,0 0 0,-1 0 0,1 0 0,0 0 0,0-1 0,0 1 1,0 0-1,0 0 0,0 0 0,0 0 0,-1-1 0,1 1 0,0 0 0,0 0 0,0 0 0,0-1 1,0 1-1,-10-11 126,9 10-54,0-1 1,0 0-1,0 0 0,1 0 0,-1 0 0,1 0 0,-1 0 1,1 0-1,-1 0 0,1 0 0,0 0 0,0 0 0,0 0 0,0 0 1,1 0-1,-1 0 0,1 0 0,0-4 0,1 3-27,-1 0 1,1 0-1,0 0 0,0 0 0,0 0 1,0 1-1,1-1 0,-1 0 0,1 1 1,3-3-1,6-3 16,0 0 0,1 1 0,0 1 0,18-7 1,6 0 215,66-13 1,-4 1 157,130-51-276,-126 41-2189,-24 8-6543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02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23 2432,'-10'-11'0,"1"0"-1408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06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4352,'0'0'0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0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5760,'0'0'1280,"-31"29"-1280,4-9 128,1 0-5120,2 1 4992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0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3 455 5760,'0'0'533,"0"0"-500,0 0 0,-1 0 0,1 0 0,0 1 0,0-1 0,0 0 0,0 0 0,-1 1 0,1-1 0,0 0 0,0 0 1,0 1-1,0-1 0,0 0 0,0 0 0,0 1 0,0-1 0,0 0 0,0 0 0,0 1 0,0-1 0,0 0 0,0 1 0,0-1 0,0 0 0,0 0 0,0 1 0,0-1 0,0 0 0,0 1 0,1-1 22,-1 0-1,1 1 1,-1-1 0,0 0-1,1 0 1,-1 1 0,1-1-1,-1 0 1,1 0 0,-1 0-1,1 1 1,-1-1 0,1 0-1,-1 0 1,1 0 0,-1 0-1,1 0 1,-1 0 0,1 0-1,-1 0 1,1 0 0,-1-1-1,1 1 1,-1 0 0,1 0-1,-1 0 1,0 0 0,1-1-1,14-8 761,-11 7-719,21-17 36,-1-1 0,-1-2 0,31-35 0,-19 19-297,188-179-6406,-132 137 5654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1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13184,'0'0'768,"2"7"-534,21 86 103,14 119 0,-5 99-200,-24-141 69,-7 0 0,-40 317 1,0-289-2490,40-191-657,4-13-185,4-13-495,1-5 2276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1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13568,'30'16'384,"-28"-12"-376,0-1 1,-1 0 0,1 1 0,-1-1-1,0 1 1,1-1 0,-2 1-1,1-1 1,0 1 0,-1 0 0,0 5-1,1-3 16,53 1056 1533,-61-850-1470,3 166 61,4-340-34,0-28-388,-1-1 0,2 1 0,-1 0 0,1-1 1,1 1-1,-1 0 0,2-1 0,-1 0 0,6 13 1,2-4-8751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14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2375 93 13056,'0'1'0,"0"0"0,0 0 0,0-1 0,-1 1 0,1 0 0,0 0 0,0 0 0,-1-1 0,1 1 0,-1 0 0,1-1 0,-1 1 0,1 0 0,-1-1 0,1 1 0,-1-1 0,0 1 0,1 0 0,-1-1 0,0 0 0,1 1 0,-1-1 0,0 1 0,0-1 0,0 1 0,-1-2 0,0 0 0,0 0 0,0 0 0,0 1 0,0-2 0,0 1 0,1 0 0,-1 0 0,-2-3 0,-6-3 0,-5-5 0,-1 2 0,0 0 0,-1 1 0,0 0 0,0 2 0,-1 0 0,0 1 0,-1 0 0,1 2 0,-26-4 0,20 7 5,0 0 1,0 1-1,0 2 1,0 0-1,0 2 1,0 0-1,-32 12 1,21-4 17,0 2 0,2 1 0,0 2 0,-39 26 1,12 0 46,3 3 0,1 1 1,3 4-1,-59 70 1,58-55 11,2 3 1,-82 147 0,84-117 65,-69 196 0,71-135-60,7 3 0,7 1 0,-14 180 0,31-150-246,13 336 1,11-420 88,6-1-1,5 0 1,4-2 0,54 159-1,-61-224 51,2 0 0,2-1-1,2-1 1,28 40 0,-35-60 7,1 0 0,1-2 1,1 0-1,0-1 0,1 0 1,1-2-1,1 0 0,0-1 1,26 13-1,-20-14 6,1-1 0,1-2 0,0 0 0,0-2 0,1-1 0,44 5 1,-34-9-5,0-1 0,0-3 0,0 0 0,55-11 0,-25-3 0,-1-3 1,-1-3-1,-1-3 0,-1-2 0,76-44 1,-43 14 85,-3-5 0,152-125 1,141-187 312,-297 272-201,-6-5-1,76-121 0,106-252 531,-225 391-524,-4-2-1,-3-2 0,-5-1 1,-4-1-1,26-185 1,-46 220-129,-3 0 0,-2 1 0,-3-1 0,-2 0 0,-3 0 0,-2 1 0,-3 0 0,-3 1 0,-2 1 0,-2 0 0,-28-54 0,26 71-65,-1 0-1,-2 1 1,-2 2-1,-1 1 1,-1 0-1,-2 3 1,-2 0-1,-1 2 1,-1 1-1,-1 2 1,-67-38-1,56 40-75,0 3 0,-2 2 0,-1 1 0,0 3-1,-1 2 1,0 3 0,-1 1 0,0 3 0,-97-1 0,56 11-194,1 4 0,-174 36 1,-181 82-1205,267-60-604,2 7 0,3 8 0,4 7 1,-214 147-1,35 18 1714,336-243 323,-346 257-1986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1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86 8704,'0'0'128,"0"-6"21,-1-9-66,1 7 220,0 0-1,-1-1 1,0 1-1,-1 0 1,-4-15 0,6 22-47,1 3 0,16 35-112,-2 0 0,-2 1 1,-1 0-1,-2 1 0,5 44 0,9 204 249,-12 183 269,-10-414-1164,-10 110 1,6-154-1504,-1-1-4843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18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1 11648,'16'0'0,"4"-1"0,0 2 0,1 0 0,28 6 0,-42-5 0,0-1 0,-1 2 0,0-1 0,1 1 0,-1 0 0,0 0 0,0 1 0,-1 0 0,1 0 0,-1 0 0,0 0 0,0 1 0,0 0 0,5 7 0,-3-2 8,0 1 0,-1 0 0,0 0 0,-1 1 0,0 0 0,-1 0 0,-1 0 0,1 0 0,-2 0 0,2 19 0,-1 13 58,-5 73 1,1-88-54,-3 23 26,-2 1-1,-3-1 1,-2 0-1,-2-1 1,-2 0-1,-3-1 1,-2-1-1,-51 92 1,48-102-10,-2-1-1,-1-1 1,-2-2-1,-1-1 1,-2-1 0,-2-1-1,0-2 1,-2-1-1,-1-2 1,-77 43 0,108-68-29,1 0 0,-1 0 0,0 0 0,1 0 0,-1-1 0,0 0 0,0 0 0,0 0 0,0 0 0,0-1 0,0 0 0,0 0 0,0 0 0,0-1 0,0 0 0,0 0 0,0 0 0,-6-3 0,5 1 0,1 0 0,0 0 0,0 0 0,0 0 0,0-1 0,1 0 0,0 0 0,-1-1 0,1 1 0,1-1 0,-1 0 0,1 0 0,0 0 0,-5-10 0,5 9 0,1 1 0,0-1 0,0 0 0,0 1 0,1-1 0,0 0 0,0 0 0,0 0 0,1 0 0,0 0 0,0 0 0,0 0 0,1 0 0,2-10 0,-1 10 0,1-1 0,0 1 0,0 0 0,0 0 0,1 0 0,0 0 0,0 0 0,0 1 0,1 0 0,0 0 0,0 0 0,9-6 0,-4 4 13,0 1 1,0 0 0,1 1-1,0 0 1,0 1 0,0 0 0,0 0-1,1 1 1,-1 1 0,1 0-1,0 1 1,0 0 0,18 1 0,4 2 34,1 2 0,-1 1 0,47 13 0,-18-1-106,102 22-526,-141-35 384,0-1 0,0-1-1,0-1 1,49-5 0,-7-9-2019,2-2-3647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2:1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3154 276 6784,'-27'-23'33,"-2"0"1,-1 2 0,0 1-1,-1 2 1,-1 1 0,-1 1 0,-57-18-1,6 9 91,0 4-1,-91-11 1,78 19-49,-1 5 0,0 4-1,0 4 1,-113 14 0,131-3 9,1 3-1,1 4 0,0 3 1,2 3-1,-121 56 0,118-38-10,1 4-1,2 2 0,2 4 0,-71 66 0,55-35 114,4 4-1,-113 146 1,132-142-90,3 3 1,5 3-1,3 2 1,-66 168-1,95-193-76,3 1-1,3 1 1,4 1 0,3 0 0,3 1-1,4 1 1,4 120 0,10-108 41,4-1 0,3 1 1,5-2-1,3 0 0,5-2 1,3-1-1,82 163 0,-84-199-49,59 82 0,-64-103-18,1-1 0,1-2 0,57 47 0,-44-46-7,2-1-1,0-2 0,2-2 0,1-1 0,0-3 1,1-1-1,70 16 0,-34-16 15,1-4 0,0-3 0,125-1 0,-117-12 25,0-3 1,-1-4-1,0-4 1,115-34-1,-78 8 58,-2-4 0,156-81 0,249-171 193,-344 182-113,-6-9-1,180-160 1,-65 18-164,-224 196 0,-3-3 0,56-82 0,-59 63 3,52-100 0,-84 131 123,-3-2 0,39-120 0,-58 144-78,-1 0 1,-2 0-1,-2-1 1,-2 0-1,-1 0 1,-1 0-1,-3 0 1,-1 1-1,-2-1 0,-17-59 1,16 74-20,-2 0 1,-1 0-1,0 1 0,-2 1 1,-1-1-1,0 2 0,-2 0 1,0 1-1,-32-32 0,10 17 21,-1 3-1,-2 0 0,-82-48 1,59 46-65,-1 3 1,-1 3-1,-2 3 1,-1 3-1,-1 2 1,-106-15-1,5 13-115,-267 0-1,125 30-1277,-351 55 0,327-20-4885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4:36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0 578 5376,'1'0'0,"0"2"12,0-1 1,1 0-1,-1 1 1,0-1-1,0 1 1,1-1-1,-1 1 0,-1-1 1,1 1-1,0 0 1,1 2-1,-1-4 73,1-3-63,0 8-22,8 27 102,0 1 1,-2 0-1,4 36 1,4 107 653,-1-15-365,-14-149-356,3 24 60,1 0 1,2 0-1,1-1 1,23 59-1,-13-54-9,2-2 1,1 0-1,39 53 0,-45-72-84,0-2 0,2 1 0,-1-2 0,2 0 0,0-1 0,1-1 0,1-1 0,23 13 0,242 94-2,-272-115 0,24 8 11,1-2-1,68 11 1,81-1 96,-110-14-97,282 15 97,-7-27-107,-293 5 0,-1-2 0,0-3 0,71-15 0,-90 11 6,216-45 116,-133 28-122,0-4 0,125-51 0,-211 64 0,-1-1 0,-1-1 0,-1-2 0,48-39 0,-11 8 0,-69 52 0,129-98 0,-112 82 0,0-1 0,-1 0 0,-1-1 0,23-36 0,9-30 108,44-107 0,-76 158-90,2-7 10,9-18 33,24-75 0,-31 72-61,-19 59 12,0 0 1,1-1-1,-1 1 0,1 0 1,-1 0-1,1 0 0,0 0 1,0 0-1,3-3 1,11-13 97,-15 16-50,0 0 0,1 0 0,-1 0-1,1 0 1,-1 0 0,1 1 0,0-1-1,-1 0 1,1 1 0,0-1-1,0 1 1,0 0 0,0-1 0,4 0-1,7-1-57,1 1 1,-1 1-1,0 0 0,0 1 0,1 1 0,-1 0 0,0 0 0,0 1 1,15 5-1,65 19-2,104 45 0,-144-48 0,-2 2 0,0 3 0,61 45 0,8 20 0,42 30 0,-65-56 0,-22-14 0,1-4 0,127 61 0,-62-47 19,-4-1 36,161 49-1,-227-93-54,1-4 0,0-3 0,0-3 0,90-2 0,-97-7 0,129-20 0,62-31 0,-122 23 0,-14 2 17,120-44 1,-162 43 13,0-5 0,106-61 0,-118 55-6,-2-4 1,-2-3-1,-2-2 1,76-79 0,-102 93-4,-21 22-5,-1 0 1,0-2 0,0 1-1,-1-2 1,13-21 0,-8 5 24,-7 17 15,-1 0 0,-1-1 0,0-1 0,-1 1 0,4-17 0,-1-20 561,-1 33-563,0 0 0,16-25 0,-13 24 2,14-33-1,-24 51-56,5-11 0,-6 13 0,1-1 0,0 1 0,0-1 0,-1 1 0,1-1 0,0 1 0,0 0 0,0 0 0,0-1 0,-1 1 0,1 0 0,0 0 0,0 0 0,0 0 0,0 0 0,0 0 0,0 0 0,-1 0 0,1 0 0,0 1 0,0-1 0,0 0 0,0 0 0,-1 1 0,1-1 0,1 2 0,17 14 0,-15-11 0,7 6 0,0 2 0,-1-1 0,-1 1 0,15 28 0,-14-23 0,1 0 0,17 22 0,-17-27 0,1-1 0,0-1 0,0 1 0,1-2 0,1 0 0,0 0 0,0-1 0,17 7 0,77 37 0,62 27 0,18-9 0,-60-24 0,236 75 0,-34 8 0,-105-36 0,-168-74 0,1-2 0,62 11 0,-69-22 0,-1-2 0,0-2 0,73-5 0,149-28 0,-266 30 0,25-6-8,-1 0 0,1-2 0,31-13 0,80-41-88,-96 40 69,-1-2 0,-2-2 1,41-32-1,95-63 223,-108 75-157,-40 24 25,0-1 0,-1-2 0,32-35 0,68-96 192,-113 136-255,1 1 0,0 1 0,2 0 0,33-23 0,-5 4 100,-16 8-96,-25 21 30,1 0 0,17-11 0,-22 16-9,0 1 1,1 1-1,-1-1 0,1 0 1,0 1-1,0 0 1,-1 0-1,1 0 1,0 0-1,0 1 1,7-1-1,4-2 73,-14 2-92,0 1-1,0 0 1,0-1-1,-1 1 0,1 0 1,0-1-1,0 1 1,0 0-1,0 0 1,0 0-1,0 0 1,0 0-1,0 0 0,0 0 1,0 1-1,0-1 1,0 0-1,0 0 1,0 1-1,1-1 1,18 10-7,-15-8 0,0 0 0,-1 1 0,1-1 0,0 1 0,6 5 0,13 10 0,0-1 0,1-1 0,1-1 0,34 14 0,-3-1 0,120 59-384,259 87 0,166-19 277,-529-141 113,0-2 0,110 2-1,-136-14-54,0-2 0,0-1 0,-1-3 0,0-2 0,49-15 0,241-101 27,112-54 940,-243 94-534,-186 78-381,-1-2 1,0 0-1,0-2 1,-1 0-1,30-23 1,-8 1 177,60-39 1,-34 30-86,-2-3 0,-2-3 0,108-107 0,-135 121 17,1 2 1,2 2 0,75-46 0,-51 35-57,-24 22 111,-11 5-59,-25 13-2,13-5 21,-12 5-128,-1 0 1,0 0 0,0 0 0,0 0 0,0 0 0,0 1-1,0-1 1,0 0 0,0 1 0,0-1 0,0 1 0,0-1-1,0 1 1,0-1 0,0 1 0,-1 0 0,1-1 0,0 1-1,0 0 1,-1 0 0,2 1 0,9 24 41,0-1 4,57 58-7,-20-26-376,-30-33-101,0-2-1,38 34 1,-47-48 423,1-1-1,-1 0 0,2-1 0,-1 0 0,1 0 1,0-1-1,0 0 0,0-1 0,17 3 1,116 17-255,-91-18 192,89 24-1,-13 16-92,193 97 1,-227-103 75,149 41 0,-74-27 29,-142-44 112,1-2 0,0-2 0,0 0 0,0-2 0,0-1 0,1-1 0,-1-2 0,1-1 0,-1-1 0,1-2 0,-1-1 0,0-1 0,0-1 0,-1-2 0,0 0 0,-1-2 0,0-1 0,48-30 0,-16 5 57,188-122-56,-181 117 209,126-59 0,-162 84-232,12-6 125,-38 22-690,1 0 0,-1 0 0,1 0 0,-1 0 1,8 0-1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4:37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1 111 8576,'6'4'0,"-10"0"0,5-2 38,0-1-1,0 0 1,0 0 0,1 0 0,-1 1 0,0-1 0,1 0 0,-1-1 0,1 1 0,-1 0-1,1 0 1,-1-1 0,1 1 0,2 0 0,36 15 183,-3-4-78,0-1 1,1-3-1,0 0 0,0-3 0,0-1 0,52-2 1,49-10 330,183-33 0,130-54 348,-225 49-3339,-181 37-3776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4:45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9472,'0'0'2197,"4"11"-1962,8 37-44,-2 0 1,-1 1 0,-3 0 0,-1 51 0,-11 214 192,-1-72-319,11-99-1665,3-1-6400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4:51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1151 5760,'0'0'-128,"3"-5"0,11-25 53,68-138 153,-57 123 251,51-71 0,-51 86-169,1 0 0,2 2 1,1 1-1,1 2 0,55-36 0,176-87 522,-158 101-392,156-49 0,-218 82-252,490-132 389,-460 132-413,0 2 1,1 4-1,0 2 0,0 4 0,1 3 0,-1 4 1,0 2-1,101 24 0,-142-24-2,347 91 211,-328-80-223,-1 2 0,0 3 0,-2 2 0,-1 2 0,-1 1 0,-1 3 0,-2 2 0,-1 1 0,-1 2 0,36 44 0,-34-27 0,-3 2 0,46 83 0,-49-78 0,-18-33 0,2-2 0,0 0 0,2-1 0,46 39 0,-37-36 0,0 3 0,25 32 0,6 10 0,-56-66 0,1 1 0,0-1 0,1-1 0,-1 1 0,1-1 0,0-1 0,17 8 0,-24-12 0,6 3 15,1 0 0,-1-1 0,14 2 0,-18-4-8,0 0 0,0 0-1,0 0 1,0 0 0,0-1 0,0 1 0,0-1 0,0 0 0,0 0-1,0 0 1,0 0 0,3-3 0,10-5 31,-1-1 0,0 0 0,0-2 0,-1 1 0,-1-2 0,0 0 0,0-1-1,17-25 1,-3 6 38,40-38 0,-17 19-57,155-164 50,-145 159-50,109-80 0,-116 98-19,2 2 0,2 3 0,95-42 0,441-97 124,-526 156-120,272-68-4,-242 60 0,1 5 0,157-13 0,-207 33 0,-1 2 0,1 2 0,63 13 0,-103-15 0,33 6 0,0 2 0,54 22 0,74 40 0,-115-48 0,-19-7 0,0 1 0,-1 1 0,-1 3 0,-1 0 0,-1 2 0,-1 1 0,43 47 0,110 161 0,-18-20 0,-153-200 0,1 0 0,1-1 0,0-1 0,1 0 0,0-1 0,27 14 0,102 37 0,-130-56 0,28 15 0,-34-15 0,1-1 0,-1 0 0,1 0 0,17 5 0,-16-5-1,-9-3 3,1 0-1,-1 0 0,1 0 1,-1 0-1,1-1 1,-1 1-1,1 0 0,-1-1 1,1 0-1,0 1 0,-1-1 1,1 0-1,0 0 0,-1 0 1,3 0-1,0-1 27,1-1 0,-1 0 0,0 0 0,1 0 0,-1 0 0,0-1 0,0 1 0,0-1 0,-1 0 0,1 0 0,-1-1 0,4-4 0,-1 3-8,107-109 270,59-55 17,-123 129-197,102-62-1,66-18-36,-150 84-87,7-1 14,97-33 0,83-13 0,-43 27 0,98-32 0,-170 38 64,181-39 0,-234 76-64,129-3 0,-184 14 0,31 1 0,-1 3 0,103 15 0,-149-14 18,0 0 0,-1 1 1,1 0-1,-1 2 0,0-1 1,-1 2-1,1 0 1,19 14-1,-8-2 31,-1 1 1,-1 1-1,23 28 0,23 22-23,38 46-30,176 281-124,-264-370 129,0-1 0,2 0 1,33 32-1,-37-43-5,1-1-1,0 0 1,1-1-1,1-1 1,35 17-1,-33-18-16,0 0 0,-1 2-1,0 0 1,18 18 0,-31-26 33,1-1 1,0 0-1,0 0 0,1 0 1,-1-2-1,11 4 1,32 14 6,-47-18-19,0-1-1,1 0 1,-1 0-1,1 0 1,-1-1-1,1 1 0,0-2 1,0 1-1,-1 0 1,1-1-1,0 0 1,0-1-1,0 1 0,-1-1 1,1 0-1,0-1 1,10-3-1,4-3 8,0-2 0,-1 0-1,27-19 1,-8 5-2,40-23 13,261-148 198,-188 111-223,169-82-92,-46 54 99,8 23 0,177 8-12,-416 74 2,177-40-66,-46 8 46,-88 24 66,0 5 1,1 3-1,0 4 1,0 4-1,0 4 1,99 18 0,-169-20-37,15 2 0,1 2 0,42 14 0,-65-17 0,-1 0 0,0 0 0,1 1 0,-2 0 0,1 1 0,0 0 0,-1 0 0,0 1 0,-1 0 0,0 0 0,13 17 0,-12-12 18,0 1 0,0 1 0,-2-1 1,1 1-1,-2 1 0,0-1 1,0 1-1,-2 0 0,1 0 0,-2 0 1,0 0-1,-1 0 0,-2 27 1,-3 48-30,-4 162 150,10-229-139,0 0 0,1-1 0,1 1 0,12 34 0,-8-28 0,-4-8-2176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4:53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8 738 6656,'-1'0'10,"1"1"-1,0-1 1,0 0-1,0 0 1,0 0-1,0 0 1,0 1-1,0-1 1,0 0-1,-1 0 1,1 0-1,0 0 1,0 0-1,0 0 1,0 1-1,0-1 1,0 0-1,-1 0 1,1 0-1,0 0 1,0 0 0,0 0-1,0 0 1,-1 0-1,1 0 1,0 0-1,0 0 1,0 0-1,0 0 1,-1 0-1,1 0 1,0 0-1,0 0 1,0 0-1,0 0 1,-1 0-1,1 0 1,0 0-1,-2-3 2564,5 2-2532,0-1 0,0 1 0,-1-1 0,1 0 0,-1 0 0,1 0 0,-1 0 0,0 0 0,0-1-1,3-3 1,1-1-1,56-55 84,-31 30-59,1 1 0,2 1 0,62-42 0,-40 38-27,1 3-1,1 2 0,77-25 1,-37 20 134,-24 7 105,133-30-1,103 11-50,43-8-25,242-41 76,-557 91-241,33-4 18,76 3 0,-125 5-27,0 2 1,1 1-1,-1 0 0,0 2 1,0 0-1,-1 2 0,33 13 1,-37-12-19,0 1 0,0 1 0,-1 0 0,0 2 0,-1-1 0,20 20 1,-27-23-5,-1 1 0,0 1 1,0-1-1,0 1 0,-1 0 1,-1 1-1,0-1 0,0 1 1,-1 0-1,0 0 0,3 19 1,-3 6 13,-1 0 1,-2 0-1,-3 38 1,2 63 30,1-129-50,1 0 0,-1 0 0,1 1 0,1-1 0,-1 0 0,1-1 0,6 12 0,2 0 0,22 28 0,-28-40-66,-1 1 1,0 0-1,0-1 1,0 1-1,-1 1 1,3 13-1,8 20-1971,-8-27-4683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5:09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 8576,'-2'0'-13,"1"0"1,-1 1-1,1 0 1,0-1-1,-1 1 1,1 0 0,0-1-1,-1 1 1,1 0-1,0 0 1,0 0-1,0 0 1,0 1-1,0-1 1,-2 2-1,3-2 89,0-1-1,0 1 0,0 0 0,0 0 0,0-1 1,0 1-1,0 0 0,0 0 0,0 0 0,0-1 1,0 1-1,0 0 0,1 0 0,-1-1 1,0 1-1,0 0 0,1-1 0,-1 1 0,1 0 1,-1-1-1,1 1 0,-1 0 0,1-1 0,-1 1 1,1-1-1,-1 1 0,1-1 0,0 1 0,-1-1 1,1 1-1,0-1 0,1 1 0,28 13 3463,7 3-3595,-36-16 57,1 1 0,0-1-1,-1 0 1,1 1 0,0 0 0,-1-1 0,0 1-1,1 0 1,-1-1 0,0 1 0,0 0 0,0 0-1,0 0 1,-1 0 0,1 0 0,0 3 0,1 8 3,-1 0 0,0-1 0,-1 1 0,-1 0 0,0-1 0,0 1 0,-1-1 1,-1 1-1,0-1 0,-1 0 0,0 0 0,-12 22 0,-6 6 12,-2-1 0,-35 45 0,52-75-15,-56 73 21,-104 103 1,167-185-22,0 0 1,0 0-1,0 0 0,0 0 1,0-1-1,0 1 1,0 0-1,0 0 1,0 0-1,0 0 1,0 0-1,0 0 1,0 0-1,0 0 1,0 0-1,0 0 1,0-1-1,0 1 1,0 0-1,0 0 0,0 0 1,-1 0-1,1 0 1,0 0-1,0 0 1,0 0-1,0 0 1,0 0-1,0 0 1,0 0-1,0 0 1,0 0-1,0-1 1,0 1-1,0 0 1,-1 0-1,1 0 0,0 0 1,0 0-1,0 0 1,0 0-1,0 0 1,0 0-1,0 0 1,0 0-1,0 0 1,-1 0-1,1 0 1,0 0-1,0 0 1,0 0-1,0 1 1,0-1-1,0 0 1,0 0-1,0 0 0,0 0 1,0 0-1,-1 0 1,1 0-1,0 0 1,0 0-1,0 0 1,0 0-1,2-14 71,10-19 62,-5 22-131,1 1 1,0 1-1,1-1 0,0 1 0,0 1 1,1 0-1,0 0 0,1 1 0,-1 0 0,1 1 1,18-8-1,-15 8-3,1 1 1,-1 0-1,1 1 1,0 1-1,1 0 1,-1 1-1,0 1 1,1 0-1,17 2 1,-29-1 3,1 1 0,0-1-1,0 1 1,-1 0 0,1 1 0,0-1 0,-1 1 0,1 0 0,-1 0 0,0 1 0,0-1 0,0 1 0,0 0 0,0 0 0,0 0 0,3 5 0,-3-2 8,1-1-1,-2 1 0,1 1 1,-1-1-1,1 0 1,-2 1-1,1 0 1,-1-1-1,0 1 0,1 8 1,-1 3 14,0 1-1,-1-1 1,-1 1 0,-1-1-1,-1 1 1,0-1 0,-9 33-1,2-18 55,-2-1 0,-1 1 0,-2-2 0,-32 56 0,33-68-106,-1 0 0,0-1-1,-2 0 1,0-1 0,0-1-1,-2 0 1,0-2 0,-23 15 0,-6-2-2064,0-1-6826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5:14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9344,'0'0'1792,"-1"10"-1536,-10 146 277,6-10-306,-39 249-1,-63 137 262,97-486-490,1-10-2068,6-25-5140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5:1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11520,'15'-13'0,"1"1"0,0 1 0,1 1 0,0 0 0,0 1 0,1 1 0,1 0 0,-1 2 0,1 0 0,0 1 0,0 1 0,1 1 0,0 0 0,31 1 0,-47 2 6,0 1 1,1-1-1,-1 1 1,0 0 0,0 0-1,0 0 1,0 1-1,0-1 1,0 1 0,0 0-1,0 0 1,0 0-1,-1 1 1,0 0 0,1-1-1,-1 1 1,0 0 0,0 0-1,0 1 1,2 3-1,-2-1 9,0-1-1,0 1 1,-1 0-1,0 0 1,0 0-1,-1 0 1,1 1-1,-1-1 1,-1 0-1,1 1 1,-1-1-1,0 0 1,-1 8-1,-2 12 13,-1 1 0,-1 0 0,-1-1 1,-1 0-1,-1 0 0,-2-1 0,0 0 0,-2-1 0,0 0 0,-19 25 1,-100 133 249,131-182-268,-1 1-1,1-1 1,0 0 0,-1 1 0,1-1-1,0 1 1,-1-1 0,1 1 0,0-1-1,0 1 1,0-1 0,-1 1 0,1 0-1,0-1 1,0 1 0,0-1 0,0 1 0,0-1-1,0 1 1,0 0 0,0-1 0,0 1-1,0-1 1,1 2 0,-1-2-8,1 0 0,-1 1 0,0-1 0,1 0 0,-1 0 0,1 1 0,-1-1-1,1 0 1,0 0 0,-1 0 0,1 0 0,-1 1 0,1-1 0,-1 0 0,1 0 0,-1 0 0,1 0 0,0 0 0,0-1 0,29-6-111,-10 0 103,126-42-13,-124 44 21,1 0 0,-1 2 1,1 0-1,40 1 0,-58 2 5,0 0 1,0 1 0,0-1 0,0 1 0,0 0-1,0 0 1,0 0 0,-1 1 0,1 0-1,0 0 1,-1 0 0,0 0 0,1 1 0,-1 0-1,0 0 1,0 0 0,-1 0 0,1 0 0,-1 1-1,1 0 1,4 7 0,-1 0 7,-1-1 1,0 1-1,0 0 0,-1 0 1,-1 1-1,0-1 0,-1 1 1,0 0-1,0 0 0,-1 1 1,-1-1-1,0 0 0,-1 0 1,-1 1-1,-1 15 0,-2-9 0,0-1-1,-1 0 0,-1 0 1,0-1-1,-2 1 0,0-1 1,-1-1-1,0 0 0,-16 21 1,10-17-166,-1-1 1,-1-1 0,0 0 0,-2-1-1,0-1 1,0-1 0,-1 0-1,-1-2 1,-1 0 0,-27 12 0,2-5-7529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5:15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2976 22 11136,'-23'-1'35,"-1"-1"0,-28-6 1,29 4-15,-37-2 1,26 6-6,0 2 0,0 1 0,0 2 1,1 1-1,0 2 0,-39 14 0,-17 12-19,-89 49 0,-36 26 24,62-28 107,-210 149 0,-168 201 328,429-334-302,3 4 0,-157 215-1,163-177 186,-77 156-1,112-179-175,-79 233 0,114-277-211,3 1 0,3 1 0,4 0 0,3 1 0,3 0 0,3 0 0,14 141 0,-6-178-2,2-1 1,1 1-1,2-1 0,2 0 0,1-1 1,2-1-1,24 43 0,-25-55-30,0-1-1,2-1 0,0-1 1,1 0-1,1-1 0,1-1 1,0 0-1,2-2 1,0 0-1,0-2 0,37 19 1,-18-15 36,2-2 0,-1-2 0,2-1 0,0-3 0,0-1 0,1-3 0,71 3 0,-24-9 4,0-4 1,157-27 0,375-115-67,-467 100 106,-1-7 0,208-101 0,-120 25 76,-5-10 1,-8-10 0,-5-10 0,327-304 0,-323 241 136,205-258 0,-373 403 66,85-141-1,-115 161-76,-1-1 0,-4-1 0,27-87 1,-44 114-139,-1 0 0,-1 0 0,-2-1 0,-1 0 0,-1-41 0,-3 56-53,-2 0 1,0 0-1,-1 0 1,-1 1 0,0-1-1,-1 1 1,-1 0 0,-1 0-1,-1 1 1,-17-30 0,14 31-12,0 0 0,-1 1 0,0 0 0,-1 1 0,-1 1 0,0 0 0,-20-13 0,4 7 0,-1 1 0,0 1 0,-37-12 0,15 9 0,-2 2 0,-77-14 0,42 19-75,-127-3 0,31 14-641,-247 33-1,-192 79-2671,152 14 402,453-120 2857,-479 133-3049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7:41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8448,'0'0'5888,"-2"9"-5739,-22 224 789,15-106-639,-71 388 604,30-230-782,47-259-140,2-14-76,-1 0 1,0 0-1,-1-1 0,0 1 0,0-1 0,-8 16 1,10-26-234,1 0 1,-1 0 0,1 0 0,-1-1 0,0 1 0,0 0 0,1 0 0,-1-1 0,0 1-1,0 0 1,0-1 0,0 1 0,0-1 0,0 1 0,0-1 0,0 1 0,-2-1 0,-6 3-6009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7:41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 14464,'5'2'-8,"0"2"1,-1-1 0,0 0-1,0 1 1,0 0 0,0 0-1,5 7 1,-8-9 2,0 1 0,1-1 0,-1 1 0,0-1 0,-1 1 0,1-1 0,0 1 0,-1 0 0,0 0 0,1-1-1,-1 1 1,0 0 0,0-1 0,-1 1 0,1 0 0,-1 0 0,0 2 0,-4 12 9,-1 0 1,0 0-1,-1-1 0,-13 22 0,-44 60 402,26-41-299,-179 335 554,214-387-633,1 0 0,0-1 0,0 1 0,0 0 0,1 0 0,0 1-1,0-1 1,0 0 0,0 6 0,1-9-16,0 0 0,1-1 0,-1 1 0,0 0 0,1 0 0,-1-1 0,1 1 0,0 0 0,0 0 0,-1-1 0,1 1 1,0-1-1,0 1 0,1-1 0,-1 1 0,0-1 0,0 0 0,1 1 0,-1-1 0,1 0 0,-1 0 0,1 0 0,-1 0 0,1 0 0,0-1 0,-1 1 0,1 0 0,0-1 0,2 1 0,7 2 34,1-1-1,0 0 1,-1-1 0,1-1-1,0 1 1,21-4 0,72-16-50,-84 15-56,67-19-1150,0-4-3445,-63 19 2477,22-6-2728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7:41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36 6528,'-9'-24'1280,"9"23"-1195,-1 0 1,1 1 0,0-1-1,-1 0 1,1 1 0,-1-1-1,1 0 1,-1 1 0,1-1-1,-1 1 1,1-1 0,-1 1-1,1-1 1,-1 1 0,0-1-1,1 1 1,-1 0 0,0-1-1,0 1 1,1 0 0,-1 0-1,0-1 1,0 1-1,1 0 1,-3 0 0,3 0 32,-1 1-1,0-1 1,0 1 0,1 0 0,-1-1-1,0 1 1,1-1 0,-1 1 0,1 0-1,-1 0 1,1-1 0,-1 1 0,1 0-1,-1 0 1,1-1 0,0 1 0,-1 0-1,1 1 1,-2 5 218,0 0 0,1 0 0,0 0 0,0 10 0,2 14 82,8 41 1,0-2 152,1 121-763,-25 303 0,8-439-899,1 9-7162,7-60 7410,1-12 747,-1 5-266,2-11-2305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17:42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2771 0 13312,'3'27'-2,"-3"-26"3,0-1-1,0 1 0,0 0 0,-1 0 0,1 0 0,0-1 1,0 1-1,0 0 0,-1 0 0,1-1 0,0 1 0,-1 0 1,1-1-1,-1 1 0,1 0 0,-1-1 0,-1 2 0,0-1-3,-1 0 0,0-1 0,1 1 1,-1 0-1,0-1 0,0 0 0,1 0 0,-1 0 0,0 0 0,0 0 0,0-1 0,1 1 0,-1-1 0,-5-1 0,6 1-2,-30-5-79,0 0 0,-1 2 0,-39 0 0,7 7 56,0 4 1,0 2-1,0 4 1,-114 36-1,-240 124 16,273-99 17,2 6-1,5 7 0,3 5 0,-243 217 1,130-63 246,191-182-67,-98 143-1,106-126-51,-79 169 0,108-199-61,3 1 0,1 0 0,3 1 0,-14 103 0,23-91-158,2 1 0,3 0 0,3 0-1,3 0 1,19 86 0,-15-110 29,2-1-1,1 0 0,2-1 1,2 0-1,2-1 0,1-1 1,2-1-1,2-1 0,34 41 1,-26-44 58,0-1 0,3-1 0,0-2 0,2-1 0,1-2 0,1-1 0,1-3 0,1-1 0,0-2 0,50 15 0,-13-10 0,1-3 0,2-4 0,0-4 0,150 6 0,-144-17 106,0-3 1,0-4 0,0-5-1,-1-3 1,0-3 0,-2-5-1,0-3 1,150-65 0,211-161 298,-335 177-331,-2-6 1,192-183 0,-191 150 78,-5-5 0,109-162 0,-141 168-4,-5-3 0,-5-2 1,72-192-1,-105 228-107,-3-1 0,22-128 0,-39 154-12,-3-2 0,-2 1 1,-3 0-1,-10-101 0,5 130-34,-1 0 0,-1 1 0,-1 0 0,-2 0-1,0 0 1,-2 1 0,0 1 0,-30-45 0,28 51-2,0 1 0,-2 0 1,0 1-1,-1 1 0,0 0 0,-1 1 0,-1 1 1,-1 0-1,1 2 0,-2 0 0,-27-11 1,0 5 1,-1 2 1,-1 2 0,0 2 0,-1 2 0,0 2 0,-68 1 0,8 7-263,-205 29-1,131 2-1888,0 7 1,-267 95-1,154-20-853,-4 3-149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25:4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1 217 7552,'0'0'128,"0"-10"42,16-188 2860,-14 189-2615,1 21-283,1 25 3,-7 297 1190,-3-114-1028,6-98-169,9 416 192,-6-487-2283,0-31-5866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25:4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8704,'-1'12'98,"0"0"-1,-1 1 1,-4 13 0,-2 14 279,-15 203 796,23-234-1128,0-1 1,0 0-1,1 1 0,0-1 1,0 0-1,0 0 0,2 0 1,-1 0-1,4 9 0,-4-14-32,-1-1 1,0 1-1,1-1 0,-1 1 0,1-1 0,0 0 0,0 0 1,0 0-1,0 0 0,0 0 0,0 0 0,1 0 0,-1-1 1,1 1-1,-1-1 0,1 0 0,-1 0 0,1 0 0,0 0 1,0 0-1,-1 0 0,1-1 0,0 1 0,0-1 0,0 0 1,0 0-1,-1 0 0,1 0 0,0 0 0,0-1 0,3 0 1,33-9 78,52-21 0,-62 20 18,0 1 0,1 1 1,1 1-1,31-3 0,-52 11-89,-1-1 0,1 1-1,0 1 1,-1-1 0,1 2 0,-1-1-1,0 1 1,1 1 0,-1 0 0,0 0 0,-1 1-1,1 0 1,0 0 0,-1 1 0,0 0-1,0 0 1,11 11 0,-6-4 60,-1 0-1,0 0 1,-1 1 0,-1 1 0,0-1 0,11 21-1,-17-26-44,0 0 0,-1 1 0,0-1-1,0 1 1,-1 0 0,0-1 0,-1 1 0,1 0 0,-2 0-1,1 0 1,-2 0 0,1 0 0,-3 15 0,-1-8-150,0 1 0,-1-1 0,-1 0 0,0 0 1,-15 24-1,19-37-396,1 0 0,-2-1-1,1 1 1,0 0 0,-1-1 0,1 0-1,-1 1 1,0-1 0,1 0 0,-1 0 0,-6 3-1,-12 6-3435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25:46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480 978 3072,'-11'-8'0,"-2"-1"-1920</inkml:trace>
  <inkml:trace contextRef="#ctx0" brushRef="#br0" timeOffset="1">1 521 7424,'0'0'384,"0"-5"0,0-1 512,11-7 0,7 2-256,11-5 0,6-2-512,9-8 128,6-2-256,9-6 128,7-7-128,7 3 0,6-1-128,16-14 0,14-7-1152,-16-6 0,1 0-4736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25:47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2829 374 6016,'-43'-33'57,"23"16"56,0 1 1,-1 2 0,-29-16 0,17 15 111,-1 2 1,0 2 0,0 1-1,-62-10 1,-146-5 436,210 23-596,-120-8 574,0 6 0,-276 30 0,365-17-632,2 3 0,-1 3 0,2 2 0,0 2 0,1 4 0,1 2 0,-96 56 0,84-33 8,1 3 1,3 3-1,2 3 1,2 2 0,4 3-1,2 3 1,2 1-1,-44 76 1,59-74 9,2 1-1,4 2 1,2 1-1,4 1 1,3 2 0,3 1-1,4 0 1,3 1-1,-5 91 1,17-110-80,3 1-1,2 0 1,16 88 0,2-47-40,40 113 0,-36-140 34,3-1 0,39 70 1,-39-93 39,1-1 1,3-1 0,61 70 0,-47-69 27,3-3-1,1-1 1,3-2 0,99 60 0,-83-64 19,1-2 1,1-3 0,130 39-1,-136-55 31,0-4 0,1-2 0,0-2 1,1-4-1,-1-3 0,1-2 0,111-16 0,-71-3 18,-1-4 0,-2-4-1,200-82 1,-223 73 39,-2-2 0,-2-5 1,-2-2-1,124-100 0,156-186 195,-32-30 63,-43 2-124,-234 291-221,-3-2 0,-4-1 1,46-116-1,-51 94-19,-5-1 0,30-178 0,-48 194-10,-4 0 0,-3-1 0,-4 1 0,-10-83 0,6 129 1,-1 0 0,-1 1 0,-2-1 0,-1 2 0,-2-1 0,-19-39 0,19 50 0,-1 0 0,-1 1 0,0 0 0,-1 2 0,-1-1 0,-1 2 0,-1 0 0,0 0 0,-36-23 0,18 17 11,-2 2 0,0 2 1,-2 1-1,0 2 1,0 1-1,-67-13 1,20 12-146,-2 3 1,-105 1 0,-147 18-1448,-5 20-846,338-27 2360,-356 31-5138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29:44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72 537 8704,'55'-290'640,"-33"187"164,-12 59-22,5-45 0,-13 79-547,0 18-24,-1 27 47,-1 133 403,-32 253 159,17-259-659,-39 384 164,-12 147 12,54-406-375,13-213 4,20 130-1,-16-176-168,10 32-1,-10-45-1523,14 28 0,-8-20-5313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29:4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40 9472,'8'-12'128,"-7"10"-46,0-1-1,1 1 0,-1-1 1,1 1-1,-1 0 1,1-1-1,0 1 0,0 0 1,0 0-1,5-3 1,-7 6-47,0 0 1,1-1-1,-1 1 1,0 0-1,1 0 1,-1-1 0,0 1-1,0 0 1,0 0-1,0 0 1,0-1-1,0 1 1,0 0-1,0 0 1,0 0 0,0-1-1,0 2 1,-4 14 6,0 0-1,-6 14 1,-3 8 89,-52 199 253,12-33-278,-132 589-63,114-330 64,65-418-103,3 0 0,2 0 0,1 0 1,11 72-1,-9-105 8,1 0 0,0-1 0,1 1 1,0-1-1,0 1 0,2-1 0,10 18 0,-12-24-7,-1-1 1,1 0-1,0 1 0,0-1 0,0 0 1,1-1-1,-1 1 0,1-1 1,0 0-1,0 0 0,0-1 0,0 1 1,1-1-1,-1 0 0,1 0 0,-1-1 1,11 2-1,-7-3-14,1 1 1,0-2 0,-1 1-1,1-1 1,0-1-1,-1 0 1,1 0-1,-1-1 1,0 0-1,0 0 1,0-1-1,12-7 1,3-4-45,-1-1 1,0-1-1,21-20 1,5-11 31,-3-1-1,-2-2 1,-2-2 0,-2-2-1,-3-2 1,35-71 0,-50 85 31,-2-1 1,16-52 0,-30 75 2,-1 0 1,0 0 0,-2 0-1,0 0 1,-1-1 0,-2-38 0,-1 54-6,1 0 1,-1 1 0,0-1 0,0 0-1,0 1 1,-1-1 0,0 1-1,0 0 1,-1 0 0,-4-8 0,4 9-7,1 1 0,-1 0 0,-1 1 0,1-1 0,0 0 0,-1 1 1,1 0-1,-1 0 0,0 0 0,0 0 0,0 1 0,0-1 0,0 1 1,-5-1-1,-3-1 4,-1 2 0,0-1 0,1 2 1,-1-1-1,0 2 0,1 0 0,-1 0 0,1 1 1,-1 1-1,1 0 0,-18 7 0,-7 5-2,1 2-1,-50 30 1,32-11-900,-90 76 0,40-24-5973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29:4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4091 372 11136,'0'-22'18,"0"1"-1,-2 0 1,-1-1 0,0 1 0,-8-26 0,8 38 5,0 1-1,-1 0 1,0 0-1,0 0 1,0 0 0,-1 1-1,-1 0 1,1 0 0,-1 0-1,0 1 1,0 0-1,-1 0 1,0 0 0,0 1-1,-11-7 1,0 3-19,0 1 1,0 1-1,-1 1 1,0 0-1,0 1 1,0 1-1,-1 1 1,1 1-1,-1 0 0,0 2 1,-25 1-1,-2 4-6,1 2-1,0 2 0,-82 27 1,3 9 48,3 6 1,2 5 0,-188 118-1,137-59 64,-269 237-1,107-40-24,-7 35 65,-389 513-1,446-453 150,63-21-214,172-284-13,6 2 0,3 1 0,6 2 0,4 1 0,5 2 0,5 0 0,-9 191 0,26-140-140,7 0-1,7-1 1,7-1 0,73 289 0,-67-356-54,4-2 0,5-2 1,3 0-1,61 102 1,-72-146 79,2-2 0,2-1 1,2-1-1,2-2 1,1-1-1,1-1 0,3-3 1,0-1-1,65 39 1,-60-47 41,1-1 0,0-3 0,2-2 0,0-2 0,87 18 0,-57-21 0,2-3 0,153-2 0,-152-12 9,0-3 0,-1-3 1,122-33-1,-104 14 19,-1-4 1,128-63-1,-92 26 11,-2-6 0,-4-5-1,225-193 1,153-231 138,-50-51-13,233-467-137,-501 690-30,174-433 1,-289 589 2,-8-3 0,40-195 0,-88 299-8,-3 0 1,-3 0-1,-4-1 1,-9-151-1,-2 173 0,-3 0-1,-2 0 0,-2 1 1,-2 0-1,-3 2 0,-3 0 1,-41-78-1,27 71-18,-2 1 0,-2 1 1,-3 3-1,-2 1 0,-88-80 1,86 94 9,-1 2 0,-2 2 0,-2 2 1,-1 3-1,-1 2 0,-113-42 1,86 45-63,-1 3 1,-101-13 0,71 21-498,-193-1 0,-157 48-1579,-9 13-3391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2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3456,'0'0'3072,"-1"4"-2816,-15 28 166,9-18-229,0 0 1,-9 30-1,-65 407 1903,50-240-1632,27-185-434,-2 6 62,1 1 0,1 0 1,2 0-1,3 48 0,0-75-277,-1-1 0,1 1 0,1-1 0,-1 1 1,1-1-1,0 0 0,0 1 0,6 8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0 10880,'-3'2'0,"1"0"0,-1 0 0,1 1 0,0-1 0,0 0 0,0 1 0,0-1 0,0 1 0,1 0 0,-3 4 0,-5 8 0,-28 41 0,-29 62 0,16-26 0,8-20-48,-35 89 0,64-130 21,2 0 0,1 1 1,2 1-1,1 0 0,-5 63 1,11-82-36,1 0 0,1-1 0,3 18 0,-4-27 21,1-1 0,0 0 0,-1 0 0,1 1 1,0-1-1,1 0 0,-1 0 0,1 0 0,-1 0 0,1 0 0,0 0 1,0 0-1,0-1 0,0 1 0,0-1 0,1 1 0,-1-1 1,6 4-1,-6-6 19,0 1-1,0-1 1,0 0 0,-1 1 0,1-1 0,0 0-1,0 0 1,0 0 0,0 0 0,0-1 0,0 1-1,-1-1 1,1 1 0,0-1 0,0 1 0,-1-1 0,1 0-1,0 0 1,-1 0 0,3-2 0,33-26-396,-32 25 406,0-1 12,0 0 0,1-1 0,-2 1 0,1-1 0,-1 0 0,1 0 0,-2 0 0,1-1 0,-1 1 0,0-1 0,0 0 0,-1 0 0,0 0 0,0 0 0,0-1 0,-1 1 0,0 0 0,-1-14 0,1 9 46,-2-1 1,0 1 0,-3-17-1,4 26-31,-1-1 0,0 0-1,0 0 1,0 1-1,-1-1 1,1 1-1,-1-1 1,0 1 0,0 0-1,0-1 1,0 1-1,-1 0 1,1 0-1,-6-4 1,6 6-9,1 0-1,-1 0 1,0 1-1,1-1 1,-1 0-1,0 1 1,1 0-1,-1-1 1,0 1-1,0 0 1,1 0-1,-1 0 1,0 0-1,0 0 1,1 0-1,-1 1 1,0-1-1,0 1 1,1-1-1,-1 1 1,0-1-1,1 1 1,-1 0-1,1 0 1,-1 0-1,1 0 1,-1 0-1,1 0 1,0 0-1,0 0 1,-3 3-1,-1 2 19,0 0 0,0 0 0,0 1 0,1-1 0,-7 13 0,-2 12-840,1 0 0,1 0 0,-7 38 0,8-27-2917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 9216,'-2'1'5,"-1"1"0,1-1 1,-1 1-1,1-1 0,0 1 1,0 0-1,0 0 0,0 0 1,0 0-1,-1 3 1,-9 7 41,-13 12 62,1 1 0,-31 43 0,-18 19 76,30-41-112,-42 59 1,65-76-47,1 0 0,1 1 1,-21 52-1,37-77-12,0-1-1,0 0 0,1 1 0,0-1 0,0 1 0,0 0 1,1-1-1,-1 8 0,2-10-13,-1-1-1,0 0 1,0 1 0,1-1-1,-1 0 1,1 0 0,-1 0-1,1 1 1,0-1-1,-1 0 1,1 0 0,0 0-1,0 0 1,0 0 0,0 0-1,0 0 1,0 0 0,0-1-1,0 1 1,0 0-1,0 0 1,0-1 0,1 1-1,-1-1 1,0 1 0,0-1-1,1 0 1,-1 1 0,0-1-1,1 0 1,-1 0-1,0 0 1,2 0 0,17 0-17,0-1 1,0 0 0,-1-2 0,1 0-1,-1-1 1,35-12 0,-36 8-381,0 1 0,25-16 0,-25 13-720,11-5-3897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22 6016,'2'21'205,"2"-40"256,-1-3 25,-4 21-307,-1 13-81,-43 331 1662,28-201-1493,11-98-210,1-15-27,1 0-1,1 0 1,2 1-1,1-1 1,6 41-1,2-43-1266,-3-16-4416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225 374 10112,'-1'-1'-7,"0"1"0,0-1 1,0 1-1,0-1 0,1 1 0,-1-1 1,0 0-1,0 0 0,1 1 0,-1-1 1,1 0-1,-1 0 0,0 0 0,1 1 1,0-1-1,-1 0 0,1 0 1,0 0-1,-1 0 0,1 0 0,0 0 1,0 0-1,0 0 0,0 0 0,0 0 1,0 0-1,0 0 0,0 0 1,0 0-1,0 0 0,1-1 0,13-38-196,-6 19 131,-4 5 70,0-1 1,-1 1-1,-1 0 0,0-1 1,-2 0-1,0 1 1,0-1-1,-2 0 0,0 1 1,-1 0-1,-1-1 0,-10-29 1,13 44 1,0-1 0,0 1 0,0-1 0,-1 1 0,1 0 0,-1-1 0,1 1 0,-1 0 0,0 0 0,0 0 0,0 0 0,0 1 0,0-1 0,-1 0 0,1 1 0,0-1 0,-1 1 0,1 0 0,-1 0 0,1 0 0,-4-1 0,3 2 0,0 0 0,0 0 0,0 0 0,0 1 0,-1-1 0,1 1 0,0-1 0,0 1 0,0 0 0,1 0 0,-1 0 0,0 1 0,0-1 0,0 1 0,1 0 0,-1-1 0,1 1 0,-4 4 0,-9 7 0,0 1 0,1 1 0,0 1 0,1 0 0,1 1 0,1 0 0,-11 21 0,21-37 0,0 0 0,1 0 0,-1 0 0,1 0 0,-1 0 0,1 0 0,-1 0 0,1 0 0,0 0 0,0 1 0,-1-1 0,1 0 0,0 0 0,0 0 0,0 0 0,0 0 0,0 1 0,0-1 0,1 0 0,-1 0 0,0 0 0,1 0 0,-1 0 0,0 0 0,1 0 0,-1 0 0,1 0 0,0 0 0,-1 0 0,1 0 0,0 0 0,-1 0 0,1 0 0,0-1 0,0 1 0,0 0 0,0-1 0,0 1 0,0 0 0,0-1 0,0 1 0,0-1 0,0 1 0,0-1 0,2 1 0,5 0 0,0 0 0,1 0 0,-1-1 0,0 0 0,10-1 0,-8 0 0,47-2 0,-28 0 0,0 2 0,1 1 0,-1 1 0,31 6 0,-56-7 0,1 1 0,-1 0 0,0 1 0,0-1 0,0 1 0,0-1 0,-1 1 0,1 0 0,0 1 0,-1-1 0,1 1 0,-1-1 0,0 1 0,0 0 0,0 0 0,0 1 0,-1-1 0,1 1 0,-1-1 0,0 1 0,0 0 0,0-1 0,2 7 0,-2-3 0,-1 0 0,0-1 0,0 1 0,-1 0 0,0 0 0,0-1 0,0 1 0,-1 0 0,0 0 0,0-1 0,-1 1 0,0-1 0,0 1 0,-4 8 0,-2 1 0,-2-1 0,1 1 0,-2-2 0,0 1 0,-1-2 0,0 1 0,-1-2 0,0 0 0,-1 0 0,0-1 0,-1-1 0,-25 13 0,36-21 11,0 0 1,0 0 0,0-1-1,-1 0 1,1 1 0,0-1-1,-1-1 1,1 1 0,-1-1-1,1 0 1,-1 0 0,-6-1-1,9 1 0,1-1-1,-1 1 0,0-1 0,1 0 1,-1 1-1,0-1 0,1 0 0,-1 0 1,1 0-1,-1 0 0,1-1 1,0 1-1,-1 0 0,1 0 0,0-1 1,0 1-1,0-1 0,0 1 0,0-1 1,0 0-1,0 1 0,1-1 1,-1 0-1,1 1 0,-1-1 0,1 0 1,-1 0-1,1 1 0,0-1 1,0 0-1,0 0 0,1-3 0,1-26-230,2 0 1,12-48-1,-13 67-294,6-31-5459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14080,'1'14'0,"1"11"-128,1-1 128,0 3-128,0 2 0,1 5-384,-4 7 128,-4 6-1664,-2 6 128,0 0-3840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431 310 12288,'-9'-28'-35,"-1"1"0,-1-1 1,-2 2-1,0 0 0,-2 0 1,-1 1-1,-37-44 0,48 63 14,0 1 1,-1 1-1,1-1 0,-1 1 0,0 0 0,-1 0 0,1 1 0,0-1 1,-1 1-1,0 1 0,0-1 0,0 1 0,0 1 0,0-1 0,0 1 1,0 0-1,-1 1 0,1 0 0,-9 1 0,9 0-13,0 0 0,1 0 0,-1 1 0,1 0 0,0 1 0,-1 0 0,1 0 0,0 0 0,0 0 0,1 1 0,-1 0 0,1 0 0,0 1 0,0-1 1,0 1-1,1 0 0,-1 1 0,1-1 0,0 1 0,-5 10 0,4-7-18,1 1 1,0 0-1,0 0 1,1 0-1,0 1 1,0-1-1,1 1 1,0 19 0,2-25 37,0 0 0,0 0 0,1 0 0,-1 0 0,1 0 0,1 0 1,-1-1-1,1 1 0,0 0 0,0-1 0,0 1 0,0-1 0,1 0 1,0 0-1,0 0 0,0 0 0,0 0 0,1-1 0,-1 1 0,1-1 1,5 4-1,6 1 14,1 0 0,0-1 0,0 0 0,0-1 0,1-1 0,31 5 0,-19-4 0,34 12 0,-55-14 0,1-1 0,-1 1 0,0 0 0,0 1 0,0 0 0,-1 0 0,0 1 0,8 7 0,-11-9 0,-1-1 0,0 1 0,0 0 0,0 0 0,-1 0 0,0 0 0,1 1 0,-1-1 0,-1 1 0,1-1 0,-1 1 0,1 0 0,-2-1 0,1 1 0,0 8 0,-1-5 0,-1-1 0,1 1 0,-2-1 0,1 0 0,-1 1 0,0-1 0,-1 0 0,1 0 0,-6 9 0,1-4 0,0 0 0,-1-1 0,0 0 0,-1 0 0,0-1 0,0 0 0,-1-1 0,-1 0 0,0-1 0,-20 13 0,25-17 1,-1-1 1,1-1 0,-1 1-1,1-1 1,-1 0-1,0-1 1,0 0 0,0 0-1,0 0 1,0-1 0,0 0-1,0 0 1,-8-2-1,11 1 10,-1 0 0,0 0-1,0-1 1,1 1-1,-1-1 1,1 0 0,0-1-1,-1 1 1,1-1-1,0 0 1,1 0 0,-1 0-1,0-1 1,1 1-1,0-1 1,0 0 0,0 0-1,0 0 1,-3-6-1,0-2 9,1-1-1,0 1 1,1-1-1,0 0 1,1-1-1,1 1 1,0 0 0,1-1-1,0-14 1,2-1-519,1 0 0,2 1 1,9-37-1,-7 37-5089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5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59 12160,'0'0'0,"0"0"0,0 0 0,1 0 0,-1 0 0,0 0 0,0 0 0,0 0 0,0 0 0,0-1 0,0 1 0,0 0 0,0 0 0,1 0 0,-1 0 0,0 0 0,0 0 0,0 0 0,0 0 0,0 0 0,0-1 0,0 1 0,0 0 0,0 0 0,0 0 0,0 0 0,0 0 0,0 0 0,0-1 0,0 1 0,0 0 0,0 0 0,0 0 0,0 0 0,0 0 0,0 0 0,0-1 0,0 1 0,0 0 0,0 0 0,0 0 0,0 0 0,0 0 0,0 0 0,0 0 0,0-1 0,0 1 0,0 0 0,0 0 0,-1 0 0,1 0 0,0 0 0,0 0 0,0 0 0,0 0 0,0 0 0,0 0 0,0 0 0,-1-1 0,1 1 0,0 0 0,0 0 0,0 0 0,0 0 0,0 0 0,0 0 0,0 0 0,-1 0 0,17-13 0,23-12 0,-36 23 0,0 0 0,0 1 0,0-1 0,1 1 0,-1-1 0,1 1 0,-1 0 0,1 1 0,-1-1 0,1 0 0,-1 1 0,1 0 0,0 0 0,-1 0 0,5 1 0,-5 0 0,-1 0 0,1 0 0,-1 0 0,0 0 0,1 1 0,-1-1 0,0 1 0,0-1 0,0 1 0,0 0 0,0 0 0,-1 0 0,1 0 0,-1 0 0,1 1 0,-1-1 0,0 0 0,1 1 0,-1-1 0,0 1 0,0 3 0,3 7 1,-1 1-1,-1-1 1,0 1 0,-1 0 0,0 0 0,-1-1 0,-1 1 0,0 0-1,-1-1 1,-5 23 0,-7 14-135,-29 68 0,42-114 115,-17 36-222,-1-1-1,-31 47 0,36-71 222,14-15 20,0 0 0,0 0 0,0 0 0,-1 0 0,1 0-1,0 0 1,0 0 0,-1 0 0,1-1 0,0 1 0,0 0 0,0 0 0,0 0 0,-1 0 0,1-1 0,0 1 0,0 0 0,0 0-1,0 0 1,0-1 0,0 1 0,-1 0 0,1 0 0,0-1 0,0 1 0,0 0 0,0 0 0,0-1 0,0 1 0,0 0 0,0 0-1,0-1 1,0 1 0,0 0 0,0 0 0,0 0 0,0-1 0,0 1 0,1 0 0,-1-7 0,1 1 1,0 0-1,1 0 0,2-8 1,2-4-1,-3 6 0,1 1 0,1 0 0,0 0 0,0 0 0,1 1 0,12-17 0,-16 25 0,0 0 0,1 0 0,-1 0 0,1 0 0,-1 1 0,1-1 1,0 1-1,0 0 0,0 0 0,0 0 0,0 0 0,0 0 0,0 1 0,0-1 1,0 1-1,0 0 0,0 0 0,1 0 0,-1 0 0,0 0 0,0 1 0,0 0 1,4 1-1,5 1 50,0 1 1,0 1-1,-1 0 1,15 9 0,7 7 86,-25-15-159,-1 0-1,1-1 1,1-1-1,-1 1 1,1-1-1,0-1 0,12 4 1,-20-6-106,0-1 0,0 0 0,0 0 0,0 0 1,0-1-1,0 1 0,0 0 0,0 0 0,-1 0 0,1-1 0,0 1 0,0 0 1,0-1-1,0 1 0,-1-1 0,1 1 0,1-1 0,-1 0-258,9-5-5203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12032,'-5'21'0,"5"-11"0,-2 8 0,-1-1 0,-1 0 0,-1 0 0,0 0 0,-9 18 0,-10 35 0,20-55 0,1-1 0,-1 26 0,3-35 0,1-1 0,0 1 0,0 0 0,1-1 0,-1 1 0,1-1 0,0 1 0,0-1 0,1 1 0,-1-1 0,1 0 0,4 8 0,-4-10 0,0 0 0,0 0 0,0 0 0,1 0 0,-1-1 0,0 1 0,1-1 0,-1 0 0,1 0 0,-1 0 0,1 0 0,0 0 0,-1 0 0,1-1 0,0 1 0,0-1 0,0 0 0,4 0 0,0 1 0,0-2 0,1 1 0,-1-1 0,0 0 0,15-5 0,-8 0 0,1-1 0,-1 0 0,0-1 0,-1 0 0,1-1 0,-2-1 0,1 0 0,19-21 0,-18 15 0,0-1 0,-1 0 0,-1 0 0,0-1 0,-2-1 0,10-21 0,-17 38 0,0 7 0,3 19 0,2 33 0,-4 71 73,-2-34 3,2 8-11,-4-48-641,3 0-1,19 105 1,-17-140-6485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6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13056,'-1'10'0,"-4"5"0,5 1 0,3 3 0,-5 0 0,-2-1 0,-3 7 0,-1 3-128,0 0 128,0 0-128,-1 0 128,-4 2-128,8-3 0,5 0-384,4-2 128,-1 0-7808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11520,'0'0'-128,"-3"3"21,-20 33 91,-91 146 11,75-124 5,29-46 0,1 0 0,1 0 0,0 1 0,1 0 0,-9 22 0,16-35 1,0 1 1,-1 0-1,1 0 1,-1 0-1,1 0 1,0-1-1,0 1 1,-1 0-1,1 0 1,0 0 0,0 0-1,0 0 1,0 0-1,0 0 1,0 0-1,0 0 1,0-1-1,1 1 1,-1 0-1,0 0 1,0 0-1,1 0 1,-1 0 0,1-1-1,-1 1 1,1 0-1,-1 0 1,1-1-1,-1 1 1,1 0-1,0-1 1,-1 1-1,1 0 1,0-1-1,-1 1 1,1-1-1,0 1 1,0-1 0,1 1-1,2 0 20,1-1-1,0 1 0,-1-1 1,1 1-1,0-2 1,6 0-1,-1 1 10,4-1 50,0-1-1,-1 0 1,28-8-1,-34 8-335,-1 0 0,1-1 1,-1 0-1,0 0 0,0-1 0,0 0 1,0 0-1,-1 0 0,11-10 0,-5 1-5802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10240,'-4'11'-34,"3"-9"60,0 1 0,0-1 0,0 0 0,0 1 1,0-1-1,1 0 0,-1 1 0,1-1 0,-1 1 0,1-1 0,0 1 0,0-1 0,0 1 0,1-1 1,0 5-1,7 21 160,-1 1-1,-2 0 1,0 0 0,-2 0 0,-1 0 0,-4 46 0,1-58-162,-7 72 401,6 151 1,7-213-1024,1-23-388,3-12-673,-1-4-4570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9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12672,'-2'15'0,"1"0"0,0 0 0,1 0 0,0 0 0,4 23 0,-1-15 0,-1 30 0,-26 223-270,13-171 49,9-92-1507,0 0-5269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9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26 11520,'-4'13'0,"4"-13"0,0 0 0,0 1 0,0-1 0,0 0 0,0 0 0,0 0 0,0 0 0,0 0 0,0 0 0,0 0 0,0 0 0,0 0 0,0 1 0,0-1 0,0 0 0,0 0 0,0 0 0,0 0 0,0 0 0,0 0 0,0 0 0,0 0 0,0 0 0,0 0 0,0 0 0,0 0 0,1 0 0,-1 1 0,0-1 0,0 0 0,0 0 0,0 0 0,0 0 0,0 0 0,0 0 0,0 0 0,0 0 0,0 0 0,0 0 0,1 0 0,-1 0 0,0 0 0,0 0 0,0 0 0,0 0 0,0 0 0,0 0 0,0 0 0,0 0 0,0 0 0,0 0 0,1 0 0,-1 0 0,0 0 0,0-1 0,0 1 0,19-14 0,-6 2 0,-11 11 3,0-1 1,0 0 0,1 1 0,-1 0-1,1-1 1,-1 1 0,1 0 0,-1 0 0,1 1-1,0-1 1,0 0 0,-1 1 0,1 0-1,0-1 1,0 1 0,5 1 0,-7-1-2,1 1 0,0 0 1,-1-1-1,1 1 0,-1 0 0,1 0 1,-1 0-1,1 0 0,-1 0 1,0 0-1,1 1 0,-1-1 0,0 0 1,0 1-1,0-1 0,0 0 1,0 1-1,0-1 0,-1 1 0,1 0 1,0-1-1,-1 1 0,1 0 1,-1-1-1,0 1 0,1 0 0,-1 3 1,1 5 8,-1-1 1,0 1-1,-1 0 1,0-1 0,0 1-1,-1 0 1,0-1-1,-6 16 1,-5 7 82,-19 35 1,-9 21-4,39-84-66,0 1 1,1-1 0,0 1-1,0-1 1,1 1 0,-1 0 0,1-1-1,0 1 1,0 0 0,1 6-1,-1-9-14,1-1 0,-1 1 0,1-1 0,-1 0-1,1 1 1,0-1 0,-1 0 0,1 1 0,0-1-1,0 0 1,0 0 0,0 0 0,0 0 0,0 0 0,0 0-1,1 0 1,-1 0 0,0 0 0,0 0 0,1-1-1,-1 1 1,0 0 0,1-1 0,-1 1 0,1-1 0,-1 0-1,1 1 1,-1-1 0,1 0 0,-1 0 0,1 0 0,-1 0-1,1 0 1,2-1 0,10-1 87,1 0 0,-1-1-1,0-1 1,25-10 0,53-30 68,-11 4-1909,-58 31-6150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39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13952,'-6'0'0,"-5"0"0,12 5 0,7 3 0,-1 3 0,-1 1 0,-3 9 0,-1 5 0,0 3 0,-1 2-128,-1 5 128,0 3-256,-1-1 0,-4 1-512,2-3 128,-2-1-384,3 0 128,1-1-5888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41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38 262 11520,'1'0'-4,"-1"-1"0,0 1 1,0-1-1,0 1 0,0-1 1,1 1-1,-1-1 0,0 1 1,0-1-1,0 1 0,0-1 1,0 1-1,0-1 0,0 1 1,-1 0-1,1-1 0,0 1 1,0-1-1,0 1 0,0-1 1,-1 1-1,1-1 0,0 1 1,0 0-1,-1-1 0,1 1 0,-1-1 1,-13-23-185,4 6 95,7 13 115,1 0 1,1 0 0,-1-1 0,1 1-1,0-1 1,0 1 0,1-1-1,0 1 1,0-1 0,0 1 0,0-1-1,1 1 1,0-1 0,0 1 0,0 0-1,1-1 1,0 1 0,0 0-1,0 0 1,1 0 0,5-8 0,-3 6 6,0 1 1,0-1 0,1 1 0,0 0 0,0 1-1,0-1 1,1 1 0,0 1 0,0-1 0,0 1 0,0 0-1,1 1 1,15-5 0,-21 7-24,1 0 0,-1 0 0,1 0 0,-1 1 0,0-1 0,1 1-1,-1 0 1,1 0 0,-1 0 0,1 0 0,-1 0 0,1 0 0,-1 1 0,0-1 0,1 1 0,-1 0 0,0-1 0,1 1 0,-1 0 0,0 1 0,0-1-1,0 0 1,0 1 0,0-1 0,0 1 0,0-1 0,0 1 0,0 0 0,-1 0 0,1 0 0,-1 0 0,0 0 0,1 0 0,-1 0 0,0 0-1,0 1 1,0-1 0,-1 0 0,2 5 0,0 2-6,-1 1 0,0-1-1,0 0 1,-1 0 0,-1 0 0,1 0-1,-1 1 1,-1-1 0,-4 15 0,-5 15 0,3-9 0,-2 0 0,-1-1 0,-16 32 0,12-35 0,-14 27 0,27-48 0,0 0 0,1 0 0,-1 0 0,1 0 0,0 0 0,0 0 0,1 0 0,0 1 0,0 6 0,0-11 0,0 1 0,1-1-1,-1 0 1,1 1 0,-1-1 0,1 0 0,-1 1 0,1-1 0,0 0 0,0 0 0,0 0 0,0 1 0,-1-1 0,1 0 0,0 0 0,1 0 0,-1-1 0,0 1 0,0 0 0,0 0 0,1-1 0,-1 1-1,0 0 1,0-1 0,1 1 0,-1-1 0,1 0 0,-1 0 0,0 1 0,1-1 0,-1 0 0,1 0 0,-1 0 0,0 0 0,1 0 0,1-1 0,6 0 4,1 0 1,-1-1 0,0 0-1,11-4 1,5-4-346,0 0-1,0-1 1,22-15 0,-19 9-7019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4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43 6144,'-26'38'1685,"22"-27"-1119,0 1 1,1-1-1,-4 21 0,3-14-527,1-2 51,0-1-1,1 1 1,1-1-1,0 1 1,1 0 0,0-1-1,2 1 1,0 0-1,7 27 1,-8-41-49,0 1-1,0-1 1,0 1 0,0-1-1,0 0 1,0 0 0,1 1-1,-1-1 1,1 0 0,0 0 0,0 0-1,-1-1 1,1 1 0,1 0-1,3 2 1,-5-4-33,1 1 1,0-1-1,-1 1 1,1-1-1,0 0 1,0 0-1,0 1 0,-1-1 1,1-1-1,0 1 1,0 0-1,-1 0 1,1-1-1,0 1 0,0-1 1,-1 1-1,1-1 1,0 0-1,-1 1 1,1-1-1,-1 0 0,1 0 1,2-2-1,8-8 14,0 0-1,0 0 0,-1-1 0,0 0 1,-1-1-1,9-15 0,45-90 236,-56 101-139,10-30 0,-16 41-64,0 0 0,-1 0 1,0-1-1,0 1 0,0-1 1,-1 1-1,0-1 1,-1-10-1,1 15-50,-1 1 1,1-1-1,-1 1 0,0-1 1,0 1-1,0-1 1,0 1-1,0-1 0,0 1 1,0 0-1,0 0 0,0-1 1,-1 1-1,1 0 0,0 0 1,-1 0-1,1 0 1,-1 1-1,1-1 0,-1 0 1,1 1-1,-1-1 0,0 1 1,1-1-1,-1 1 1,0 0-1,1-1 0,-1 1 1,0 0-1,-2 1 0,-6-1-763,0 0 0,0 1 0,-18 4 0,7-1-5897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47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0 12288,'-37'36'-60,"-47"51"-362,72-72 365,0 0 0,1 1-1,1 0 1,-12 26 0,6-4-98,1 1 0,2 0 1,2 1-1,-9 60 0,16-70 31,2 0 0,1 0 0,1 0 0,1 0-1,2 0 1,11 53 0,-13-79 120,0 0 1,0 0-1,1-1 0,-1 1 1,1 0-1,0-1 0,-1 0 1,2 1-1,-1-1 0,0 0 1,1 0-1,-1 0 0,1 0 1,0 0-1,5 2 0,-6-3 6,0-1-1,0 0 1,1 0-1,-1-1 1,1 1-1,-1 0 1,1-1-1,-1 1 1,1-1-1,-1 0 1,1 0-1,-1 0 1,1 0-1,-1-1 1,1 1-1,-1-1 1,1 1-1,-1-1 1,1 0-1,-1 0 1,0 0-1,1 0 1,-1 0-1,4-3 1,1-1 10,-1-1 0,1 0 1,-1 0-1,0-1 0,0 0 1,0 0-1,-1 0 0,-1 0 0,1-1 1,-1 0-1,0 0 0,4-12 1,-2 3 24,-1-1 0,-1 1 1,0-1-1,-1 0 0,1-21 1,-4 35-24,0-1 0,0 1-1,0 0 1,0 0 0,-1 0 0,0 0 0,0 0 0,0 0 0,0 0 0,-3-5 0,3 7 0,0 0 0,-1 1 1,1-1-1,0 0 1,-1 1-1,1-1 0,-1 1 1,0 0-1,0-1 0,1 1 1,-1 0-1,0 0 1,0 0-1,0 0 0,0 1 1,0-1-1,0 0 0,0 1 1,-1 0-1,1-1 1,-3 1-1,0 0-12,-1 0-1,1 0 1,-1 0 0,1 1-1,0 0 1,-1 0 0,1 1 0,0-1-1,-10 5 1,-42 28-1040,43-26 331,-23 16-5202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48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4864,'-7'13'0,"-1"-2"-3200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48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12032,'-10'0'0,"-4"0"0,7 4 0,3 4 0,-1 6 0,2 5-256,-4 6 128,1 7-512,-2 7 128,-3 6-1408,1 5 128,-1 5 1792,0 2 0,0-1-4608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49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1 185 10240,'4'-1'0,"0"-1"0,1 1 0,-1 0 0,1 0 0,0 0 0,-1 0 0,1 1 0,-1 0 0,1 0 0,0 0-1,-1 0 1,1 1 0,7 2 0,19 0 22,36-4 165,76-10 0,-73 4-28,375-53 951,-422 55-1056,357-63 746,-266 52-75,156 0 0,132 32-85,-307-6-2731,-75-8-6570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50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3200,'-3'2'0,"0"0"-1920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53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2432,'0'0'128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5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3328,'-1'30'0,"1"-29"0,0-1 0,1 1-1,-1-1 1,0 1 0,0-1 0,0 1 0,1-1 0,-1 1 0,0-1 0,1 1-1,-1-1 1,0 1 0,1-1 0,-1 1 0,0-1 0,1 0 0,-1 1-1,1-1 1,-1 0 0,1 1 0,-1-1 0,1 0 0,-1 0 0,1 1-1,-1-1 1,1 0 0,0 0 0,-1 0 0,1 0 0,-1 0 0,2 0-1,21-1 6,-11-1 16,-5 4 134,0-1-1,-1 1 1,1 0-1,0 0 1,-1 1-1,1 0 1,-1 0-1,0 0 1,0 1-1,0 0 0,7 7 1,7 7 855,29 34 1,-35-37-726,94 125 976,-84-104-1027,2-1 0,1-1 0,63 59 0,-58-66-156,2-2-1,1-1 0,1-1 0,52 24 1,-68-38-42,0-1 1,0-1 0,1-1-1,0-1 1,1 0 0,-1-2-1,1 0 1,-1-2-1,1 0 1,33-4 0,1-6 36,-1-2-1,68-24 1,107-48 92,-220 79-164,59-26-1,0-2 0,113-74 0,111-104 0,-285 204 0,34-29-400,-1-1 0,-1-3 0,42-53 0,-66 73-5808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54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0 182 10240,'5'-2'-30,"-4"2"14,0 0 1,-1-1-1,1 1 0,0 0 1,0-1-1,0 1 0,0 0 1,0 0-1,0-1 0,-1 1 1,1 0-1,0 0 0,0 0 1,0 0-1,0 1 1,0-1-1,0 0 0,0 0 1,0 0-1,-1 1 0,1-1 1,0 0-1,1 2 0,-2-2 7,1 1-1,-1-1 1,1 1 0,-1-1-1,0 1 1,1-1-1,-1 0 1,1 1-1,-1-1 1,1 0 0,-1 1-1,1-1 1,-1 0-1,1 1 1,-1-1-1,1 0 1,0 0-1,-1 0 1,1 1 0,-1-1-1,1 0 1,0 0-1,-1 0 1,1 0-1,0 0 1,24 0-276,-11 0 197,19 4 88,-1 1 0,0 2 0,0 2 0,-1 0 0,0 2 0,0 2 0,50 28 0,10 15 0,87 70 0,-92-63 0,-29-22 0,2-3 0,65 30 0,-94-53 0,2-2 0,0-2 0,0 0 0,1-3 0,0 0 0,41 3 0,-24-8 7,0-2 1,0-3 0,86-13 0,144-46 54,-217 46-49,-8 0 17,0-3 0,-1-2 0,-1-2 0,53-31 0,-24 5 45,125-97-1,-127 83 15,93-74-178,-30 21-2450,-104 82-1983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55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10880,'4'7'0,"1"-1"0,0 0 0,1 0 0,-1 0 0,1 0 0,0-1 0,1 0 0,9 6 0,15 12 0,144 148 0,-10-8 0,-119-123 0,89 62 0,-119-92 19,0 0 0,1-1 0,1-1 0,32 12 1,-39-17-4,1-1 0,-1 0 0,0 0 0,1-1 0,-1-1 0,1 0 0,-1 0 0,0-1 0,17-4 0,50-16 105,-2-3-1,85-38 1,-108 37-51,-1-2 1,-1-2-1,-1-3 0,-2-1 0,-2-3 0,82-79 0,-110 95-769,-1-1 1,0-1-1,20-35 0,-16 22-5295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4:55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1 229 8704,'0'0'-5,"1"-1"-1,0 1 1,-1 0 0,1 0 0,-1-1 0,1 1 0,0 0-1,-1 0 1,1 0 0,0 0 0,-1 0 0,1 0 0,0 0-1,-1 0 1,1 0 0,0 0 0,-1 0 0,1 0 0,0 0-1,-1 1 1,1-1 0,-1 0 0,1 0 0,0 1 0,7 14-202,-4-4 159,18 28 329,1-1 1,2-1 0,1-1-1,39 41 1,-41-53-259,0 0 0,1-2 1,1-1-1,1-1 0,1-2 0,1 0 1,0-2-1,1-1 0,1-2 0,48 15 1,-57-23 26,0-1-1,1-1 1,-1 0 0,1-2 0,-1-1 0,39-5-1,135-32 463,-173 32-476,398-129 827,-302 91-446,-43 16-247,-2-3 1,-1-4 0,-2-3-1,-1-2 1,119-92 0,-135 88-613,97-86-4514,-129 107-142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2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96 3584,'0'0'3968,"0"-4"-3862,0-6-20,0 1-1,0-1 0,-2 1 1,1-1-1,-1 1 0,0-1 1,-7-15-1,11 63 512,-2-34-582,0-3-13,0 0 1,-1 0-1,1 0 1,0 0-1,0 0 1,0 0-1,1 0 1,-1 0-1,0 0 1,0-1-1,0 1 1,1 0-1,-1 0 1,0 0-1,1 0 1,-1 0-1,1 0 1,-1 0-1,1-1 1,0 1-1,-1 0 1,1 0-1,0-1 1,-1 1-1,1 0 1,0-1-1,0 1 1,-1-1-1,1 1 1,0-1-1,0 1 1,0-1-1,0 0 1,0 1-1,0-1 1,1 0-1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2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41 5760,'8'2'-4,"-7"-6"33,-8-12 120,3 10-67,3 5-62,1 0 0,0 0 0,-1 0 0,1 0 0,-1 0 0,1 1 0,-1-1-1,1 0 1,-1 0 0,0 0 0,1 1 0,-1-1 0,0 1 0,0-1 0,1 0 0,-1 1 0,0-1 0,0 1 0,0-1 0,0 1 0,0 0 0,1-1 0,-1 1 0,0 0 0,0 0 0,0 0 0,0 0 0,-2 0-1,2 0-2,-1 1-1,1 0 1,0 0-1,-1 0 1,1 0-1,0 0 1,0 0-1,-1 0 0,1 0 1,0 0-1,0 1 1,0-1-1,1 0 1,-1 1-1,0-1 1,0 0-1,0 4 0,-7 11 35,1 0 0,1 0-1,1 1 1,0 0 0,1 0-1,1 0 1,-2 21 0,5-38-49,0 0 0,0 0 1,1 0-1,-1-1 0,0 1 0,0 0 1,0 0-1,1 0 0,-1 0 0,0-1 1,0 1-1,1 0 0,-1 0 1,0 0-1,0 0 0,1 0 0,-1 0 1,0 0-1,0 0 0,1 0 0,-1 0 1,0 0-1,0 0 0,1 0 1,-1 0-1,0 0 0,0 0 0,1 0 1,-1 0-1,0 0 0,0 0 0,1 0 1,-1 1-1,0-1 0,0 0 0,0 0 1,1 0-1,-1 0 0,0 0 1,0 1-1,0-1 0,0 0 0,1 0 1,-1 0-1,0 1 0,0-1 0,0 0 1,0 0-1,0 1 0,0-1 1,1 0-1,-1 0 0,0 1 0,0-1 1,0 0-1,0 0 0,0 1 0,0-1 1,0 0-1,0 0 0,0 1 0,0-1 1,0 0-1,0 0 0,-1 1 1,1-1-1,0 0 0,0 0 0,0 1 1,11-18 243,-2-9 181,-9 26-425,0 0 1,0 0-1,0 0 1,0 0-1,0-1 0,0 1 1,0 0-1,1 0 1,-1 0-1,0 0 1,0 0-1,0 0 1,0-1-1,0 1 0,0 0 1,0 0-1,0 0 1,0 0-1,0 0 1,0 0-1,1 0 1,-1 0-1,0 0 0,0-1 1,0 1-1,0 0 1,0 0-1,0 0 1,1 0-1,-1 0 0,0 0 1,0 0-1,0 0 1,0 0-1,0 0 1,1 0-1,-1 0 1,0 0-1,0 0 0,0 0 1,0 0-1,0 0 1,0 0-1,1 0 1,-1 0-1,0 1 0,2 14-116,-2-13-20,0-1 0,0 1 0,0 0 0,-1 0 1,1-1-1,0 1 0,-1 0 0,1-1 0,-1 1 1,-1 2-1,-3 5-4090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3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97 11264,'-1'0'-4,"1"1"1,0-1-1,0 0 1,-1 0 0,1 0-1,0 1 1,0-1 0,-1 0-1,1 0 1,0 0-1,-1 0 1,1 0 0,0 1-1,-1-1 1,1 0-1,0 0 1,-1 0 0,1 0-1,0 0 1,-1 0-1,1 0 1,0 0 0,-1 0-1,1 0 1,0 0-1,-1-1 1,1 1 0,0 0-1,-1 0 1,1 0-1,0 0 1,-1-1 0,1-9-70,8-13-20,-4 16 59,0-1 0,1 1 0,-1-1 0,2 1 0,6-7 0,-11 13 29,1-1-1,-1 1 1,1 0-1,-1 0 1,1-1 0,0 1-1,-1 1 1,1-1-1,0 0 1,0 0 0,0 0-1,3 0 1,-4 1 0,0 0 1,1 0-1,-1 0 1,0 0-1,0 1 0,0-1 1,0 0-1,1 1 1,-1-1-1,0 1 1,0-1-1,0 1 0,0-1 1,0 1-1,0 0 1,0-1-1,0 1 1,0 0-1,0 0 1,-1 0-1,1 0 0,0 0 1,0 1-1,3 4 1,0 0-1,-1 0 0,1 1 0,-2 0 0,1-1 0,-1 1 1,0 0-1,0 0 0,-1 0 0,1 9 0,0 10-16,-4 39-1,1-8 12,1-32 10,1 1 0,2 0 0,0 0 0,2-1 0,10 33 0,-15-56 1,1 0 0,-1 0 0,1 0 0,0 0 0,0-1 0,0 1-1,0 0 1,0-1 0,0 1 0,1 0 0,-1-1 0,0 1 0,1-1 0,-1 0 0,1 0 0,0 1 0,-1-1 0,1 0 0,0 0 0,0 0 0,0-1 0,-1 1 0,1 0 0,0-1 0,0 1 0,0-1 0,0 0 0,0 0 0,0 1 0,0-1 0,0-1 0,4 1 0,3-3 9,1 1 1,-1-1-1,0-1 1,-1 0 0,15-8-1,-12 6 1,152-95-1440,-122 73-4672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4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 13568,'0'0'-150,"0"12"-1514,-1-9 1579,-3-1 64,1-1 42,0 1 16,0-1 0,0 1 1,0-1-1,0 1 0,0 0 0,1 0 0,-1 0 1,1 0-1,-1 1 0,1-1 0,0 1 0,0-1 1,0 1-1,0 0 0,0 0 0,-1 3 0,-1 4-563,-1 1 0,2 0 0,-4 15 0,4-14-6343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4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26 14720,'0'-1'-87,"0"0"1,0 1 0,-1-1 0,1 1 0,0-1-1,0 0 1,0 1 0,-1-1 0,1 0-1,0 1 1,0-1 0,0 0 0,0 1 0,0-1-1,0 0 1,1 1 0,-1-1 0,0 0 0,0 1-1,0-1 1,1 0 0,-1 1 0,0-1 0,1 1-1,-1-1 1,1 0 0,2-6 88,-2 9-218,0-1 204,0-1 1,-1 1-1,0-1 1,1 1-1,-1-1 1,1 1-1,-1 0 1,0-1-1,1 1 0,-1 0 1,0-1-1,0 1 1,1 0-1,-1-1 1,0 1-1,0 0 1,0-1-1,0 1 1,0 0-1,0 0 0,0-1 1,0 1-1,0 0 1,-1-1-1,1 1 1,0 0-1,0-1 1,-1 1-1,1 0 1,0-1-1,-1 1 1,0 1-1,-1 0-9,2-4 21,-3 12-18,1 1 0,-1-1 0,-1 0 1,0 0-1,-8 15 0,10-22-2371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4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29 13184,'-15'10'0,"9"-6"0,8-6 0,5-5 10,-2 3-17,0-1 0,0 1 0,0-1 0,1 1 0,7-4 0,-12 8 2,0-1 0,0 1 0,0-1 1,0 1-1,0 0 0,0-1 0,0 1 0,0 0 0,0 0 1,0 0-1,0 0 0,1 0 0,-1 0 0,0 0 0,0 0 1,0 0-1,0 1 0,0-1 0,0 0 0,0 1 0,0-1 1,0 0-1,0 1 0,0 0 0,0-1 0,0 1 0,-1-1 1,1 1-1,0 0 0,0 0 0,-1 0 0,1-1 0,0 1 1,-1 0-1,1 0 0,-1 0 0,1 0 0,-1 0 0,1 0 1,-1 0-1,1 2 0,2 6-38,0 0 0,-1 1 0,0-1 0,0 1 0,0 17 0,-3 52-146,-1-37 124,1 10-18,-1-20 67,2 0-1,1 0 0,10 62 1,-11-93 16,1 1 0,-1 0 0,0 0 0,1-1 0,0 1 0,-1 0 0,1-1 0,0 1 0,-1-1 0,1 1 0,0-1 0,0 1 0,0-1 0,1 0 0,-1 1 0,0-1 0,0 0 0,1 0 0,-1 0 0,1 0 0,-1 0 0,1 0 0,-1 0 0,1-1 0,0 1 0,-1 0 0,1-1 0,0 0 0,-1 1 0,1-1 0,0 0 0,0 0 0,-1 0 0,1 0 0,0 0 0,0 0 0,-1 0 0,1-1 0,0 1 0,-1 0 0,1-1 0,2-1 0,8-3 0,0 0 0,-1-1 0,0 0 0,18-14 0,-21 14 0,231-156-2091,-186 126-4778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5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5 10880,'0'1'-4,"0"-1"0,0 1 0,0-1 0,0 1 1,0-1-1,0 1 0,0-1 0,0 1 0,0-1 1,-1 1-1,1 0 0,0-1 0,0 1 0,0-1 1,-1 1-1,1-1 0,0 1 0,0-1 0,-1 0 1,1 1-1,0-1 0,-1 1 0,1-1 0,-1 0 1,1 1-1,0-1 0,-1 0 0,1 1 0,-1-1 1,1 0-1,-1 0 0,1 1 0,-1-1 0,1 0 1,-1 0-1,1 0 0,-1 0 0,0 0 0,1 0 1,-1 0-1,1 0 0,-1 0 0,1 0 0,-1 0 1,1 0-1,-1 0 0,1 0 0,-1 0 0,1-1 0,-1 1 1,0 0-1,-15-1-54,9 5 108,6-2 4,2-7-9,5-13 88,-5 17-62,-2 12-40,1-4-373,-2 0 1,1 0 0,-1 0-1,-4 9 1,0 0-5888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5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13440,'26'55'-3840,"-26"-53"3828,13 14-103,-10-13 114,-2 0-8,-1-1 0,0 1 0,0-1 0,1 1 0,-1-1-1,-1 0 1,1 1 0,0-1 0,-1 1 0,1-1 0,-2 4 0,0 3-138,-1 10-1923,2-12-2516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6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26 9088,'2'-2'16,"-1"0"0,1-1 0,0 1 0,0 0 1,0 0-1,0 1 0,0-1 0,0 0 0,0 1 1,0-1-1,1 1 0,3-2 0,-5 3 30,-1 2-6,0 0 1,0 1-1,1-1 1,-2 0-1,1 1 1,0-1-1,0 0 1,-1 1 0,0 3-1,-43 121 66,18-57-84,10-26 67,5-14-39,0 1 1,2 0-1,1 0 1,-3 38-1,11-69-42,-1 1 0,1-1 0,0 1 1,0-1-1,0 1 0,0-1 0,0 1 0,0-1 0,0 1 0,0-1 0,0 1 0,0-1 0,1 1 0,-1-1 0,0 1 0,0-1 0,0 1 0,1-1 0,-1 1 0,0-1 0,0 1 0,1-1 0,-1 0 0,0 1 0,1-1 0,-1 0 0,1 1 0,-1-1 0,0 0 0,1 1 0,0-1 1,0 0 5,0 0 1,0 0 0,1 0 0,-1 0 0,0 0 0,0 0 0,1 0 0,-1 0 0,0-1 0,0 1 0,0-1 0,0 1 0,2-1 0,37-25 202,-33 21-218,64-37-1194,-45 28-5311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7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8 14720,'-1'1'-12,"1"-1"9,0 0-1,-1 0 1,1 1 0,-1-1-1,1 0 1,-1 0-1,1 0 1,-1 0 0,1 0-1,-1 0 1,1 0-1,0 0 1,-1 0 0,1 0-1,-1 0 1,1-1-1,-1 1 1,1 0 0,-1 0-1,1 0 1,0 0-1,-1-1 1,1 1 0,0 0-1,-1-1 1,1 1-1,-1-1 1,-1-1-18,2 2 17,0-1 0,0 1 0,0 0 0,0 0 0,1 0 1,-1-1-1,0 1 0,0 0 0,0 0 0,0 0 0,0 0 0,0-1 1,1 1-1,-1 0 0,0 0 0,0 0 0,0 0 0,0 0 1,1 0-1,-1 0 0,0-1 0,0 1 0,0 0 0,1 0 1,-1 0-1,0 0 0,0 0 0,0 0 0,1 0 0,-1 0 1,0 0-1,0 0 0,0 0 0,1 0 0,-1 0 0,0 0 0,0 0 1,0 1-1,1-1 0,-1 0 0,0 0 0,0 0 0,0 0 1,1 0-1,-1 0 0,0 0 0,0 1 0,0-1 0,0 0 1,5 6-189,-5-5 192,-1 0 0,1 0 0,0 0 0,-1 0 0,0 0 1,1 0-1,-1 0 0,1 0 0,-1 0 0,0 0 0,0 0 1,0-1-1,1 1 0,-1 0 0,0-1 0,0 1 1,0 0-1,0-1 0,0 1 0,0-1 0,0 0 0,0 1 1,-3 0-1,3-1-4,-1 1 1,1-1-1,-1 1 0,1 0 1,-1-1-1,1 1 1,0 0-1,-1 0 0,1 0 1,0 0-1,0 0 1,-2 3-1,-1 8-242,4-11 233,-1-1 0,1 0 0,0 1 0,0-1 0,0 0 0,0 0 0,0 1 0,0-1 0,0 0 0,0 1 0,0-1 0,0 0 0,0 1 0,0-1 0,0 0 0,0 1 0,0-1 0,0 0-1,0 1 1,0-1 0,1 0 0,-1 0 0,0 1 0,0-1 0,0 0 0,1 1 0,-1-1 0,0 0 0,0 0 0,0 0 0,1 1 0,-1-1 0,0 0 0,0 0 0,1 0 0,-1 1 0,0-1 0,1 0 0,-1 0 0,0 0 0,1 0 0,-1 0 0,0 0 0,1 0 0,0 0 98,8-6 443,-16 12-1269,-2 0-5062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7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8 11904,'-1'0'-16,"1"0"1,0 0 0,0 0-1,0-1 1,0 1 0,0 0 0,0-1-1,0 1 1,0 0 0,0 0-1,0-1 1,0 1 0,0 0 0,0 0-1,0-1 1,0 1 0,0 0-1,0 0 1,0-1 0,0 1 0,0 0-1,1 0 1,-1-1 0,0 1-1,0 0 1,0 0 0,0 0 0,0-1-1,1 1 1,-1 0 0,0 0-1,0 0 1,0 0 0,1-1 0,-1 1-1,7 7-1089,-6-6 1030,0 1-1,0-1 1,0 0 0,1 0-1,-1 0 1,0 0 0,0 0-1,1 0 1,-1 0-1,0 0 1,2 1 0,-1-2 105,0 0-1,0 0 1,0 1 0,0-1 0,0 1 0,0-1 0,0 1 0,0 0 0,-1 0-1,1 0 1,0 0 0,-1 0 0,1 0 0,-1 0 0,1 1 0,-1-1-1,1 1 1,-1-1 0,0 1 0,0-1 0,1 1 0,-1 0 0,-1-1 0,1 1-1,0 0 1,0 0 0,-1 0 0,1 0 0,0 3 0,2 4-193,7 31 584,-8-11-3858,-2-20-936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08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0 140 6912,'1'0'3,"32"-7"3193,-31 6-3036,-1 0 0,1 1 0,-1-1 0,0 0 0,0 0 0,1 0 0,-1 0 0,0 0 0,0-1 0,0 1 0,0 0 1,0 0-1,-1-1 0,1 1 0,0-1 0,-1 1 0,1 0 0,-1-1 0,1-1 0,2-4-125,0 0 1,0 0-1,0 1 1,1 0-1,0-1 1,0 1-1,1 1 1,0-1 0,0 1-1,0 0 1,0 0-1,1 0 1,0 1-1,0-1 1,0 2-1,1-1 1,9-4 0,-10 6-30,0 1 0,0 0 1,0 0-1,0 0 1,0 0-1,0 1 0,0 0 1,0 1-1,6 0 1,-9-1-5,-1 1 1,1-1-1,-1 1 1,1 0-1,-1-1 1,0 1-1,0 0 1,1 0 0,-1 1-1,0-1 1,0 0-1,0 1 1,0-1-1,0 1 1,-1-1 0,1 1-1,0 0 1,-1 0-1,1 0 1,-1 0-1,0 0 1,1 0-1,-1 1 1,1 2 0,0 6-18,0-1 0,-1 1-1,0 0 1,-1 0 0,0-1 0,-1 1 0,0 0 0,-1 0 0,0-1 0,-3 11 0,-7 16-83,-21 48-1,22-61 38,-1-1 0,0-1 0,-1 0 0,-2 0 0,0-2 0,-31 32 0,54-63 445,-6 8-368,-1 1-1,1-1 1,0 1-1,0-1 1,0 1-1,0 0 1,0 0-1,0 0 1,0 0-1,4-2 1,-2 2 7,0 0 0,0 0 1,0 0-1,0 1 0,1 0 0,-1 0 1,1 0-1,-1 0 0,1 1 0,-1-1 1,1 1-1,-1 0 0,6 1 0,3 2-5,0 0-1,0 1 1,13 5-1,31 8-7004,-41-14 2806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11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74 9216,'21'-22'338,"-17"19"-212,0-1 0,0 0 0,0 0 1,0-1-1,-1 1 0,0-1 0,0 0 0,0 0 0,3-8 1,-12 36 313,-5 20 87,-6 51-1,3 238-140,13-269-196,0-36-178,0-4-58,1 1 0,1 0 1,7 46-1,-7-68-276,0 1 0,0-1 0,-1 1 0,1-1 0,1 0 0,-1 1-1,0-1 1,1 0 0,1 3 0,5 4-5843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11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10880,'-23'74'86,"14"-48"-30,2 0 1,-7 39 0,-1 30-77,-9 89 93,23-165-63,1 0-1,1 1 0,1-1 0,0 0 1,2 0-1,0 0 0,9 24 1,-12-39-4,0 0 0,1-1 0,-1 0 0,1 1 0,0-1 0,0 0 0,0 0 0,1 0 1,-1 0-1,1 0 0,0 0 0,-1-1 0,1 0 0,0 1 0,0-1 0,1 0 0,-1 0 0,0-1 0,1 1 1,4 1-1,-4-2 2,1 0 1,0-1-1,0 0 1,0 1-1,0-1 1,0-1-1,0 1 1,0-1-1,-1 0 1,1 0 0,0-1-1,0 1 1,-1-1-1,9-4 1,0-1-4,0-1 0,-1-1 1,0 0-1,0 0 0,16-19 1,44-58 90,-53 61 8,-1 0 1,-1-2 0,-1 0 0,23-57-1,-35 73-88,0-1-1,-1 1 0,0-1 0,0 0 1,-2 0-1,1 0 0,-2 0 0,0 0 1,0 0-1,-1 0 0,0 0 1,-1 0-1,0 0 0,-1 0 0,-8-18 1,9 25 15,-1 1 0,1 0 1,-2-1-1,1 1 0,0 0 1,-1 1-1,1-1 0,-1 1 1,0-1-1,0 1 1,-1 0-1,1 1 0,-1-1 1,1 1-1,-1 0 0,-5-2 1,-38-8-1230,4 10-4665,20 3 2663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12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12416,'14'2'53,"0"1"0,0 0 1,-1 1-1,1 1 0,17 8 1,-27-10-38,1-1 0,-1 0 0,0 1 0,-1 0 0,1 0 0,0 0 0,-1 1 0,0-1 0,0 1 0,0 0 0,0-1 0,0 1 0,-1 1 0,0-1 0,1 0 0,-2 0 0,1 1 0,0-1 0,0 8 0,0 0-7,-2 0 1,1 0 0,-2 1 0,1-1 0,-2 0 0,0 0 0,0 0-1,-1 0 1,0 0 0,-1-1 0,-1 1 0,-11 21 0,-2-2 22,-1 0 0,-2-2 0,-27 32 0,47-58-132,8-3 37,7-4-9,28-14 59,123-43-1,-146 56 15,0 0 0,0 2 0,1 0-1,-1 0 1,0 2 0,36 2 0,-49 0 37,0 0 0,-1 0 1,1 0-1,0 1 1,-1 0-1,1 0 0,-1 1 1,0-1-1,0 1 1,0 0-1,0 1 0,0-1 1,-1 1-1,8 8 1,-9-9-6,0 1 1,-1-1-1,1 1 1,-1 0-1,0 0 1,0 0-1,0 0 1,-1 0-1,0 0 1,1 0-1,-1 1 1,-1-1-1,1 0 1,-1 1-1,1-1 1,-1 0-1,0 1 1,-1-1 0,1 1-1,-2 4 1,-1 1-17,0-1 0,0 0 1,-1 0-1,0 0 0,-1-1 0,0 1 1,0-1-1,-1 0 0,0 0 1,0-1-1,-1 0 0,1 0 1,-2-1-1,1 1 0,-1-1 1,0-1-1,0 0 0,-1 0 0,-14 6 1,14-7-595,-1-1 1,1 0-1,-1-1 0,0 0 1,0 0-1,0-1 1,-10 0-1,-14-1-5908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15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3328,'0'0'0,"22"0"128,-14-2 128,0 0-2688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19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10496,'0'0'1280,"-1"3"-1152,-3 8-87,0 1 0,0 0-1,2 0 1,0 0 0,0 1 0,0 13 0,3 82 281,0-74-290,-5 341 501,3-367-662,2 56 375,7-24-3627,-4-29-2976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20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11008,'28'-6'0,"1"-1"0,-1-1 0,-1-2 0,1 0 0,26-16 0,64-23 0,-107 45 45,0 1 1,0 0 0,1 0 0,-1 1-1,0 1 1,23 0 0,-31 1-36,0 0 0,0 1 0,0-1 0,0 1 0,0 0 0,0 0 0,-1 0 0,1 1 0,0-1 0,-1 0 0,1 1 0,-1 0 0,1 0 0,-1-1 0,0 1 0,0 1 0,0-1 0,0 0 0,0 0 0,0 1 0,-1-1 0,1 1 0,-1 0 0,0-1 0,1 1 0,-1 0 0,-1 0 0,1 0 0,0-1 0,-1 1 0,1 6 0,2 32 14,-2 0 1,-1 0-1,-11 71 1,7-81 5,-106 566-1574,103-567 933,-5 26-5682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2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1 635 13952,'8'0'0,"3"-1"0,9-4 0,7-3 0,4-3 0,4-4 0,4-6 0,4-4-2816,1-3 0,1 0-2304</inkml:trace>
  <inkml:trace contextRef="#ctx0" brushRef="#br0" timeOffset="1">797 31 6784,'10'-15'0,"-1"-1"-4608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5:21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2222 373 4224,'0'-13'151,"0"1"0,-2-1 1,1 0-1,-2 1 0,0-1 1,0 1-1,-1-1 0,0 1 0,-1 1 1,-1-1-1,0 1 0,-14-21 1,10 20-87,-1 0 1,0 0-1,-1 1 1,0 1-1,0 0 1,-1 0 0,-1 2-1,0-1 1,0 2-1,-18-8 1,-11-1 93,-2 1 1,0 2 0,-1 2-1,0 3 1,0 1 0,-1 2-1,1 3 1,-1 1 0,-92 11-1,81-1-41,0 2 0,0 3 0,2 2-1,0 3 1,0 2 0,2 2 0,-80 48-1,72-30-25,1 3 0,2 2 0,3 3 0,2 2 0,2 3-1,2 2 1,3 2 0,-46 73 0,33-34 54,5 2 0,5 2 0,4 3 1,-56 183-1,77-198-242,-21 142 0,40-184 57,2 0 1,2 0-1,3 0 1,11 90 0,-8-114 33,1-1 0,1 1 0,0-1 0,2 0 0,1 0 1,0-1-1,2 0 0,0-1 0,1 0 0,2 0 0,-1-2 0,2 0 1,1 0-1,0-2 0,1 0 0,1 0 0,0-2 0,1 0 1,0-2-1,2 0 0,41 18 0,-37-20 49,2-2-1,0 0 1,-1-2-1,2-1 1,-1-2-1,1 0 1,-1-2 0,1-1-1,44-5 1,-17-3 33,0-3 1,0-2 0,94-35 0,-77 18-75,91-51 1,63-55 95,-133 73-36,-3-4 0,-3-3 0,85-89 0,-58 38 206,142-193 0,-196 230 37,97-180 1,-134 218-242,-3-1 0,-1-1 0,-3 0-1,-2-2 1,15-96 0,-27 127-33,-1 0-1,0 0 0,-2 0 1,0 0-1,-1 0 1,-1 0-1,-1 1 1,-9-28-1,8 32-10,-1 0 0,0 1 0,-1 0-1,-1 1 1,0-1 0,0 2 0,-1-1 0,-1 1 0,0 0 0,-1 1 0,-18-15 0,12 14-73,-1 1 0,0 0 0,0 1 1,-1 0-1,0 2 0,0 0 0,-1 2 1,0 0-1,-22-3 0,-5 3-238,-1 2 1,-89 5-1,52 6-545,-101 22 1,-81 34-2076,234-56 2476,-174 45-4046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7:21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9728,'0'5'106,"7"47"103,-4 0 0,-1 0-1,-7 65 1,-29 159 541,28-234-777,-28 178 710,18-127-4054,13-80 1237,0 0-1876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7:2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327 746 12416,'7'0'-5,"1"0"0,-1-1 0,1 1 0,0-2 0,-1 1 0,0-1 0,1 0 0,-1-1 0,0 0 0,0 0 0,0 0 1,-1-1-1,1 0 0,-1 0 0,0-1 0,0 0 0,0 0 0,-1 0 0,0 0 0,0-1 0,0 0 0,0 0 0,-1-1 0,0 1 1,5-13-1,6-21 56,-2 0 0,-2-1 0,-1-1 0,6-70 1,-13 80-16,-2 1 1,-2-1-1,-1 0 1,-1 1-1,-1-1 1,-17-56 0,19 81-29,-1 0 0,1 0 0,-1 0 0,-1 1 0,1-1 0,-1 1 0,-9-11 0,12 15-6,-1 0 1,0 0-1,0 1 1,0-1-1,-1 0 1,1 1 0,0-1-1,-1 1 1,1 0-1,-1 0 1,1 0-1,-1 0 1,1 0-1,-1 1 1,1-1 0,-1 1-1,0 0 1,1 0-1,-1 0 1,0 0-1,0 0 1,1 0-1,-1 1 1,-4 0 0,-2 2-4,1 1 0,0-1 1,0 2-1,0-1 1,0 1-1,1 0 0,0 0 1,-9 8-1,-4 6 15,-25 31-1,22-18 44,0 0 0,2 2 0,2 0-1,1 2 1,-17 46 0,33-77-54,1 1 0,-1-1-1,1 0 1,0 1 0,0-1 0,0 1-1,1 0 1,0-1 0,0 1 0,0-1-1,1 1 1,0-1 0,2 10 0,0-8 1,0 0 1,0 0-1,1 0 1,0-1 0,0 0-1,0 0 1,1 0 0,-1 0-1,8 5 1,9 7 8,1-1-1,0-1 1,2-1 0,35 17-1,-41-23-10,5 3 51,-1 1 0,0 1 1,0 1-1,-2 1 0,35 34 1,-50-45-42,0 0 0,0 1 1,-1 0-1,0-1 0,0 2 0,-1-1 1,1 0-1,-1 1 0,-1 0 1,1-1-1,-1 1 0,0 0 1,-1 0-1,0 0 0,0 1 0,0-1 1,-1 0-1,0 0 0,-1 0 1,1 1-1,-1-1 0,-1 0 1,1 0-1,-1 0 0,-5 12 1,0-5 21,-1-1 0,0 1 0,0-1 1,-2-1-1,1 1 0,-17 14 1,10-11 49,-2-1 0,0 0 0,-35 21 0,35-25-25,-1-1-1,0-1 1,-1-1 0,0 0 0,0-2 0,-1 0 0,-32 4 0,44-10-27,1 1-1,-1-1 1,0 0 0,0-1-1,1 0 1,-1 0 0,0-1-1,1 0 1,-10-4 0,12 3-28,0 0 1,0 0 0,1-1-1,-1 1 1,1-1 0,0 0-1,0 0 1,1-1 0,-1 0-1,1 0 1,0 0 0,0 0-1,-5-10 1,6 9-15,0-1 1,1 1-1,0-1 1,0 0-1,1 1 1,0-1 0,0 0-1,0 0 1,1 0-1,0 0 1,0 1-1,1-1 1,0 0-1,3-12 1,3-6-336,1-1 0,16-32 0,-23 57 327,58-131-4526,-29 63-1642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7:2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2308 1 4992,'-87'15'288,"1"3"0,1 4 0,1 5 0,1 2 0,2 4 0,1 4 0,-117 73 0,-167 133 156,259-165-378,-133 128 0,115-83 411,-196 257 0,264-303-355,4 3 0,3 1 0,4 3-1,3 1 1,-31 98 0,56-132-107,2 0-1,3 1 1,1 1 0,3-1-1,3 1 1,1 0 0,6 58-1,0-78-7,2 1-1,1-1 1,2 0-1,1-1 1,14 34-1,-12-42-4,1 0 0,1-1 0,0 0-1,2-1 1,1 0 0,1-1 0,19 19 0,-20-25 0,0-1 0,2 0 0,-1-1 0,2-1 0,-1-1 1,2 0-1,-1-2 0,1 0 0,1-1 0,-1-1 0,1-1 0,1-1 0,-1-1 1,34 3-1,-15-6 10,0-1 0,0-2 0,0-2 0,-1-2 0,1-1 0,-1-2 0,40-15 0,0-4 83,0-3-1,-3-3 1,-1-4 0,-1-2 0,-3-4 0,-1-4-1,-3-2 1,66-62 0,-28 9 70,-5-3 1,-4-5-1,99-149 0,27-112 93,-188 307-125,-4-1 0,-2-2 0,34-132 0,-56 172-94,-1 0 1,-1-1-1,-2 0 1,-1 1-1,-1-1 1,-2 0-1,0 0 1,-9-36-1,7 51-32,0-1 0,-1 1-1,-1 0 1,0 1-1,-1-1 1,0 1-1,-14-18 1,13 22-42,1 0 0,-1 1-1,0 0 1,-1 1 0,0 0 0,0 0 0,-1 1 0,0 0-1,0 0 1,-19-7 0,7 6-529,-1 1 0,-24-3 0,46 9 528,-94-17-6961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7:23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2176,'-68'20'0,"0"-1"-1152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9:19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13696,'-1'4'384,"-6"30"-274,1 1 1,-2 48 0,6 75 210,1-26-206,-3-53-73,4-1 1,18 152 0,18 8-299,-33-229-1771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9:20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11 9984,'-4'3'25,"-2"3"342,6-8 226,1-15 150,-1 17-736,-1 0 0,0 0 0,1 0 0,-1-1 0,0 1 0,0 0 0,0 0 0,1 0 0,-1 0 0,0 0 0,0 0 0,1 0 0,-1 1 0,0-1 0,0 0 0,1 0 0,-1 1 0,0-1 0,1 0 1,-1 1-1,0-1 0,0 1 0,-2 0 23,-15 7 62,0 1 0,0 0 0,1 1 0,1 1 0,0 0 0,0 2 0,1 0 0,-13 15 0,1 0 26,2 2 0,2 1 1,-24 39-1,33-46-49,1 0-1,1 1 1,2 0 0,0 1 0,2 0-1,0 0 1,2 1 0,-3 30 0,8-50-58,1 1 1,0-1-1,0 1 1,0 0 0,1-1-1,0 1 1,1-1 0,0 1-1,0-1 1,4 10 0,-4-14-7,0 0 0,0 0 1,0 0-1,0 0 0,0 0 1,1-1-1,-1 1 0,1-1 1,0 1-1,0-1 0,0 0 1,0 0-1,0 0 0,0 0 1,1-1-1,-1 0 0,0 1 1,1-1-1,-1 0 0,1 0 1,0-1-1,-1 1 0,6-1 1,-4 0-5,1 0 1,0 0 0,0 0-1,-1-1 1,1 0 0,-1-1-1,1 1 1,-1-1 0,1 0-1,-1 0 1,6-4 0,-2 1 5,-1 0 0,0-1 1,-1 0-1,1-1 0,12-14 1,-2-2 8,-1-1 0,-1 0 0,17-37 0,10-33 112,47-145 0,-89 236-128,2-6 21,0 0 1,0 0-1,1 0 0,0 1 0,9-13 1,-13 20-22,0 1 1,1 0-1,-1-1 1,0 1 0,0 0-1,1-1 1,-1 1 0,0 0-1,1-1 1,-1 1 0,0 0-1,1-1 1,-1 1 0,0 0-1,1 0 1,-1 0-1,0-1 1,1 1 0,-1 0-1,1 0 1,-1 0 0,0 0-1,1 0 1,-1 0 0,1 0-1,-1 0 1,0 0-1,1 0 1,-1 0 0,1 0-1,-1 0 1,1 0 0,-1 0-1,0 0 1,1 0 0,-1 1-1,1-1 1,-1 0 0,0 0-1,1 0 1,-1 1-1,1-1 1,10 18 82,-10-16-65,76 167 490,2 3-376,-8-23-132,-59-118 0,0 2 0,12 62 0,-17-50 19,-2 0 1,-2 0 0,-2 0-1,-2 0 1,-2 1 0,-2-1-1,-2-1 1,-2 1 0,-2-1-1,-2-1 1,-1 0 0,-38 76 0,16-53 1,-2-2 0,-3-1 1,-3-3-1,-2-1 0,-91 89 1,123-136-534,0-1 0,-1 0 0,0-1 0,-1-1 0,0 0 0,-25 10 0,6-5-7552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20T07:39:20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2493 126 14592,'-3'-6'-8,"-1"-1"0,1 1 1,-1 0-1,-1 0 1,1 1-1,-1-1 1,0 1-1,-1 0 1,1 0-1,-1 1 1,0 0-1,0 0 1,0 0-1,0 1 1,-1-1-1,-10-2 1,-18-5-19,0 2 0,-1 2 1,-1 1-1,-46-1 1,-156 11-103,108 6 128,1 6 0,-159 40 0,208-34 0,1 3 0,1 3 0,1 4 0,-122 71 0,134-61-11,1 3 0,3 3 0,2 2 0,2 3 1,2 3-1,3 2 0,3 2 0,2 2 0,3 3 1,-41 78-1,51-76-21,3 0 0,3 2 0,3 2 0,3 0 1,4 1-1,2 1 0,4 1 0,3 0 0,3 1 0,5 127 0,12-91-362,46 209-1,-39-257 331,2 0 0,3-2 0,3 0 0,2-2 0,3 0 0,2-2 0,74 97 0,-47-80-108,3-2 0,3-3 1,2-3-1,134 99 0,-145-126 69,2-2 0,2-3-1,1-2 1,1-3 0,1-3-1,2-3 1,83 19 0,-81-28 192,0-3-1,1-3 1,0-4 0,1-2 0,85-9 0,-96 1 24,-2-3 0,1-3-1,-1-2 1,-1-3 0,-1-1 0,84-43-1,233-161 1104,-300 172-1038,-1-4-1,-3-2 1,-3-3 0,-2-3-1,-3-3 1,-3-2-1,-3-3 1,86-148-1,-75 96-41,-6-2-1,-5-2 1,-6-3-1,-6-2 0,25-136 1,-43 150-77,13-232-1,-34 260-44,-4 1-1,-5-1 0,-21-111 1,20 162-26,-2 0 0,-1 1 0,-2 1 0,-1 0 0,-2 1 0,-2 0 0,-37-55 0,35 63-4,-2 1 0,-1 0 0,0 2 0,-2 1 0,-1 0 0,0 2 0,-2 2 0,0 0 0,-32-15 0,8 9-61,-1 3 0,0 2 0,-2 2 1,-72-14-1,46 18-724,-1 4-1,-114-1 0,-169 30-2651,8 27-76,98-9 244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87B9-FCD8-4770-900C-1AF2A24DB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59F6F-F7D4-4E96-9A4F-F4FC3CC86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92E88-787B-455B-9CAD-965BA905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C18DD-2F94-4008-B88F-FEAEEBAD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EE3B1-1F9E-4D10-AC94-6CBC7D1B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0613-FA20-4094-8050-125BC274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20E79-D626-4AAE-A42F-D9CBE38C3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457DE-5BFB-4634-ACDC-508AF8C8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A1673-48C6-4F8B-B7E9-405F1666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89424-4775-4A5E-AFD8-11CB157C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7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5218-89B6-470A-A568-8B6C7C0E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030F7-B4B9-40BA-BB84-C44DB5942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31D3-736B-478B-85E4-59094A9B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C1DC-1063-45F7-9EA8-BF18E287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1290E-0EAA-483A-BB0B-0666010F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51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80178-CD7C-4A22-A013-56B612041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A2D4-69E7-4DE7-A6FC-1FBDC07FD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3C4CF-D59A-4B0C-BAFF-47BE26824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5A2A4-6DD6-4B8A-B94C-A97865F5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19A01-EB07-4CCE-B5C8-49FD3353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CCC2E-A307-48FB-A1A2-EF8E6EF8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7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A13F-42CE-45DB-BFAF-E09F025C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C2AA0-CD76-4F04-867C-9947AC4E3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1E71F-4E99-46BE-967F-E87B472E5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207E7-FD7C-4C2C-B903-D2DB1B85F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9F832-85EF-49DA-98C9-FC817653A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6DEEA-4F41-456C-93E9-38E2C829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DC2EA2-C8F4-4F18-8B22-7FF80CAF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4F2270-15E5-4704-810F-64E3C508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510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3C082-8085-4C18-9468-8D5B088A5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69FB4-755B-409B-9392-EB9CDD47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20B65-F7D1-45B2-BCDD-2ADB09A5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67590-F790-4126-8163-1D6279D9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94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93FCC-EDA9-444E-A4E2-8D74342DB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A5C300-210D-4C9E-A34D-B65A0A03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45D55-2280-4E8D-A6CB-8F604AB3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6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D95D-17A0-4DD9-8636-168455FD6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6E71B-3CEC-4342-ADFE-CB4A79FA0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2E3FB-B5E8-4EE4-969F-557CFCFC0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5EFD4-D6CC-4354-B44C-65BE4E54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BD9D5-6D5C-4705-881D-0D36D515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EF466-33AB-4955-B297-A1154E18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8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66DD9-1192-4054-8EA9-B8040FC20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5BFFE-6C62-428A-82E9-8D73CEC19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20097-8D8E-4446-B106-3D01C6176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1A2F0-1924-4E00-B68D-48452A63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0C016-4239-4508-A403-032D0ABE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D1514-E067-44EB-9612-9973B9CC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6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365DD-54A5-4E2D-B393-FD753F86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7CCD5-DBD6-421C-BEAA-E85A97B1B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5728C-6620-4676-B1FA-1C684AFBD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35969-4599-4118-8DBB-9EECE174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8189-B5B3-40BA-977E-2CF8A0E9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48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0D461-5E01-4AA4-9142-D689709B6C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6739E-698C-4561-BC9E-706A30613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C51E9-1ED3-4755-BD4C-B90771DA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482B5-7A49-49B2-8000-0CB65D94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F73D7-66DB-4B8F-B186-2D1830E49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A088B-5F09-4020-AE57-BF295186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E856B-0CDE-49CC-A1D0-1AC14D696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F2937-2DCB-43BE-9DC1-002051ED2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157A0-CF45-4D27-8E6F-C4B35C116C97}" type="datetimeFigureOut">
              <a:rPr lang="en-US" smtClean="0"/>
              <a:t>9/20/2021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1684F-BC9D-4BD0-8E80-2EC1DA28C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E885E-1027-4F4C-9838-B8D95C26D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0B71B-165A-434E-9906-50BF57270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6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customXml" Target="../ink/ink8.xml"/><Relationship Id="rId3" Type="http://schemas.openxmlformats.org/officeDocument/2006/relationships/customXml" Target="../ink/ink1.xml"/><Relationship Id="rId21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19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18.png"/><Relationship Id="rId3" Type="http://schemas.openxmlformats.org/officeDocument/2006/relationships/customXml" Target="../ink/ink10.xml"/><Relationship Id="rId7" Type="http://schemas.openxmlformats.org/officeDocument/2006/relationships/image" Target="../media/image15.png"/><Relationship Id="rId12" Type="http://schemas.openxmlformats.org/officeDocument/2006/relationships/customXml" Target="../ink/ink14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customXml" Target="../ink/ink11.xml"/><Relationship Id="rId10" Type="http://schemas.openxmlformats.org/officeDocument/2006/relationships/customXml" Target="../ink/ink13.xml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4.png"/><Relationship Id="rId299" Type="http://schemas.openxmlformats.org/officeDocument/2006/relationships/customXml" Target="../ink/ink166.xml"/><Relationship Id="rId21" Type="http://schemas.openxmlformats.org/officeDocument/2006/relationships/customXml" Target="../ink/ink25.xml"/><Relationship Id="rId63" Type="http://schemas.openxmlformats.org/officeDocument/2006/relationships/customXml" Target="../ink/ink46.xml"/><Relationship Id="rId159" Type="http://schemas.openxmlformats.org/officeDocument/2006/relationships/customXml" Target="../ink/ink95.xml"/><Relationship Id="rId170" Type="http://schemas.openxmlformats.org/officeDocument/2006/relationships/customXml" Target="../ink/ink101.xml"/><Relationship Id="rId226" Type="http://schemas.openxmlformats.org/officeDocument/2006/relationships/customXml" Target="../ink/ink129.xml"/><Relationship Id="rId268" Type="http://schemas.openxmlformats.org/officeDocument/2006/relationships/customXml" Target="../ink/ink150.xml"/><Relationship Id="rId32" Type="http://schemas.openxmlformats.org/officeDocument/2006/relationships/image" Target="../media/image32.png"/><Relationship Id="rId74" Type="http://schemas.openxmlformats.org/officeDocument/2006/relationships/image" Target="../media/image53.png"/><Relationship Id="rId128" Type="http://schemas.openxmlformats.org/officeDocument/2006/relationships/customXml" Target="../ink/ink79.xml"/><Relationship Id="rId5" Type="http://schemas.openxmlformats.org/officeDocument/2006/relationships/customXml" Target="../ink/ink16.xml"/><Relationship Id="rId181" Type="http://schemas.openxmlformats.org/officeDocument/2006/relationships/image" Target="../media/image105.png"/><Relationship Id="rId237" Type="http://schemas.openxmlformats.org/officeDocument/2006/relationships/image" Target="../media/image133.png"/><Relationship Id="rId279" Type="http://schemas.openxmlformats.org/officeDocument/2006/relationships/customXml" Target="../ink/ink156.xml"/><Relationship Id="rId43" Type="http://schemas.openxmlformats.org/officeDocument/2006/relationships/customXml" Target="../ink/ink36.xml"/><Relationship Id="rId139" Type="http://schemas.openxmlformats.org/officeDocument/2006/relationships/image" Target="../media/image85.png"/><Relationship Id="rId290" Type="http://schemas.openxmlformats.org/officeDocument/2006/relationships/image" Target="../media/image159.png"/><Relationship Id="rId304" Type="http://schemas.openxmlformats.org/officeDocument/2006/relationships/image" Target="../media/image165.png"/><Relationship Id="rId85" Type="http://schemas.openxmlformats.org/officeDocument/2006/relationships/customXml" Target="../ink/ink57.xml"/><Relationship Id="rId150" Type="http://schemas.openxmlformats.org/officeDocument/2006/relationships/image" Target="../media/image90.png"/><Relationship Id="rId192" Type="http://schemas.openxmlformats.org/officeDocument/2006/relationships/customXml" Target="../ink/ink112.xml"/><Relationship Id="rId206" Type="http://schemas.openxmlformats.org/officeDocument/2006/relationships/customXml" Target="../ink/ink119.xml"/><Relationship Id="rId248" Type="http://schemas.openxmlformats.org/officeDocument/2006/relationships/customXml" Target="../ink/ink140.xml"/><Relationship Id="rId12" Type="http://schemas.openxmlformats.org/officeDocument/2006/relationships/customXml" Target="../ink/ink20.xml"/><Relationship Id="rId108" Type="http://schemas.openxmlformats.org/officeDocument/2006/relationships/customXml" Target="../ink/ink69.xml"/><Relationship Id="rId54" Type="http://schemas.openxmlformats.org/officeDocument/2006/relationships/image" Target="../media/image43.png"/><Relationship Id="rId96" Type="http://schemas.openxmlformats.org/officeDocument/2006/relationships/customXml" Target="../ink/ink63.xml"/><Relationship Id="rId161" Type="http://schemas.openxmlformats.org/officeDocument/2006/relationships/customXml" Target="../ink/ink96.xml"/><Relationship Id="rId217" Type="http://schemas.openxmlformats.org/officeDocument/2006/relationships/image" Target="../media/image123.png"/><Relationship Id="rId6" Type="http://schemas.openxmlformats.org/officeDocument/2006/relationships/image" Target="../media/image21.png"/><Relationship Id="rId238" Type="http://schemas.openxmlformats.org/officeDocument/2006/relationships/customXml" Target="../ink/ink135.xml"/><Relationship Id="rId259" Type="http://schemas.openxmlformats.org/officeDocument/2006/relationships/image" Target="../media/image144.png"/><Relationship Id="rId23" Type="http://schemas.openxmlformats.org/officeDocument/2006/relationships/customXml" Target="../ink/ink26.xml"/><Relationship Id="rId119" Type="http://schemas.openxmlformats.org/officeDocument/2006/relationships/image" Target="../media/image75.png"/><Relationship Id="rId270" Type="http://schemas.openxmlformats.org/officeDocument/2006/relationships/customXml" Target="../ink/ink151.xml"/><Relationship Id="rId291" Type="http://schemas.openxmlformats.org/officeDocument/2006/relationships/customXml" Target="../ink/ink162.xml"/><Relationship Id="rId44" Type="http://schemas.openxmlformats.org/officeDocument/2006/relationships/image" Target="../media/image38.png"/><Relationship Id="rId65" Type="http://schemas.openxmlformats.org/officeDocument/2006/relationships/customXml" Target="../ink/ink47.xml"/><Relationship Id="rId86" Type="http://schemas.openxmlformats.org/officeDocument/2006/relationships/image" Target="../media/image59.png"/><Relationship Id="rId130" Type="http://schemas.openxmlformats.org/officeDocument/2006/relationships/customXml" Target="../ink/ink80.xml"/><Relationship Id="rId151" Type="http://schemas.openxmlformats.org/officeDocument/2006/relationships/customXml" Target="../ink/ink91.xml"/><Relationship Id="rId172" Type="http://schemas.openxmlformats.org/officeDocument/2006/relationships/customXml" Target="../ink/ink102.xml"/><Relationship Id="rId193" Type="http://schemas.openxmlformats.org/officeDocument/2006/relationships/image" Target="../media/image111.png"/><Relationship Id="rId207" Type="http://schemas.openxmlformats.org/officeDocument/2006/relationships/image" Target="../media/image118.png"/><Relationship Id="rId228" Type="http://schemas.openxmlformats.org/officeDocument/2006/relationships/customXml" Target="../ink/ink130.xml"/><Relationship Id="rId249" Type="http://schemas.openxmlformats.org/officeDocument/2006/relationships/image" Target="../media/image139.png"/><Relationship Id="rId13" Type="http://schemas.openxmlformats.org/officeDocument/2006/relationships/customXml" Target="../ink/ink21.xml"/><Relationship Id="rId109" Type="http://schemas.openxmlformats.org/officeDocument/2006/relationships/image" Target="../media/image70.png"/><Relationship Id="rId260" Type="http://schemas.openxmlformats.org/officeDocument/2006/relationships/customXml" Target="../ink/ink146.xml"/><Relationship Id="rId281" Type="http://schemas.openxmlformats.org/officeDocument/2006/relationships/customXml" Target="../ink/ink157.xml"/><Relationship Id="rId34" Type="http://schemas.openxmlformats.org/officeDocument/2006/relationships/image" Target="../media/image33.png"/><Relationship Id="rId55" Type="http://schemas.openxmlformats.org/officeDocument/2006/relationships/customXml" Target="../ink/ink42.xml"/><Relationship Id="rId76" Type="http://schemas.openxmlformats.org/officeDocument/2006/relationships/image" Target="../media/image54.png"/><Relationship Id="rId97" Type="http://schemas.openxmlformats.org/officeDocument/2006/relationships/image" Target="../media/image64.png"/><Relationship Id="rId120" Type="http://schemas.openxmlformats.org/officeDocument/2006/relationships/customXml" Target="../ink/ink75.xml"/><Relationship Id="rId141" Type="http://schemas.openxmlformats.org/officeDocument/2006/relationships/image" Target="../media/image86.png"/><Relationship Id="rId7" Type="http://schemas.openxmlformats.org/officeDocument/2006/relationships/customXml" Target="../ink/ink17.xml"/><Relationship Id="rId162" Type="http://schemas.openxmlformats.org/officeDocument/2006/relationships/image" Target="../media/image96.png"/><Relationship Id="rId183" Type="http://schemas.openxmlformats.org/officeDocument/2006/relationships/image" Target="../media/image106.png"/><Relationship Id="rId218" Type="http://schemas.openxmlformats.org/officeDocument/2006/relationships/customXml" Target="../ink/ink125.xml"/><Relationship Id="rId239" Type="http://schemas.openxmlformats.org/officeDocument/2006/relationships/image" Target="../media/image134.png"/><Relationship Id="rId250" Type="http://schemas.openxmlformats.org/officeDocument/2006/relationships/customXml" Target="../ink/ink141.xml"/><Relationship Id="rId271" Type="http://schemas.openxmlformats.org/officeDocument/2006/relationships/image" Target="../media/image150.png"/><Relationship Id="rId292" Type="http://schemas.openxmlformats.org/officeDocument/2006/relationships/image" Target="../media/image160.png"/><Relationship Id="rId24" Type="http://schemas.openxmlformats.org/officeDocument/2006/relationships/image" Target="../media/image28.png"/><Relationship Id="rId45" Type="http://schemas.openxmlformats.org/officeDocument/2006/relationships/customXml" Target="../ink/ink37.xml"/><Relationship Id="rId66" Type="http://schemas.openxmlformats.org/officeDocument/2006/relationships/image" Target="../media/image49.png"/><Relationship Id="rId87" Type="http://schemas.openxmlformats.org/officeDocument/2006/relationships/customXml" Target="../ink/ink58.xml"/><Relationship Id="rId110" Type="http://schemas.openxmlformats.org/officeDocument/2006/relationships/customXml" Target="../ink/ink70.xml"/><Relationship Id="rId131" Type="http://schemas.openxmlformats.org/officeDocument/2006/relationships/image" Target="../media/image81.png"/><Relationship Id="rId152" Type="http://schemas.openxmlformats.org/officeDocument/2006/relationships/image" Target="../media/image91.png"/><Relationship Id="rId173" Type="http://schemas.openxmlformats.org/officeDocument/2006/relationships/image" Target="../media/image101.png"/><Relationship Id="rId194" Type="http://schemas.openxmlformats.org/officeDocument/2006/relationships/customXml" Target="../ink/ink113.xml"/><Relationship Id="rId208" Type="http://schemas.openxmlformats.org/officeDocument/2006/relationships/customXml" Target="../ink/ink120.xml"/><Relationship Id="rId229" Type="http://schemas.openxmlformats.org/officeDocument/2006/relationships/image" Target="../media/image129.png"/><Relationship Id="rId240" Type="http://schemas.openxmlformats.org/officeDocument/2006/relationships/customXml" Target="../ink/ink136.xml"/><Relationship Id="rId261" Type="http://schemas.openxmlformats.org/officeDocument/2006/relationships/image" Target="../media/image145.png"/><Relationship Id="rId14" Type="http://schemas.openxmlformats.org/officeDocument/2006/relationships/image" Target="../media/image23.png"/><Relationship Id="rId35" Type="http://schemas.openxmlformats.org/officeDocument/2006/relationships/customXml" Target="../ink/ink32.xml"/><Relationship Id="rId56" Type="http://schemas.openxmlformats.org/officeDocument/2006/relationships/image" Target="../media/image44.png"/><Relationship Id="rId77" Type="http://schemas.openxmlformats.org/officeDocument/2006/relationships/customXml" Target="../ink/ink53.xml"/><Relationship Id="rId100" Type="http://schemas.openxmlformats.org/officeDocument/2006/relationships/customXml" Target="../ink/ink65.xml"/><Relationship Id="rId282" Type="http://schemas.openxmlformats.org/officeDocument/2006/relationships/image" Target="../media/image155.png"/><Relationship Id="rId8" Type="http://schemas.openxmlformats.org/officeDocument/2006/relationships/image" Target="../media/image22.png"/><Relationship Id="rId98" Type="http://schemas.openxmlformats.org/officeDocument/2006/relationships/customXml" Target="../ink/ink64.xml"/><Relationship Id="rId121" Type="http://schemas.openxmlformats.org/officeDocument/2006/relationships/image" Target="../media/image76.png"/><Relationship Id="rId142" Type="http://schemas.openxmlformats.org/officeDocument/2006/relationships/customXml" Target="../ink/ink86.xml"/><Relationship Id="rId163" Type="http://schemas.openxmlformats.org/officeDocument/2006/relationships/customXml" Target="../ink/ink97.xml"/><Relationship Id="rId184" Type="http://schemas.openxmlformats.org/officeDocument/2006/relationships/customXml" Target="../ink/ink108.xml"/><Relationship Id="rId219" Type="http://schemas.openxmlformats.org/officeDocument/2006/relationships/image" Target="../media/image124.png"/><Relationship Id="rId230" Type="http://schemas.openxmlformats.org/officeDocument/2006/relationships/customXml" Target="../ink/ink131.xml"/><Relationship Id="rId251" Type="http://schemas.openxmlformats.org/officeDocument/2006/relationships/image" Target="../media/image140.png"/><Relationship Id="rId25" Type="http://schemas.openxmlformats.org/officeDocument/2006/relationships/customXml" Target="../ink/ink27.xml"/><Relationship Id="rId46" Type="http://schemas.openxmlformats.org/officeDocument/2006/relationships/image" Target="../media/image39.png"/><Relationship Id="rId67" Type="http://schemas.openxmlformats.org/officeDocument/2006/relationships/customXml" Target="../ink/ink48.xml"/><Relationship Id="rId272" Type="http://schemas.openxmlformats.org/officeDocument/2006/relationships/customXml" Target="../ink/ink152.xml"/><Relationship Id="rId293" Type="http://schemas.openxmlformats.org/officeDocument/2006/relationships/customXml" Target="../ink/ink163.xml"/><Relationship Id="rId88" Type="http://schemas.openxmlformats.org/officeDocument/2006/relationships/image" Target="../media/image60.png"/><Relationship Id="rId111" Type="http://schemas.openxmlformats.org/officeDocument/2006/relationships/image" Target="../media/image71.png"/><Relationship Id="rId132" Type="http://schemas.openxmlformats.org/officeDocument/2006/relationships/customXml" Target="../ink/ink81.xml"/><Relationship Id="rId153" Type="http://schemas.openxmlformats.org/officeDocument/2006/relationships/customXml" Target="../ink/ink92.xml"/><Relationship Id="rId174" Type="http://schemas.openxmlformats.org/officeDocument/2006/relationships/customXml" Target="../ink/ink103.xml"/><Relationship Id="rId195" Type="http://schemas.openxmlformats.org/officeDocument/2006/relationships/image" Target="../media/image112.png"/><Relationship Id="rId209" Type="http://schemas.openxmlformats.org/officeDocument/2006/relationships/image" Target="../media/image119.png"/><Relationship Id="rId220" Type="http://schemas.openxmlformats.org/officeDocument/2006/relationships/customXml" Target="../ink/ink126.xml"/><Relationship Id="rId241" Type="http://schemas.openxmlformats.org/officeDocument/2006/relationships/image" Target="../media/image135.png"/><Relationship Id="rId15" Type="http://schemas.openxmlformats.org/officeDocument/2006/relationships/customXml" Target="../ink/ink22.xml"/><Relationship Id="rId36" Type="http://schemas.openxmlformats.org/officeDocument/2006/relationships/image" Target="../media/image34.png"/><Relationship Id="rId57" Type="http://schemas.openxmlformats.org/officeDocument/2006/relationships/customXml" Target="../ink/ink43.xml"/><Relationship Id="rId262" Type="http://schemas.openxmlformats.org/officeDocument/2006/relationships/customXml" Target="../ink/ink147.xml"/><Relationship Id="rId283" Type="http://schemas.openxmlformats.org/officeDocument/2006/relationships/customXml" Target="../ink/ink158.xml"/><Relationship Id="rId78" Type="http://schemas.openxmlformats.org/officeDocument/2006/relationships/image" Target="../media/image55.png"/><Relationship Id="rId99" Type="http://schemas.openxmlformats.org/officeDocument/2006/relationships/image" Target="../media/image65.png"/><Relationship Id="rId101" Type="http://schemas.openxmlformats.org/officeDocument/2006/relationships/image" Target="../media/image66.png"/><Relationship Id="rId122" Type="http://schemas.openxmlformats.org/officeDocument/2006/relationships/customXml" Target="../ink/ink76.xml"/><Relationship Id="rId143" Type="http://schemas.openxmlformats.org/officeDocument/2006/relationships/customXml" Target="../ink/ink87.xml"/><Relationship Id="rId164" Type="http://schemas.openxmlformats.org/officeDocument/2006/relationships/customXml" Target="../ink/ink98.xml"/><Relationship Id="rId185" Type="http://schemas.openxmlformats.org/officeDocument/2006/relationships/image" Target="../media/image107.png"/><Relationship Id="rId9" Type="http://schemas.openxmlformats.org/officeDocument/2006/relationships/customXml" Target="../ink/ink18.xml"/><Relationship Id="rId210" Type="http://schemas.openxmlformats.org/officeDocument/2006/relationships/customXml" Target="../ink/ink121.xml"/><Relationship Id="rId26" Type="http://schemas.openxmlformats.org/officeDocument/2006/relationships/image" Target="../media/image29.png"/><Relationship Id="rId231" Type="http://schemas.openxmlformats.org/officeDocument/2006/relationships/image" Target="../media/image130.png"/><Relationship Id="rId252" Type="http://schemas.openxmlformats.org/officeDocument/2006/relationships/customXml" Target="../ink/ink142.xml"/><Relationship Id="rId273" Type="http://schemas.openxmlformats.org/officeDocument/2006/relationships/image" Target="../media/image151.png"/><Relationship Id="rId294" Type="http://schemas.openxmlformats.org/officeDocument/2006/relationships/image" Target="../media/image161.png"/><Relationship Id="rId47" Type="http://schemas.openxmlformats.org/officeDocument/2006/relationships/customXml" Target="../ink/ink38.xml"/><Relationship Id="rId68" Type="http://schemas.openxmlformats.org/officeDocument/2006/relationships/image" Target="../media/image50.png"/><Relationship Id="rId89" Type="http://schemas.openxmlformats.org/officeDocument/2006/relationships/customXml" Target="../ink/ink59.xml"/><Relationship Id="rId112" Type="http://schemas.openxmlformats.org/officeDocument/2006/relationships/customXml" Target="../ink/ink71.xml"/><Relationship Id="rId133" Type="http://schemas.openxmlformats.org/officeDocument/2006/relationships/image" Target="../media/image82.png"/><Relationship Id="rId154" Type="http://schemas.openxmlformats.org/officeDocument/2006/relationships/image" Target="../media/image92.png"/><Relationship Id="rId175" Type="http://schemas.openxmlformats.org/officeDocument/2006/relationships/image" Target="../media/image102.png"/><Relationship Id="rId196" Type="http://schemas.openxmlformats.org/officeDocument/2006/relationships/customXml" Target="../ink/ink114.xml"/><Relationship Id="rId200" Type="http://schemas.openxmlformats.org/officeDocument/2006/relationships/customXml" Target="../ink/ink116.xml"/><Relationship Id="rId16" Type="http://schemas.openxmlformats.org/officeDocument/2006/relationships/image" Target="../media/image24.png"/><Relationship Id="rId221" Type="http://schemas.openxmlformats.org/officeDocument/2006/relationships/image" Target="../media/image125.png"/><Relationship Id="rId242" Type="http://schemas.openxmlformats.org/officeDocument/2006/relationships/customXml" Target="../ink/ink137.xml"/><Relationship Id="rId263" Type="http://schemas.openxmlformats.org/officeDocument/2006/relationships/image" Target="../media/image146.png"/><Relationship Id="rId284" Type="http://schemas.openxmlformats.org/officeDocument/2006/relationships/image" Target="../media/image156.png"/><Relationship Id="rId37" Type="http://schemas.openxmlformats.org/officeDocument/2006/relationships/customXml" Target="../ink/ink33.xml"/><Relationship Id="rId58" Type="http://schemas.openxmlformats.org/officeDocument/2006/relationships/image" Target="../media/image45.png"/><Relationship Id="rId79" Type="http://schemas.openxmlformats.org/officeDocument/2006/relationships/customXml" Target="../ink/ink54.xml"/><Relationship Id="rId102" Type="http://schemas.openxmlformats.org/officeDocument/2006/relationships/customXml" Target="../ink/ink66.xml"/><Relationship Id="rId123" Type="http://schemas.openxmlformats.org/officeDocument/2006/relationships/image" Target="../media/image77.png"/><Relationship Id="rId144" Type="http://schemas.openxmlformats.org/officeDocument/2006/relationships/image" Target="../media/image87.png"/><Relationship Id="rId90" Type="http://schemas.openxmlformats.org/officeDocument/2006/relationships/customXml" Target="../ink/ink60.xml"/><Relationship Id="rId165" Type="http://schemas.openxmlformats.org/officeDocument/2006/relationships/image" Target="../media/image97.png"/><Relationship Id="rId186" Type="http://schemas.openxmlformats.org/officeDocument/2006/relationships/customXml" Target="../ink/ink109.xml"/><Relationship Id="rId211" Type="http://schemas.openxmlformats.org/officeDocument/2006/relationships/image" Target="../media/image120.png"/><Relationship Id="rId232" Type="http://schemas.openxmlformats.org/officeDocument/2006/relationships/customXml" Target="../ink/ink132.xml"/><Relationship Id="rId253" Type="http://schemas.openxmlformats.org/officeDocument/2006/relationships/image" Target="../media/image141.png"/><Relationship Id="rId274" Type="http://schemas.openxmlformats.org/officeDocument/2006/relationships/customXml" Target="../ink/ink153.xml"/><Relationship Id="rId295" Type="http://schemas.openxmlformats.org/officeDocument/2006/relationships/customXml" Target="../ink/ink164.xml"/><Relationship Id="rId27" Type="http://schemas.openxmlformats.org/officeDocument/2006/relationships/customXml" Target="../ink/ink28.xml"/><Relationship Id="rId48" Type="http://schemas.openxmlformats.org/officeDocument/2006/relationships/image" Target="../media/image40.png"/><Relationship Id="rId69" Type="http://schemas.openxmlformats.org/officeDocument/2006/relationships/customXml" Target="../ink/ink49.xml"/><Relationship Id="rId113" Type="http://schemas.openxmlformats.org/officeDocument/2006/relationships/image" Target="../media/image72.png"/><Relationship Id="rId134" Type="http://schemas.openxmlformats.org/officeDocument/2006/relationships/customXml" Target="../ink/ink82.xml"/><Relationship Id="rId80" Type="http://schemas.openxmlformats.org/officeDocument/2006/relationships/image" Target="../media/image56.png"/><Relationship Id="rId155" Type="http://schemas.openxmlformats.org/officeDocument/2006/relationships/customXml" Target="../ink/ink93.xml"/><Relationship Id="rId176" Type="http://schemas.openxmlformats.org/officeDocument/2006/relationships/customXml" Target="../ink/ink104.xml"/><Relationship Id="rId197" Type="http://schemas.openxmlformats.org/officeDocument/2006/relationships/image" Target="../media/image113.png"/><Relationship Id="rId201" Type="http://schemas.openxmlformats.org/officeDocument/2006/relationships/image" Target="../media/image115.png"/><Relationship Id="rId222" Type="http://schemas.openxmlformats.org/officeDocument/2006/relationships/customXml" Target="../ink/ink127.xml"/><Relationship Id="rId243" Type="http://schemas.openxmlformats.org/officeDocument/2006/relationships/image" Target="../media/image136.png"/><Relationship Id="rId264" Type="http://schemas.openxmlformats.org/officeDocument/2006/relationships/customXml" Target="../ink/ink148.xml"/><Relationship Id="rId285" Type="http://schemas.openxmlformats.org/officeDocument/2006/relationships/customXml" Target="../ink/ink159.xml"/><Relationship Id="rId17" Type="http://schemas.openxmlformats.org/officeDocument/2006/relationships/customXml" Target="../ink/ink23.xml"/><Relationship Id="rId38" Type="http://schemas.openxmlformats.org/officeDocument/2006/relationships/image" Target="../media/image35.png"/><Relationship Id="rId59" Type="http://schemas.openxmlformats.org/officeDocument/2006/relationships/customXml" Target="../ink/ink44.xml"/><Relationship Id="rId103" Type="http://schemas.openxmlformats.org/officeDocument/2006/relationships/image" Target="../media/image67.png"/><Relationship Id="rId124" Type="http://schemas.openxmlformats.org/officeDocument/2006/relationships/customXml" Target="../ink/ink77.xml"/><Relationship Id="rId70" Type="http://schemas.openxmlformats.org/officeDocument/2006/relationships/image" Target="../media/image51.png"/><Relationship Id="rId91" Type="http://schemas.openxmlformats.org/officeDocument/2006/relationships/image" Target="../media/image61.png"/><Relationship Id="rId145" Type="http://schemas.openxmlformats.org/officeDocument/2006/relationships/customXml" Target="../ink/ink88.xml"/><Relationship Id="rId166" Type="http://schemas.openxmlformats.org/officeDocument/2006/relationships/customXml" Target="../ink/ink99.xml"/><Relationship Id="rId187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2.xml"/><Relationship Id="rId233" Type="http://schemas.openxmlformats.org/officeDocument/2006/relationships/image" Target="../media/image131.png"/><Relationship Id="rId254" Type="http://schemas.openxmlformats.org/officeDocument/2006/relationships/customXml" Target="../ink/ink143.xml"/><Relationship Id="rId28" Type="http://schemas.openxmlformats.org/officeDocument/2006/relationships/image" Target="../media/image30.png"/><Relationship Id="rId49" Type="http://schemas.openxmlformats.org/officeDocument/2006/relationships/customXml" Target="../ink/ink39.xml"/><Relationship Id="rId114" Type="http://schemas.openxmlformats.org/officeDocument/2006/relationships/customXml" Target="../ink/ink72.xml"/><Relationship Id="rId275" Type="http://schemas.openxmlformats.org/officeDocument/2006/relationships/image" Target="../media/image152.png"/><Relationship Id="rId296" Type="http://schemas.openxmlformats.org/officeDocument/2006/relationships/image" Target="../media/image162.png"/><Relationship Id="rId300" Type="http://schemas.openxmlformats.org/officeDocument/2006/relationships/customXml" Target="../ink/ink167.xml"/><Relationship Id="rId60" Type="http://schemas.openxmlformats.org/officeDocument/2006/relationships/image" Target="../media/image46.png"/><Relationship Id="rId81" Type="http://schemas.openxmlformats.org/officeDocument/2006/relationships/customXml" Target="../ink/ink55.xml"/><Relationship Id="rId135" Type="http://schemas.openxmlformats.org/officeDocument/2006/relationships/image" Target="../media/image83.png"/><Relationship Id="rId156" Type="http://schemas.openxmlformats.org/officeDocument/2006/relationships/image" Target="../media/image93.png"/><Relationship Id="rId177" Type="http://schemas.openxmlformats.org/officeDocument/2006/relationships/image" Target="../media/image103.png"/><Relationship Id="rId198" Type="http://schemas.openxmlformats.org/officeDocument/2006/relationships/customXml" Target="../ink/ink115.xml"/><Relationship Id="rId202" Type="http://schemas.openxmlformats.org/officeDocument/2006/relationships/customXml" Target="../ink/ink117.xml"/><Relationship Id="rId223" Type="http://schemas.openxmlformats.org/officeDocument/2006/relationships/image" Target="../media/image126.png"/><Relationship Id="rId244" Type="http://schemas.openxmlformats.org/officeDocument/2006/relationships/customXml" Target="../ink/ink138.xml"/><Relationship Id="rId18" Type="http://schemas.openxmlformats.org/officeDocument/2006/relationships/image" Target="../media/image25.png"/><Relationship Id="rId39" Type="http://schemas.openxmlformats.org/officeDocument/2006/relationships/customXml" Target="../ink/ink34.xml"/><Relationship Id="rId265" Type="http://schemas.openxmlformats.org/officeDocument/2006/relationships/image" Target="../media/image147.png"/><Relationship Id="rId286" Type="http://schemas.openxmlformats.org/officeDocument/2006/relationships/image" Target="../media/image157.png"/><Relationship Id="rId50" Type="http://schemas.openxmlformats.org/officeDocument/2006/relationships/image" Target="../media/image41.png"/><Relationship Id="rId104" Type="http://schemas.openxmlformats.org/officeDocument/2006/relationships/customXml" Target="../ink/ink67.xml"/><Relationship Id="rId125" Type="http://schemas.openxmlformats.org/officeDocument/2006/relationships/image" Target="../media/image78.png"/><Relationship Id="rId146" Type="http://schemas.openxmlformats.org/officeDocument/2006/relationships/image" Target="../media/image88.png"/><Relationship Id="rId167" Type="http://schemas.openxmlformats.org/officeDocument/2006/relationships/image" Target="../media/image98.png"/><Relationship Id="rId188" Type="http://schemas.openxmlformats.org/officeDocument/2006/relationships/customXml" Target="../ink/ink110.xml"/><Relationship Id="rId71" Type="http://schemas.openxmlformats.org/officeDocument/2006/relationships/customXml" Target="../ink/ink50.xml"/><Relationship Id="rId92" Type="http://schemas.openxmlformats.org/officeDocument/2006/relationships/customXml" Target="../ink/ink61.xml"/><Relationship Id="rId213" Type="http://schemas.openxmlformats.org/officeDocument/2006/relationships/image" Target="../media/image121.png"/><Relationship Id="rId234" Type="http://schemas.openxmlformats.org/officeDocument/2006/relationships/customXml" Target="../ink/ink133.xml"/><Relationship Id="rId2" Type="http://schemas.openxmlformats.org/officeDocument/2006/relationships/image" Target="../media/image19.png"/><Relationship Id="rId29" Type="http://schemas.openxmlformats.org/officeDocument/2006/relationships/customXml" Target="../ink/ink29.xml"/><Relationship Id="rId255" Type="http://schemas.openxmlformats.org/officeDocument/2006/relationships/image" Target="../media/image142.png"/><Relationship Id="rId276" Type="http://schemas.openxmlformats.org/officeDocument/2006/relationships/customXml" Target="../ink/ink154.xml"/><Relationship Id="rId297" Type="http://schemas.openxmlformats.org/officeDocument/2006/relationships/customXml" Target="../ink/ink165.xml"/><Relationship Id="rId40" Type="http://schemas.openxmlformats.org/officeDocument/2006/relationships/image" Target="../media/image36.png"/><Relationship Id="rId115" Type="http://schemas.openxmlformats.org/officeDocument/2006/relationships/image" Target="../media/image73.png"/><Relationship Id="rId136" Type="http://schemas.openxmlformats.org/officeDocument/2006/relationships/customXml" Target="../ink/ink83.xml"/><Relationship Id="rId157" Type="http://schemas.openxmlformats.org/officeDocument/2006/relationships/customXml" Target="../ink/ink94.xml"/><Relationship Id="rId178" Type="http://schemas.openxmlformats.org/officeDocument/2006/relationships/customXml" Target="../ink/ink105.xml"/><Relationship Id="rId301" Type="http://schemas.openxmlformats.org/officeDocument/2006/relationships/customXml" Target="../ink/ink168.xml"/><Relationship Id="rId61" Type="http://schemas.openxmlformats.org/officeDocument/2006/relationships/customXml" Target="../ink/ink45.xml"/><Relationship Id="rId82" Type="http://schemas.openxmlformats.org/officeDocument/2006/relationships/image" Target="../media/image57.png"/><Relationship Id="rId199" Type="http://schemas.openxmlformats.org/officeDocument/2006/relationships/image" Target="../media/image114.png"/><Relationship Id="rId203" Type="http://schemas.openxmlformats.org/officeDocument/2006/relationships/image" Target="../media/image116.png"/><Relationship Id="rId19" Type="http://schemas.openxmlformats.org/officeDocument/2006/relationships/customXml" Target="../ink/ink24.xml"/><Relationship Id="rId224" Type="http://schemas.openxmlformats.org/officeDocument/2006/relationships/customXml" Target="../ink/ink128.xml"/><Relationship Id="rId245" Type="http://schemas.openxmlformats.org/officeDocument/2006/relationships/image" Target="../media/image137.png"/><Relationship Id="rId266" Type="http://schemas.openxmlformats.org/officeDocument/2006/relationships/customXml" Target="../ink/ink149.xml"/><Relationship Id="rId287" Type="http://schemas.openxmlformats.org/officeDocument/2006/relationships/customXml" Target="../ink/ink160.xml"/><Relationship Id="rId30" Type="http://schemas.openxmlformats.org/officeDocument/2006/relationships/image" Target="../media/image31.png"/><Relationship Id="rId105" Type="http://schemas.openxmlformats.org/officeDocument/2006/relationships/image" Target="../media/image68.png"/><Relationship Id="rId126" Type="http://schemas.openxmlformats.org/officeDocument/2006/relationships/customXml" Target="../ink/ink78.xml"/><Relationship Id="rId147" Type="http://schemas.openxmlformats.org/officeDocument/2006/relationships/customXml" Target="../ink/ink89.xml"/><Relationship Id="rId168" Type="http://schemas.openxmlformats.org/officeDocument/2006/relationships/customXml" Target="../ink/ink100.xml"/><Relationship Id="rId51" Type="http://schemas.openxmlformats.org/officeDocument/2006/relationships/customXml" Target="../ink/ink40.xml"/><Relationship Id="rId72" Type="http://schemas.openxmlformats.org/officeDocument/2006/relationships/image" Target="../media/image52.png"/><Relationship Id="rId93" Type="http://schemas.openxmlformats.org/officeDocument/2006/relationships/image" Target="../media/image62.png"/><Relationship Id="rId189" Type="http://schemas.openxmlformats.org/officeDocument/2006/relationships/image" Target="../media/image109.png"/><Relationship Id="rId3" Type="http://schemas.openxmlformats.org/officeDocument/2006/relationships/customXml" Target="../ink/ink15.xml"/><Relationship Id="rId214" Type="http://schemas.openxmlformats.org/officeDocument/2006/relationships/customXml" Target="../ink/ink123.xml"/><Relationship Id="rId235" Type="http://schemas.openxmlformats.org/officeDocument/2006/relationships/image" Target="../media/image132.png"/><Relationship Id="rId256" Type="http://schemas.openxmlformats.org/officeDocument/2006/relationships/customXml" Target="../ink/ink144.xml"/><Relationship Id="rId277" Type="http://schemas.openxmlformats.org/officeDocument/2006/relationships/image" Target="../media/image153.png"/><Relationship Id="rId298" Type="http://schemas.openxmlformats.org/officeDocument/2006/relationships/image" Target="../media/image163.png"/><Relationship Id="rId116" Type="http://schemas.openxmlformats.org/officeDocument/2006/relationships/customXml" Target="../ink/ink73.xml"/><Relationship Id="rId137" Type="http://schemas.openxmlformats.org/officeDocument/2006/relationships/image" Target="../media/image84.png"/><Relationship Id="rId158" Type="http://schemas.openxmlformats.org/officeDocument/2006/relationships/image" Target="../media/image94.png"/><Relationship Id="rId302" Type="http://schemas.openxmlformats.org/officeDocument/2006/relationships/image" Target="../media/image164.png"/><Relationship Id="rId20" Type="http://schemas.openxmlformats.org/officeDocument/2006/relationships/image" Target="../media/image26.png"/><Relationship Id="rId41" Type="http://schemas.openxmlformats.org/officeDocument/2006/relationships/customXml" Target="../ink/ink35.xml"/><Relationship Id="rId62" Type="http://schemas.openxmlformats.org/officeDocument/2006/relationships/image" Target="../media/image47.png"/><Relationship Id="rId83" Type="http://schemas.openxmlformats.org/officeDocument/2006/relationships/customXml" Target="../ink/ink56.xml"/><Relationship Id="rId179" Type="http://schemas.openxmlformats.org/officeDocument/2006/relationships/image" Target="../media/image104.png"/><Relationship Id="rId190" Type="http://schemas.openxmlformats.org/officeDocument/2006/relationships/customXml" Target="../ink/ink111.xml"/><Relationship Id="rId204" Type="http://schemas.openxmlformats.org/officeDocument/2006/relationships/customXml" Target="../ink/ink118.xml"/><Relationship Id="rId225" Type="http://schemas.openxmlformats.org/officeDocument/2006/relationships/image" Target="../media/image127.png"/><Relationship Id="rId246" Type="http://schemas.openxmlformats.org/officeDocument/2006/relationships/customXml" Target="../ink/ink139.xml"/><Relationship Id="rId267" Type="http://schemas.openxmlformats.org/officeDocument/2006/relationships/image" Target="../media/image148.png"/><Relationship Id="rId288" Type="http://schemas.openxmlformats.org/officeDocument/2006/relationships/image" Target="../media/image158.png"/><Relationship Id="rId106" Type="http://schemas.openxmlformats.org/officeDocument/2006/relationships/customXml" Target="../ink/ink68.xml"/><Relationship Id="rId127" Type="http://schemas.openxmlformats.org/officeDocument/2006/relationships/image" Target="../media/image79.png"/><Relationship Id="rId10" Type="http://schemas.openxmlformats.org/officeDocument/2006/relationships/image" Target="../media/image2.png"/><Relationship Id="rId31" Type="http://schemas.openxmlformats.org/officeDocument/2006/relationships/customXml" Target="../ink/ink30.xml"/><Relationship Id="rId52" Type="http://schemas.openxmlformats.org/officeDocument/2006/relationships/image" Target="../media/image42.png"/><Relationship Id="rId73" Type="http://schemas.openxmlformats.org/officeDocument/2006/relationships/customXml" Target="../ink/ink51.xml"/><Relationship Id="rId94" Type="http://schemas.openxmlformats.org/officeDocument/2006/relationships/customXml" Target="../ink/ink62.xml"/><Relationship Id="rId148" Type="http://schemas.openxmlformats.org/officeDocument/2006/relationships/image" Target="../media/image89.png"/><Relationship Id="rId169" Type="http://schemas.openxmlformats.org/officeDocument/2006/relationships/image" Target="../media/image99.png"/><Relationship Id="rId4" Type="http://schemas.openxmlformats.org/officeDocument/2006/relationships/image" Target="../media/image20.png"/><Relationship Id="rId180" Type="http://schemas.openxmlformats.org/officeDocument/2006/relationships/customXml" Target="../ink/ink106.xml"/><Relationship Id="rId215" Type="http://schemas.openxmlformats.org/officeDocument/2006/relationships/image" Target="../media/image122.png"/><Relationship Id="rId236" Type="http://schemas.openxmlformats.org/officeDocument/2006/relationships/customXml" Target="../ink/ink134.xml"/><Relationship Id="rId257" Type="http://schemas.openxmlformats.org/officeDocument/2006/relationships/image" Target="../media/image143.png"/><Relationship Id="rId278" Type="http://schemas.openxmlformats.org/officeDocument/2006/relationships/customXml" Target="../ink/ink155.xml"/><Relationship Id="rId303" Type="http://schemas.openxmlformats.org/officeDocument/2006/relationships/customXml" Target="../ink/ink169.xml"/><Relationship Id="rId42" Type="http://schemas.openxmlformats.org/officeDocument/2006/relationships/image" Target="../media/image37.png"/><Relationship Id="rId84" Type="http://schemas.openxmlformats.org/officeDocument/2006/relationships/image" Target="../media/image58.png"/><Relationship Id="rId138" Type="http://schemas.openxmlformats.org/officeDocument/2006/relationships/customXml" Target="../ink/ink84.xml"/><Relationship Id="rId191" Type="http://schemas.openxmlformats.org/officeDocument/2006/relationships/image" Target="../media/image110.png"/><Relationship Id="rId205" Type="http://schemas.openxmlformats.org/officeDocument/2006/relationships/image" Target="../media/image117.png"/><Relationship Id="rId247" Type="http://schemas.openxmlformats.org/officeDocument/2006/relationships/image" Target="../media/image138.png"/><Relationship Id="rId107" Type="http://schemas.openxmlformats.org/officeDocument/2006/relationships/image" Target="../media/image69.png"/><Relationship Id="rId289" Type="http://schemas.openxmlformats.org/officeDocument/2006/relationships/customXml" Target="../ink/ink161.xml"/><Relationship Id="rId11" Type="http://schemas.openxmlformats.org/officeDocument/2006/relationships/customXml" Target="../ink/ink19.xml"/><Relationship Id="rId53" Type="http://schemas.openxmlformats.org/officeDocument/2006/relationships/customXml" Target="../ink/ink41.xml"/><Relationship Id="rId149" Type="http://schemas.openxmlformats.org/officeDocument/2006/relationships/customXml" Target="../ink/ink90.xml"/><Relationship Id="rId95" Type="http://schemas.openxmlformats.org/officeDocument/2006/relationships/image" Target="../media/image63.png"/><Relationship Id="rId160" Type="http://schemas.openxmlformats.org/officeDocument/2006/relationships/image" Target="../media/image95.png"/><Relationship Id="rId216" Type="http://schemas.openxmlformats.org/officeDocument/2006/relationships/customXml" Target="../ink/ink124.xml"/><Relationship Id="rId258" Type="http://schemas.openxmlformats.org/officeDocument/2006/relationships/customXml" Target="../ink/ink145.xml"/><Relationship Id="rId22" Type="http://schemas.openxmlformats.org/officeDocument/2006/relationships/image" Target="../media/image27.png"/><Relationship Id="rId64" Type="http://schemas.openxmlformats.org/officeDocument/2006/relationships/image" Target="../media/image48.png"/><Relationship Id="rId118" Type="http://schemas.openxmlformats.org/officeDocument/2006/relationships/customXml" Target="../ink/ink74.xml"/><Relationship Id="rId171" Type="http://schemas.openxmlformats.org/officeDocument/2006/relationships/image" Target="../media/image100.png"/><Relationship Id="rId227" Type="http://schemas.openxmlformats.org/officeDocument/2006/relationships/image" Target="../media/image128.png"/><Relationship Id="rId269" Type="http://schemas.openxmlformats.org/officeDocument/2006/relationships/image" Target="../media/image149.png"/><Relationship Id="rId33" Type="http://schemas.openxmlformats.org/officeDocument/2006/relationships/customXml" Target="../ink/ink31.xml"/><Relationship Id="rId129" Type="http://schemas.openxmlformats.org/officeDocument/2006/relationships/image" Target="../media/image80.png"/><Relationship Id="rId280" Type="http://schemas.openxmlformats.org/officeDocument/2006/relationships/image" Target="../media/image154.png"/><Relationship Id="rId75" Type="http://schemas.openxmlformats.org/officeDocument/2006/relationships/customXml" Target="../ink/ink52.xml"/><Relationship Id="rId140" Type="http://schemas.openxmlformats.org/officeDocument/2006/relationships/customXml" Target="../ink/ink85.xml"/><Relationship Id="rId182" Type="http://schemas.openxmlformats.org/officeDocument/2006/relationships/customXml" Target="../ink/ink107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77.png"/><Relationship Id="rId21" Type="http://schemas.openxmlformats.org/officeDocument/2006/relationships/image" Target="../media/image174.png"/><Relationship Id="rId42" Type="http://schemas.openxmlformats.org/officeDocument/2006/relationships/image" Target="../media/image185.png"/><Relationship Id="rId47" Type="http://schemas.openxmlformats.org/officeDocument/2006/relationships/customXml" Target="../ink/ink191.xml"/><Relationship Id="rId63" Type="http://schemas.openxmlformats.org/officeDocument/2006/relationships/image" Target="../media/image194.png"/><Relationship Id="rId68" Type="http://schemas.openxmlformats.org/officeDocument/2006/relationships/customXml" Target="../ink/ink203.xml"/><Relationship Id="rId84" Type="http://schemas.openxmlformats.org/officeDocument/2006/relationships/image" Target="../media/image204.png"/><Relationship Id="rId16" Type="http://schemas.openxmlformats.org/officeDocument/2006/relationships/customXml" Target="../ink/ink176.xml"/><Relationship Id="rId11" Type="http://schemas.openxmlformats.org/officeDocument/2006/relationships/customXml" Target="../ink/ink174.xml"/><Relationship Id="rId32" Type="http://schemas.openxmlformats.org/officeDocument/2006/relationships/image" Target="../media/image180.png"/><Relationship Id="rId37" Type="http://schemas.openxmlformats.org/officeDocument/2006/relationships/customXml" Target="../ink/ink186.xml"/><Relationship Id="rId53" Type="http://schemas.openxmlformats.org/officeDocument/2006/relationships/customXml" Target="../ink/ink195.xml"/><Relationship Id="rId58" Type="http://schemas.openxmlformats.org/officeDocument/2006/relationships/customXml" Target="../ink/ink198.xml"/><Relationship Id="rId74" Type="http://schemas.openxmlformats.org/officeDocument/2006/relationships/customXml" Target="../ink/ink206.xml"/><Relationship Id="rId79" Type="http://schemas.openxmlformats.org/officeDocument/2006/relationships/customXml" Target="../ink/ink209.xml"/><Relationship Id="rId5" Type="http://schemas.openxmlformats.org/officeDocument/2006/relationships/customXml" Target="../ink/ink171.xml"/><Relationship Id="rId61" Type="http://schemas.openxmlformats.org/officeDocument/2006/relationships/image" Target="../media/image193.png"/><Relationship Id="rId82" Type="http://schemas.openxmlformats.org/officeDocument/2006/relationships/image" Target="../media/image203.png"/><Relationship Id="rId19" Type="http://schemas.openxmlformats.org/officeDocument/2006/relationships/image" Target="../media/image173.png"/><Relationship Id="rId14" Type="http://schemas.openxmlformats.org/officeDocument/2006/relationships/image" Target="../media/image170.png"/><Relationship Id="rId22" Type="http://schemas.openxmlformats.org/officeDocument/2006/relationships/image" Target="../media/image175.png"/><Relationship Id="rId27" Type="http://schemas.openxmlformats.org/officeDocument/2006/relationships/customXml" Target="../ink/ink181.xml"/><Relationship Id="rId30" Type="http://schemas.openxmlformats.org/officeDocument/2006/relationships/image" Target="../media/image179.png"/><Relationship Id="rId35" Type="http://schemas.openxmlformats.org/officeDocument/2006/relationships/customXml" Target="../ink/ink185.xml"/><Relationship Id="rId43" Type="http://schemas.openxmlformats.org/officeDocument/2006/relationships/customXml" Target="../ink/ink189.xml"/><Relationship Id="rId48" Type="http://schemas.openxmlformats.org/officeDocument/2006/relationships/customXml" Target="../ink/ink192.xml"/><Relationship Id="rId56" Type="http://schemas.openxmlformats.org/officeDocument/2006/relationships/image" Target="../media/image191.png"/><Relationship Id="rId64" Type="http://schemas.openxmlformats.org/officeDocument/2006/relationships/customXml" Target="../ink/ink201.xml"/><Relationship Id="rId69" Type="http://schemas.openxmlformats.org/officeDocument/2006/relationships/image" Target="../media/image197.png"/><Relationship Id="rId77" Type="http://schemas.openxmlformats.org/officeDocument/2006/relationships/customXml" Target="../ink/ink208.xml"/><Relationship Id="rId8" Type="http://schemas.openxmlformats.org/officeDocument/2006/relationships/image" Target="../media/image167.png"/><Relationship Id="rId51" Type="http://schemas.openxmlformats.org/officeDocument/2006/relationships/image" Target="../media/image189.png"/><Relationship Id="rId72" Type="http://schemas.openxmlformats.org/officeDocument/2006/relationships/customXml" Target="../ink/ink205.xml"/><Relationship Id="rId80" Type="http://schemas.openxmlformats.org/officeDocument/2006/relationships/image" Target="../media/image202.png"/><Relationship Id="rId3" Type="http://schemas.openxmlformats.org/officeDocument/2006/relationships/image" Target="../media/image165.png"/><Relationship Id="rId12" Type="http://schemas.openxmlformats.org/officeDocument/2006/relationships/image" Target="../media/image169.png"/><Relationship Id="rId17" Type="http://schemas.openxmlformats.org/officeDocument/2006/relationships/image" Target="../media/image172.png"/><Relationship Id="rId25" Type="http://schemas.openxmlformats.org/officeDocument/2006/relationships/customXml" Target="../ink/ink180.xml"/><Relationship Id="rId33" Type="http://schemas.openxmlformats.org/officeDocument/2006/relationships/customXml" Target="../ink/ink184.xml"/><Relationship Id="rId38" Type="http://schemas.openxmlformats.org/officeDocument/2006/relationships/image" Target="../media/image183.png"/><Relationship Id="rId46" Type="http://schemas.openxmlformats.org/officeDocument/2006/relationships/image" Target="../media/image187.png"/><Relationship Id="rId59" Type="http://schemas.openxmlformats.org/officeDocument/2006/relationships/image" Target="../media/image192.png"/><Relationship Id="rId67" Type="http://schemas.openxmlformats.org/officeDocument/2006/relationships/image" Target="../media/image196.png"/><Relationship Id="rId20" Type="http://schemas.openxmlformats.org/officeDocument/2006/relationships/customXml" Target="../ink/ink178.xml"/><Relationship Id="rId41" Type="http://schemas.openxmlformats.org/officeDocument/2006/relationships/customXml" Target="../ink/ink188.xml"/><Relationship Id="rId54" Type="http://schemas.openxmlformats.org/officeDocument/2006/relationships/image" Target="../media/image190.png"/><Relationship Id="rId62" Type="http://schemas.openxmlformats.org/officeDocument/2006/relationships/customXml" Target="../ink/ink200.xml"/><Relationship Id="rId70" Type="http://schemas.openxmlformats.org/officeDocument/2006/relationships/customXml" Target="../ink/ink204.xml"/><Relationship Id="rId75" Type="http://schemas.openxmlformats.org/officeDocument/2006/relationships/customXml" Target="../ink/ink207.xml"/><Relationship Id="rId83" Type="http://schemas.openxmlformats.org/officeDocument/2006/relationships/customXml" Target="../ink/ink2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5" Type="http://schemas.openxmlformats.org/officeDocument/2006/relationships/image" Target="../media/image171.png"/><Relationship Id="rId23" Type="http://schemas.openxmlformats.org/officeDocument/2006/relationships/customXml" Target="../ink/ink179.xml"/><Relationship Id="rId28" Type="http://schemas.openxmlformats.org/officeDocument/2006/relationships/image" Target="../media/image178.png"/><Relationship Id="rId36" Type="http://schemas.openxmlformats.org/officeDocument/2006/relationships/image" Target="../media/image182.png"/><Relationship Id="rId49" Type="http://schemas.openxmlformats.org/officeDocument/2006/relationships/image" Target="../media/image188.png"/><Relationship Id="rId57" Type="http://schemas.openxmlformats.org/officeDocument/2006/relationships/customXml" Target="../ink/ink197.xml"/><Relationship Id="rId10" Type="http://schemas.openxmlformats.org/officeDocument/2006/relationships/image" Target="../media/image168.png"/><Relationship Id="rId31" Type="http://schemas.openxmlformats.org/officeDocument/2006/relationships/customXml" Target="../ink/ink183.xml"/><Relationship Id="rId44" Type="http://schemas.openxmlformats.org/officeDocument/2006/relationships/image" Target="../media/image186.png"/><Relationship Id="rId52" Type="http://schemas.openxmlformats.org/officeDocument/2006/relationships/customXml" Target="../ink/ink194.xml"/><Relationship Id="rId60" Type="http://schemas.openxmlformats.org/officeDocument/2006/relationships/customXml" Target="../ink/ink199.xml"/><Relationship Id="rId65" Type="http://schemas.openxmlformats.org/officeDocument/2006/relationships/image" Target="../media/image195.png"/><Relationship Id="rId73" Type="http://schemas.openxmlformats.org/officeDocument/2006/relationships/image" Target="../media/image199.png"/><Relationship Id="rId78" Type="http://schemas.openxmlformats.org/officeDocument/2006/relationships/image" Target="../media/image201.png"/><Relationship Id="rId81" Type="http://schemas.openxmlformats.org/officeDocument/2006/relationships/customXml" Target="../ink/ink210.xml"/><Relationship Id="rId4" Type="http://schemas.openxmlformats.org/officeDocument/2006/relationships/image" Target="../media/image166.png"/><Relationship Id="rId9" Type="http://schemas.openxmlformats.org/officeDocument/2006/relationships/customXml" Target="../ink/ink173.xml"/><Relationship Id="rId13" Type="http://schemas.openxmlformats.org/officeDocument/2006/relationships/customXml" Target="../ink/ink175.xml"/><Relationship Id="rId18" Type="http://schemas.openxmlformats.org/officeDocument/2006/relationships/customXml" Target="../ink/ink177.xml"/><Relationship Id="rId39" Type="http://schemas.openxmlformats.org/officeDocument/2006/relationships/customXml" Target="../ink/ink187.xml"/><Relationship Id="rId34" Type="http://schemas.openxmlformats.org/officeDocument/2006/relationships/image" Target="../media/image181.png"/><Relationship Id="rId50" Type="http://schemas.openxmlformats.org/officeDocument/2006/relationships/customXml" Target="../ink/ink193.xml"/><Relationship Id="rId55" Type="http://schemas.openxmlformats.org/officeDocument/2006/relationships/customXml" Target="../ink/ink196.xml"/><Relationship Id="rId76" Type="http://schemas.openxmlformats.org/officeDocument/2006/relationships/image" Target="../media/image200.png"/><Relationship Id="rId7" Type="http://schemas.openxmlformats.org/officeDocument/2006/relationships/customXml" Target="../ink/ink172.xml"/><Relationship Id="rId71" Type="http://schemas.openxmlformats.org/officeDocument/2006/relationships/image" Target="../media/image198.png"/><Relationship Id="rId2" Type="http://schemas.openxmlformats.org/officeDocument/2006/relationships/customXml" Target="../ink/ink170.xml"/><Relationship Id="rId29" Type="http://schemas.openxmlformats.org/officeDocument/2006/relationships/customXml" Target="../ink/ink182.xml"/><Relationship Id="rId24" Type="http://schemas.openxmlformats.org/officeDocument/2006/relationships/image" Target="../media/image176.png"/><Relationship Id="rId40" Type="http://schemas.openxmlformats.org/officeDocument/2006/relationships/image" Target="../media/image184.png"/><Relationship Id="rId45" Type="http://schemas.openxmlformats.org/officeDocument/2006/relationships/customXml" Target="../ink/ink190.xml"/><Relationship Id="rId66" Type="http://schemas.openxmlformats.org/officeDocument/2006/relationships/customXml" Target="../ink/ink20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1.png"/><Relationship Id="rId18" Type="http://schemas.openxmlformats.org/officeDocument/2006/relationships/customXml" Target="../ink/ink219.xml"/><Relationship Id="rId26" Type="http://schemas.openxmlformats.org/officeDocument/2006/relationships/customXml" Target="../ink/ink223.xml"/><Relationship Id="rId3" Type="http://schemas.openxmlformats.org/officeDocument/2006/relationships/customXml" Target="../ink/ink212.xml"/><Relationship Id="rId21" Type="http://schemas.openxmlformats.org/officeDocument/2006/relationships/image" Target="../media/image215.png"/><Relationship Id="rId34" Type="http://schemas.openxmlformats.org/officeDocument/2006/relationships/image" Target="../media/image222.png"/><Relationship Id="rId7" Type="http://schemas.openxmlformats.org/officeDocument/2006/relationships/customXml" Target="../ink/ink214.xml"/><Relationship Id="rId12" Type="http://schemas.openxmlformats.org/officeDocument/2006/relationships/customXml" Target="../ink/ink216.xml"/><Relationship Id="rId17" Type="http://schemas.openxmlformats.org/officeDocument/2006/relationships/image" Target="../media/image213.png"/><Relationship Id="rId25" Type="http://schemas.openxmlformats.org/officeDocument/2006/relationships/image" Target="../media/image217.png"/><Relationship Id="rId33" Type="http://schemas.openxmlformats.org/officeDocument/2006/relationships/customXml" Target="../ink/ink226.xml"/><Relationship Id="rId2" Type="http://schemas.openxmlformats.org/officeDocument/2006/relationships/image" Target="../media/image205.png"/><Relationship Id="rId16" Type="http://schemas.openxmlformats.org/officeDocument/2006/relationships/customXml" Target="../ink/ink218.xml"/><Relationship Id="rId20" Type="http://schemas.openxmlformats.org/officeDocument/2006/relationships/customXml" Target="../ink/ink220.xml"/><Relationship Id="rId29" Type="http://schemas.openxmlformats.org/officeDocument/2006/relationships/customXml" Target="../ink/ink2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7.png"/><Relationship Id="rId11" Type="http://schemas.openxmlformats.org/officeDocument/2006/relationships/image" Target="../media/image210.png"/><Relationship Id="rId24" Type="http://schemas.openxmlformats.org/officeDocument/2006/relationships/customXml" Target="../ink/ink222.xml"/><Relationship Id="rId32" Type="http://schemas.openxmlformats.org/officeDocument/2006/relationships/image" Target="../media/image221.png"/><Relationship Id="rId5" Type="http://schemas.openxmlformats.org/officeDocument/2006/relationships/customXml" Target="../ink/ink213.xml"/><Relationship Id="rId15" Type="http://schemas.openxmlformats.org/officeDocument/2006/relationships/image" Target="../media/image212.png"/><Relationship Id="rId23" Type="http://schemas.openxmlformats.org/officeDocument/2006/relationships/image" Target="../media/image216.png"/><Relationship Id="rId28" Type="http://schemas.openxmlformats.org/officeDocument/2006/relationships/image" Target="../media/image219.png"/><Relationship Id="rId36" Type="http://schemas.openxmlformats.org/officeDocument/2006/relationships/image" Target="../media/image223.png"/><Relationship Id="rId10" Type="http://schemas.openxmlformats.org/officeDocument/2006/relationships/customXml" Target="../ink/ink215.xml"/><Relationship Id="rId19" Type="http://schemas.openxmlformats.org/officeDocument/2006/relationships/image" Target="../media/image214.png"/><Relationship Id="rId31" Type="http://schemas.openxmlformats.org/officeDocument/2006/relationships/customXml" Target="../ink/ink225.xml"/><Relationship Id="rId4" Type="http://schemas.openxmlformats.org/officeDocument/2006/relationships/image" Target="../media/image206.png"/><Relationship Id="rId9" Type="http://schemas.openxmlformats.org/officeDocument/2006/relationships/image" Target="../media/image209.png"/><Relationship Id="rId14" Type="http://schemas.openxmlformats.org/officeDocument/2006/relationships/customXml" Target="../ink/ink217.xml"/><Relationship Id="rId22" Type="http://schemas.openxmlformats.org/officeDocument/2006/relationships/customXml" Target="../ink/ink221.xml"/><Relationship Id="rId27" Type="http://schemas.openxmlformats.org/officeDocument/2006/relationships/image" Target="../media/image218.png"/><Relationship Id="rId30" Type="http://schemas.openxmlformats.org/officeDocument/2006/relationships/image" Target="../media/image220.png"/><Relationship Id="rId35" Type="http://schemas.openxmlformats.org/officeDocument/2006/relationships/customXml" Target="../ink/ink227.xml"/><Relationship Id="rId8" Type="http://schemas.openxmlformats.org/officeDocument/2006/relationships/image" Target="../media/image208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9.xml"/><Relationship Id="rId21" Type="http://schemas.openxmlformats.org/officeDocument/2006/relationships/image" Target="../media/image234.png"/><Relationship Id="rId42" Type="http://schemas.openxmlformats.org/officeDocument/2006/relationships/customXml" Target="../ink/ink247.xml"/><Relationship Id="rId47" Type="http://schemas.openxmlformats.org/officeDocument/2006/relationships/image" Target="../media/image247.png"/><Relationship Id="rId63" Type="http://schemas.openxmlformats.org/officeDocument/2006/relationships/image" Target="../media/image254.png"/><Relationship Id="rId68" Type="http://schemas.openxmlformats.org/officeDocument/2006/relationships/customXml" Target="../ink/ink260.xml"/><Relationship Id="rId84" Type="http://schemas.openxmlformats.org/officeDocument/2006/relationships/customXml" Target="../ink/ink268.xml"/><Relationship Id="rId89" Type="http://schemas.openxmlformats.org/officeDocument/2006/relationships/image" Target="../media/image267.png"/><Relationship Id="rId16" Type="http://schemas.openxmlformats.org/officeDocument/2006/relationships/customXml" Target="../ink/ink234.xml"/><Relationship Id="rId107" Type="http://schemas.openxmlformats.org/officeDocument/2006/relationships/image" Target="../media/image276.png"/><Relationship Id="rId11" Type="http://schemas.openxmlformats.org/officeDocument/2006/relationships/image" Target="../media/image229.png"/><Relationship Id="rId32" Type="http://schemas.openxmlformats.org/officeDocument/2006/relationships/customXml" Target="../ink/ink242.xml"/><Relationship Id="rId37" Type="http://schemas.openxmlformats.org/officeDocument/2006/relationships/image" Target="../media/image242.png"/><Relationship Id="rId53" Type="http://schemas.openxmlformats.org/officeDocument/2006/relationships/image" Target="../media/image250.png"/><Relationship Id="rId58" Type="http://schemas.openxmlformats.org/officeDocument/2006/relationships/customXml" Target="../ink/ink255.xml"/><Relationship Id="rId74" Type="http://schemas.openxmlformats.org/officeDocument/2006/relationships/customXml" Target="../ink/ink263.xml"/><Relationship Id="rId79" Type="http://schemas.openxmlformats.org/officeDocument/2006/relationships/image" Target="../media/image262.png"/><Relationship Id="rId102" Type="http://schemas.openxmlformats.org/officeDocument/2006/relationships/customXml" Target="../ink/ink277.xml"/><Relationship Id="rId5" Type="http://schemas.openxmlformats.org/officeDocument/2006/relationships/customXml" Target="../ink/ink229.xml"/><Relationship Id="rId90" Type="http://schemas.openxmlformats.org/officeDocument/2006/relationships/customXml" Target="../ink/ink271.xml"/><Relationship Id="rId95" Type="http://schemas.openxmlformats.org/officeDocument/2006/relationships/image" Target="../media/image270.png"/><Relationship Id="rId22" Type="http://schemas.openxmlformats.org/officeDocument/2006/relationships/customXml" Target="../ink/ink237.xml"/><Relationship Id="rId27" Type="http://schemas.openxmlformats.org/officeDocument/2006/relationships/image" Target="../media/image237.png"/><Relationship Id="rId43" Type="http://schemas.openxmlformats.org/officeDocument/2006/relationships/image" Target="../media/image245.png"/><Relationship Id="rId48" Type="http://schemas.openxmlformats.org/officeDocument/2006/relationships/customXml" Target="../ink/ink250.xml"/><Relationship Id="rId64" Type="http://schemas.openxmlformats.org/officeDocument/2006/relationships/customXml" Target="../ink/ink258.xml"/><Relationship Id="rId69" Type="http://schemas.openxmlformats.org/officeDocument/2006/relationships/image" Target="../media/image257.png"/><Relationship Id="rId80" Type="http://schemas.openxmlformats.org/officeDocument/2006/relationships/customXml" Target="../ink/ink266.xml"/><Relationship Id="rId85" Type="http://schemas.openxmlformats.org/officeDocument/2006/relationships/image" Target="../media/image265.png"/><Relationship Id="rId12" Type="http://schemas.openxmlformats.org/officeDocument/2006/relationships/customXml" Target="../ink/ink232.xml"/><Relationship Id="rId17" Type="http://schemas.openxmlformats.org/officeDocument/2006/relationships/image" Target="../media/image232.png"/><Relationship Id="rId33" Type="http://schemas.openxmlformats.org/officeDocument/2006/relationships/image" Target="../media/image240.png"/><Relationship Id="rId38" Type="http://schemas.openxmlformats.org/officeDocument/2006/relationships/customXml" Target="../ink/ink245.xml"/><Relationship Id="rId59" Type="http://schemas.openxmlformats.org/officeDocument/2006/relationships/image" Target="../media/image253.png"/><Relationship Id="rId103" Type="http://schemas.openxmlformats.org/officeDocument/2006/relationships/image" Target="../media/image274.png"/><Relationship Id="rId108" Type="http://schemas.openxmlformats.org/officeDocument/2006/relationships/customXml" Target="../ink/ink280.xml"/><Relationship Id="rId54" Type="http://schemas.openxmlformats.org/officeDocument/2006/relationships/customXml" Target="../ink/ink253.xml"/><Relationship Id="rId70" Type="http://schemas.openxmlformats.org/officeDocument/2006/relationships/customXml" Target="../ink/ink261.xml"/><Relationship Id="rId75" Type="http://schemas.openxmlformats.org/officeDocument/2006/relationships/image" Target="../media/image260.png"/><Relationship Id="rId91" Type="http://schemas.openxmlformats.org/officeDocument/2006/relationships/image" Target="../media/image268.png"/><Relationship Id="rId96" Type="http://schemas.openxmlformats.org/officeDocument/2006/relationships/customXml" Target="../ink/ink27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6.png"/><Relationship Id="rId15" Type="http://schemas.openxmlformats.org/officeDocument/2006/relationships/image" Target="../media/image231.png"/><Relationship Id="rId23" Type="http://schemas.openxmlformats.org/officeDocument/2006/relationships/image" Target="../media/image235.png"/><Relationship Id="rId28" Type="http://schemas.openxmlformats.org/officeDocument/2006/relationships/customXml" Target="../ink/ink240.xml"/><Relationship Id="rId36" Type="http://schemas.openxmlformats.org/officeDocument/2006/relationships/customXml" Target="../ink/ink244.xml"/><Relationship Id="rId49" Type="http://schemas.openxmlformats.org/officeDocument/2006/relationships/image" Target="../media/image248.png"/><Relationship Id="rId57" Type="http://schemas.openxmlformats.org/officeDocument/2006/relationships/image" Target="../media/image252.png"/><Relationship Id="rId106" Type="http://schemas.openxmlformats.org/officeDocument/2006/relationships/customXml" Target="../ink/ink279.xml"/><Relationship Id="rId10" Type="http://schemas.openxmlformats.org/officeDocument/2006/relationships/image" Target="../media/image228.png"/><Relationship Id="rId31" Type="http://schemas.openxmlformats.org/officeDocument/2006/relationships/image" Target="../media/image239.png"/><Relationship Id="rId44" Type="http://schemas.openxmlformats.org/officeDocument/2006/relationships/customXml" Target="../ink/ink248.xml"/><Relationship Id="rId52" Type="http://schemas.openxmlformats.org/officeDocument/2006/relationships/customXml" Target="../ink/ink252.xml"/><Relationship Id="rId60" Type="http://schemas.openxmlformats.org/officeDocument/2006/relationships/customXml" Target="../ink/ink256.xml"/><Relationship Id="rId65" Type="http://schemas.openxmlformats.org/officeDocument/2006/relationships/image" Target="../media/image255.png"/><Relationship Id="rId73" Type="http://schemas.openxmlformats.org/officeDocument/2006/relationships/image" Target="../media/image259.png"/><Relationship Id="rId78" Type="http://schemas.openxmlformats.org/officeDocument/2006/relationships/customXml" Target="../ink/ink265.xml"/><Relationship Id="rId81" Type="http://schemas.openxmlformats.org/officeDocument/2006/relationships/image" Target="../media/image263.png"/><Relationship Id="rId86" Type="http://schemas.openxmlformats.org/officeDocument/2006/relationships/customXml" Target="../ink/ink269.xml"/><Relationship Id="rId94" Type="http://schemas.openxmlformats.org/officeDocument/2006/relationships/customXml" Target="../ink/ink273.xml"/><Relationship Id="rId99" Type="http://schemas.openxmlformats.org/officeDocument/2006/relationships/image" Target="../media/image272.png"/><Relationship Id="rId101" Type="http://schemas.openxmlformats.org/officeDocument/2006/relationships/image" Target="../media/image273.png"/><Relationship Id="rId4" Type="http://schemas.openxmlformats.org/officeDocument/2006/relationships/image" Target="../media/image225.png"/><Relationship Id="rId9" Type="http://schemas.openxmlformats.org/officeDocument/2006/relationships/customXml" Target="../ink/ink231.xml"/><Relationship Id="rId13" Type="http://schemas.openxmlformats.org/officeDocument/2006/relationships/image" Target="../media/image230.png"/><Relationship Id="rId18" Type="http://schemas.openxmlformats.org/officeDocument/2006/relationships/customXml" Target="../ink/ink235.xml"/><Relationship Id="rId39" Type="http://schemas.openxmlformats.org/officeDocument/2006/relationships/image" Target="../media/image243.png"/><Relationship Id="rId109" Type="http://schemas.openxmlformats.org/officeDocument/2006/relationships/image" Target="../media/image277.png"/><Relationship Id="rId34" Type="http://schemas.openxmlformats.org/officeDocument/2006/relationships/customXml" Target="../ink/ink243.xml"/><Relationship Id="rId50" Type="http://schemas.openxmlformats.org/officeDocument/2006/relationships/customXml" Target="../ink/ink251.xml"/><Relationship Id="rId55" Type="http://schemas.openxmlformats.org/officeDocument/2006/relationships/image" Target="../media/image251.png"/><Relationship Id="rId76" Type="http://schemas.openxmlformats.org/officeDocument/2006/relationships/customXml" Target="../ink/ink264.xml"/><Relationship Id="rId97" Type="http://schemas.openxmlformats.org/officeDocument/2006/relationships/image" Target="../media/image271.png"/><Relationship Id="rId104" Type="http://schemas.openxmlformats.org/officeDocument/2006/relationships/customXml" Target="../ink/ink278.xml"/><Relationship Id="rId7" Type="http://schemas.openxmlformats.org/officeDocument/2006/relationships/customXml" Target="../ink/ink230.xml"/><Relationship Id="rId71" Type="http://schemas.openxmlformats.org/officeDocument/2006/relationships/image" Target="../media/image258.png"/><Relationship Id="rId92" Type="http://schemas.openxmlformats.org/officeDocument/2006/relationships/customXml" Target="../ink/ink272.xml"/><Relationship Id="rId2" Type="http://schemas.openxmlformats.org/officeDocument/2006/relationships/image" Target="../media/image224.png"/><Relationship Id="rId29" Type="http://schemas.openxmlformats.org/officeDocument/2006/relationships/image" Target="../media/image238.png"/><Relationship Id="rId24" Type="http://schemas.openxmlformats.org/officeDocument/2006/relationships/customXml" Target="../ink/ink238.xml"/><Relationship Id="rId40" Type="http://schemas.openxmlformats.org/officeDocument/2006/relationships/customXml" Target="../ink/ink246.xml"/><Relationship Id="rId45" Type="http://schemas.openxmlformats.org/officeDocument/2006/relationships/image" Target="../media/image246.png"/><Relationship Id="rId66" Type="http://schemas.openxmlformats.org/officeDocument/2006/relationships/customXml" Target="../ink/ink259.xml"/><Relationship Id="rId87" Type="http://schemas.openxmlformats.org/officeDocument/2006/relationships/image" Target="../media/image266.png"/><Relationship Id="rId110" Type="http://schemas.openxmlformats.org/officeDocument/2006/relationships/customXml" Target="../ink/ink281.xml"/><Relationship Id="rId61" Type="http://schemas.openxmlformats.org/officeDocument/2006/relationships/image" Target="../media/image24.png"/><Relationship Id="rId82" Type="http://schemas.openxmlformats.org/officeDocument/2006/relationships/customXml" Target="../ink/ink267.xml"/><Relationship Id="rId19" Type="http://schemas.openxmlformats.org/officeDocument/2006/relationships/image" Target="../media/image233.png"/><Relationship Id="rId14" Type="http://schemas.openxmlformats.org/officeDocument/2006/relationships/customXml" Target="../ink/ink233.xml"/><Relationship Id="rId30" Type="http://schemas.openxmlformats.org/officeDocument/2006/relationships/customXml" Target="../ink/ink241.xml"/><Relationship Id="rId35" Type="http://schemas.openxmlformats.org/officeDocument/2006/relationships/image" Target="../media/image241.png"/><Relationship Id="rId56" Type="http://schemas.openxmlformats.org/officeDocument/2006/relationships/customXml" Target="../ink/ink254.xml"/><Relationship Id="rId77" Type="http://schemas.openxmlformats.org/officeDocument/2006/relationships/image" Target="../media/image261.png"/><Relationship Id="rId100" Type="http://schemas.openxmlformats.org/officeDocument/2006/relationships/customXml" Target="../ink/ink276.xml"/><Relationship Id="rId105" Type="http://schemas.openxmlformats.org/officeDocument/2006/relationships/image" Target="../media/image275.png"/><Relationship Id="rId8" Type="http://schemas.openxmlformats.org/officeDocument/2006/relationships/image" Target="../media/image227.png"/><Relationship Id="rId51" Type="http://schemas.openxmlformats.org/officeDocument/2006/relationships/image" Target="../media/image249.png"/><Relationship Id="rId72" Type="http://schemas.openxmlformats.org/officeDocument/2006/relationships/customXml" Target="../ink/ink262.xml"/><Relationship Id="rId93" Type="http://schemas.openxmlformats.org/officeDocument/2006/relationships/image" Target="../media/image269.png"/><Relationship Id="rId98" Type="http://schemas.openxmlformats.org/officeDocument/2006/relationships/customXml" Target="../ink/ink275.xml"/><Relationship Id="rId3" Type="http://schemas.openxmlformats.org/officeDocument/2006/relationships/customXml" Target="../ink/ink228.xml"/><Relationship Id="rId25" Type="http://schemas.openxmlformats.org/officeDocument/2006/relationships/image" Target="../media/image236.png"/><Relationship Id="rId46" Type="http://schemas.openxmlformats.org/officeDocument/2006/relationships/customXml" Target="../ink/ink249.xml"/><Relationship Id="rId67" Type="http://schemas.openxmlformats.org/officeDocument/2006/relationships/image" Target="../media/image256.png"/><Relationship Id="rId20" Type="http://schemas.openxmlformats.org/officeDocument/2006/relationships/customXml" Target="../ink/ink236.xml"/><Relationship Id="rId41" Type="http://schemas.openxmlformats.org/officeDocument/2006/relationships/image" Target="../media/image244.png"/><Relationship Id="rId62" Type="http://schemas.openxmlformats.org/officeDocument/2006/relationships/customXml" Target="../ink/ink257.xml"/><Relationship Id="rId83" Type="http://schemas.openxmlformats.org/officeDocument/2006/relationships/image" Target="../media/image264.png"/><Relationship Id="rId88" Type="http://schemas.openxmlformats.org/officeDocument/2006/relationships/customXml" Target="../ink/ink270.xml"/><Relationship Id="rId111" Type="http://schemas.openxmlformats.org/officeDocument/2006/relationships/image" Target="../media/image2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png"/><Relationship Id="rId13" Type="http://schemas.openxmlformats.org/officeDocument/2006/relationships/image" Target="../media/image285.png"/><Relationship Id="rId18" Type="http://schemas.openxmlformats.org/officeDocument/2006/relationships/image" Target="../media/image288.png"/><Relationship Id="rId3" Type="http://schemas.openxmlformats.org/officeDocument/2006/relationships/customXml" Target="../ink/ink282.xml"/><Relationship Id="rId7" Type="http://schemas.openxmlformats.org/officeDocument/2006/relationships/customXml" Target="../ink/ink284.xml"/><Relationship Id="rId12" Type="http://schemas.openxmlformats.org/officeDocument/2006/relationships/customXml" Target="../ink/ink286.xml"/><Relationship Id="rId17" Type="http://schemas.openxmlformats.org/officeDocument/2006/relationships/image" Target="../media/image287.png"/><Relationship Id="rId2" Type="http://schemas.openxmlformats.org/officeDocument/2006/relationships/image" Target="../media/image279.png"/><Relationship Id="rId16" Type="http://schemas.openxmlformats.org/officeDocument/2006/relationships/customXml" Target="../ink/ink28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1.png"/><Relationship Id="rId11" Type="http://schemas.openxmlformats.org/officeDocument/2006/relationships/image" Target="../media/image284.png"/><Relationship Id="rId5" Type="http://schemas.openxmlformats.org/officeDocument/2006/relationships/customXml" Target="../ink/ink283.xml"/><Relationship Id="rId15" Type="http://schemas.openxmlformats.org/officeDocument/2006/relationships/image" Target="../media/image286.png"/><Relationship Id="rId10" Type="http://schemas.openxmlformats.org/officeDocument/2006/relationships/image" Target="../media/image283.png"/><Relationship Id="rId4" Type="http://schemas.openxmlformats.org/officeDocument/2006/relationships/image" Target="../media/image280.png"/><Relationship Id="rId9" Type="http://schemas.openxmlformats.org/officeDocument/2006/relationships/customXml" Target="../ink/ink285.xml"/><Relationship Id="rId14" Type="http://schemas.openxmlformats.org/officeDocument/2006/relationships/customXml" Target="../ink/ink2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25FF-5AFE-458E-863F-53B5B6F468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PEMBAHASAN BANK SOAL TIU 0017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96419-AA60-4526-B6D2-75742C078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@utarim</a:t>
            </a:r>
          </a:p>
        </p:txBody>
      </p:sp>
    </p:spTree>
    <p:extLst>
      <p:ext uri="{BB962C8B-B14F-4D97-AF65-F5344CB8AC3E}">
        <p14:creationId xmlns:p14="http://schemas.microsoft.com/office/powerpoint/2010/main" val="2085081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EA33B-C024-4D36-8C55-6884A87BC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5"/>
            <a:ext cx="7200900" cy="26098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0D0EF5F-75D7-4F94-B452-B35F814868C7}"/>
              </a:ext>
            </a:extLst>
          </p:cNvPr>
          <p:cNvGrpSpPr/>
          <p:nvPr/>
        </p:nvGrpSpPr>
        <p:grpSpPr>
          <a:xfrm>
            <a:off x="7229955" y="945930"/>
            <a:ext cx="829800" cy="967320"/>
            <a:chOff x="7229955" y="945930"/>
            <a:chExt cx="829800" cy="96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2954815-B843-48E3-9471-E93A17576CD1}"/>
                    </a:ext>
                  </a:extLst>
                </p14:cNvPr>
                <p14:cNvContentPartPr/>
                <p14:nvPr/>
              </p14:nvContentPartPr>
              <p14:xfrm>
                <a:off x="7661595" y="1228530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2954815-B843-48E3-9471-E93A17576CD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52955" y="121953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09EAD8B-5D97-4CB1-BC49-37EE21C710D7}"/>
                    </a:ext>
                  </a:extLst>
                </p14:cNvPr>
                <p14:cNvContentPartPr/>
                <p14:nvPr/>
              </p14:nvContentPartPr>
              <p14:xfrm>
                <a:off x="7650795" y="1225290"/>
                <a:ext cx="19080" cy="307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09EAD8B-5D97-4CB1-BC49-37EE21C710D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41795" y="1216650"/>
                  <a:ext cx="367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271A5EF-A6F5-430C-BFE2-F7AE6F36AD73}"/>
                    </a:ext>
                  </a:extLst>
                </p14:cNvPr>
                <p14:cNvContentPartPr/>
                <p14:nvPr/>
              </p14:nvContentPartPr>
              <p14:xfrm>
                <a:off x="7771035" y="945930"/>
                <a:ext cx="22680" cy="13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271A5EF-A6F5-430C-BFE2-F7AE6F36AD7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762395" y="936930"/>
                  <a:ext cx="40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E3860B-8CB0-43A5-B521-6FCE193E5661}"/>
                    </a:ext>
                  </a:extLst>
                </p14:cNvPr>
                <p14:cNvContentPartPr/>
                <p14:nvPr/>
              </p14:nvContentPartPr>
              <p14:xfrm>
                <a:off x="7229955" y="1011450"/>
                <a:ext cx="829800" cy="901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E3860B-8CB0-43A5-B521-6FCE193E56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21315" y="1002450"/>
                  <a:ext cx="847440" cy="919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098E994-3F30-4F8D-AB6B-75698F39DA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" y="2438401"/>
            <a:ext cx="9086850" cy="166687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A18CB8D3-9649-44E8-B357-BA01F7136132}"/>
              </a:ext>
            </a:extLst>
          </p:cNvPr>
          <p:cNvGrpSpPr/>
          <p:nvPr/>
        </p:nvGrpSpPr>
        <p:grpSpPr>
          <a:xfrm>
            <a:off x="9410475" y="2671770"/>
            <a:ext cx="1118880" cy="1218960"/>
            <a:chOff x="9410475" y="2671770"/>
            <a:chExt cx="1118880" cy="12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9BB30B-AF06-467B-850C-24E756289230}"/>
                    </a:ext>
                  </a:extLst>
                </p14:cNvPr>
                <p14:cNvContentPartPr/>
                <p14:nvPr/>
              </p14:nvContentPartPr>
              <p14:xfrm>
                <a:off x="9781635" y="315165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9BB30B-AF06-467B-850C-24E75628923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72635" y="314265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32C143C-D3CC-467E-884E-7F83C821A4EA}"/>
                    </a:ext>
                  </a:extLst>
                </p14:cNvPr>
                <p14:cNvContentPartPr/>
                <p14:nvPr/>
              </p14:nvContentPartPr>
              <p14:xfrm>
                <a:off x="9689835" y="2979210"/>
                <a:ext cx="446040" cy="448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32C143C-D3CC-467E-884E-7F83C821A4E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81195" y="2970210"/>
                  <a:ext cx="46368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0F4747-BEE6-4219-895C-65AFB7E9C076}"/>
                    </a:ext>
                  </a:extLst>
                </p14:cNvPr>
                <p14:cNvContentPartPr/>
                <p14:nvPr/>
              </p14:nvContentPartPr>
              <p14:xfrm>
                <a:off x="9410475" y="2671770"/>
                <a:ext cx="1118880" cy="1218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0F4747-BEE6-4219-895C-65AFB7E9C0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401835" y="2662770"/>
                  <a:ext cx="1136520" cy="1236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177B3513-B869-4432-8A1A-656C3B25C4E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610" y="4208776"/>
            <a:ext cx="9420225" cy="2219325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DC2155F7-2D69-49CF-916A-A662F94BF4C3}"/>
              </a:ext>
            </a:extLst>
          </p:cNvPr>
          <p:cNvGrpSpPr/>
          <p:nvPr/>
        </p:nvGrpSpPr>
        <p:grpSpPr>
          <a:xfrm>
            <a:off x="9869475" y="4763730"/>
            <a:ext cx="980280" cy="982080"/>
            <a:chOff x="9869475" y="4763730"/>
            <a:chExt cx="980280" cy="98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75336AC-11E5-43AD-8DA9-DA740250AC99}"/>
                    </a:ext>
                  </a:extLst>
                </p14:cNvPr>
                <p14:cNvContentPartPr/>
                <p14:nvPr/>
              </p14:nvContentPartPr>
              <p14:xfrm>
                <a:off x="10125435" y="5167290"/>
                <a:ext cx="257040" cy="37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75336AC-11E5-43AD-8DA9-DA740250AC9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116795" y="5158650"/>
                  <a:ext cx="2746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2A5DCD-0DA5-4E7F-B9C3-3862DF6E95D7}"/>
                    </a:ext>
                  </a:extLst>
                </p14:cNvPr>
                <p14:cNvContentPartPr/>
                <p14:nvPr/>
              </p14:nvContentPartPr>
              <p14:xfrm>
                <a:off x="9869475" y="4763730"/>
                <a:ext cx="980280" cy="982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2A5DCD-0DA5-4E7F-B9C3-3862DF6E95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60475" y="4754730"/>
                  <a:ext cx="997920" cy="999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6885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9A8E3-82F7-454C-895A-45E4C09F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152400"/>
            <a:ext cx="9820275" cy="241935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3064C3-A1B5-452F-A9E0-F619558C9087}"/>
              </a:ext>
            </a:extLst>
          </p:cNvPr>
          <p:cNvGrpSpPr/>
          <p:nvPr/>
        </p:nvGrpSpPr>
        <p:grpSpPr>
          <a:xfrm>
            <a:off x="10112115" y="680610"/>
            <a:ext cx="988920" cy="914040"/>
            <a:chOff x="10112115" y="680610"/>
            <a:chExt cx="988920" cy="91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783836-1940-4968-AF6B-04EAF7ECF6EE}"/>
                    </a:ext>
                  </a:extLst>
                </p14:cNvPr>
                <p14:cNvContentPartPr/>
                <p14:nvPr/>
              </p14:nvContentPartPr>
              <p14:xfrm>
                <a:off x="10309755" y="1064730"/>
                <a:ext cx="295920" cy="529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783836-1940-4968-AF6B-04EAF7ECF6E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300755" y="1055730"/>
                  <a:ext cx="31356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9A6DB8-097F-4A7C-8E4F-5B5AE1CD4103}"/>
                    </a:ext>
                  </a:extLst>
                </p14:cNvPr>
                <p14:cNvContentPartPr/>
                <p14:nvPr/>
              </p14:nvContentPartPr>
              <p14:xfrm>
                <a:off x="10112115" y="680610"/>
                <a:ext cx="988920" cy="877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9A6DB8-097F-4A7C-8E4F-5B5AE1CD410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103475" y="671970"/>
                  <a:ext cx="1006560" cy="894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32D0C3B-4818-4436-877C-5DA8EC8FAC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6" y="2905125"/>
            <a:ext cx="8943975" cy="306705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A5E544A-0705-46A6-8F06-28C5B8068CD7}"/>
              </a:ext>
            </a:extLst>
          </p:cNvPr>
          <p:cNvGrpSpPr/>
          <p:nvPr/>
        </p:nvGrpSpPr>
        <p:grpSpPr>
          <a:xfrm>
            <a:off x="9352155" y="3691650"/>
            <a:ext cx="1300320" cy="1157400"/>
            <a:chOff x="9352155" y="3691650"/>
            <a:chExt cx="1300320" cy="115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A4DAD9-275E-4658-BEF8-278CE700059F}"/>
                    </a:ext>
                  </a:extLst>
                </p14:cNvPr>
                <p14:cNvContentPartPr/>
                <p14:nvPr/>
              </p14:nvContentPartPr>
              <p14:xfrm>
                <a:off x="9640155" y="4073250"/>
                <a:ext cx="308160" cy="437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A4DAD9-275E-4658-BEF8-278CE70005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31155" y="4064250"/>
                  <a:ext cx="3258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A5533D-21EE-4C57-8E37-B8823CE6929D}"/>
                    </a:ext>
                  </a:extLst>
                </p14:cNvPr>
                <p14:cNvContentPartPr/>
                <p14:nvPr/>
              </p14:nvContentPartPr>
              <p14:xfrm>
                <a:off x="9768675" y="4096650"/>
                <a:ext cx="212400" cy="82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A5533D-21EE-4C57-8E37-B8823CE692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59675" y="4088010"/>
                  <a:ext cx="230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3DB405E-1A62-4059-B5A3-9D9FD8CB8FCF}"/>
                    </a:ext>
                  </a:extLst>
                </p14:cNvPr>
                <p14:cNvContentPartPr/>
                <p14:nvPr/>
              </p14:nvContentPartPr>
              <p14:xfrm>
                <a:off x="9352155" y="3691650"/>
                <a:ext cx="1300320" cy="1157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3DB405E-1A62-4059-B5A3-9D9FD8CB8F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43515" y="3682650"/>
                  <a:ext cx="1317960" cy="117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9701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6A024-B75E-4047-9E93-EC6088651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42887"/>
            <a:ext cx="7200900" cy="23526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49AFE28-CAD0-4692-8DEB-F90D9213644C}"/>
              </a:ext>
            </a:extLst>
          </p:cNvPr>
          <p:cNvGrpSpPr/>
          <p:nvPr/>
        </p:nvGrpSpPr>
        <p:grpSpPr>
          <a:xfrm>
            <a:off x="7380795" y="556050"/>
            <a:ext cx="1397880" cy="1256760"/>
            <a:chOff x="7380795" y="556050"/>
            <a:chExt cx="1397880" cy="125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CAA521-42CC-4913-8078-11770D39E966}"/>
                    </a:ext>
                  </a:extLst>
                </p14:cNvPr>
                <p14:cNvContentPartPr/>
                <p14:nvPr/>
              </p14:nvContentPartPr>
              <p14:xfrm>
                <a:off x="8383035" y="828210"/>
                <a:ext cx="2160" cy="7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CAA521-42CC-4913-8078-11770D39E96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74395" y="819210"/>
                  <a:ext cx="198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6B99703-249B-409E-9A0B-2F6C8171B747}"/>
                    </a:ext>
                  </a:extLst>
                </p14:cNvPr>
                <p14:cNvContentPartPr/>
                <p14:nvPr/>
              </p14:nvContentPartPr>
              <p14:xfrm>
                <a:off x="7953915" y="924690"/>
                <a:ext cx="381960" cy="582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6B99703-249B-409E-9A0B-2F6C8171B74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45275" y="915690"/>
                  <a:ext cx="39960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226CEB2-E5DF-4242-A756-40258CBFB8AA}"/>
                    </a:ext>
                  </a:extLst>
                </p14:cNvPr>
                <p14:cNvContentPartPr/>
                <p14:nvPr/>
              </p14:nvContentPartPr>
              <p14:xfrm>
                <a:off x="7380795" y="556050"/>
                <a:ext cx="1397880" cy="1256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226CEB2-E5DF-4242-A756-40258CBFB8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72155" y="547410"/>
                  <a:ext cx="1415520" cy="127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A60435B-085B-4878-BD0D-6089C2D25D16}"/>
                  </a:ext>
                </a:extLst>
              </p14:cNvPr>
              <p14:cNvContentPartPr/>
              <p14:nvPr/>
            </p14:nvContentPartPr>
            <p14:xfrm>
              <a:off x="9342007" y="4904079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A60435B-085B-4878-BD0D-6089C2D25D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33007" y="4895439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FFB36590-C9F4-47E2-9C0C-10F557862837}"/>
              </a:ext>
            </a:extLst>
          </p:cNvPr>
          <p:cNvGrpSpPr/>
          <p:nvPr/>
        </p:nvGrpSpPr>
        <p:grpSpPr>
          <a:xfrm>
            <a:off x="9672127" y="4861959"/>
            <a:ext cx="19800" cy="13680"/>
            <a:chOff x="9672127" y="4861959"/>
            <a:chExt cx="19800" cy="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57EB1A3-6B46-432D-A05F-77C17992D982}"/>
                    </a:ext>
                  </a:extLst>
                </p14:cNvPr>
                <p14:cNvContentPartPr/>
                <p14:nvPr/>
              </p14:nvContentPartPr>
              <p14:xfrm>
                <a:off x="9672127" y="4861959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57EB1A3-6B46-432D-A05F-77C17992D98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63487" y="4852959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86C889-79BD-47C9-97FC-4D75C736E4E3}"/>
                    </a:ext>
                  </a:extLst>
                </p14:cNvPr>
                <p14:cNvContentPartPr/>
                <p14:nvPr/>
              </p14:nvContentPartPr>
              <p14:xfrm>
                <a:off x="9690487" y="4875279"/>
                <a:ext cx="144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86C889-79BD-47C9-97FC-4D75C736E4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681847" y="4866639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B752C56-8819-4AFF-AFD4-FCF87DC255AF}"/>
                  </a:ext>
                </a:extLst>
              </p14:cNvPr>
              <p14:cNvContentPartPr/>
              <p14:nvPr/>
            </p14:nvContentPartPr>
            <p14:xfrm>
              <a:off x="7025767" y="4503399"/>
              <a:ext cx="6120" cy="43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B752C56-8819-4AFF-AFD4-FCF87DC255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17127" y="4494759"/>
                <a:ext cx="2376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4ED3094-FBEA-4DB2-8D14-75A71D7EB609}"/>
              </a:ext>
            </a:extLst>
          </p:cNvPr>
          <p:cNvGrpSpPr/>
          <p:nvPr/>
        </p:nvGrpSpPr>
        <p:grpSpPr>
          <a:xfrm>
            <a:off x="409755" y="3074250"/>
            <a:ext cx="893160" cy="1009800"/>
            <a:chOff x="409755" y="3074250"/>
            <a:chExt cx="893160" cy="100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CD30195-4450-4FF9-9283-CBBE485F7134}"/>
                    </a:ext>
                  </a:extLst>
                </p14:cNvPr>
                <p14:cNvContentPartPr/>
                <p14:nvPr/>
              </p14:nvContentPartPr>
              <p14:xfrm>
                <a:off x="730155" y="3555210"/>
                <a:ext cx="360" cy="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CD30195-4450-4FF9-9283-CBBE485F71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1515" y="35465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1BAC20-CE35-42A0-ABDC-6FF4620D2C30}"/>
                    </a:ext>
                  </a:extLst>
                </p14:cNvPr>
                <p14:cNvContentPartPr/>
                <p14:nvPr/>
              </p14:nvContentPartPr>
              <p14:xfrm>
                <a:off x="658515" y="3330570"/>
                <a:ext cx="205560" cy="699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1BAC20-CE35-42A0-ABDC-6FF4620D2C3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9875" y="3321570"/>
                  <a:ext cx="223200" cy="71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6B17DF-F1E1-4C54-9034-826E31831C1F}"/>
                    </a:ext>
                  </a:extLst>
                </p14:cNvPr>
                <p14:cNvContentPartPr/>
                <p14:nvPr/>
              </p14:nvContentPartPr>
              <p14:xfrm>
                <a:off x="823755" y="3605610"/>
                <a:ext cx="120600" cy="131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6B17DF-F1E1-4C54-9034-826E31831C1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15115" y="3596610"/>
                  <a:ext cx="1382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75FAEB-A17A-46C0-8BD1-DC81BB1F578F}"/>
                    </a:ext>
                  </a:extLst>
                </p14:cNvPr>
                <p14:cNvContentPartPr/>
                <p14:nvPr/>
              </p14:nvContentPartPr>
              <p14:xfrm>
                <a:off x="409755" y="3074250"/>
                <a:ext cx="893160" cy="1009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75FAEB-A17A-46C0-8BD1-DC81BB1F578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1115" y="3065610"/>
                  <a:ext cx="910800" cy="10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1E6492-4827-4317-9130-FB973A7CDEEF}"/>
              </a:ext>
            </a:extLst>
          </p:cNvPr>
          <p:cNvGrpSpPr/>
          <p:nvPr/>
        </p:nvGrpSpPr>
        <p:grpSpPr>
          <a:xfrm>
            <a:off x="1930440" y="3686622"/>
            <a:ext cx="523800" cy="371160"/>
            <a:chOff x="1930440" y="3686622"/>
            <a:chExt cx="52380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3552F1-E3D6-4765-A43F-91F10EE3C989}"/>
                    </a:ext>
                  </a:extLst>
                </p14:cNvPr>
                <p14:cNvContentPartPr/>
                <p14:nvPr/>
              </p14:nvContentPartPr>
              <p14:xfrm>
                <a:off x="2005320" y="3718302"/>
                <a:ext cx="7200" cy="8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3552F1-E3D6-4765-A43F-91F10EE3C9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996320" y="3709662"/>
                  <a:ext cx="24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B566000-AC27-4195-8E2F-D1753D7A42F8}"/>
                    </a:ext>
                  </a:extLst>
                </p14:cNvPr>
                <p14:cNvContentPartPr/>
                <p14:nvPr/>
              </p14:nvContentPartPr>
              <p14:xfrm>
                <a:off x="1930440" y="3756822"/>
                <a:ext cx="133200" cy="3009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B566000-AC27-4195-8E2F-D1753D7A42F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21440" y="3747822"/>
                  <a:ext cx="1508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C3CB57-8167-4BDD-B613-0176CEC62939}"/>
                    </a:ext>
                  </a:extLst>
                </p14:cNvPr>
                <p14:cNvContentPartPr/>
                <p14:nvPr/>
              </p14:nvContentPartPr>
              <p14:xfrm>
                <a:off x="1938360" y="3765822"/>
                <a:ext cx="158760" cy="35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C3CB57-8167-4BDD-B613-0176CEC6293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29720" y="3756822"/>
                  <a:ext cx="176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CE29F1E-DA46-44E4-89BA-56ADB60723DA}"/>
                    </a:ext>
                  </a:extLst>
                </p14:cNvPr>
                <p14:cNvContentPartPr/>
                <p14:nvPr/>
              </p14:nvContentPartPr>
              <p14:xfrm>
                <a:off x="2112600" y="3693462"/>
                <a:ext cx="132480" cy="257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CE29F1E-DA46-44E4-89BA-56ADB60723D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03600" y="3684462"/>
                  <a:ext cx="1501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4DF77C-75BF-44F2-AEE1-0DB3E2285E20}"/>
                    </a:ext>
                  </a:extLst>
                </p14:cNvPr>
                <p14:cNvContentPartPr/>
                <p14:nvPr/>
              </p14:nvContentPartPr>
              <p14:xfrm>
                <a:off x="2306640" y="3735942"/>
                <a:ext cx="135720" cy="225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4DF77C-75BF-44F2-AEE1-0DB3E2285E2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297640" y="3726942"/>
                  <a:ext cx="153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861295-7547-4AB6-BE16-57B09E40218B}"/>
                    </a:ext>
                  </a:extLst>
                </p14:cNvPr>
                <p14:cNvContentPartPr/>
                <p14:nvPr/>
              </p14:nvContentPartPr>
              <p14:xfrm>
                <a:off x="2310960" y="3686622"/>
                <a:ext cx="143280" cy="55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861295-7547-4AB6-BE16-57B09E40218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02320" y="3677982"/>
                  <a:ext cx="16092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308AEBD-CBBA-47BA-B464-290EDD0E2D51}"/>
                  </a:ext>
                </a:extLst>
              </p14:cNvPr>
              <p14:cNvContentPartPr/>
              <p14:nvPr/>
            </p14:nvContentPartPr>
            <p14:xfrm>
              <a:off x="2728560" y="3889662"/>
              <a:ext cx="34560" cy="325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308AEBD-CBBA-47BA-B464-290EDD0E2D5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719560" y="3881022"/>
                <a:ext cx="52200" cy="34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5098859-D2C0-4265-8497-5E709D6033CD}"/>
              </a:ext>
            </a:extLst>
          </p:cNvPr>
          <p:cNvGrpSpPr/>
          <p:nvPr/>
        </p:nvGrpSpPr>
        <p:grpSpPr>
          <a:xfrm>
            <a:off x="3184320" y="3659622"/>
            <a:ext cx="601200" cy="284760"/>
            <a:chOff x="3184320" y="3659622"/>
            <a:chExt cx="60120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E490C71-4CE1-41FE-80DA-8F175BF94EE1}"/>
                    </a:ext>
                  </a:extLst>
                </p14:cNvPr>
                <p14:cNvContentPartPr/>
                <p14:nvPr/>
              </p14:nvContentPartPr>
              <p14:xfrm>
                <a:off x="3184320" y="3659622"/>
                <a:ext cx="21600" cy="256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E490C71-4CE1-41FE-80DA-8F175BF94EE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75320" y="3650622"/>
                  <a:ext cx="392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5971EF2-358B-4CFF-81B3-7E16B0AF69C9}"/>
                    </a:ext>
                  </a:extLst>
                </p14:cNvPr>
                <p14:cNvContentPartPr/>
                <p14:nvPr/>
              </p14:nvContentPartPr>
              <p14:xfrm>
                <a:off x="3281160" y="3670422"/>
                <a:ext cx="132480" cy="232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5971EF2-358B-4CFF-81B3-7E16B0AF69C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72520" y="3661422"/>
                  <a:ext cx="15012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AEFFC2-4F53-46E9-9904-38A2A2A9F703}"/>
                    </a:ext>
                  </a:extLst>
                </p14:cNvPr>
                <p14:cNvContentPartPr/>
                <p14:nvPr/>
              </p14:nvContentPartPr>
              <p14:xfrm>
                <a:off x="3478800" y="3672582"/>
                <a:ext cx="140040" cy="200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AEFFC2-4F53-46E9-9904-38A2A2A9F7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69800" y="3663582"/>
                  <a:ext cx="157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14FE50D-D382-4D62-9DEA-71456C0F97D6}"/>
                    </a:ext>
                  </a:extLst>
                </p14:cNvPr>
                <p14:cNvContentPartPr/>
                <p14:nvPr/>
              </p14:nvContentPartPr>
              <p14:xfrm>
                <a:off x="3767520" y="3876342"/>
                <a:ext cx="18000" cy="68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14FE50D-D382-4D62-9DEA-71456C0F97D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58880" y="3867342"/>
                  <a:ext cx="356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6E8DB6-7366-4315-8A0F-37E97A20C154}"/>
              </a:ext>
            </a:extLst>
          </p:cNvPr>
          <p:cNvGrpSpPr/>
          <p:nvPr/>
        </p:nvGrpSpPr>
        <p:grpSpPr>
          <a:xfrm>
            <a:off x="4066320" y="3640542"/>
            <a:ext cx="536760" cy="485280"/>
            <a:chOff x="4066320" y="3640542"/>
            <a:chExt cx="53676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54488F5-A01E-4F00-9ED7-5BF5CF2FDCF1}"/>
                    </a:ext>
                  </a:extLst>
                </p14:cNvPr>
                <p14:cNvContentPartPr/>
                <p14:nvPr/>
              </p14:nvContentPartPr>
              <p14:xfrm>
                <a:off x="4137240" y="3685182"/>
                <a:ext cx="84240" cy="16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54488F5-A01E-4F00-9ED7-5BF5CF2FDCF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28600" y="3676542"/>
                  <a:ext cx="1018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C66854-4865-4B50-9117-84D99EC8739B}"/>
                    </a:ext>
                  </a:extLst>
                </p14:cNvPr>
                <p14:cNvContentPartPr/>
                <p14:nvPr/>
              </p14:nvContentPartPr>
              <p14:xfrm>
                <a:off x="4066320" y="3640542"/>
                <a:ext cx="189720" cy="273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C66854-4865-4B50-9117-84D99EC8739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57320" y="3631542"/>
                  <a:ext cx="207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289FC21-8E0A-4B19-9FB7-4CF44F7323C8}"/>
                    </a:ext>
                  </a:extLst>
                </p14:cNvPr>
                <p14:cNvContentPartPr/>
                <p14:nvPr/>
              </p14:nvContentPartPr>
              <p14:xfrm>
                <a:off x="4306440" y="3649542"/>
                <a:ext cx="95400" cy="430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289FC21-8E0A-4B19-9FB7-4CF44F7323C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97800" y="3640902"/>
                  <a:ext cx="1130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5795450-CDD7-4B94-96B8-B4FCF81D58A1}"/>
                    </a:ext>
                  </a:extLst>
                </p14:cNvPr>
                <p14:cNvContentPartPr/>
                <p14:nvPr/>
              </p14:nvContentPartPr>
              <p14:xfrm>
                <a:off x="4496520" y="3677982"/>
                <a:ext cx="95040" cy="447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5795450-CDD7-4B94-96B8-B4FCF81D58A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487880" y="3669342"/>
                  <a:ext cx="1126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2424E68-4AFE-4035-A8B1-877900D522E9}"/>
                    </a:ext>
                  </a:extLst>
                </p14:cNvPr>
                <p14:cNvContentPartPr/>
                <p14:nvPr/>
              </p14:nvContentPartPr>
              <p14:xfrm>
                <a:off x="4523160" y="3837102"/>
                <a:ext cx="79920" cy="36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2424E68-4AFE-4035-A8B1-877900D522E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514520" y="3828102"/>
                  <a:ext cx="97560" cy="5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1A7C8D5-6463-4F17-9CCB-9A990295805C}"/>
                  </a:ext>
                </a:extLst>
              </p14:cNvPr>
              <p14:cNvContentPartPr/>
              <p14:nvPr/>
            </p14:nvContentPartPr>
            <p14:xfrm>
              <a:off x="4824480" y="3931062"/>
              <a:ext cx="5400" cy="98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1A7C8D5-6463-4F17-9CCB-9A990295805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815480" y="3922062"/>
                <a:ext cx="2304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8D15EEA0-B1C8-4FF6-A4D3-EECF8E2B8577}"/>
              </a:ext>
            </a:extLst>
          </p:cNvPr>
          <p:cNvGrpSpPr/>
          <p:nvPr/>
        </p:nvGrpSpPr>
        <p:grpSpPr>
          <a:xfrm>
            <a:off x="5084040" y="3657822"/>
            <a:ext cx="398880" cy="414000"/>
            <a:chOff x="5084040" y="3657822"/>
            <a:chExt cx="39888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F90D12A-F32D-4907-B6DA-BF4202A5A1A2}"/>
                    </a:ext>
                  </a:extLst>
                </p14:cNvPr>
                <p14:cNvContentPartPr/>
                <p14:nvPr/>
              </p14:nvContentPartPr>
              <p14:xfrm>
                <a:off x="5084040" y="3682302"/>
                <a:ext cx="26640" cy="2530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F90D12A-F32D-4907-B6DA-BF4202A5A1A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75040" y="3673302"/>
                  <a:ext cx="44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CB3759E-CD4C-4FEC-9263-DD319C66519A}"/>
                    </a:ext>
                  </a:extLst>
                </p14:cNvPr>
                <p14:cNvContentPartPr/>
                <p14:nvPr/>
              </p14:nvContentPartPr>
              <p14:xfrm>
                <a:off x="5190960" y="3666462"/>
                <a:ext cx="145800" cy="1944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CB3759E-CD4C-4FEC-9263-DD319C66519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81960" y="3657822"/>
                  <a:ext cx="163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F3BD7E-9536-4A91-82FF-41B5BF66219C}"/>
                    </a:ext>
                  </a:extLst>
                </p14:cNvPr>
                <p14:cNvContentPartPr/>
                <p14:nvPr/>
              </p14:nvContentPartPr>
              <p14:xfrm>
                <a:off x="5365200" y="3657822"/>
                <a:ext cx="117720" cy="414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F3BD7E-9536-4A91-82FF-41B5BF66219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56560" y="3649182"/>
                  <a:ext cx="13536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CB19777-CB12-4C7A-BD16-69097CD9E3B8}"/>
                    </a:ext>
                  </a:extLst>
                </p14:cNvPr>
                <p14:cNvContentPartPr/>
                <p14:nvPr/>
              </p14:nvContentPartPr>
              <p14:xfrm>
                <a:off x="5416680" y="3796422"/>
                <a:ext cx="54360" cy="41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CB19777-CB12-4C7A-BD16-69097CD9E3B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07680" y="3787422"/>
                  <a:ext cx="7200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9BCF57D-113E-48EB-8CB5-BEF844E0AE3A}"/>
                  </a:ext>
                </a:extLst>
              </p14:cNvPr>
              <p14:cNvContentPartPr/>
              <p14:nvPr/>
            </p14:nvContentPartPr>
            <p14:xfrm>
              <a:off x="5658960" y="3860502"/>
              <a:ext cx="3960" cy="687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9BCF57D-113E-48EB-8CB5-BEF844E0AE3A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649960" y="3851502"/>
                <a:ext cx="21600" cy="8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4DD37AB-EC24-44BB-BDB2-A418990BA499}"/>
              </a:ext>
            </a:extLst>
          </p:cNvPr>
          <p:cNvGrpSpPr/>
          <p:nvPr/>
        </p:nvGrpSpPr>
        <p:grpSpPr>
          <a:xfrm>
            <a:off x="5909880" y="3585822"/>
            <a:ext cx="430200" cy="262800"/>
            <a:chOff x="5909880" y="3585822"/>
            <a:chExt cx="43020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8DAFB82-A769-4D0A-94BB-0779E032585C}"/>
                    </a:ext>
                  </a:extLst>
                </p14:cNvPr>
                <p14:cNvContentPartPr/>
                <p14:nvPr/>
              </p14:nvContentPartPr>
              <p14:xfrm>
                <a:off x="5909880" y="3623622"/>
                <a:ext cx="140040" cy="225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8DAFB82-A769-4D0A-94BB-0779E032585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01240" y="3614982"/>
                  <a:ext cx="1576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5A2546C-DB7A-44F0-8DE3-B94BBD1A0FDA}"/>
                    </a:ext>
                  </a:extLst>
                </p14:cNvPr>
                <p14:cNvContentPartPr/>
                <p14:nvPr/>
              </p14:nvContentPartPr>
              <p14:xfrm>
                <a:off x="6111840" y="3643422"/>
                <a:ext cx="109440" cy="163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5A2546C-DB7A-44F0-8DE3-B94BBD1A0FD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02840" y="3634782"/>
                  <a:ext cx="127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276A1CB-0F7C-4EEF-8578-2EAF3CFB4B6F}"/>
                    </a:ext>
                  </a:extLst>
                </p14:cNvPr>
                <p14:cNvContentPartPr/>
                <p14:nvPr/>
              </p14:nvContentPartPr>
              <p14:xfrm>
                <a:off x="6088800" y="3585822"/>
                <a:ext cx="251280" cy="146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276A1CB-0F7C-4EEF-8578-2EAF3CFB4B6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080160" y="3577182"/>
                  <a:ext cx="26892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2C15990-B082-4A67-A329-6139732923A0}"/>
                  </a:ext>
                </a:extLst>
              </p14:cNvPr>
              <p14:cNvContentPartPr/>
              <p14:nvPr/>
            </p14:nvContentPartPr>
            <p14:xfrm>
              <a:off x="6492720" y="3717582"/>
              <a:ext cx="39240" cy="1126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2C15990-B082-4A67-A329-6139732923A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484080" y="3708942"/>
                <a:ext cx="56880" cy="13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9D1359E6-2832-406F-B30B-DBD981DF25E5}"/>
              </a:ext>
            </a:extLst>
          </p:cNvPr>
          <p:cNvGrpSpPr/>
          <p:nvPr/>
        </p:nvGrpSpPr>
        <p:grpSpPr>
          <a:xfrm>
            <a:off x="6785400" y="3514542"/>
            <a:ext cx="561600" cy="366480"/>
            <a:chOff x="6785400" y="3514542"/>
            <a:chExt cx="56160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F73EDF-414D-4450-868E-1E0F6BA03173}"/>
                    </a:ext>
                  </a:extLst>
                </p14:cNvPr>
                <p14:cNvContentPartPr/>
                <p14:nvPr/>
              </p14:nvContentPartPr>
              <p14:xfrm>
                <a:off x="6785400" y="3564222"/>
                <a:ext cx="39240" cy="231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F73EDF-414D-4450-868E-1E0F6BA0317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76760" y="3555222"/>
                  <a:ext cx="56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0E8E40A-EA6F-4967-9C52-EAB5DB147820}"/>
                    </a:ext>
                  </a:extLst>
                </p14:cNvPr>
                <p14:cNvContentPartPr/>
                <p14:nvPr/>
              </p14:nvContentPartPr>
              <p14:xfrm>
                <a:off x="6864600" y="3538662"/>
                <a:ext cx="175680" cy="241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0E8E40A-EA6F-4967-9C52-EAB5DB14782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55960" y="3529662"/>
                  <a:ext cx="193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211B0FD-414C-4E83-B9F3-4ABDB3326A67}"/>
                    </a:ext>
                  </a:extLst>
                </p14:cNvPr>
                <p14:cNvContentPartPr/>
                <p14:nvPr/>
              </p14:nvContentPartPr>
              <p14:xfrm>
                <a:off x="7126680" y="3514542"/>
                <a:ext cx="97200" cy="201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211B0FD-414C-4E83-B9F3-4ABDB3326A6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18040" y="3505902"/>
                  <a:ext cx="1148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7C25CC8-1A69-4AA5-8C34-D477CB49DABE}"/>
                    </a:ext>
                  </a:extLst>
                </p14:cNvPr>
                <p14:cNvContentPartPr/>
                <p14:nvPr/>
              </p14:nvContentPartPr>
              <p14:xfrm>
                <a:off x="7295880" y="3759342"/>
                <a:ext cx="51120" cy="121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7C25CC8-1A69-4AA5-8C34-D477CB49DAB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87240" y="3750342"/>
                  <a:ext cx="6876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B5A566A-6935-4231-B71F-3B3D29C358EB}"/>
                  </a:ext>
                </a:extLst>
              </p14:cNvPr>
              <p14:cNvContentPartPr/>
              <p14:nvPr/>
            </p14:nvContentPartPr>
            <p14:xfrm>
              <a:off x="7614120" y="3712542"/>
              <a:ext cx="35640" cy="187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B5A566A-6935-4231-B71F-3B3D29C358E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605480" y="3703902"/>
                <a:ext cx="532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2F6DD5F-CFCE-4127-9A2E-0C72AF37DA2B}"/>
                  </a:ext>
                </a:extLst>
              </p14:cNvPr>
              <p14:cNvContentPartPr/>
              <p14:nvPr/>
            </p14:nvContentPartPr>
            <p14:xfrm>
              <a:off x="7775040" y="3657822"/>
              <a:ext cx="129600" cy="482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2F6DD5F-CFCE-4127-9A2E-0C72AF37DA2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766400" y="3648822"/>
                <a:ext cx="1472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C1FCE88-D9CB-469A-A3E0-67DC10BDEBF1}"/>
                  </a:ext>
                </a:extLst>
              </p14:cNvPr>
              <p14:cNvContentPartPr/>
              <p14:nvPr/>
            </p14:nvContentPartPr>
            <p14:xfrm>
              <a:off x="8143680" y="3770142"/>
              <a:ext cx="19080" cy="766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C1FCE88-D9CB-469A-A3E0-67DC10BDEBF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135040" y="3761142"/>
                <a:ext cx="3672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9A7056B2-84E9-457A-A153-5A2DE4C7F7FE}"/>
              </a:ext>
            </a:extLst>
          </p:cNvPr>
          <p:cNvGrpSpPr/>
          <p:nvPr/>
        </p:nvGrpSpPr>
        <p:grpSpPr>
          <a:xfrm>
            <a:off x="8363280" y="3677262"/>
            <a:ext cx="308160" cy="80280"/>
            <a:chOff x="8363280" y="3677262"/>
            <a:chExt cx="30816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D4216BF-C8C4-4031-B602-7E6D568A4983}"/>
                    </a:ext>
                  </a:extLst>
                </p14:cNvPr>
                <p14:cNvContentPartPr/>
                <p14:nvPr/>
              </p14:nvContentPartPr>
              <p14:xfrm>
                <a:off x="8363280" y="3756822"/>
                <a:ext cx="1440" cy="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D4216BF-C8C4-4031-B602-7E6D568A49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54640" y="3747822"/>
                  <a:ext cx="190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E33654-FC07-414E-ACC3-6ED3429CDA95}"/>
                    </a:ext>
                  </a:extLst>
                </p14:cNvPr>
                <p14:cNvContentPartPr/>
                <p14:nvPr/>
              </p14:nvContentPartPr>
              <p14:xfrm>
                <a:off x="8418360" y="3677262"/>
                <a:ext cx="253080" cy="49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E33654-FC07-414E-ACC3-6ED3429CDA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09720" y="3668622"/>
                  <a:ext cx="270720" cy="6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6C10585-9221-4360-97A2-448B994FAF4A}"/>
              </a:ext>
            </a:extLst>
          </p:cNvPr>
          <p:cNvGrpSpPr/>
          <p:nvPr/>
        </p:nvGrpSpPr>
        <p:grpSpPr>
          <a:xfrm>
            <a:off x="3514440" y="4001262"/>
            <a:ext cx="4955040" cy="909720"/>
            <a:chOff x="3514440" y="4001262"/>
            <a:chExt cx="4955040" cy="90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A81C30-BD4E-4EB5-8D19-0809D5F6FC46}"/>
                    </a:ext>
                  </a:extLst>
                </p14:cNvPr>
                <p14:cNvContentPartPr/>
                <p14:nvPr/>
              </p14:nvContentPartPr>
              <p14:xfrm>
                <a:off x="3514440" y="4094142"/>
                <a:ext cx="1790280" cy="419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A81C30-BD4E-4EB5-8D19-0809D5F6FC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505440" y="4085502"/>
                  <a:ext cx="18079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386B6B-4955-4A12-B8F8-8FCED9F7FB14}"/>
                    </a:ext>
                  </a:extLst>
                </p14:cNvPr>
                <p14:cNvContentPartPr/>
                <p14:nvPr/>
              </p14:nvContentPartPr>
              <p14:xfrm>
                <a:off x="4289880" y="4730982"/>
                <a:ext cx="266760" cy="21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386B6B-4955-4A12-B8F8-8FCED9F7FB1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80880" y="4721982"/>
                  <a:ext cx="284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7229040-8493-45A1-B478-0ACE2B42AD18}"/>
                    </a:ext>
                  </a:extLst>
                </p14:cNvPr>
                <p14:cNvContentPartPr/>
                <p14:nvPr/>
              </p14:nvContentPartPr>
              <p14:xfrm>
                <a:off x="4560600" y="4667622"/>
                <a:ext cx="42840" cy="24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7229040-8493-45A1-B478-0ACE2B42AD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51600" y="4658622"/>
                  <a:ext cx="604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090983-17AE-488F-A88F-58E57BDE4496}"/>
                    </a:ext>
                  </a:extLst>
                </p14:cNvPr>
                <p14:cNvContentPartPr/>
                <p14:nvPr/>
              </p14:nvContentPartPr>
              <p14:xfrm>
                <a:off x="5495520" y="4154982"/>
                <a:ext cx="1253520" cy="2242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090983-17AE-488F-A88F-58E57BDE44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86880" y="4146342"/>
                  <a:ext cx="12711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A87E19-42C6-4480-9B83-C56D3D7A3417}"/>
                    </a:ext>
                  </a:extLst>
                </p14:cNvPr>
                <p14:cNvContentPartPr/>
                <p14:nvPr/>
              </p14:nvContentPartPr>
              <p14:xfrm>
                <a:off x="5998440" y="4586982"/>
                <a:ext cx="240840" cy="507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A87E19-42C6-4480-9B83-C56D3D7A341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989800" y="4577982"/>
                  <a:ext cx="258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8EE673-4440-409E-BEC6-F57ACB3B5C4F}"/>
                    </a:ext>
                  </a:extLst>
                </p14:cNvPr>
                <p14:cNvContentPartPr/>
                <p14:nvPr/>
              </p14:nvContentPartPr>
              <p14:xfrm>
                <a:off x="6354840" y="4451262"/>
                <a:ext cx="42120" cy="264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8EE673-4440-409E-BEC6-F57ACB3B5C4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45840" y="4442262"/>
                  <a:ext cx="597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9446268-ACFF-421B-B219-3B870BCC5C1E}"/>
                    </a:ext>
                  </a:extLst>
                </p14:cNvPr>
                <p14:cNvContentPartPr/>
                <p14:nvPr/>
              </p14:nvContentPartPr>
              <p14:xfrm>
                <a:off x="6918600" y="4001262"/>
                <a:ext cx="1550880" cy="211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9446268-ACFF-421B-B219-3B870BCC5C1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09600" y="3992262"/>
                  <a:ext cx="1568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7FCEDD-4348-41FA-9BB9-9BE0F23340E1}"/>
                    </a:ext>
                  </a:extLst>
                </p14:cNvPr>
                <p14:cNvContentPartPr/>
                <p14:nvPr/>
              </p14:nvContentPartPr>
              <p14:xfrm>
                <a:off x="7467240" y="4495182"/>
                <a:ext cx="246960" cy="26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7FCEDD-4348-41FA-9BB9-9BE0F23340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58240" y="4486182"/>
                  <a:ext cx="264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C05C946-0544-46FC-A123-7E398A60BB6E}"/>
                    </a:ext>
                  </a:extLst>
                </p14:cNvPr>
                <p14:cNvContentPartPr/>
                <p14:nvPr/>
              </p14:nvContentPartPr>
              <p14:xfrm>
                <a:off x="7796640" y="4419942"/>
                <a:ext cx="9000" cy="138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C05C946-0544-46FC-A123-7E398A60BB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8000" y="4410942"/>
                  <a:ext cx="26640" cy="15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14D5D66-72BD-414C-9928-D7C0FB333C86}"/>
              </a:ext>
            </a:extLst>
          </p:cNvPr>
          <p:cNvGrpSpPr/>
          <p:nvPr/>
        </p:nvGrpSpPr>
        <p:grpSpPr>
          <a:xfrm>
            <a:off x="8320080" y="3342822"/>
            <a:ext cx="477360" cy="222120"/>
            <a:chOff x="8320080" y="3342822"/>
            <a:chExt cx="477360" cy="2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07C3A5D-4C0E-434A-BF8F-1376A4F369F3}"/>
                    </a:ext>
                  </a:extLst>
                </p14:cNvPr>
                <p14:cNvContentPartPr/>
                <p14:nvPr/>
              </p14:nvContentPartPr>
              <p14:xfrm>
                <a:off x="8320080" y="3342822"/>
                <a:ext cx="65160" cy="2088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07C3A5D-4C0E-434A-BF8F-1376A4F369F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11080" y="3334182"/>
                  <a:ext cx="828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5979751-3E3D-4118-AD70-8150F44E8494}"/>
                    </a:ext>
                  </a:extLst>
                </p14:cNvPr>
                <p14:cNvContentPartPr/>
                <p14:nvPr/>
              </p14:nvContentPartPr>
              <p14:xfrm>
                <a:off x="8472360" y="3364422"/>
                <a:ext cx="164880" cy="200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5979751-3E3D-4118-AD70-8150F44E849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63720" y="3355422"/>
                  <a:ext cx="182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173ECF1-6FAA-462C-8191-FC654294685A}"/>
                    </a:ext>
                  </a:extLst>
                </p14:cNvPr>
                <p14:cNvContentPartPr/>
                <p14:nvPr/>
              </p14:nvContentPartPr>
              <p14:xfrm>
                <a:off x="8648760" y="3415542"/>
                <a:ext cx="148680" cy="115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173ECF1-6FAA-462C-8191-FC654294685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39760" y="3406542"/>
                  <a:ext cx="166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64B1E05-1749-482B-A306-205F3AB3C6CF}"/>
                    </a:ext>
                  </a:extLst>
                </p14:cNvPr>
                <p14:cNvContentPartPr/>
                <p14:nvPr/>
              </p14:nvContentPartPr>
              <p14:xfrm>
                <a:off x="8648760" y="3386022"/>
                <a:ext cx="114120" cy="34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64B1E05-1749-482B-A306-205F3AB3C6C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40120" y="3377022"/>
                  <a:ext cx="1317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77AA0F6-7A10-4EBF-B35C-4FB6D8580E40}"/>
              </a:ext>
            </a:extLst>
          </p:cNvPr>
          <p:cNvGrpSpPr/>
          <p:nvPr/>
        </p:nvGrpSpPr>
        <p:grpSpPr>
          <a:xfrm>
            <a:off x="2357760" y="2819022"/>
            <a:ext cx="1881000" cy="613440"/>
            <a:chOff x="2357760" y="2819022"/>
            <a:chExt cx="1881000" cy="61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FEF099-BD6E-43C5-ACC6-4F3F2D82411F}"/>
                    </a:ext>
                  </a:extLst>
                </p14:cNvPr>
                <p14:cNvContentPartPr/>
                <p14:nvPr/>
              </p14:nvContentPartPr>
              <p14:xfrm>
                <a:off x="2357760" y="2967342"/>
                <a:ext cx="1881000" cy="465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FEF099-BD6E-43C5-ACC6-4F3F2D82411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48760" y="2958342"/>
                  <a:ext cx="189864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EDA43D5-C559-4355-97A5-EA613F0B9B91}"/>
                    </a:ext>
                  </a:extLst>
                </p14:cNvPr>
                <p14:cNvContentPartPr/>
                <p14:nvPr/>
              </p14:nvContentPartPr>
              <p14:xfrm>
                <a:off x="3021600" y="2819022"/>
                <a:ext cx="185400" cy="54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EDA43D5-C559-4355-97A5-EA613F0B9B9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12960" y="2810382"/>
                  <a:ext cx="20304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BB3257B-7C81-4E6F-8F82-C3BD1DFD97AF}"/>
              </a:ext>
            </a:extLst>
          </p:cNvPr>
          <p:cNvGrpSpPr/>
          <p:nvPr/>
        </p:nvGrpSpPr>
        <p:grpSpPr>
          <a:xfrm>
            <a:off x="3354960" y="2651982"/>
            <a:ext cx="410400" cy="177120"/>
            <a:chOff x="3354960" y="2651982"/>
            <a:chExt cx="410400" cy="17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C9147EF-F882-4706-AF8F-0612CE4CD429}"/>
                    </a:ext>
                  </a:extLst>
                </p14:cNvPr>
                <p14:cNvContentPartPr/>
                <p14:nvPr/>
              </p14:nvContentPartPr>
              <p14:xfrm>
                <a:off x="3354960" y="2696622"/>
                <a:ext cx="19080" cy="132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C9147EF-F882-4706-AF8F-0612CE4CD42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45960" y="2687622"/>
                  <a:ext cx="36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3D75254-A7A6-46DE-837A-8DF4BC7D178E}"/>
                    </a:ext>
                  </a:extLst>
                </p14:cNvPr>
                <p14:cNvContentPartPr/>
                <p14:nvPr/>
              </p14:nvContentPartPr>
              <p14:xfrm>
                <a:off x="3472680" y="2656662"/>
                <a:ext cx="136440" cy="171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3D75254-A7A6-46DE-837A-8DF4BC7D178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463680" y="2647662"/>
                  <a:ext cx="154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BE66B78-0D1D-4000-9428-073C067AF0F5}"/>
                    </a:ext>
                  </a:extLst>
                </p14:cNvPr>
                <p14:cNvContentPartPr/>
                <p14:nvPr/>
              </p14:nvContentPartPr>
              <p14:xfrm>
                <a:off x="3637560" y="2651982"/>
                <a:ext cx="127800" cy="129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BE66B78-0D1D-4000-9428-073C067AF0F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28920" y="2643342"/>
                  <a:ext cx="1454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7F7DC82-F41C-4101-AF83-601B2192ED07}"/>
              </a:ext>
            </a:extLst>
          </p:cNvPr>
          <p:cNvGrpSpPr/>
          <p:nvPr/>
        </p:nvGrpSpPr>
        <p:grpSpPr>
          <a:xfrm>
            <a:off x="4260000" y="2731182"/>
            <a:ext cx="1763280" cy="669240"/>
            <a:chOff x="4260000" y="2731182"/>
            <a:chExt cx="1763280" cy="66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C405777-8845-428B-A556-206256917F2F}"/>
                    </a:ext>
                  </a:extLst>
                </p14:cNvPr>
                <p14:cNvContentPartPr/>
                <p14:nvPr/>
              </p14:nvContentPartPr>
              <p14:xfrm>
                <a:off x="4260000" y="3043662"/>
                <a:ext cx="1763280" cy="356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C405777-8845-428B-A556-206256917F2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251000" y="3034662"/>
                  <a:ext cx="17809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26D3637-D522-4553-8973-A864827EAB79}"/>
                    </a:ext>
                  </a:extLst>
                </p14:cNvPr>
                <p14:cNvContentPartPr/>
                <p14:nvPr/>
              </p14:nvContentPartPr>
              <p14:xfrm>
                <a:off x="4785600" y="2887422"/>
                <a:ext cx="210240" cy="50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26D3637-D522-4553-8973-A864827EAB7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776600" y="2878782"/>
                  <a:ext cx="227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BB9F95C-B7B4-4987-97EA-25A2C24E4EF9}"/>
                    </a:ext>
                  </a:extLst>
                </p14:cNvPr>
                <p14:cNvContentPartPr/>
                <p14:nvPr/>
              </p14:nvContentPartPr>
              <p14:xfrm>
                <a:off x="5138400" y="2736222"/>
                <a:ext cx="15480" cy="160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BB9F95C-B7B4-4987-97EA-25A2C24E4EF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129760" y="2727222"/>
                  <a:ext cx="33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41435BE-27A7-4C55-9029-51998E1E17E0}"/>
                    </a:ext>
                  </a:extLst>
                </p14:cNvPr>
                <p14:cNvContentPartPr/>
                <p14:nvPr/>
              </p14:nvContentPartPr>
              <p14:xfrm>
                <a:off x="5268720" y="2731182"/>
                <a:ext cx="132480" cy="129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41435BE-27A7-4C55-9029-51998E1E17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60080" y="2722542"/>
                  <a:ext cx="150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DFDD587-F8EF-4BFC-8A79-DCEFC4756361}"/>
                    </a:ext>
                  </a:extLst>
                </p14:cNvPr>
                <p14:cNvContentPartPr/>
                <p14:nvPr/>
              </p14:nvContentPartPr>
              <p14:xfrm>
                <a:off x="5469600" y="2735502"/>
                <a:ext cx="48600" cy="281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DFDD587-F8EF-4BFC-8A79-DCEFC475636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460600" y="2726502"/>
                  <a:ext cx="662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AEDCEF3-CC75-44AC-8AA9-E4B83A1AC3B6}"/>
                    </a:ext>
                  </a:extLst>
                </p14:cNvPr>
                <p14:cNvContentPartPr/>
                <p14:nvPr/>
              </p14:nvContentPartPr>
              <p14:xfrm>
                <a:off x="5490120" y="2841342"/>
                <a:ext cx="85320" cy="28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AEDCEF3-CC75-44AC-8AA9-E4B83A1AC3B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81480" y="2832342"/>
                  <a:ext cx="10296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15A3183-FD70-4F3A-8572-51BC39B1330F}"/>
              </a:ext>
            </a:extLst>
          </p:cNvPr>
          <p:cNvGrpSpPr/>
          <p:nvPr/>
        </p:nvGrpSpPr>
        <p:grpSpPr>
          <a:xfrm>
            <a:off x="6024360" y="3052662"/>
            <a:ext cx="1553400" cy="308520"/>
            <a:chOff x="6024360" y="3052662"/>
            <a:chExt cx="155340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126EB6D-7802-47F6-A87E-AC71EC8A5A65}"/>
                    </a:ext>
                  </a:extLst>
                </p14:cNvPr>
                <p14:cNvContentPartPr/>
                <p14:nvPr/>
              </p14:nvContentPartPr>
              <p14:xfrm>
                <a:off x="6027240" y="3360822"/>
                <a:ext cx="360" cy="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126EB6D-7802-47F6-A87E-AC71EC8A5A6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18600" y="335218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8BD10D-A61A-4B18-BEBA-A10336E93097}"/>
                    </a:ext>
                  </a:extLst>
                </p14:cNvPr>
                <p14:cNvContentPartPr/>
                <p14:nvPr/>
              </p14:nvContentPartPr>
              <p14:xfrm>
                <a:off x="6024360" y="3359022"/>
                <a:ext cx="360" cy="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8BD10D-A61A-4B18-BEBA-A10336E9309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15720" y="335002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602126C-5265-4C80-BE4C-2E9445290141}"/>
                    </a:ext>
                  </a:extLst>
                </p14:cNvPr>
                <p14:cNvContentPartPr/>
                <p14:nvPr/>
              </p14:nvContentPartPr>
              <p14:xfrm>
                <a:off x="6025080" y="3052662"/>
                <a:ext cx="1552680" cy="304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602126C-5265-4C80-BE4C-2E9445290141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16440" y="3043662"/>
                  <a:ext cx="157032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0566E02-1D30-4E02-BE4A-CE33A60C8B5A}"/>
              </a:ext>
            </a:extLst>
          </p:cNvPr>
          <p:cNvGrpSpPr/>
          <p:nvPr/>
        </p:nvGrpSpPr>
        <p:grpSpPr>
          <a:xfrm>
            <a:off x="6486960" y="2749182"/>
            <a:ext cx="648720" cy="173160"/>
            <a:chOff x="6486960" y="2749182"/>
            <a:chExt cx="648720" cy="17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A9D540F-FBED-4093-9EB6-1D3218B0540B}"/>
                    </a:ext>
                  </a:extLst>
                </p14:cNvPr>
                <p14:cNvContentPartPr/>
                <p14:nvPr/>
              </p14:nvContentPartPr>
              <p14:xfrm>
                <a:off x="6486960" y="2888502"/>
                <a:ext cx="208080" cy="33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A9D540F-FBED-4093-9EB6-1D3218B0540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78320" y="2879862"/>
                  <a:ext cx="225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C92BCB-290A-4B6C-8D29-F725CDE621A7}"/>
                    </a:ext>
                  </a:extLst>
                </p14:cNvPr>
                <p14:cNvContentPartPr/>
                <p14:nvPr/>
              </p14:nvContentPartPr>
              <p14:xfrm>
                <a:off x="6764160" y="2767182"/>
                <a:ext cx="42840" cy="1447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C92BCB-290A-4B6C-8D29-F725CDE621A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755520" y="2758182"/>
                  <a:ext cx="60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AFC763-7788-45B7-B10B-56394D4FAC9B}"/>
                    </a:ext>
                  </a:extLst>
                </p14:cNvPr>
                <p14:cNvContentPartPr/>
                <p14:nvPr/>
              </p14:nvContentPartPr>
              <p14:xfrm>
                <a:off x="6846600" y="2758902"/>
                <a:ext cx="138960" cy="155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AFC763-7788-45B7-B10B-56394D4FAC9B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837960" y="2749902"/>
                  <a:ext cx="1566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FBA43FD-DBBC-4BC9-8491-231AB66D138F}"/>
                    </a:ext>
                  </a:extLst>
                </p14:cNvPr>
                <p14:cNvContentPartPr/>
                <p14:nvPr/>
              </p14:nvContentPartPr>
              <p14:xfrm>
                <a:off x="7026960" y="2887422"/>
                <a:ext cx="5040" cy="7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FBA43FD-DBBC-4BC9-8491-231AB66D138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018320" y="2878782"/>
                  <a:ext cx="22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6F1374F-FA47-4CF7-A0C6-0FE8ED0AE10A}"/>
                    </a:ext>
                  </a:extLst>
                </p14:cNvPr>
                <p14:cNvContentPartPr/>
                <p14:nvPr/>
              </p14:nvContentPartPr>
              <p14:xfrm>
                <a:off x="7032360" y="2749182"/>
                <a:ext cx="103320" cy="165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6F1374F-FA47-4CF7-A0C6-0FE8ED0AE10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023360" y="2740542"/>
                  <a:ext cx="12096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BE77FF9-F0BB-4A53-976A-B1B35EA3A395}"/>
              </a:ext>
            </a:extLst>
          </p:cNvPr>
          <p:cNvGrpSpPr/>
          <p:nvPr/>
        </p:nvGrpSpPr>
        <p:grpSpPr>
          <a:xfrm>
            <a:off x="7475520" y="3397902"/>
            <a:ext cx="517680" cy="247680"/>
            <a:chOff x="7475520" y="3397902"/>
            <a:chExt cx="51768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B9B5395-A60E-4545-8FE8-CDDEA68FA848}"/>
                    </a:ext>
                  </a:extLst>
                </p14:cNvPr>
                <p14:cNvContentPartPr/>
                <p14:nvPr/>
              </p14:nvContentPartPr>
              <p14:xfrm>
                <a:off x="7475520" y="3463782"/>
                <a:ext cx="40320" cy="142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B9B5395-A60E-4545-8FE8-CDDEA68FA84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466520" y="3454782"/>
                  <a:ext cx="579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5B4845-2425-476B-AC61-F33327C19C9C}"/>
                    </a:ext>
                  </a:extLst>
                </p14:cNvPr>
                <p14:cNvContentPartPr/>
                <p14:nvPr/>
              </p14:nvContentPartPr>
              <p14:xfrm>
                <a:off x="7631760" y="3398982"/>
                <a:ext cx="148680" cy="1926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5B4845-2425-476B-AC61-F33327C19C9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623120" y="3389982"/>
                  <a:ext cx="1663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DD26D9-E7C9-4A66-A530-AEE194B28D52}"/>
                    </a:ext>
                  </a:extLst>
                </p14:cNvPr>
                <p14:cNvContentPartPr/>
                <p14:nvPr/>
              </p14:nvContentPartPr>
              <p14:xfrm>
                <a:off x="7832280" y="3397902"/>
                <a:ext cx="132120" cy="211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DD26D9-E7C9-4A66-A530-AEE194B28D5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823640" y="3389262"/>
                  <a:ext cx="149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B4045D5-E5B0-4B99-9D9C-D0E3ADDE88A5}"/>
                    </a:ext>
                  </a:extLst>
                </p14:cNvPr>
                <p14:cNvContentPartPr/>
                <p14:nvPr/>
              </p14:nvContentPartPr>
              <p14:xfrm>
                <a:off x="7929840" y="3417342"/>
                <a:ext cx="24120" cy="9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B4045D5-E5B0-4B99-9D9C-D0E3ADDE88A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921200" y="3408342"/>
                  <a:ext cx="417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288F356-F51B-436F-82A5-E7CD4BF1470D}"/>
                    </a:ext>
                  </a:extLst>
                </p14:cNvPr>
                <p14:cNvContentPartPr/>
                <p14:nvPr/>
              </p14:nvContentPartPr>
              <p14:xfrm>
                <a:off x="7926960" y="3410862"/>
                <a:ext cx="1440" cy="4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288F356-F51B-436F-82A5-E7CD4BF1470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918320" y="3402222"/>
                  <a:ext cx="19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D25E53C-691C-425C-B270-FF83A842ACE8}"/>
                    </a:ext>
                  </a:extLst>
                </p14:cNvPr>
                <p14:cNvContentPartPr/>
                <p14:nvPr/>
              </p14:nvContentPartPr>
              <p14:xfrm>
                <a:off x="7892040" y="3409062"/>
                <a:ext cx="101160" cy="2365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D25E53C-691C-425C-B270-FF83A842ACE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83400" y="3400422"/>
                  <a:ext cx="11880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8110856-C6D3-4517-A2C6-791EA34DDA8C}"/>
              </a:ext>
            </a:extLst>
          </p:cNvPr>
          <p:cNvGrpSpPr/>
          <p:nvPr/>
        </p:nvGrpSpPr>
        <p:grpSpPr>
          <a:xfrm>
            <a:off x="910771" y="5299880"/>
            <a:ext cx="612000" cy="783360"/>
            <a:chOff x="910771" y="5299880"/>
            <a:chExt cx="612000" cy="78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FCE5FA1-5218-41E7-B275-AC3D274547DE}"/>
                    </a:ext>
                  </a:extLst>
                </p14:cNvPr>
                <p14:cNvContentPartPr/>
                <p14:nvPr/>
              </p14:nvContentPartPr>
              <p14:xfrm>
                <a:off x="1128571" y="5510840"/>
                <a:ext cx="174960" cy="346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FCE5FA1-5218-41E7-B275-AC3D274547D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19931" y="5502200"/>
                  <a:ext cx="19260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35BF63-F2D0-421C-9E1D-5AE79B0101DA}"/>
                    </a:ext>
                  </a:extLst>
                </p14:cNvPr>
                <p14:cNvContentPartPr/>
                <p14:nvPr/>
              </p14:nvContentPartPr>
              <p14:xfrm>
                <a:off x="910771" y="5299880"/>
                <a:ext cx="612000" cy="7833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35BF63-F2D0-421C-9E1D-5AE79B0101D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01771" y="5290880"/>
                  <a:ext cx="629640" cy="80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5EC4D81-04CC-44F4-AC0C-23B0A8656E5C}"/>
              </a:ext>
            </a:extLst>
          </p:cNvPr>
          <p:cNvGrpSpPr/>
          <p:nvPr/>
        </p:nvGrpSpPr>
        <p:grpSpPr>
          <a:xfrm>
            <a:off x="2131171" y="5632520"/>
            <a:ext cx="1482480" cy="326160"/>
            <a:chOff x="2131171" y="5632520"/>
            <a:chExt cx="1482480" cy="3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FAC7F6-42C7-4B15-AF93-C78F11446E8F}"/>
                    </a:ext>
                  </a:extLst>
                </p14:cNvPr>
                <p14:cNvContentPartPr/>
                <p14:nvPr/>
              </p14:nvContentPartPr>
              <p14:xfrm>
                <a:off x="2131171" y="5636480"/>
                <a:ext cx="101520" cy="216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FAC7F6-42C7-4B15-AF93-C78F11446E8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22531" y="5627840"/>
                  <a:ext cx="1191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EECF809-6762-45A2-8BBD-629CFCE5C72A}"/>
                    </a:ext>
                  </a:extLst>
                </p14:cNvPr>
                <p14:cNvContentPartPr/>
                <p14:nvPr/>
              </p14:nvContentPartPr>
              <p14:xfrm>
                <a:off x="2445811" y="5807480"/>
                <a:ext cx="11880" cy="712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EECF809-6762-45A2-8BBD-629CFCE5C7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36811" y="5798840"/>
                  <a:ext cx="29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BC5C6A6-E7EB-4DF2-9178-02D127A64049}"/>
                    </a:ext>
                  </a:extLst>
                </p14:cNvPr>
                <p14:cNvContentPartPr/>
                <p14:nvPr/>
              </p14:nvContentPartPr>
              <p14:xfrm>
                <a:off x="2565331" y="5721440"/>
                <a:ext cx="87120" cy="2030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BC5C6A6-E7EB-4DF2-9178-02D127A6404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56691" y="5712440"/>
                  <a:ext cx="104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FD5DD6B-C77D-475D-9F2F-7FAA362B9426}"/>
                    </a:ext>
                  </a:extLst>
                </p14:cNvPr>
                <p14:cNvContentPartPr/>
                <p14:nvPr/>
              </p14:nvContentPartPr>
              <p14:xfrm>
                <a:off x="2681971" y="5877320"/>
                <a:ext cx="28080" cy="81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FD5DD6B-C77D-475D-9F2F-7FAA362B942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72971" y="5868320"/>
                  <a:ext cx="45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F993DB8-7F61-42D4-BF4D-4D4F3075895E}"/>
                    </a:ext>
                  </a:extLst>
                </p14:cNvPr>
                <p14:cNvContentPartPr/>
                <p14:nvPr/>
              </p14:nvContentPartPr>
              <p14:xfrm>
                <a:off x="2904091" y="5632520"/>
                <a:ext cx="81360" cy="143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F993DB8-7F61-42D4-BF4D-4D4F3075895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895091" y="5623520"/>
                  <a:ext cx="990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E3D7F2B-D9B7-4ED5-B744-478372AF67AA}"/>
                    </a:ext>
                  </a:extLst>
                </p14:cNvPr>
                <p14:cNvContentPartPr/>
                <p14:nvPr/>
              </p14:nvContentPartPr>
              <p14:xfrm>
                <a:off x="3010651" y="5695880"/>
                <a:ext cx="17640" cy="1652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E3D7F2B-D9B7-4ED5-B744-478372AF67A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02011" y="5686880"/>
                  <a:ext cx="352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71C6CE2-BFD9-4A79-B791-A2E252733047}"/>
                    </a:ext>
                  </a:extLst>
                </p14:cNvPr>
                <p14:cNvContentPartPr/>
                <p14:nvPr/>
              </p14:nvContentPartPr>
              <p14:xfrm>
                <a:off x="3181651" y="5816480"/>
                <a:ext cx="8280" cy="78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71C6CE2-BFD9-4A79-B791-A2E25273304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73011" y="5807480"/>
                  <a:ext cx="259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560A7B6-652C-4C49-A4A3-F74FEC9165E0}"/>
                    </a:ext>
                  </a:extLst>
                </p14:cNvPr>
                <p14:cNvContentPartPr/>
                <p14:nvPr/>
              </p14:nvContentPartPr>
              <p14:xfrm>
                <a:off x="3350491" y="5658440"/>
                <a:ext cx="84600" cy="1386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560A7B6-652C-4C49-A4A3-F74FEC9165E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41491" y="5649800"/>
                  <a:ext cx="102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8050DE7-160F-4B33-853E-3848CA845ABD}"/>
                    </a:ext>
                  </a:extLst>
                </p14:cNvPr>
                <p14:cNvContentPartPr/>
                <p14:nvPr/>
              </p14:nvContentPartPr>
              <p14:xfrm>
                <a:off x="3458851" y="5729360"/>
                <a:ext cx="10440" cy="160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8050DE7-160F-4B33-853E-3848CA845AB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50211" y="5720360"/>
                  <a:ext cx="28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57F18DF-5A10-465B-986B-45889EA6FC0A}"/>
                    </a:ext>
                  </a:extLst>
                </p14:cNvPr>
                <p14:cNvContentPartPr/>
                <p14:nvPr/>
              </p14:nvContentPartPr>
              <p14:xfrm>
                <a:off x="3597811" y="5848160"/>
                <a:ext cx="15840" cy="63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57F18DF-5A10-465B-986B-45889EA6FC0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588811" y="5839160"/>
                  <a:ext cx="3348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3F573E1-CDAD-4BEA-A5B7-85C63E4E75F5}"/>
              </a:ext>
            </a:extLst>
          </p:cNvPr>
          <p:cNvGrpSpPr/>
          <p:nvPr/>
        </p:nvGrpSpPr>
        <p:grpSpPr>
          <a:xfrm>
            <a:off x="3862771" y="5655560"/>
            <a:ext cx="1150920" cy="255240"/>
            <a:chOff x="3862771" y="5655560"/>
            <a:chExt cx="115092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0948113-6741-4192-8484-230F5822CA50}"/>
                    </a:ext>
                  </a:extLst>
                </p14:cNvPr>
                <p14:cNvContentPartPr/>
                <p14:nvPr/>
              </p14:nvContentPartPr>
              <p14:xfrm>
                <a:off x="3862771" y="5672840"/>
                <a:ext cx="99360" cy="99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0948113-6741-4192-8484-230F5822CA5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853771" y="5664200"/>
                  <a:ext cx="117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A51E708-6D6E-47ED-AECC-ECA4B1A45D3B}"/>
                    </a:ext>
                  </a:extLst>
                </p14:cNvPr>
                <p14:cNvContentPartPr/>
                <p14:nvPr/>
              </p14:nvContentPartPr>
              <p14:xfrm>
                <a:off x="3961771" y="5690840"/>
                <a:ext cx="11880" cy="219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A51E708-6D6E-47ED-AECC-ECA4B1A45D3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52771" y="5682200"/>
                  <a:ext cx="29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365E64D-29AB-4616-821B-299CF5EC8156}"/>
                    </a:ext>
                  </a:extLst>
                </p14:cNvPr>
                <p14:cNvContentPartPr/>
                <p14:nvPr/>
              </p14:nvContentPartPr>
              <p14:xfrm>
                <a:off x="4083811" y="5857160"/>
                <a:ext cx="19440" cy="147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365E64D-29AB-4616-821B-299CF5EC815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75171" y="5848520"/>
                  <a:ext cx="37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2134107-E32A-4228-B9CC-C03FA259326A}"/>
                    </a:ext>
                  </a:extLst>
                </p14:cNvPr>
                <p14:cNvContentPartPr/>
                <p14:nvPr/>
              </p14:nvContentPartPr>
              <p14:xfrm>
                <a:off x="4309891" y="5655560"/>
                <a:ext cx="82080" cy="166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2134107-E32A-4228-B9CC-C03FA259326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01251" y="5646560"/>
                  <a:ext cx="997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3E129F4-7F0D-40BE-8616-2BBDFCFA9212}"/>
                    </a:ext>
                  </a:extLst>
                </p14:cNvPr>
                <p14:cNvContentPartPr/>
                <p14:nvPr/>
              </p14:nvContentPartPr>
              <p14:xfrm>
                <a:off x="4321051" y="5676440"/>
                <a:ext cx="50400" cy="1436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3E129F4-7F0D-40BE-8616-2BBDFCFA921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12051" y="5667440"/>
                  <a:ext cx="680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BE0B6D0-73F9-490D-B056-CEF694B18C61}"/>
                    </a:ext>
                  </a:extLst>
                </p14:cNvPr>
                <p14:cNvContentPartPr/>
                <p14:nvPr/>
              </p14:nvContentPartPr>
              <p14:xfrm>
                <a:off x="4555771" y="5844920"/>
                <a:ext cx="3960" cy="40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BE0B6D0-73F9-490D-B056-CEF694B18C6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546771" y="5835920"/>
                  <a:ext cx="21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B5CCB44-EE66-4D4E-9200-6982FC591092}"/>
                    </a:ext>
                  </a:extLst>
                </p14:cNvPr>
                <p14:cNvContentPartPr/>
                <p14:nvPr/>
              </p14:nvContentPartPr>
              <p14:xfrm>
                <a:off x="4770691" y="5690480"/>
                <a:ext cx="139320" cy="172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B5CCB44-EE66-4D4E-9200-6982FC5910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62051" y="5681840"/>
                  <a:ext cx="1569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78F62D3-3154-4581-84A6-B50EF99872DF}"/>
                    </a:ext>
                  </a:extLst>
                </p14:cNvPr>
                <p14:cNvContentPartPr/>
                <p14:nvPr/>
              </p14:nvContentPartPr>
              <p14:xfrm>
                <a:off x="5011171" y="5812520"/>
                <a:ext cx="2520" cy="18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78F62D3-3154-4581-84A6-B50EF99872D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002531" y="5803520"/>
                  <a:ext cx="201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F8199CD7-95BD-480D-8920-7908BDA856DC}"/>
                  </a:ext>
                </a:extLst>
              </p14:cNvPr>
              <p14:cNvContentPartPr/>
              <p14:nvPr/>
            </p14:nvContentPartPr>
            <p14:xfrm>
              <a:off x="5294131" y="5782280"/>
              <a:ext cx="235080" cy="273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F8199CD7-95BD-480D-8920-7908BDA856D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285491" y="5773280"/>
                <a:ext cx="25272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31B76D9-B7D9-4090-A8DB-65C12F9D511C}"/>
              </a:ext>
            </a:extLst>
          </p:cNvPr>
          <p:cNvGrpSpPr/>
          <p:nvPr/>
        </p:nvGrpSpPr>
        <p:grpSpPr>
          <a:xfrm>
            <a:off x="5847091" y="5790200"/>
            <a:ext cx="441720" cy="123480"/>
            <a:chOff x="5847091" y="5790200"/>
            <a:chExt cx="441720" cy="12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7B2539F-792C-4B94-B82B-FCA512121C02}"/>
                    </a:ext>
                  </a:extLst>
                </p14:cNvPr>
                <p14:cNvContentPartPr/>
                <p14:nvPr/>
              </p14:nvContentPartPr>
              <p14:xfrm>
                <a:off x="5847091" y="5797400"/>
                <a:ext cx="36720" cy="116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7B2539F-792C-4B94-B82B-FCA512121C0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838451" y="5788400"/>
                  <a:ext cx="54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740129-7DD1-4B48-BD25-E3711D81BD29}"/>
                    </a:ext>
                  </a:extLst>
                </p14:cNvPr>
                <p14:cNvContentPartPr/>
                <p14:nvPr/>
              </p14:nvContentPartPr>
              <p14:xfrm>
                <a:off x="6051571" y="5790200"/>
                <a:ext cx="237240" cy="23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740129-7DD1-4B48-BD25-E3711D81BD2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042931" y="5781560"/>
                  <a:ext cx="2548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8247435-DD43-40DC-8BA7-58BB88CE2014}"/>
              </a:ext>
            </a:extLst>
          </p:cNvPr>
          <p:cNvGrpSpPr/>
          <p:nvPr/>
        </p:nvGrpSpPr>
        <p:grpSpPr>
          <a:xfrm>
            <a:off x="6526051" y="5582120"/>
            <a:ext cx="595440" cy="313920"/>
            <a:chOff x="6526051" y="5582120"/>
            <a:chExt cx="595440" cy="3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39035E4-A952-40A6-8859-E3D2BCCE1FC1}"/>
                    </a:ext>
                  </a:extLst>
                </p14:cNvPr>
                <p14:cNvContentPartPr/>
                <p14:nvPr/>
              </p14:nvContentPartPr>
              <p14:xfrm>
                <a:off x="6526051" y="5816480"/>
                <a:ext cx="35640" cy="79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39035E4-A952-40A6-8859-E3D2BCCE1FC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517051" y="5807480"/>
                  <a:ext cx="532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6D8F431-B599-402A-B34E-AFE1B88793EB}"/>
                    </a:ext>
                  </a:extLst>
                </p14:cNvPr>
                <p14:cNvContentPartPr/>
                <p14:nvPr/>
              </p14:nvContentPartPr>
              <p14:xfrm>
                <a:off x="6693451" y="5589320"/>
                <a:ext cx="19800" cy="2296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6D8F431-B599-402A-B34E-AFE1B88793E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684811" y="5580320"/>
                  <a:ext cx="37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59E3937-E28D-4FD4-8AC1-B7F38E242FC9}"/>
                    </a:ext>
                  </a:extLst>
                </p14:cNvPr>
                <p14:cNvContentPartPr/>
                <p14:nvPr/>
              </p14:nvContentPartPr>
              <p14:xfrm>
                <a:off x="6719371" y="5633960"/>
                <a:ext cx="82080" cy="175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59E3937-E28D-4FD4-8AC1-B7F38E242FC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10371" y="5624960"/>
                  <a:ext cx="997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02BBFB6-F97C-420B-ADB5-E0C12D6AB53A}"/>
                    </a:ext>
                  </a:extLst>
                </p14:cNvPr>
                <p14:cNvContentPartPr/>
                <p14:nvPr/>
              </p14:nvContentPartPr>
              <p14:xfrm>
                <a:off x="6898651" y="5852120"/>
                <a:ext cx="2520" cy="252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02BBFB6-F97C-420B-ADB5-E0C12D6AB53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889651" y="5843120"/>
                  <a:ext cx="20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E46BBC8-87C3-4FEA-B7AB-CDE4B5F87DC3}"/>
                    </a:ext>
                  </a:extLst>
                </p14:cNvPr>
                <p14:cNvContentPartPr/>
                <p14:nvPr/>
              </p14:nvContentPartPr>
              <p14:xfrm>
                <a:off x="7022491" y="5582120"/>
                <a:ext cx="99000" cy="2336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E46BBC8-87C3-4FEA-B7AB-CDE4B5F87DC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013851" y="5573120"/>
                  <a:ext cx="116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933DC5-0F3E-48A3-A3A4-5478F83E2038}"/>
                    </a:ext>
                  </a:extLst>
                </p14:cNvPr>
                <p14:cNvContentPartPr/>
                <p14:nvPr/>
              </p14:nvContentPartPr>
              <p14:xfrm>
                <a:off x="6864451" y="5837000"/>
                <a:ext cx="6840" cy="38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933DC5-0F3E-48A3-A3A4-5478F83E203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55451" y="5828000"/>
                  <a:ext cx="2448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DECF10A-7630-4103-8AD3-53DFA4EBB930}"/>
              </a:ext>
            </a:extLst>
          </p:cNvPr>
          <p:cNvGrpSpPr/>
          <p:nvPr/>
        </p:nvGrpSpPr>
        <p:grpSpPr>
          <a:xfrm>
            <a:off x="2213251" y="5959040"/>
            <a:ext cx="2517480" cy="616680"/>
            <a:chOff x="2213251" y="5959040"/>
            <a:chExt cx="2517480" cy="61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0200841-9525-4454-9368-D28AA492A599}"/>
                    </a:ext>
                  </a:extLst>
                </p14:cNvPr>
                <p14:cNvContentPartPr/>
                <p14:nvPr/>
              </p14:nvContentPartPr>
              <p14:xfrm>
                <a:off x="2230891" y="6006920"/>
                <a:ext cx="6120" cy="3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0200841-9525-4454-9368-D28AA492A59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222251" y="5998280"/>
                  <a:ext cx="237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75D1618-E882-4C68-803B-87AE0894A479}"/>
                    </a:ext>
                  </a:extLst>
                </p14:cNvPr>
                <p14:cNvContentPartPr/>
                <p14:nvPr/>
              </p14:nvContentPartPr>
              <p14:xfrm>
                <a:off x="2213251" y="5959040"/>
                <a:ext cx="1131120" cy="335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75D1618-E882-4C68-803B-87AE0894A47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204251" y="5950040"/>
                  <a:ext cx="11487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F23B3E6-6D81-463D-A8BD-8C77AA439AAD}"/>
                    </a:ext>
                  </a:extLst>
                </p14:cNvPr>
                <p14:cNvContentPartPr/>
                <p14:nvPr/>
              </p14:nvContentPartPr>
              <p14:xfrm>
                <a:off x="2601331" y="6372680"/>
                <a:ext cx="173520" cy="1648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F23B3E6-6D81-463D-A8BD-8C77AA439AA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92691" y="6364040"/>
                  <a:ext cx="191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8C6DA75-6390-4BF3-9D69-EA34DB2473B6}"/>
                    </a:ext>
                  </a:extLst>
                </p14:cNvPr>
                <p14:cNvContentPartPr/>
                <p14:nvPr/>
              </p14:nvContentPartPr>
              <p14:xfrm>
                <a:off x="2598451" y="6380600"/>
                <a:ext cx="154080" cy="176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8C6DA75-6390-4BF3-9D69-EA34DB2473B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589451" y="6371600"/>
                  <a:ext cx="171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D9DF5AB-0B0D-4865-9C64-6795F307A313}"/>
                    </a:ext>
                  </a:extLst>
                </p14:cNvPr>
                <p14:cNvContentPartPr/>
                <p14:nvPr/>
              </p14:nvContentPartPr>
              <p14:xfrm>
                <a:off x="2808691" y="6416600"/>
                <a:ext cx="129600" cy="156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D9DF5AB-0B0D-4865-9C64-6795F307A31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799691" y="6407600"/>
                  <a:ext cx="1472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99397AF-537C-4ACF-8AED-AA4FFE5E16F3}"/>
                    </a:ext>
                  </a:extLst>
                </p14:cNvPr>
                <p14:cNvContentPartPr/>
                <p14:nvPr/>
              </p14:nvContentPartPr>
              <p14:xfrm>
                <a:off x="3329971" y="6033560"/>
                <a:ext cx="1400760" cy="163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99397AF-537C-4ACF-8AED-AA4FFE5E16F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21331" y="6024920"/>
                  <a:ext cx="14184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BBCCECA-9800-4795-B392-7D76AA6EFB4E}"/>
                    </a:ext>
                  </a:extLst>
                </p14:cNvPr>
                <p14:cNvContentPartPr/>
                <p14:nvPr/>
              </p14:nvContentPartPr>
              <p14:xfrm>
                <a:off x="3750091" y="6385640"/>
                <a:ext cx="243360" cy="1821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BBCCECA-9800-4795-B392-7D76AA6EFB4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41451" y="6376640"/>
                  <a:ext cx="261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16C432E-8119-4314-BE7C-8082BE386676}"/>
                    </a:ext>
                  </a:extLst>
                </p14:cNvPr>
                <p14:cNvContentPartPr/>
                <p14:nvPr/>
              </p14:nvContentPartPr>
              <p14:xfrm>
                <a:off x="3804811" y="6397880"/>
                <a:ext cx="130680" cy="1778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16C432E-8119-4314-BE7C-8082BE38667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96171" y="6389240"/>
                  <a:ext cx="14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80A1835-76A0-4277-BE02-92C28DC4AC4B}"/>
                    </a:ext>
                  </a:extLst>
                </p14:cNvPr>
                <p14:cNvContentPartPr/>
                <p14:nvPr/>
              </p14:nvContentPartPr>
              <p14:xfrm>
                <a:off x="3969331" y="6423800"/>
                <a:ext cx="77400" cy="147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80A1835-76A0-4277-BE02-92C28DC4AC4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60691" y="6415160"/>
                  <a:ext cx="9504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8D8B4D6-DF3F-4232-9B6F-0907A2853FED}"/>
              </a:ext>
            </a:extLst>
          </p:cNvPr>
          <p:cNvGrpSpPr/>
          <p:nvPr/>
        </p:nvGrpSpPr>
        <p:grpSpPr>
          <a:xfrm>
            <a:off x="4724971" y="5987120"/>
            <a:ext cx="1873080" cy="181800"/>
            <a:chOff x="4724971" y="5987120"/>
            <a:chExt cx="187308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5586270-5EA1-42FD-A816-26511B724FB5}"/>
                    </a:ext>
                  </a:extLst>
                </p14:cNvPr>
                <p14:cNvContentPartPr/>
                <p14:nvPr/>
              </p14:nvContentPartPr>
              <p14:xfrm>
                <a:off x="4724971" y="5987120"/>
                <a:ext cx="73800" cy="58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5586270-5EA1-42FD-A816-26511B724FB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715971" y="5978120"/>
                  <a:ext cx="91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9E52D89-603B-4CE3-BEB9-4B4C12C7C1F5}"/>
                    </a:ext>
                  </a:extLst>
                </p14:cNvPr>
                <p14:cNvContentPartPr/>
                <p14:nvPr/>
              </p14:nvContentPartPr>
              <p14:xfrm>
                <a:off x="4791571" y="6002960"/>
                <a:ext cx="1806480" cy="165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9E52D89-603B-4CE3-BEB9-4B4C12C7C1F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82571" y="5993960"/>
                  <a:ext cx="182412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ADD2D5E-688E-40C0-81E7-B39EB5BF6DDF}"/>
              </a:ext>
            </a:extLst>
          </p:cNvPr>
          <p:cNvGrpSpPr/>
          <p:nvPr/>
        </p:nvGrpSpPr>
        <p:grpSpPr>
          <a:xfrm>
            <a:off x="5547211" y="6262880"/>
            <a:ext cx="445680" cy="170640"/>
            <a:chOff x="5547211" y="6262880"/>
            <a:chExt cx="445680" cy="17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525F7E4-F51A-4708-95D4-DF7F97BC2A58}"/>
                    </a:ext>
                  </a:extLst>
                </p14:cNvPr>
                <p14:cNvContentPartPr/>
                <p14:nvPr/>
              </p14:nvContentPartPr>
              <p14:xfrm>
                <a:off x="5547211" y="6279440"/>
                <a:ext cx="226080" cy="102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525F7E4-F51A-4708-95D4-DF7F97BC2A5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538571" y="6270800"/>
                  <a:ext cx="243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D49A1F6-F378-407C-B2E8-3FC7FFC09C9C}"/>
                    </a:ext>
                  </a:extLst>
                </p14:cNvPr>
                <p14:cNvContentPartPr/>
                <p14:nvPr/>
              </p14:nvContentPartPr>
              <p14:xfrm>
                <a:off x="5620291" y="6284120"/>
                <a:ext cx="113760" cy="1220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D49A1F6-F378-407C-B2E8-3FC7FFC09C9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11291" y="6275480"/>
                  <a:ext cx="131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4FD6B1B-E52C-466D-ACD0-9C96D2695CCA}"/>
                    </a:ext>
                  </a:extLst>
                </p14:cNvPr>
                <p14:cNvContentPartPr/>
                <p14:nvPr/>
              </p14:nvContentPartPr>
              <p14:xfrm>
                <a:off x="5795611" y="6262880"/>
                <a:ext cx="197280" cy="1706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4FD6B1B-E52C-466D-ACD0-9C96D2695CC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86611" y="6253880"/>
                  <a:ext cx="214920" cy="18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05F92420-3C10-4CBC-BC38-5151ADFCE134}"/>
                  </a:ext>
                </a:extLst>
              </p14:cNvPr>
              <p14:cNvContentPartPr/>
              <p14:nvPr/>
            </p14:nvContentPartPr>
            <p14:xfrm>
              <a:off x="2595931" y="5379440"/>
              <a:ext cx="1193040" cy="2397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05F92420-3C10-4CBC-BC38-5151ADFCE13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586931" y="5370800"/>
                <a:ext cx="121068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1F78DB3-7AEC-4D29-BF80-C7851C45AEEF}"/>
              </a:ext>
            </a:extLst>
          </p:cNvPr>
          <p:cNvGrpSpPr/>
          <p:nvPr/>
        </p:nvGrpSpPr>
        <p:grpSpPr>
          <a:xfrm>
            <a:off x="3014611" y="5094320"/>
            <a:ext cx="283320" cy="162000"/>
            <a:chOff x="3014611" y="5094320"/>
            <a:chExt cx="28332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712DFCF-55E6-4C81-988E-66870BD6387D}"/>
                    </a:ext>
                  </a:extLst>
                </p14:cNvPr>
                <p14:cNvContentPartPr/>
                <p14:nvPr/>
              </p14:nvContentPartPr>
              <p14:xfrm>
                <a:off x="3014611" y="5213120"/>
                <a:ext cx="164880" cy="277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712DFCF-55E6-4C81-988E-66870BD6387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005971" y="5204120"/>
                  <a:ext cx="182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3881DC3-15F1-4A14-AFBA-44481A301A23}"/>
                    </a:ext>
                  </a:extLst>
                </p14:cNvPr>
                <p14:cNvContentPartPr/>
                <p14:nvPr/>
              </p14:nvContentPartPr>
              <p14:xfrm>
                <a:off x="3120091" y="5123480"/>
                <a:ext cx="20520" cy="1328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3881DC3-15F1-4A14-AFBA-44481A301A2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111091" y="5114480"/>
                  <a:ext cx="381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9373258-C74C-4764-A5DC-BFBCF9FEB933}"/>
                    </a:ext>
                  </a:extLst>
                </p14:cNvPr>
                <p14:cNvContentPartPr/>
                <p14:nvPr/>
              </p14:nvContentPartPr>
              <p14:xfrm>
                <a:off x="3258691" y="5094320"/>
                <a:ext cx="39240" cy="1609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9373258-C74C-4764-A5DC-BFBCF9FEB93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249691" y="5085680"/>
                  <a:ext cx="5688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DFA1DE0-466B-43E0-B15E-1963A4455FEC}"/>
              </a:ext>
            </a:extLst>
          </p:cNvPr>
          <p:cNvGrpSpPr/>
          <p:nvPr/>
        </p:nvGrpSpPr>
        <p:grpSpPr>
          <a:xfrm>
            <a:off x="3816691" y="5077040"/>
            <a:ext cx="3151800" cy="641160"/>
            <a:chOff x="3816691" y="5077040"/>
            <a:chExt cx="3151800" cy="64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54E4749-3A15-4D5A-8C1B-CE20027313F8}"/>
                    </a:ext>
                  </a:extLst>
                </p14:cNvPr>
                <p14:cNvContentPartPr/>
                <p14:nvPr/>
              </p14:nvContentPartPr>
              <p14:xfrm>
                <a:off x="3816691" y="5330120"/>
                <a:ext cx="1417680" cy="334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54E4749-3A15-4D5A-8C1B-CE20027313F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808051" y="5321480"/>
                  <a:ext cx="1435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1A58129-167B-4E53-8586-7F19B4BC872C}"/>
                    </a:ext>
                  </a:extLst>
                </p14:cNvPr>
                <p14:cNvContentPartPr/>
                <p14:nvPr/>
              </p14:nvContentPartPr>
              <p14:xfrm>
                <a:off x="4394131" y="5211320"/>
                <a:ext cx="166680" cy="104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1A58129-167B-4E53-8586-7F19B4BC872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385131" y="5202680"/>
                  <a:ext cx="184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F748601-78E9-4459-AA9F-73E478E909DB}"/>
                    </a:ext>
                  </a:extLst>
                </p14:cNvPr>
                <p14:cNvContentPartPr/>
                <p14:nvPr/>
              </p14:nvContentPartPr>
              <p14:xfrm>
                <a:off x="4490251" y="5132120"/>
                <a:ext cx="57600" cy="125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F748601-78E9-4459-AA9F-73E478E909D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81251" y="5123480"/>
                  <a:ext cx="75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34926FB-B903-424C-9F7F-88254BA4C339}"/>
                    </a:ext>
                  </a:extLst>
                </p14:cNvPr>
                <p14:cNvContentPartPr/>
                <p14:nvPr/>
              </p14:nvContentPartPr>
              <p14:xfrm>
                <a:off x="4643251" y="5116280"/>
                <a:ext cx="20160" cy="134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34926FB-B903-424C-9F7F-88254BA4C33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34251" y="5107280"/>
                  <a:ext cx="378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98AA059-AED7-4065-82C6-C9A59AEFD3E3}"/>
                    </a:ext>
                  </a:extLst>
                </p14:cNvPr>
                <p14:cNvContentPartPr/>
                <p14:nvPr/>
              </p14:nvContentPartPr>
              <p14:xfrm>
                <a:off x="5287291" y="5572760"/>
                <a:ext cx="109800" cy="145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98AA059-AED7-4065-82C6-C9A59AEFD3E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78291" y="5563760"/>
                  <a:ext cx="1274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C36625B-2464-4E71-9E2A-4A91815AA08D}"/>
                    </a:ext>
                  </a:extLst>
                </p14:cNvPr>
                <p14:cNvContentPartPr/>
                <p14:nvPr/>
              </p14:nvContentPartPr>
              <p14:xfrm>
                <a:off x="5285131" y="5555840"/>
                <a:ext cx="111240" cy="145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C36625B-2464-4E71-9E2A-4A91815AA08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276131" y="5547200"/>
                  <a:ext cx="128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323ABF7-5B5E-4784-A82B-1EB13DFEFE61}"/>
                    </a:ext>
                  </a:extLst>
                </p14:cNvPr>
                <p14:cNvContentPartPr/>
                <p14:nvPr/>
              </p14:nvContentPartPr>
              <p14:xfrm>
                <a:off x="5196211" y="5282600"/>
                <a:ext cx="1772280" cy="286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323ABF7-5B5E-4784-A82B-1EB13DFEFE6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187211" y="5273600"/>
                  <a:ext cx="1789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41C4EA0-EC57-403B-B8FD-B36CDFD94D05}"/>
                    </a:ext>
                  </a:extLst>
                </p14:cNvPr>
                <p14:cNvContentPartPr/>
                <p14:nvPr/>
              </p14:nvContentPartPr>
              <p14:xfrm>
                <a:off x="6108451" y="5159120"/>
                <a:ext cx="169920" cy="17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41C4EA0-EC57-403B-B8FD-B36CDFD94D0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99811" y="5150120"/>
                  <a:ext cx="187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4163953-70F0-486D-A614-59E2E9D3C1E3}"/>
                    </a:ext>
                  </a:extLst>
                </p14:cNvPr>
                <p14:cNvContentPartPr/>
                <p14:nvPr/>
              </p14:nvContentPartPr>
              <p14:xfrm>
                <a:off x="6143731" y="5114120"/>
                <a:ext cx="49680" cy="122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4163953-70F0-486D-A614-59E2E9D3C1E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134731" y="5105480"/>
                  <a:ext cx="673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737AF8B-76BA-4C6E-B0AA-6165A4EE45A1}"/>
                    </a:ext>
                  </a:extLst>
                </p14:cNvPr>
                <p14:cNvContentPartPr/>
                <p14:nvPr/>
              </p14:nvContentPartPr>
              <p14:xfrm>
                <a:off x="6198451" y="5239040"/>
                <a:ext cx="360" cy="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737AF8B-76BA-4C6E-B0AA-6165A4EE45A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89451" y="5230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843CFC2-5D0E-41A4-9061-096BC93B9477}"/>
                    </a:ext>
                  </a:extLst>
                </p14:cNvPr>
                <p14:cNvContentPartPr/>
                <p14:nvPr/>
              </p14:nvContentPartPr>
              <p14:xfrm>
                <a:off x="6358291" y="5077040"/>
                <a:ext cx="25920" cy="1551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843CFC2-5D0E-41A4-9061-096BC93B947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6349291" y="5068040"/>
                  <a:ext cx="4356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1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07FF0B53-33AD-4107-B1AC-E6BA88691C56}"/>
                  </a:ext>
                </a:extLst>
              </p14:cNvPr>
              <p14:cNvContentPartPr/>
              <p14:nvPr/>
            </p14:nvContentPartPr>
            <p14:xfrm>
              <a:off x="2106691" y="4779320"/>
              <a:ext cx="3960" cy="43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07FF0B53-33AD-4107-B1AC-E6BA88691C56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2097691" y="4770680"/>
                <a:ext cx="2160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E416AA97-2A46-44B0-BFC3-518FB70D7FED}"/>
              </a:ext>
            </a:extLst>
          </p:cNvPr>
          <p:cNvGrpSpPr/>
          <p:nvPr/>
        </p:nvGrpSpPr>
        <p:grpSpPr>
          <a:xfrm>
            <a:off x="2811571" y="5491760"/>
            <a:ext cx="1743840" cy="1275120"/>
            <a:chOff x="2811571" y="5491760"/>
            <a:chExt cx="1743840" cy="12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9C16201-7066-4E57-81E8-F67DEC83A397}"/>
                    </a:ext>
                  </a:extLst>
                </p14:cNvPr>
                <p14:cNvContentPartPr/>
                <p14:nvPr/>
              </p14:nvContentPartPr>
              <p14:xfrm>
                <a:off x="2811571" y="5511920"/>
                <a:ext cx="403200" cy="439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9C16201-7066-4E57-81E8-F67DEC83A39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02931" y="5503280"/>
                  <a:ext cx="42084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FBE4523-2E7E-4182-8835-E086717145E2}"/>
                    </a:ext>
                  </a:extLst>
                </p14:cNvPr>
                <p14:cNvContentPartPr/>
                <p14:nvPr/>
              </p14:nvContentPartPr>
              <p14:xfrm>
                <a:off x="4384771" y="5511560"/>
                <a:ext cx="360" cy="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FBE4523-2E7E-4182-8835-E086717145E2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4376131" y="55025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A7C1CA6-0603-440E-9B55-93D5721A5951}"/>
                    </a:ext>
                  </a:extLst>
                </p14:cNvPr>
                <p14:cNvContentPartPr/>
                <p14:nvPr/>
              </p14:nvContentPartPr>
              <p14:xfrm>
                <a:off x="4149331" y="5491760"/>
                <a:ext cx="406080" cy="4348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A7C1CA6-0603-440E-9B55-93D5721A595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140691" y="5482760"/>
                  <a:ext cx="42372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820A96-F28E-4B5F-B9E8-5FF0365A24FD}"/>
                    </a:ext>
                  </a:extLst>
                </p14:cNvPr>
                <p14:cNvContentPartPr/>
                <p14:nvPr/>
              </p14:nvContentPartPr>
              <p14:xfrm>
                <a:off x="3078691" y="5909720"/>
                <a:ext cx="1080" cy="39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820A96-F28E-4B5F-B9E8-5FF0365A24F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069691" y="5900720"/>
                  <a:ext cx="187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5F15CC3-6161-4093-84A8-51035FA72299}"/>
                    </a:ext>
                  </a:extLst>
                </p14:cNvPr>
                <p14:cNvContentPartPr/>
                <p14:nvPr/>
              </p14:nvContentPartPr>
              <p14:xfrm>
                <a:off x="3070411" y="5914040"/>
                <a:ext cx="1265760" cy="816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5F15CC3-6161-4093-84A8-51035FA7229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061771" y="5905400"/>
                  <a:ext cx="1283400" cy="83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0A7A58F-2B1F-4918-B07B-10768EA70D3F}"/>
                    </a:ext>
                  </a:extLst>
                </p14:cNvPr>
                <p14:cNvContentPartPr/>
                <p14:nvPr/>
              </p14:nvContentPartPr>
              <p14:xfrm>
                <a:off x="4332211" y="6671120"/>
                <a:ext cx="114480" cy="122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0A7A58F-2B1F-4918-B07B-10768EA70D3F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323571" y="6662480"/>
                  <a:ext cx="132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1965111-0CED-47E4-9A64-96516B0770D3}"/>
                    </a:ext>
                  </a:extLst>
                </p14:cNvPr>
                <p14:cNvContentPartPr/>
                <p14:nvPr/>
              </p14:nvContentPartPr>
              <p14:xfrm>
                <a:off x="4363531" y="6618920"/>
                <a:ext cx="16200" cy="147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1965111-0CED-47E4-9A64-96516B0770D3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354891" y="6609920"/>
                  <a:ext cx="33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B65A23C-0548-4400-9B3E-7B5CBB966997}"/>
                    </a:ext>
                  </a:extLst>
                </p14:cNvPr>
                <p14:cNvContentPartPr/>
                <p14:nvPr/>
              </p14:nvContentPartPr>
              <p14:xfrm>
                <a:off x="4496371" y="6596960"/>
                <a:ext cx="15120" cy="15300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B65A23C-0548-4400-9B3E-7B5CBB96699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487371" y="6588320"/>
                  <a:ext cx="327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15E68256-8C8D-47A6-9B6A-CB9CCBFF445E}"/>
              </a:ext>
            </a:extLst>
          </p:cNvPr>
          <p:cNvGrpSpPr/>
          <p:nvPr/>
        </p:nvGrpSpPr>
        <p:grpSpPr>
          <a:xfrm>
            <a:off x="6053371" y="5465480"/>
            <a:ext cx="150840" cy="233640"/>
            <a:chOff x="6053371" y="5465480"/>
            <a:chExt cx="150840" cy="23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F8AF2599-FED6-4633-BA20-2586DD29DA75}"/>
                    </a:ext>
                  </a:extLst>
                </p14:cNvPr>
                <p14:cNvContentPartPr/>
                <p14:nvPr/>
              </p14:nvContentPartPr>
              <p14:xfrm>
                <a:off x="6169291" y="5534240"/>
                <a:ext cx="360" cy="3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F8AF2599-FED6-4633-BA20-2586DD29DA7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160651" y="5525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DA01331-88D2-4A97-9AC3-C74116AA840A}"/>
                    </a:ext>
                  </a:extLst>
                </p14:cNvPr>
                <p14:cNvContentPartPr/>
                <p14:nvPr/>
              </p14:nvContentPartPr>
              <p14:xfrm>
                <a:off x="6170011" y="5526680"/>
                <a:ext cx="360" cy="3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DA01331-88D2-4A97-9AC3-C74116AA840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161011" y="5518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2510D34-8EDC-4423-A9ED-9D2875B261B6}"/>
                    </a:ext>
                  </a:extLst>
                </p14:cNvPr>
                <p14:cNvContentPartPr/>
                <p14:nvPr/>
              </p14:nvContentPartPr>
              <p14:xfrm>
                <a:off x="6053371" y="5465480"/>
                <a:ext cx="150840" cy="2336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2510D34-8EDC-4423-A9ED-9D2875B261B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044371" y="5456840"/>
                  <a:ext cx="168480" cy="2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3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F8240EA8-29FF-46C4-8881-2FF67FC7A401}"/>
                  </a:ext>
                </a:extLst>
              </p14:cNvPr>
              <p14:cNvContentPartPr/>
              <p14:nvPr/>
            </p14:nvContentPartPr>
            <p14:xfrm>
              <a:off x="452131" y="6086480"/>
              <a:ext cx="360" cy="3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F8240EA8-29FF-46C4-8881-2FF67FC7A401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443491" y="607748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660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7C2A9BE-3265-4935-A795-B2BEDE3ADC07}"/>
                  </a:ext>
                </a:extLst>
              </p14:cNvPr>
              <p14:cNvContentPartPr/>
              <p14:nvPr/>
            </p14:nvContentPartPr>
            <p14:xfrm>
              <a:off x="255028" y="270720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7C2A9BE-3265-4935-A795-B2BEDE3ADC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028" y="269856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0BC593C-F8BC-4A01-8305-FBD05C00F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65" y="200025"/>
            <a:ext cx="4651634" cy="155938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B3746CA-1CCA-4D55-81E5-602AF6103BA8}"/>
              </a:ext>
            </a:extLst>
          </p:cNvPr>
          <p:cNvGrpSpPr/>
          <p:nvPr/>
        </p:nvGrpSpPr>
        <p:grpSpPr>
          <a:xfrm>
            <a:off x="5496329" y="288980"/>
            <a:ext cx="1229400" cy="1217520"/>
            <a:chOff x="5496329" y="288980"/>
            <a:chExt cx="1229400" cy="121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9AB2E7-DD5E-4299-8BCE-FCC9326EC369}"/>
                    </a:ext>
                  </a:extLst>
                </p14:cNvPr>
                <p14:cNvContentPartPr/>
                <p14:nvPr/>
              </p14:nvContentPartPr>
              <p14:xfrm>
                <a:off x="5846609" y="826100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9AB2E7-DD5E-4299-8BCE-FCC9326EC3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837609" y="8171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5D5DEF-2EC3-4C51-818C-FBA3BA386CAF}"/>
                    </a:ext>
                  </a:extLst>
                </p14:cNvPr>
                <p14:cNvContentPartPr/>
                <p14:nvPr/>
              </p14:nvContentPartPr>
              <p14:xfrm>
                <a:off x="5832569" y="769940"/>
                <a:ext cx="24840" cy="47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5D5DEF-2EC3-4C51-818C-FBA3BA386C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23929" y="761300"/>
                  <a:ext cx="42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4F7B28-C7AC-4682-AB0B-445BE00B60BC}"/>
                    </a:ext>
                  </a:extLst>
                </p14:cNvPr>
                <p14:cNvContentPartPr/>
                <p14:nvPr/>
              </p14:nvContentPartPr>
              <p14:xfrm>
                <a:off x="5933729" y="535580"/>
                <a:ext cx="290160" cy="648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4F7B28-C7AC-4682-AB0B-445BE00B60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25089" y="526580"/>
                  <a:ext cx="307800" cy="66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5767B75-1FD9-4297-A30E-621ACA07EDF7}"/>
                    </a:ext>
                  </a:extLst>
                </p14:cNvPr>
                <p14:cNvContentPartPr/>
                <p14:nvPr/>
              </p14:nvContentPartPr>
              <p14:xfrm>
                <a:off x="5496329" y="288980"/>
                <a:ext cx="741600" cy="872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5767B75-1FD9-4297-A30E-621ACA07ED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87689" y="280340"/>
                  <a:ext cx="759240" cy="89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63417A3-6845-4597-9A83-D0E621ECE0EE}"/>
                    </a:ext>
                  </a:extLst>
                </p14:cNvPr>
                <p14:cNvContentPartPr/>
                <p14:nvPr/>
              </p14:nvContentPartPr>
              <p14:xfrm>
                <a:off x="5552489" y="389780"/>
                <a:ext cx="1173240" cy="1116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63417A3-6845-4597-9A83-D0E621ECE0E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43849" y="381140"/>
                  <a:ext cx="1190880" cy="11343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B161391-3947-4E7D-8AEE-D855423464B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9466" y="2054963"/>
            <a:ext cx="7874426" cy="198396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C5071E8-CAF9-4E18-8E84-114B48402631}"/>
              </a:ext>
            </a:extLst>
          </p:cNvPr>
          <p:cNvGrpSpPr/>
          <p:nvPr/>
        </p:nvGrpSpPr>
        <p:grpSpPr>
          <a:xfrm>
            <a:off x="8390369" y="2316140"/>
            <a:ext cx="2344320" cy="1573920"/>
            <a:chOff x="8390369" y="2316140"/>
            <a:chExt cx="2344320" cy="15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865611C-A704-4473-948A-7C7AA5A7A883}"/>
                    </a:ext>
                  </a:extLst>
                </p14:cNvPr>
                <p14:cNvContentPartPr/>
                <p14:nvPr/>
              </p14:nvContentPartPr>
              <p14:xfrm>
                <a:off x="9100289" y="2757140"/>
                <a:ext cx="66960" cy="687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865611C-A704-4473-948A-7C7AA5A7A88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91649" y="2748140"/>
                  <a:ext cx="8460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0A7DDF0-0A3E-4828-90BE-6637FD70D418}"/>
                    </a:ext>
                  </a:extLst>
                </p14:cNvPr>
                <p14:cNvContentPartPr/>
                <p14:nvPr/>
              </p14:nvContentPartPr>
              <p14:xfrm>
                <a:off x="9329249" y="2893580"/>
                <a:ext cx="429120" cy="485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0A7DDF0-0A3E-4828-90BE-6637FD70D4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20609" y="2884940"/>
                  <a:ext cx="44676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C5970B2-47A7-4A44-B55B-5784A8F4FB96}"/>
                    </a:ext>
                  </a:extLst>
                </p14:cNvPr>
                <p14:cNvContentPartPr/>
                <p14:nvPr/>
              </p14:nvContentPartPr>
              <p14:xfrm>
                <a:off x="8390369" y="2316140"/>
                <a:ext cx="2344320" cy="1573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C5970B2-47A7-4A44-B55B-5784A8F4FB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81369" y="2307500"/>
                  <a:ext cx="2361960" cy="15915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24226D3D-2453-4813-BEB4-32CA33F9849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5037" y="4932275"/>
            <a:ext cx="8505825" cy="14001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82FCDDF-2C83-4DDF-BF8B-29932951CAC0}"/>
                  </a:ext>
                </a:extLst>
              </p14:cNvPr>
              <p14:cNvContentPartPr/>
              <p14:nvPr/>
            </p14:nvContentPartPr>
            <p14:xfrm>
              <a:off x="11013329" y="4471460"/>
              <a:ext cx="360" cy="5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82FCDDF-2C83-4DDF-BF8B-29932951CAC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004689" y="4462460"/>
                <a:ext cx="18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4E8A7C0-C8D4-457B-8C10-3C3A45680120}"/>
                  </a:ext>
                </a:extLst>
              </p14:cNvPr>
              <p14:cNvContentPartPr/>
              <p14:nvPr/>
            </p14:nvContentPartPr>
            <p14:xfrm>
              <a:off x="625169" y="5739020"/>
              <a:ext cx="7161840" cy="878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4E8A7C0-C8D4-457B-8C10-3C3A4568012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16529" y="5730380"/>
                <a:ext cx="7179480" cy="89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F299D0A-B55C-4200-A384-F3F74460900D}"/>
                  </a:ext>
                </a:extLst>
              </p14:cNvPr>
              <p14:cNvContentPartPr/>
              <p14:nvPr/>
            </p14:nvContentPartPr>
            <p14:xfrm>
              <a:off x="943769" y="4594580"/>
              <a:ext cx="7170480" cy="685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F299D0A-B55C-4200-A384-F3F74460900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35129" y="4585580"/>
                <a:ext cx="7188120" cy="70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493EA99A-EE21-414C-B29D-8B1D13BCF307}"/>
              </a:ext>
            </a:extLst>
          </p:cNvPr>
          <p:cNvGrpSpPr/>
          <p:nvPr/>
        </p:nvGrpSpPr>
        <p:grpSpPr>
          <a:xfrm>
            <a:off x="1886609" y="6378740"/>
            <a:ext cx="527760" cy="361080"/>
            <a:chOff x="1886609" y="6378740"/>
            <a:chExt cx="527760" cy="36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FCE25C1-BF66-4FC0-B742-8A47B8D1D641}"/>
                    </a:ext>
                  </a:extLst>
                </p14:cNvPr>
                <p14:cNvContentPartPr/>
                <p14:nvPr/>
              </p14:nvContentPartPr>
              <p14:xfrm>
                <a:off x="1886609" y="6583220"/>
                <a:ext cx="287640" cy="156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FCE25C1-BF66-4FC0-B742-8A47B8D1D64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877969" y="6574220"/>
                  <a:ext cx="305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53DA64-1845-44BC-A188-8C3D807A2480}"/>
                    </a:ext>
                  </a:extLst>
                </p14:cNvPr>
                <p14:cNvContentPartPr/>
                <p14:nvPr/>
              </p14:nvContentPartPr>
              <p14:xfrm>
                <a:off x="2326169" y="6378740"/>
                <a:ext cx="88200" cy="291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53DA64-1845-44BC-A188-8C3D807A248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17169" y="6369740"/>
                  <a:ext cx="10584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462B3E3-A973-4564-81A8-A84A9E897314}"/>
              </a:ext>
            </a:extLst>
          </p:cNvPr>
          <p:cNvGrpSpPr/>
          <p:nvPr/>
        </p:nvGrpSpPr>
        <p:grpSpPr>
          <a:xfrm>
            <a:off x="3485369" y="6546140"/>
            <a:ext cx="588600" cy="231120"/>
            <a:chOff x="3485369" y="6546140"/>
            <a:chExt cx="588600" cy="23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19C77D-CAB7-468D-8BC9-1B0C3E5489C2}"/>
                    </a:ext>
                  </a:extLst>
                </p14:cNvPr>
                <p14:cNvContentPartPr/>
                <p14:nvPr/>
              </p14:nvContentPartPr>
              <p14:xfrm>
                <a:off x="3485369" y="6691220"/>
                <a:ext cx="399960" cy="86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19C77D-CAB7-468D-8BC9-1B0C3E5489C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76369" y="6682580"/>
                  <a:ext cx="417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5307D17-88EA-4AFC-8EA0-FD5F79959D55}"/>
                    </a:ext>
                  </a:extLst>
                </p14:cNvPr>
                <p14:cNvContentPartPr/>
                <p14:nvPr/>
              </p14:nvContentPartPr>
              <p14:xfrm>
                <a:off x="4008809" y="6546140"/>
                <a:ext cx="65160" cy="210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5307D17-88EA-4AFC-8EA0-FD5F79959D5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99809" y="6537500"/>
                  <a:ext cx="8280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EA56E44-0CF5-421C-8570-EAA61E609282}"/>
                  </a:ext>
                </a:extLst>
              </p14:cNvPr>
              <p14:cNvContentPartPr/>
              <p14:nvPr/>
            </p14:nvContentPartPr>
            <p14:xfrm>
              <a:off x="5290409" y="6537140"/>
              <a:ext cx="328680" cy="860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EA56E44-0CF5-421C-8570-EAA61E60928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281409" y="6528140"/>
                <a:ext cx="34632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481A7614-3355-4539-8656-1F9C9403F6E5}"/>
              </a:ext>
            </a:extLst>
          </p:cNvPr>
          <p:cNvGrpSpPr/>
          <p:nvPr/>
        </p:nvGrpSpPr>
        <p:grpSpPr>
          <a:xfrm>
            <a:off x="5844089" y="6379820"/>
            <a:ext cx="74160" cy="352080"/>
            <a:chOff x="5844089" y="6379820"/>
            <a:chExt cx="7416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DD787E-E5AF-4B77-BBF5-DE3B6A6966F9}"/>
                    </a:ext>
                  </a:extLst>
                </p14:cNvPr>
                <p14:cNvContentPartPr/>
                <p14:nvPr/>
              </p14:nvContentPartPr>
              <p14:xfrm>
                <a:off x="5844089" y="6379820"/>
                <a:ext cx="24840" cy="321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DD787E-E5AF-4B77-BBF5-DE3B6A6966F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35089" y="6371180"/>
                  <a:ext cx="4248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7B67D5D-098A-4614-9F36-F8E78255BAE2}"/>
                    </a:ext>
                  </a:extLst>
                </p14:cNvPr>
                <p14:cNvContentPartPr/>
                <p14:nvPr/>
              </p14:nvContentPartPr>
              <p14:xfrm>
                <a:off x="5907449" y="6725060"/>
                <a:ext cx="10800" cy="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7B67D5D-098A-4614-9F36-F8E78255BAE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98449" y="6716060"/>
                  <a:ext cx="2844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1E31CC0-6FD7-47A8-953F-14FC7502E4FA}"/>
                  </a:ext>
                </a:extLst>
              </p14:cNvPr>
              <p14:cNvContentPartPr/>
              <p14:nvPr/>
            </p14:nvContentPartPr>
            <p14:xfrm>
              <a:off x="6861809" y="6489620"/>
              <a:ext cx="409320" cy="489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1E31CC0-6FD7-47A8-953F-14FC7502E4FA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852809" y="6480620"/>
                <a:ext cx="4269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762131E-F90C-4CB3-B3A3-7968CC94D256}"/>
                  </a:ext>
                </a:extLst>
              </p14:cNvPr>
              <p14:cNvContentPartPr/>
              <p14:nvPr/>
            </p14:nvContentPartPr>
            <p14:xfrm>
              <a:off x="7541849" y="6360740"/>
              <a:ext cx="67680" cy="340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762131E-F90C-4CB3-B3A3-7968CC94D25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532849" y="6352100"/>
                <a:ext cx="85320" cy="35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FDC6EED-FDF7-4668-B44D-23721268D618}"/>
              </a:ext>
            </a:extLst>
          </p:cNvPr>
          <p:cNvGrpSpPr/>
          <p:nvPr/>
        </p:nvGrpSpPr>
        <p:grpSpPr>
          <a:xfrm>
            <a:off x="1512569" y="4504580"/>
            <a:ext cx="355680" cy="104400"/>
            <a:chOff x="1512569" y="4504580"/>
            <a:chExt cx="355680" cy="10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3B6541E-D5AF-4EBE-BDDA-474BE804792C}"/>
                    </a:ext>
                  </a:extLst>
                </p14:cNvPr>
                <p14:cNvContentPartPr/>
                <p14:nvPr/>
              </p14:nvContentPartPr>
              <p14:xfrm>
                <a:off x="1512569" y="4504580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3B6541E-D5AF-4EBE-BDDA-474BE804792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03929" y="44955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755030-676F-4A4B-9624-731E9D51A041}"/>
                    </a:ext>
                  </a:extLst>
                </p14:cNvPr>
                <p14:cNvContentPartPr/>
                <p14:nvPr/>
              </p14:nvContentPartPr>
              <p14:xfrm>
                <a:off x="1519769" y="4509620"/>
                <a:ext cx="348480" cy="99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755030-676F-4A4B-9624-731E9D51A04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11129" y="4500980"/>
                  <a:ext cx="36612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EB211AA-4B62-4C41-A68B-CD6A52597B5D}"/>
                  </a:ext>
                </a:extLst>
              </p14:cNvPr>
              <p14:cNvContentPartPr/>
              <p14:nvPr/>
            </p14:nvContentPartPr>
            <p14:xfrm>
              <a:off x="2084609" y="4267700"/>
              <a:ext cx="73800" cy="2703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EB211AA-4B62-4C41-A68B-CD6A52597B5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75969" y="4258700"/>
                <a:ext cx="91440" cy="28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E26BB4A8-6750-4DB3-8EB2-7360C7421CB1}"/>
              </a:ext>
            </a:extLst>
          </p:cNvPr>
          <p:cNvGrpSpPr/>
          <p:nvPr/>
        </p:nvGrpSpPr>
        <p:grpSpPr>
          <a:xfrm>
            <a:off x="3505889" y="4165100"/>
            <a:ext cx="505440" cy="387720"/>
            <a:chOff x="3505889" y="4165100"/>
            <a:chExt cx="50544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7576FCF-36A1-4D3E-87B7-4A127F4996A5}"/>
                    </a:ext>
                  </a:extLst>
                </p14:cNvPr>
                <p14:cNvContentPartPr/>
                <p14:nvPr/>
              </p14:nvContentPartPr>
              <p14:xfrm>
                <a:off x="3505889" y="4406660"/>
                <a:ext cx="360" cy="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7576FCF-36A1-4D3E-87B7-4A127F4996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96889" y="43980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4C83829-4525-4207-AC67-D29FBE01C2EF}"/>
                    </a:ext>
                  </a:extLst>
                </p14:cNvPr>
                <p14:cNvContentPartPr/>
                <p14:nvPr/>
              </p14:nvContentPartPr>
              <p14:xfrm>
                <a:off x="3539369" y="4390100"/>
                <a:ext cx="330120" cy="16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4C83829-4525-4207-AC67-D29FBE01C2E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30729" y="4381460"/>
                  <a:ext cx="347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9B1967-97BD-4F8E-AB80-984E02FEFD6E}"/>
                    </a:ext>
                  </a:extLst>
                </p14:cNvPr>
                <p14:cNvContentPartPr/>
                <p14:nvPr/>
              </p14:nvContentPartPr>
              <p14:xfrm>
                <a:off x="3951569" y="4165100"/>
                <a:ext cx="59760" cy="387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9B1967-97BD-4F8E-AB80-984E02FEFD6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942929" y="4156460"/>
                  <a:ext cx="7740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471B27E-54C8-47EC-A9DC-A9EDEBECED5F}"/>
              </a:ext>
            </a:extLst>
          </p:cNvPr>
          <p:cNvGrpSpPr/>
          <p:nvPr/>
        </p:nvGrpSpPr>
        <p:grpSpPr>
          <a:xfrm>
            <a:off x="5648249" y="4238540"/>
            <a:ext cx="488880" cy="322920"/>
            <a:chOff x="5648249" y="4238540"/>
            <a:chExt cx="48888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B584D2-66BC-4C9F-A904-55A549BF9B9B}"/>
                    </a:ext>
                  </a:extLst>
                </p14:cNvPr>
                <p14:cNvContentPartPr/>
                <p14:nvPr/>
              </p14:nvContentPartPr>
              <p14:xfrm>
                <a:off x="5654369" y="4517540"/>
                <a:ext cx="360" cy="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B584D2-66BC-4C9F-A904-55A549BF9B9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45369" y="45089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6B99FE-8BB8-411B-B629-E87CE9DC44EE}"/>
                    </a:ext>
                  </a:extLst>
                </p14:cNvPr>
                <p14:cNvContentPartPr/>
                <p14:nvPr/>
              </p14:nvContentPartPr>
              <p14:xfrm>
                <a:off x="5648249" y="4488380"/>
                <a:ext cx="306720" cy="28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6B99FE-8BB8-411B-B629-E87CE9DC44E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39609" y="4479740"/>
                  <a:ext cx="324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D4631F6-AF3C-4F17-98DF-C85C082AC223}"/>
                    </a:ext>
                  </a:extLst>
                </p14:cNvPr>
                <p14:cNvContentPartPr/>
                <p14:nvPr/>
              </p14:nvContentPartPr>
              <p14:xfrm>
                <a:off x="6106169" y="4238540"/>
                <a:ext cx="30960" cy="322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D4631F6-AF3C-4F17-98DF-C85C082AC22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97169" y="4229540"/>
                  <a:ext cx="4860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AC8D2DD-F1E0-4FCB-BB03-BB888F595048}"/>
              </a:ext>
            </a:extLst>
          </p:cNvPr>
          <p:cNvGrpSpPr/>
          <p:nvPr/>
        </p:nvGrpSpPr>
        <p:grpSpPr>
          <a:xfrm>
            <a:off x="7186889" y="4153220"/>
            <a:ext cx="598320" cy="478800"/>
            <a:chOff x="7186889" y="4153220"/>
            <a:chExt cx="598320" cy="47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85BE03-3907-4622-9272-FE714494DB07}"/>
                    </a:ext>
                  </a:extLst>
                </p14:cNvPr>
                <p14:cNvContentPartPr/>
                <p14:nvPr/>
              </p14:nvContentPartPr>
              <p14:xfrm>
                <a:off x="7186889" y="4493060"/>
                <a:ext cx="147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85BE03-3907-4622-9272-FE714494DB0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78249" y="4484420"/>
                  <a:ext cx="32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E64E0AA-87EE-4459-A093-E204CDC7D296}"/>
                    </a:ext>
                  </a:extLst>
                </p14:cNvPr>
                <p14:cNvContentPartPr/>
                <p14:nvPr/>
              </p14:nvContentPartPr>
              <p14:xfrm>
                <a:off x="7194449" y="4413500"/>
                <a:ext cx="355680" cy="71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E64E0AA-87EE-4459-A093-E204CDC7D2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85449" y="4404500"/>
                  <a:ext cx="373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0D39153-DA6E-49AD-B509-A74BA910E1B2}"/>
                    </a:ext>
                  </a:extLst>
                </p14:cNvPr>
                <p14:cNvContentPartPr/>
                <p14:nvPr/>
              </p14:nvContentPartPr>
              <p14:xfrm>
                <a:off x="7752449" y="4153220"/>
                <a:ext cx="32760" cy="478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0D39153-DA6E-49AD-B509-A74BA910E1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43809" y="4144580"/>
                  <a:ext cx="50400" cy="49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EA0A193-950A-4C30-8394-F9359F3C7B5B}"/>
              </a:ext>
            </a:extLst>
          </p:cNvPr>
          <p:cNvGrpSpPr/>
          <p:nvPr/>
        </p:nvGrpSpPr>
        <p:grpSpPr>
          <a:xfrm>
            <a:off x="8579729" y="5150420"/>
            <a:ext cx="275760" cy="405000"/>
            <a:chOff x="8579729" y="5150420"/>
            <a:chExt cx="275760" cy="40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6D96042-7F2B-49A7-A695-03C25011ABA1}"/>
                    </a:ext>
                  </a:extLst>
                </p14:cNvPr>
                <p14:cNvContentPartPr/>
                <p14:nvPr/>
              </p14:nvContentPartPr>
              <p14:xfrm>
                <a:off x="8579729" y="5266700"/>
                <a:ext cx="212040" cy="28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6D96042-7F2B-49A7-A695-03C25011AB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71089" y="5257700"/>
                  <a:ext cx="2296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CCA805B-84E1-4D61-915B-000B08CCC1DF}"/>
                    </a:ext>
                  </a:extLst>
                </p14:cNvPr>
                <p14:cNvContentPartPr/>
                <p14:nvPr/>
              </p14:nvContentPartPr>
              <p14:xfrm>
                <a:off x="8581169" y="5150420"/>
                <a:ext cx="274320" cy="3448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CCA805B-84E1-4D61-915B-000B08CCC1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72169" y="5141780"/>
                  <a:ext cx="291960" cy="36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9ADCA2E-7220-48E7-AF74-26006EE91531}"/>
                  </a:ext>
                </a:extLst>
              </p14:cNvPr>
              <p14:cNvContentPartPr/>
              <p14:nvPr/>
            </p14:nvContentPartPr>
            <p14:xfrm>
              <a:off x="9913529" y="5723900"/>
              <a:ext cx="6840" cy="82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9ADCA2E-7220-48E7-AF74-26006EE9153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904529" y="5715260"/>
                <a:ext cx="2448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71134897-49EE-4F07-9F12-6E6DE68D994E}"/>
              </a:ext>
            </a:extLst>
          </p:cNvPr>
          <p:cNvGrpSpPr/>
          <p:nvPr/>
        </p:nvGrpSpPr>
        <p:grpSpPr>
          <a:xfrm>
            <a:off x="9657569" y="5158700"/>
            <a:ext cx="1401480" cy="1419120"/>
            <a:chOff x="9657569" y="5158700"/>
            <a:chExt cx="1401480" cy="14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672C875-7CCF-4386-B86B-4A9EA3CCDA16}"/>
                    </a:ext>
                  </a:extLst>
                </p14:cNvPr>
                <p14:cNvContentPartPr/>
                <p14:nvPr/>
              </p14:nvContentPartPr>
              <p14:xfrm>
                <a:off x="9747569" y="5585300"/>
                <a:ext cx="36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672C875-7CCF-4386-B86B-4A9EA3CCDA1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38929" y="55766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EDA234C-446B-49A9-B980-08F15780DC5E}"/>
                    </a:ext>
                  </a:extLst>
                </p14:cNvPr>
                <p14:cNvContentPartPr/>
                <p14:nvPr/>
              </p14:nvContentPartPr>
              <p14:xfrm>
                <a:off x="9657569" y="5565500"/>
                <a:ext cx="39240" cy="32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EDA234C-446B-49A9-B980-08F15780DC5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648929" y="5556860"/>
                  <a:ext cx="56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17BC4A6-364F-4095-939D-2A9E7996AF0D}"/>
                    </a:ext>
                  </a:extLst>
                </p14:cNvPr>
                <p14:cNvContentPartPr/>
                <p14:nvPr/>
              </p14:nvContentPartPr>
              <p14:xfrm>
                <a:off x="9765209" y="5425820"/>
                <a:ext cx="183600" cy="168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17BC4A6-364F-4095-939D-2A9E7996AF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56569" y="5416820"/>
                  <a:ext cx="2012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FB83251-3A58-41B5-8255-4B4FD881D0B5}"/>
                    </a:ext>
                  </a:extLst>
                </p14:cNvPr>
                <p14:cNvContentPartPr/>
                <p14:nvPr/>
              </p14:nvContentPartPr>
              <p14:xfrm>
                <a:off x="10366769" y="5543900"/>
                <a:ext cx="37440" cy="596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FB83251-3A58-41B5-8255-4B4FD881D0B5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357769" y="5534900"/>
                  <a:ext cx="5508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BCE17DA-F71E-495C-B521-B6FAECB93C90}"/>
                    </a:ext>
                  </a:extLst>
                </p14:cNvPr>
                <p14:cNvContentPartPr/>
                <p14:nvPr/>
              </p14:nvContentPartPr>
              <p14:xfrm>
                <a:off x="10499969" y="5576660"/>
                <a:ext cx="41400" cy="679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BCE17DA-F71E-495C-B521-B6FAECB93C9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91329" y="5568020"/>
                  <a:ext cx="5904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8A95F2C-D381-4513-89A5-0172BD7A5D68}"/>
                    </a:ext>
                  </a:extLst>
                </p14:cNvPr>
                <p14:cNvContentPartPr/>
                <p14:nvPr/>
              </p14:nvContentPartPr>
              <p14:xfrm>
                <a:off x="9678809" y="5158700"/>
                <a:ext cx="1380240" cy="14191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8A95F2C-D381-4513-89A5-0172BD7A5D68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670169" y="5149700"/>
                  <a:ext cx="1397880" cy="1436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62648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3EEC1E-7BF5-4ED1-9F5E-B8740FCD0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037"/>
            <a:ext cx="7467600" cy="241935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015ADFF-8AAD-4D9E-AA39-032D467A4A54}"/>
              </a:ext>
            </a:extLst>
          </p:cNvPr>
          <p:cNvGrpSpPr/>
          <p:nvPr/>
        </p:nvGrpSpPr>
        <p:grpSpPr>
          <a:xfrm>
            <a:off x="7483889" y="506420"/>
            <a:ext cx="1648800" cy="1339920"/>
            <a:chOff x="7483889" y="506420"/>
            <a:chExt cx="1648800" cy="13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E4172E1-7541-4BE7-A6FE-A7526415DC32}"/>
                    </a:ext>
                  </a:extLst>
                </p14:cNvPr>
                <p14:cNvContentPartPr/>
                <p14:nvPr/>
              </p14:nvContentPartPr>
              <p14:xfrm>
                <a:off x="7994369" y="1069100"/>
                <a:ext cx="43920" cy="459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E4172E1-7541-4BE7-A6FE-A7526415DC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85369" y="1060100"/>
                  <a:ext cx="6156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9B6E85-C073-41B6-BA84-C65147B5F457}"/>
                    </a:ext>
                  </a:extLst>
                </p14:cNvPr>
                <p14:cNvContentPartPr/>
                <p14:nvPr/>
              </p14:nvContentPartPr>
              <p14:xfrm>
                <a:off x="8105249" y="1017980"/>
                <a:ext cx="343080" cy="495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9B6E85-C073-41B6-BA84-C65147B5F45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96609" y="1008980"/>
                  <a:ext cx="36072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8811FCB-EDE2-4144-BCC4-99B5B89E9E4E}"/>
                    </a:ext>
                  </a:extLst>
                </p14:cNvPr>
                <p14:cNvContentPartPr/>
                <p14:nvPr/>
              </p14:nvContentPartPr>
              <p14:xfrm>
                <a:off x="7483889" y="506420"/>
                <a:ext cx="1648800" cy="1339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8811FCB-EDE2-4144-BCC4-99B5B89E9E4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474889" y="497780"/>
                  <a:ext cx="1666440" cy="13575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7E81A310-E22B-470C-AF6A-2B5F013F69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2931264"/>
            <a:ext cx="8220075" cy="127635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924EFE70-D5DF-4FD1-90F0-16B10C29F378}"/>
              </a:ext>
            </a:extLst>
          </p:cNvPr>
          <p:cNvGrpSpPr/>
          <p:nvPr/>
        </p:nvGrpSpPr>
        <p:grpSpPr>
          <a:xfrm>
            <a:off x="581249" y="3727700"/>
            <a:ext cx="6968880" cy="1178280"/>
            <a:chOff x="581249" y="3727700"/>
            <a:chExt cx="6968880" cy="11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4D03006-E504-41BE-A4CE-A5C5F4C62CA1}"/>
                    </a:ext>
                  </a:extLst>
                </p14:cNvPr>
                <p14:cNvContentPartPr/>
                <p14:nvPr/>
              </p14:nvContentPartPr>
              <p14:xfrm>
                <a:off x="581249" y="3727700"/>
                <a:ext cx="6968880" cy="696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4D03006-E504-41BE-A4CE-A5C5F4C62CA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2249" y="3719060"/>
                  <a:ext cx="698652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D8BCC6-E46A-4C45-98FB-34BA5A62D577}"/>
                    </a:ext>
                  </a:extLst>
                </p14:cNvPr>
                <p14:cNvContentPartPr/>
                <p14:nvPr/>
              </p14:nvContentPartPr>
              <p14:xfrm>
                <a:off x="911369" y="4636340"/>
                <a:ext cx="564480" cy="72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D8BCC6-E46A-4C45-98FB-34BA5A62D5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2729" y="4627700"/>
                  <a:ext cx="582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C4DD0B-E7EF-49EE-BC8A-AD766CAC82C6}"/>
                    </a:ext>
                  </a:extLst>
                </p14:cNvPr>
                <p14:cNvContentPartPr/>
                <p14:nvPr/>
              </p14:nvContentPartPr>
              <p14:xfrm>
                <a:off x="1654769" y="4493060"/>
                <a:ext cx="16920" cy="412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C4DD0B-E7EF-49EE-BC8A-AD766CAC82C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645769" y="4484420"/>
                  <a:ext cx="34560" cy="43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32D8BC-71EA-43FE-8873-6C529C4F1B17}"/>
              </a:ext>
            </a:extLst>
          </p:cNvPr>
          <p:cNvGrpSpPr/>
          <p:nvPr/>
        </p:nvGrpSpPr>
        <p:grpSpPr>
          <a:xfrm>
            <a:off x="894449" y="2809340"/>
            <a:ext cx="6899400" cy="909000"/>
            <a:chOff x="894449" y="2809340"/>
            <a:chExt cx="6899400" cy="90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69ECB5-4A72-48E8-9795-C01B0F233074}"/>
                    </a:ext>
                  </a:extLst>
                </p14:cNvPr>
                <p14:cNvContentPartPr/>
                <p14:nvPr/>
              </p14:nvContentPartPr>
              <p14:xfrm>
                <a:off x="894449" y="2809340"/>
                <a:ext cx="5775840" cy="475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69ECB5-4A72-48E8-9795-C01B0F2330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5449" y="2800700"/>
                  <a:ext cx="57934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63B3D1-CA31-4D20-845C-7870C4F67F2C}"/>
                    </a:ext>
                  </a:extLst>
                </p14:cNvPr>
                <p14:cNvContentPartPr/>
                <p14:nvPr/>
              </p14:nvContentPartPr>
              <p14:xfrm>
                <a:off x="6704129" y="2897900"/>
                <a:ext cx="1089720" cy="310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63B3D1-CA31-4D20-845C-7870C4F67F2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95129" y="2889260"/>
                  <a:ext cx="1107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D28821-0AB7-4CB1-A08A-16B64720B467}"/>
                    </a:ext>
                  </a:extLst>
                </p14:cNvPr>
                <p14:cNvContentPartPr/>
                <p14:nvPr/>
              </p14:nvContentPartPr>
              <p14:xfrm>
                <a:off x="6882689" y="3261140"/>
                <a:ext cx="155160" cy="457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D28821-0AB7-4CB1-A08A-16B64720B4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73689" y="3252500"/>
                  <a:ext cx="172800" cy="47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71AC16A-2199-47C3-836E-30AC552DA427}"/>
              </a:ext>
            </a:extLst>
          </p:cNvPr>
          <p:cNvGrpSpPr/>
          <p:nvPr/>
        </p:nvGrpSpPr>
        <p:grpSpPr>
          <a:xfrm>
            <a:off x="8617529" y="2459420"/>
            <a:ext cx="1816920" cy="1379880"/>
            <a:chOff x="8617529" y="2459420"/>
            <a:chExt cx="1816920" cy="137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ED7BFA8-3E8E-49DF-A3D7-76E49B958760}"/>
                    </a:ext>
                  </a:extLst>
                </p14:cNvPr>
                <p14:cNvContentPartPr/>
                <p14:nvPr/>
              </p14:nvContentPartPr>
              <p14:xfrm>
                <a:off x="9090209" y="3035420"/>
                <a:ext cx="69120" cy="480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ED7BFA8-3E8E-49DF-A3D7-76E49B9587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81569" y="3026780"/>
                  <a:ext cx="867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92F484-725A-467C-AFEB-59C48FAA2C52}"/>
                    </a:ext>
                  </a:extLst>
                </p14:cNvPr>
                <p14:cNvContentPartPr/>
                <p14:nvPr/>
              </p14:nvContentPartPr>
              <p14:xfrm>
                <a:off x="9354449" y="3003740"/>
                <a:ext cx="241560" cy="438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92F484-725A-467C-AFEB-59C48FAA2C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45809" y="2995100"/>
                  <a:ext cx="2592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7335B97-F42E-463A-8F8B-5E9A8CBD9D19}"/>
                    </a:ext>
                  </a:extLst>
                </p14:cNvPr>
                <p14:cNvContentPartPr/>
                <p14:nvPr/>
              </p14:nvContentPartPr>
              <p14:xfrm>
                <a:off x="8617529" y="2459420"/>
                <a:ext cx="1816920" cy="1379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7335B97-F42E-463A-8F8B-5E9A8CBD9D1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08529" y="2450780"/>
                  <a:ext cx="1834560" cy="1397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D0616DD8-3B3C-450C-9356-EA32152B1698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12265" y="4787474"/>
            <a:ext cx="5947064" cy="1790266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8DEE7BDA-5002-45AE-9E61-F8F3CD39E30D}"/>
              </a:ext>
            </a:extLst>
          </p:cNvPr>
          <p:cNvGrpSpPr/>
          <p:nvPr/>
        </p:nvGrpSpPr>
        <p:grpSpPr>
          <a:xfrm>
            <a:off x="9172289" y="4590980"/>
            <a:ext cx="1449000" cy="1237320"/>
            <a:chOff x="9172289" y="4590980"/>
            <a:chExt cx="1449000" cy="12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FBB135A-DA79-4AC7-892F-B58A6C0E4696}"/>
                    </a:ext>
                  </a:extLst>
                </p14:cNvPr>
                <p14:cNvContentPartPr/>
                <p14:nvPr/>
              </p14:nvContentPartPr>
              <p14:xfrm>
                <a:off x="9568649" y="5000660"/>
                <a:ext cx="78840" cy="470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FBB135A-DA79-4AC7-892F-B58A6C0E469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59649" y="4992020"/>
                  <a:ext cx="964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3EE4340-0325-4D01-8322-62C135218BDD}"/>
                    </a:ext>
                  </a:extLst>
                </p14:cNvPr>
                <p14:cNvContentPartPr/>
                <p14:nvPr/>
              </p14:nvContentPartPr>
              <p14:xfrm>
                <a:off x="9732449" y="5024420"/>
                <a:ext cx="184680" cy="303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3EE4340-0325-4D01-8322-62C135218BD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723449" y="5015780"/>
                  <a:ext cx="202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B175F30-2698-4973-B918-E1C163E944E5}"/>
                    </a:ext>
                  </a:extLst>
                </p14:cNvPr>
                <p14:cNvContentPartPr/>
                <p14:nvPr/>
              </p14:nvContentPartPr>
              <p14:xfrm>
                <a:off x="9957809" y="5220980"/>
                <a:ext cx="15840" cy="374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B175F30-2698-4973-B918-E1C163E944E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949169" y="5211980"/>
                  <a:ext cx="334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CAB87B0-098B-48F2-B3C0-C5BAD3E009AF}"/>
                    </a:ext>
                  </a:extLst>
                </p14:cNvPr>
                <p14:cNvContentPartPr/>
                <p14:nvPr/>
              </p14:nvContentPartPr>
              <p14:xfrm>
                <a:off x="9172289" y="4590980"/>
                <a:ext cx="1449000" cy="1237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CAB87B0-098B-48F2-B3C0-C5BAD3E009A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163289" y="4581980"/>
                  <a:ext cx="1466640" cy="125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3117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C34C0-CC12-448E-94E8-5FF7134FF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46" y="234802"/>
            <a:ext cx="8534400" cy="17526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C41571F-4F43-415A-A956-5BC680771785}"/>
              </a:ext>
            </a:extLst>
          </p:cNvPr>
          <p:cNvGrpSpPr/>
          <p:nvPr/>
        </p:nvGrpSpPr>
        <p:grpSpPr>
          <a:xfrm>
            <a:off x="9431489" y="482300"/>
            <a:ext cx="1532160" cy="1263960"/>
            <a:chOff x="9431489" y="482300"/>
            <a:chExt cx="1532160" cy="126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251611-CBFF-4E9E-9735-5B484DF5125E}"/>
                    </a:ext>
                  </a:extLst>
                </p14:cNvPr>
                <p14:cNvContentPartPr/>
                <p14:nvPr/>
              </p14:nvContentPartPr>
              <p14:xfrm>
                <a:off x="9758009" y="918260"/>
                <a:ext cx="11520" cy="480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251611-CBFF-4E9E-9735-5B484DF5125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49369" y="909260"/>
                  <a:ext cx="291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4C55A1-05D9-4591-9DF1-97CD2E35F84C}"/>
                    </a:ext>
                  </a:extLst>
                </p14:cNvPr>
                <p14:cNvContentPartPr/>
                <p14:nvPr/>
              </p14:nvContentPartPr>
              <p14:xfrm>
                <a:off x="9971129" y="1092140"/>
                <a:ext cx="249480" cy="307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4C55A1-05D9-4591-9DF1-97CD2E35F8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962489" y="1083140"/>
                  <a:ext cx="2671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0A19595-6995-46FB-B4E2-55AB086F6B6D}"/>
                    </a:ext>
                  </a:extLst>
                </p14:cNvPr>
                <p14:cNvContentPartPr/>
                <p14:nvPr/>
              </p14:nvContentPartPr>
              <p14:xfrm>
                <a:off x="9947009" y="1010780"/>
                <a:ext cx="308160" cy="352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0A19595-6995-46FB-B4E2-55AB086F6B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38369" y="1002140"/>
                  <a:ext cx="3258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8F955AF-0B17-468A-9BC4-322DDA671FC7}"/>
                    </a:ext>
                  </a:extLst>
                </p14:cNvPr>
                <p14:cNvContentPartPr/>
                <p14:nvPr/>
              </p14:nvContentPartPr>
              <p14:xfrm>
                <a:off x="9431489" y="482300"/>
                <a:ext cx="1532160" cy="1263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8F955AF-0B17-468A-9BC4-322DDA671F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22489" y="473660"/>
                  <a:ext cx="1549800" cy="1281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37A8DAB-DFA2-4177-8519-2ED02AD24DFE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r="1367"/>
          <a:stretch/>
        </p:blipFill>
        <p:spPr>
          <a:xfrm>
            <a:off x="0" y="2155418"/>
            <a:ext cx="8474149" cy="21431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B62F876-76FE-4175-B76F-134FA0B879F2}"/>
              </a:ext>
            </a:extLst>
          </p:cNvPr>
          <p:cNvGrpSpPr/>
          <p:nvPr/>
        </p:nvGrpSpPr>
        <p:grpSpPr>
          <a:xfrm>
            <a:off x="8702489" y="2149460"/>
            <a:ext cx="2005200" cy="2331000"/>
            <a:chOff x="8702489" y="2149460"/>
            <a:chExt cx="2005200" cy="233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D581E16-7C7C-4DD8-B66B-E1DE1B798774}"/>
                    </a:ext>
                  </a:extLst>
                </p14:cNvPr>
                <p14:cNvContentPartPr/>
                <p14:nvPr/>
              </p14:nvContentPartPr>
              <p14:xfrm>
                <a:off x="9384329" y="2970260"/>
                <a:ext cx="64800" cy="996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D581E16-7C7C-4DD8-B66B-E1DE1B7987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75329" y="2961620"/>
                  <a:ext cx="82440" cy="10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433AADE-4B3D-4E0E-A9E4-0C9FBAB08520}"/>
                    </a:ext>
                  </a:extLst>
                </p14:cNvPr>
                <p14:cNvContentPartPr/>
                <p14:nvPr/>
              </p14:nvContentPartPr>
              <p14:xfrm>
                <a:off x="9619049" y="2911580"/>
                <a:ext cx="298440" cy="819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433AADE-4B3D-4E0E-A9E4-0C9FBAB085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10409" y="2902580"/>
                  <a:ext cx="31608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5B258F-E0F7-4FF5-94FA-F1F835805711}"/>
                    </a:ext>
                  </a:extLst>
                </p14:cNvPr>
                <p14:cNvContentPartPr/>
                <p14:nvPr/>
              </p14:nvContentPartPr>
              <p14:xfrm>
                <a:off x="8702489" y="2149460"/>
                <a:ext cx="2005200" cy="2331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5B258F-E0F7-4FF5-94FA-F1F83580571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93849" y="2140460"/>
                  <a:ext cx="2022840" cy="234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102738D-2514-4DCE-879E-051926B68B91}"/>
              </a:ext>
            </a:extLst>
          </p:cNvPr>
          <p:cNvGrpSpPr/>
          <p:nvPr/>
        </p:nvGrpSpPr>
        <p:grpSpPr>
          <a:xfrm>
            <a:off x="849245" y="4920202"/>
            <a:ext cx="658800" cy="427680"/>
            <a:chOff x="849245" y="4920202"/>
            <a:chExt cx="658800" cy="42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B7AECA-18BE-4B5D-8093-0647524F09CD}"/>
                    </a:ext>
                  </a:extLst>
                </p14:cNvPr>
                <p14:cNvContentPartPr/>
                <p14:nvPr/>
              </p14:nvContentPartPr>
              <p14:xfrm>
                <a:off x="849245" y="4957282"/>
                <a:ext cx="65160" cy="384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B7AECA-18BE-4B5D-8093-0647524F09C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0245" y="4948282"/>
                  <a:ext cx="828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ADB701-407D-4652-8644-375A723D9FFB}"/>
                    </a:ext>
                  </a:extLst>
                </p14:cNvPr>
                <p14:cNvContentPartPr/>
                <p14:nvPr/>
              </p14:nvContentPartPr>
              <p14:xfrm>
                <a:off x="945005" y="4920202"/>
                <a:ext cx="135000" cy="336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ADB701-407D-4652-8644-375A723D9F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6005" y="4911202"/>
                  <a:ext cx="15264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907851D-6DC4-4D45-9A7B-12144387E782}"/>
                    </a:ext>
                  </a:extLst>
                </p14:cNvPr>
                <p14:cNvContentPartPr/>
                <p14:nvPr/>
              </p14:nvContentPartPr>
              <p14:xfrm>
                <a:off x="1104485" y="4977442"/>
                <a:ext cx="162000" cy="228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907851D-6DC4-4D45-9A7B-12144387E78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95485" y="4968802"/>
                  <a:ext cx="179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024A2DA-0A21-44FA-B805-E27899882342}"/>
                    </a:ext>
                  </a:extLst>
                </p14:cNvPr>
                <p14:cNvContentPartPr/>
                <p14:nvPr/>
              </p14:nvContentPartPr>
              <p14:xfrm>
                <a:off x="1227605" y="5061322"/>
                <a:ext cx="30240" cy="286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024A2DA-0A21-44FA-B805-E2789988234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18605" y="5052682"/>
                  <a:ext cx="478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8EFA765-F266-42D3-85AD-6BFED3135AA8}"/>
                    </a:ext>
                  </a:extLst>
                </p14:cNvPr>
                <p14:cNvContentPartPr/>
                <p14:nvPr/>
              </p14:nvContentPartPr>
              <p14:xfrm>
                <a:off x="1360445" y="5027842"/>
                <a:ext cx="147600" cy="210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8EFA765-F266-42D3-85AD-6BFED3135A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51445" y="5018842"/>
                  <a:ext cx="16524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E9C1E21-37F2-4B1B-8A21-F64BEBFBA153}"/>
                  </a:ext>
                </a:extLst>
              </p14:cNvPr>
              <p14:cNvContentPartPr/>
              <p14:nvPr/>
            </p14:nvContentPartPr>
            <p14:xfrm>
              <a:off x="1686965" y="5164282"/>
              <a:ext cx="6120" cy="125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E9C1E21-37F2-4B1B-8A21-F64BEBFBA15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78325" y="5155642"/>
                <a:ext cx="23760" cy="14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340C02B5-0109-4F3E-9AC2-61DED63C3791}"/>
              </a:ext>
            </a:extLst>
          </p:cNvPr>
          <p:cNvGrpSpPr/>
          <p:nvPr/>
        </p:nvGrpSpPr>
        <p:grpSpPr>
          <a:xfrm>
            <a:off x="2018165" y="4956562"/>
            <a:ext cx="680040" cy="358560"/>
            <a:chOff x="2018165" y="4956562"/>
            <a:chExt cx="680040" cy="35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704777-69E9-4A28-AFC3-088347B03DDC}"/>
                    </a:ext>
                  </a:extLst>
                </p14:cNvPr>
                <p14:cNvContentPartPr/>
                <p14:nvPr/>
              </p14:nvContentPartPr>
              <p14:xfrm>
                <a:off x="2018165" y="4967722"/>
                <a:ext cx="155520" cy="261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704777-69E9-4A28-AFC3-088347B03D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09525" y="4959082"/>
                  <a:ext cx="173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CBE601-FFEA-4AB0-B4D5-39F333007841}"/>
                    </a:ext>
                  </a:extLst>
                </p14:cNvPr>
                <p14:cNvContentPartPr/>
                <p14:nvPr/>
              </p14:nvContentPartPr>
              <p14:xfrm>
                <a:off x="2232365" y="4956562"/>
                <a:ext cx="125280" cy="205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CBE601-FFEA-4AB0-B4D5-39F3330078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23365" y="4947922"/>
                  <a:ext cx="1429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AE040C-1A76-40B1-8DA2-0604A2A92C5E}"/>
                    </a:ext>
                  </a:extLst>
                </p14:cNvPr>
                <p14:cNvContentPartPr/>
                <p14:nvPr/>
              </p14:nvContentPartPr>
              <p14:xfrm>
                <a:off x="2410565" y="4968082"/>
                <a:ext cx="151920" cy="297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AE040C-1A76-40B1-8DA2-0604A2A92C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01925" y="4959082"/>
                  <a:ext cx="169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BCB4B5A-EED6-4037-AD0C-40EDA829A09C}"/>
                    </a:ext>
                  </a:extLst>
                </p14:cNvPr>
                <p14:cNvContentPartPr/>
                <p14:nvPr/>
              </p14:nvContentPartPr>
              <p14:xfrm>
                <a:off x="2673725" y="5182282"/>
                <a:ext cx="24480" cy="132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BCB4B5A-EED6-4037-AD0C-40EDA829A0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65085" y="5173642"/>
                  <a:ext cx="421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1365B1-AE27-48FF-A132-639E31DB39FA}"/>
              </a:ext>
            </a:extLst>
          </p:cNvPr>
          <p:cNvGrpSpPr/>
          <p:nvPr/>
        </p:nvGrpSpPr>
        <p:grpSpPr>
          <a:xfrm>
            <a:off x="2954165" y="4959802"/>
            <a:ext cx="506880" cy="279360"/>
            <a:chOff x="2954165" y="4959802"/>
            <a:chExt cx="50688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B502B84-608C-4640-9E97-9D056D820147}"/>
                    </a:ext>
                  </a:extLst>
                </p14:cNvPr>
                <p14:cNvContentPartPr/>
                <p14:nvPr/>
              </p14:nvContentPartPr>
              <p14:xfrm>
                <a:off x="2954165" y="4959802"/>
                <a:ext cx="86400" cy="147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B502B84-608C-4640-9E97-9D056D8201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45165" y="4950802"/>
                  <a:ext cx="104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3539139-9963-4835-8BE3-D7E80B134EBF}"/>
                    </a:ext>
                  </a:extLst>
                </p14:cNvPr>
                <p14:cNvContentPartPr/>
                <p14:nvPr/>
              </p14:nvContentPartPr>
              <p14:xfrm>
                <a:off x="3067205" y="4968802"/>
                <a:ext cx="17280" cy="244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3539139-9963-4835-8BE3-D7E80B134E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58205" y="4959802"/>
                  <a:ext cx="34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F406C3-1402-44BC-A516-4D4B73A99D7C}"/>
                    </a:ext>
                  </a:extLst>
                </p14:cNvPr>
                <p14:cNvContentPartPr/>
                <p14:nvPr/>
              </p14:nvContentPartPr>
              <p14:xfrm>
                <a:off x="3145325" y="4959802"/>
                <a:ext cx="14400" cy="2149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F406C3-1402-44BC-A516-4D4B73A99D7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36325" y="4950802"/>
                  <a:ext cx="32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DEE8FA-B0FD-4419-80C3-08F292B18CD5}"/>
                    </a:ext>
                  </a:extLst>
                </p14:cNvPr>
                <p14:cNvContentPartPr/>
                <p14:nvPr/>
              </p14:nvContentPartPr>
              <p14:xfrm>
                <a:off x="3218045" y="4981762"/>
                <a:ext cx="122760" cy="149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DEE8FA-B0FD-4419-80C3-08F292B18CD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09405" y="4972762"/>
                  <a:ext cx="140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D65FE9A-0BFB-49CB-B1BA-0031C67A07AD}"/>
                    </a:ext>
                  </a:extLst>
                </p14:cNvPr>
                <p14:cNvContentPartPr/>
                <p14:nvPr/>
              </p14:nvContentPartPr>
              <p14:xfrm>
                <a:off x="3449885" y="5082202"/>
                <a:ext cx="11160" cy="156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D65FE9A-0BFB-49CB-B1BA-0031C67A07A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40885" y="5073202"/>
                  <a:ext cx="2880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18067F-C382-476B-BE13-AD5132851D1E}"/>
              </a:ext>
            </a:extLst>
          </p:cNvPr>
          <p:cNvGrpSpPr/>
          <p:nvPr/>
        </p:nvGrpSpPr>
        <p:grpSpPr>
          <a:xfrm>
            <a:off x="3670565" y="4887802"/>
            <a:ext cx="275760" cy="183240"/>
            <a:chOff x="3670565" y="4887802"/>
            <a:chExt cx="275760" cy="1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0DD83BB-1229-4797-8A56-CA3336015C6B}"/>
                    </a:ext>
                  </a:extLst>
                </p14:cNvPr>
                <p14:cNvContentPartPr/>
                <p14:nvPr/>
              </p14:nvContentPartPr>
              <p14:xfrm>
                <a:off x="3670565" y="4887802"/>
                <a:ext cx="118800" cy="183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0DD83BB-1229-4797-8A56-CA3336015C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61925" y="4879162"/>
                  <a:ext cx="136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11AEBB2-A5DF-4342-B0E0-52D9F5ED35F5}"/>
                    </a:ext>
                  </a:extLst>
                </p14:cNvPr>
                <p14:cNvContentPartPr/>
                <p14:nvPr/>
              </p14:nvContentPartPr>
              <p14:xfrm>
                <a:off x="3848765" y="4902562"/>
                <a:ext cx="97560" cy="139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11AEBB2-A5DF-4342-B0E0-52D9F5ED35F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40125" y="4893562"/>
                  <a:ext cx="11520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D61102E-E677-4112-8277-B75D573D3640}"/>
              </a:ext>
            </a:extLst>
          </p:cNvPr>
          <p:cNvGrpSpPr/>
          <p:nvPr/>
        </p:nvGrpSpPr>
        <p:grpSpPr>
          <a:xfrm>
            <a:off x="3959645" y="4766482"/>
            <a:ext cx="330480" cy="438840"/>
            <a:chOff x="3959645" y="4766482"/>
            <a:chExt cx="330480" cy="4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B8F7AB2-70FF-4F81-9331-85BCCF7E0051}"/>
                    </a:ext>
                  </a:extLst>
                </p14:cNvPr>
                <p14:cNvContentPartPr/>
                <p14:nvPr/>
              </p14:nvContentPartPr>
              <p14:xfrm>
                <a:off x="4033805" y="4766482"/>
                <a:ext cx="98640" cy="29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B8F7AB2-70FF-4F81-9331-85BCCF7E00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24805" y="4757482"/>
                  <a:ext cx="1162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F09FBD6-8B4B-4EB9-BCEB-CBBD01BE3333}"/>
                    </a:ext>
                  </a:extLst>
                </p14:cNvPr>
                <p14:cNvContentPartPr/>
                <p14:nvPr/>
              </p14:nvContentPartPr>
              <p14:xfrm>
                <a:off x="3959645" y="5044402"/>
                <a:ext cx="5760" cy="9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F09FBD6-8B4B-4EB9-BCEB-CBBD01BE333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51005" y="5035762"/>
                  <a:ext cx="23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39FCCFE-BC7E-4970-A127-BAD939ED59A0}"/>
                    </a:ext>
                  </a:extLst>
                </p14:cNvPr>
                <p14:cNvContentPartPr/>
                <p14:nvPr/>
              </p14:nvContentPartPr>
              <p14:xfrm>
                <a:off x="4247285" y="5059882"/>
                <a:ext cx="42840" cy="14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39FCCFE-BC7E-4970-A127-BAD939ED59A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38645" y="5050882"/>
                  <a:ext cx="6048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F03DEE1-ACF6-42C3-A4BF-D0196020593B}"/>
              </a:ext>
            </a:extLst>
          </p:cNvPr>
          <p:cNvGrpSpPr/>
          <p:nvPr/>
        </p:nvGrpSpPr>
        <p:grpSpPr>
          <a:xfrm>
            <a:off x="4533125" y="4988602"/>
            <a:ext cx="780480" cy="66960"/>
            <a:chOff x="4533125" y="4988602"/>
            <a:chExt cx="78048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26A99C2-5F39-4CCF-9471-919F4720CD4E}"/>
                    </a:ext>
                  </a:extLst>
                </p14:cNvPr>
                <p14:cNvContentPartPr/>
                <p14:nvPr/>
              </p14:nvContentPartPr>
              <p14:xfrm>
                <a:off x="4533125" y="4988602"/>
                <a:ext cx="767880" cy="66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26A99C2-5F39-4CCF-9471-919F4720CD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24485" y="4979602"/>
                  <a:ext cx="7855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B98ACB-48A6-44D4-87A7-1DD68241B40F}"/>
                    </a:ext>
                  </a:extLst>
                </p14:cNvPr>
                <p14:cNvContentPartPr/>
                <p14:nvPr/>
              </p14:nvContentPartPr>
              <p14:xfrm>
                <a:off x="5311085" y="4990762"/>
                <a:ext cx="2520" cy="18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B98ACB-48A6-44D4-87A7-1DD68241B40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02085" y="4982122"/>
                  <a:ext cx="2016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14A3A6B-DF29-450A-A677-C031C09157D5}"/>
              </a:ext>
            </a:extLst>
          </p:cNvPr>
          <p:cNvGrpSpPr/>
          <p:nvPr/>
        </p:nvGrpSpPr>
        <p:grpSpPr>
          <a:xfrm>
            <a:off x="1391045" y="5344642"/>
            <a:ext cx="3320280" cy="367200"/>
            <a:chOff x="1391045" y="5344642"/>
            <a:chExt cx="332028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604E48-DB25-4B28-B29D-BCEE00322598}"/>
                    </a:ext>
                  </a:extLst>
                </p14:cNvPr>
                <p14:cNvContentPartPr/>
                <p14:nvPr/>
              </p14:nvContentPartPr>
              <p14:xfrm>
                <a:off x="1397885" y="5566402"/>
                <a:ext cx="3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604E48-DB25-4B28-B29D-BCEE0032259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89245" y="555740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EEAD692-DEE2-4D8D-8752-272BD4693018}"/>
                    </a:ext>
                  </a:extLst>
                </p14:cNvPr>
                <p14:cNvContentPartPr/>
                <p14:nvPr/>
              </p14:nvContentPartPr>
              <p14:xfrm>
                <a:off x="1391045" y="5441482"/>
                <a:ext cx="827280" cy="270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EEAD692-DEE2-4D8D-8752-272BD469301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82045" y="5432482"/>
                  <a:ext cx="844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0C77D94-BAEA-4941-B642-21F6750F52F5}"/>
                    </a:ext>
                  </a:extLst>
                </p14:cNvPr>
                <p14:cNvContentPartPr/>
                <p14:nvPr/>
              </p14:nvContentPartPr>
              <p14:xfrm>
                <a:off x="2239925" y="5429242"/>
                <a:ext cx="1051560" cy="273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0C77D94-BAEA-4941-B642-21F6750F52F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30925" y="5420242"/>
                  <a:ext cx="10692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2938E50-4277-4E9C-9DEE-83778598E829}"/>
                    </a:ext>
                  </a:extLst>
                </p14:cNvPr>
                <p14:cNvContentPartPr/>
                <p14:nvPr/>
              </p14:nvContentPartPr>
              <p14:xfrm>
                <a:off x="3224165" y="5447962"/>
                <a:ext cx="616680" cy="225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2938E50-4277-4E9C-9DEE-83778598E82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15525" y="5438962"/>
                  <a:ext cx="634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03ADF1-5912-4E84-91BB-E618042CA6B3}"/>
                    </a:ext>
                  </a:extLst>
                </p14:cNvPr>
                <p14:cNvContentPartPr/>
                <p14:nvPr/>
              </p14:nvContentPartPr>
              <p14:xfrm>
                <a:off x="3891965" y="5344642"/>
                <a:ext cx="819360" cy="258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03ADF1-5912-4E84-91BB-E618042CA6B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83325" y="5336002"/>
                  <a:ext cx="83700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A39AD43-7243-425E-B576-5DDF4FA399EF}"/>
              </a:ext>
            </a:extLst>
          </p:cNvPr>
          <p:cNvGrpSpPr/>
          <p:nvPr/>
        </p:nvGrpSpPr>
        <p:grpSpPr>
          <a:xfrm>
            <a:off x="1625405" y="5885722"/>
            <a:ext cx="311760" cy="201960"/>
            <a:chOff x="1625405" y="5885722"/>
            <a:chExt cx="311760" cy="20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75C0DB8-BE2D-4858-A8FF-E637977E2DA4}"/>
                    </a:ext>
                  </a:extLst>
                </p14:cNvPr>
                <p14:cNvContentPartPr/>
                <p14:nvPr/>
              </p14:nvContentPartPr>
              <p14:xfrm>
                <a:off x="1625765" y="5885722"/>
                <a:ext cx="7920" cy="34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75C0DB8-BE2D-4858-A8FF-E637977E2D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16765" y="5876722"/>
                  <a:ext cx="255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FFD207-3DD4-4621-A83B-523453E83C9E}"/>
                    </a:ext>
                  </a:extLst>
                </p14:cNvPr>
                <p14:cNvContentPartPr/>
                <p14:nvPr/>
              </p14:nvContentPartPr>
              <p14:xfrm>
                <a:off x="1625405" y="6020722"/>
                <a:ext cx="35280" cy="66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FFD207-3DD4-4621-A83B-523453E83C9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16765" y="6012082"/>
                  <a:ext cx="52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C3E026C-1778-42EF-A674-6BD467A8D525}"/>
                    </a:ext>
                  </a:extLst>
                </p14:cNvPr>
                <p14:cNvContentPartPr/>
                <p14:nvPr/>
              </p14:nvContentPartPr>
              <p14:xfrm>
                <a:off x="1762565" y="5894362"/>
                <a:ext cx="174600" cy="168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C3E026C-1778-42EF-A674-6BD467A8D52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53925" y="5885362"/>
                  <a:ext cx="192240" cy="18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9A99F0A-E375-43C2-BE6C-81D2511D7F08}"/>
              </a:ext>
            </a:extLst>
          </p:cNvPr>
          <p:cNvGrpSpPr/>
          <p:nvPr/>
        </p:nvGrpSpPr>
        <p:grpSpPr>
          <a:xfrm>
            <a:off x="2697485" y="5828842"/>
            <a:ext cx="317520" cy="189000"/>
            <a:chOff x="2697485" y="5828842"/>
            <a:chExt cx="317520" cy="1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34CDF05-7D6B-4DC5-9B63-86F307D1F5F2}"/>
                    </a:ext>
                  </a:extLst>
                </p14:cNvPr>
                <p14:cNvContentPartPr/>
                <p14:nvPr/>
              </p14:nvContentPartPr>
              <p14:xfrm>
                <a:off x="2697485" y="5849002"/>
                <a:ext cx="27000" cy="47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34CDF05-7D6B-4DC5-9B63-86F307D1F5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88845" y="5840362"/>
                  <a:ext cx="44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D462E45-9336-4A6B-927E-68B96D24F0B3}"/>
                    </a:ext>
                  </a:extLst>
                </p14:cNvPr>
                <p14:cNvContentPartPr/>
                <p14:nvPr/>
              </p14:nvContentPartPr>
              <p14:xfrm>
                <a:off x="2728445" y="5979682"/>
                <a:ext cx="13320" cy="38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D462E45-9336-4A6B-927E-68B96D24F0B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719805" y="5971042"/>
                  <a:ext cx="30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AD77D5-2F85-497C-BA49-B6740159591C}"/>
                    </a:ext>
                  </a:extLst>
                </p14:cNvPr>
                <p14:cNvContentPartPr/>
                <p14:nvPr/>
              </p14:nvContentPartPr>
              <p14:xfrm>
                <a:off x="2820965" y="5828842"/>
                <a:ext cx="194040" cy="178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AD77D5-2F85-497C-BA49-B6740159591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11965" y="5820202"/>
                  <a:ext cx="21168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319746A-9799-4D66-A0F8-1850EAD8CAA9}"/>
              </a:ext>
            </a:extLst>
          </p:cNvPr>
          <p:cNvGrpSpPr/>
          <p:nvPr/>
        </p:nvGrpSpPr>
        <p:grpSpPr>
          <a:xfrm>
            <a:off x="3608645" y="5742082"/>
            <a:ext cx="177480" cy="187920"/>
            <a:chOff x="3608645" y="5742082"/>
            <a:chExt cx="17748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AACA89F-E37D-400E-AC1F-D6B16350394A}"/>
                    </a:ext>
                  </a:extLst>
                </p14:cNvPr>
                <p14:cNvContentPartPr/>
                <p14:nvPr/>
              </p14:nvContentPartPr>
              <p14:xfrm>
                <a:off x="3639605" y="5757922"/>
                <a:ext cx="19440" cy="25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AACA89F-E37D-400E-AC1F-D6B16350394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30965" y="5748922"/>
                  <a:ext cx="37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FB6746-AD65-4B44-BB08-34D001622DAA}"/>
                    </a:ext>
                  </a:extLst>
                </p14:cNvPr>
                <p14:cNvContentPartPr/>
                <p14:nvPr/>
              </p14:nvContentPartPr>
              <p14:xfrm>
                <a:off x="3608645" y="5877802"/>
                <a:ext cx="16200" cy="52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FB6746-AD65-4B44-BB08-34D001622D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00005" y="5868802"/>
                  <a:ext cx="338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44E4F5E-F631-4426-A34F-28192B7B0EA4}"/>
                    </a:ext>
                  </a:extLst>
                </p14:cNvPr>
                <p14:cNvContentPartPr/>
                <p14:nvPr/>
              </p14:nvContentPartPr>
              <p14:xfrm>
                <a:off x="3724925" y="5742082"/>
                <a:ext cx="61200" cy="171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44E4F5E-F631-4426-A34F-28192B7B0EA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15925" y="5733442"/>
                  <a:ext cx="788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A1776F4-AB44-4E64-AF1B-D83D98A42255}"/>
              </a:ext>
            </a:extLst>
          </p:cNvPr>
          <p:cNvGrpSpPr/>
          <p:nvPr/>
        </p:nvGrpSpPr>
        <p:grpSpPr>
          <a:xfrm>
            <a:off x="4301285" y="5657842"/>
            <a:ext cx="257400" cy="250200"/>
            <a:chOff x="4301285" y="5657842"/>
            <a:chExt cx="25740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DE30A7B-E146-42FE-8AC9-72B01BC2E837}"/>
                    </a:ext>
                  </a:extLst>
                </p14:cNvPr>
                <p14:cNvContentPartPr/>
                <p14:nvPr/>
              </p14:nvContentPartPr>
              <p14:xfrm>
                <a:off x="4307405" y="5710042"/>
                <a:ext cx="17640" cy="25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DE30A7B-E146-42FE-8AC9-72B01BC2E8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98765" y="5701042"/>
                  <a:ext cx="352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EA9DD43-6817-403A-8CB0-7E6E0C653A1C}"/>
                    </a:ext>
                  </a:extLst>
                </p14:cNvPr>
                <p14:cNvContentPartPr/>
                <p14:nvPr/>
              </p14:nvContentPartPr>
              <p14:xfrm>
                <a:off x="4301285" y="5854762"/>
                <a:ext cx="30960" cy="53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EA9DD43-6817-403A-8CB0-7E6E0C653A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92645" y="5845762"/>
                  <a:ext cx="48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E386355-D16B-4FAC-858F-0F2D67335153}"/>
                    </a:ext>
                  </a:extLst>
                </p14:cNvPr>
                <p14:cNvContentPartPr/>
                <p14:nvPr/>
              </p14:nvContentPartPr>
              <p14:xfrm>
                <a:off x="4440245" y="5657842"/>
                <a:ext cx="118440" cy="171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E386355-D16B-4FAC-858F-0F2D6733515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31245" y="5648842"/>
                  <a:ext cx="13608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9B66DC-CFB5-45C7-B32C-DBEA8666A232}"/>
              </a:ext>
            </a:extLst>
          </p:cNvPr>
          <p:cNvGrpSpPr/>
          <p:nvPr/>
        </p:nvGrpSpPr>
        <p:grpSpPr>
          <a:xfrm>
            <a:off x="4638245" y="4622842"/>
            <a:ext cx="534240" cy="291960"/>
            <a:chOff x="4638245" y="4622842"/>
            <a:chExt cx="53424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8D6F5D0-4588-415A-9BCB-B5CD48D81740}"/>
                    </a:ext>
                  </a:extLst>
                </p14:cNvPr>
                <p14:cNvContentPartPr/>
                <p14:nvPr/>
              </p14:nvContentPartPr>
              <p14:xfrm>
                <a:off x="4638245" y="4641562"/>
                <a:ext cx="21600" cy="2732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8D6F5D0-4588-415A-9BCB-B5CD48D8174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29245" y="4632562"/>
                  <a:ext cx="392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6E4B89-CD87-43DA-9499-119355ACBBBB}"/>
                    </a:ext>
                  </a:extLst>
                </p14:cNvPr>
                <p14:cNvContentPartPr/>
                <p14:nvPr/>
              </p14:nvContentPartPr>
              <p14:xfrm>
                <a:off x="4745525" y="4638682"/>
                <a:ext cx="163800" cy="255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6E4B89-CD87-43DA-9499-119355ACBBB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36525" y="4629682"/>
                  <a:ext cx="1814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60AC0E3-4F6C-43D0-81B3-EC628282EB5B}"/>
                    </a:ext>
                  </a:extLst>
                </p14:cNvPr>
                <p14:cNvContentPartPr/>
                <p14:nvPr/>
              </p14:nvContentPartPr>
              <p14:xfrm>
                <a:off x="4982405" y="4622842"/>
                <a:ext cx="190080" cy="232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60AC0E3-4F6C-43D0-81B3-EC628282EB5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73405" y="4613842"/>
                  <a:ext cx="207720" cy="25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927DB8B-2404-463E-B2D0-2753A7758E0C}"/>
                  </a:ext>
                </a:extLst>
              </p14:cNvPr>
              <p14:cNvContentPartPr/>
              <p14:nvPr/>
            </p14:nvContentPartPr>
            <p14:xfrm>
              <a:off x="6071765" y="5083282"/>
              <a:ext cx="14040" cy="180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927DB8B-2404-463E-B2D0-2753A7758E0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063125" y="5074282"/>
                <a:ext cx="31680" cy="1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138B9280-92F3-463B-8FEB-8FB8268536AB}"/>
              </a:ext>
            </a:extLst>
          </p:cNvPr>
          <p:cNvGrpSpPr/>
          <p:nvPr/>
        </p:nvGrpSpPr>
        <p:grpSpPr>
          <a:xfrm>
            <a:off x="5754245" y="4785922"/>
            <a:ext cx="931320" cy="907920"/>
            <a:chOff x="5754245" y="4785922"/>
            <a:chExt cx="931320" cy="90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644FBEC-BB48-4D9A-8C82-C4E5743871F9}"/>
                    </a:ext>
                  </a:extLst>
                </p14:cNvPr>
                <p14:cNvContentPartPr/>
                <p14:nvPr/>
              </p14:nvContentPartPr>
              <p14:xfrm>
                <a:off x="5974205" y="5162482"/>
                <a:ext cx="9000" cy="267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644FBEC-BB48-4D9A-8C82-C4E5743871F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65205" y="5153842"/>
                  <a:ext cx="26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008390-E09A-4790-BAD7-FA54149FF2FE}"/>
                    </a:ext>
                  </a:extLst>
                </p14:cNvPr>
                <p14:cNvContentPartPr/>
                <p14:nvPr/>
              </p14:nvContentPartPr>
              <p14:xfrm>
                <a:off x="6158165" y="5109562"/>
                <a:ext cx="173880" cy="3657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008390-E09A-4790-BAD7-FA54149FF2F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49525" y="5100922"/>
                  <a:ext cx="1915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D5D0721-07DD-4BDC-AE65-CC51C5DF30C5}"/>
                    </a:ext>
                  </a:extLst>
                </p14:cNvPr>
                <p14:cNvContentPartPr/>
                <p14:nvPr/>
              </p14:nvContentPartPr>
              <p14:xfrm>
                <a:off x="6196685" y="5086882"/>
                <a:ext cx="293760" cy="228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D5D0721-07DD-4BDC-AE65-CC51C5DF30C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88045" y="5077882"/>
                  <a:ext cx="3114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A9F1532-FBF2-4DCC-ABD9-A92DFD336725}"/>
                    </a:ext>
                  </a:extLst>
                </p14:cNvPr>
                <p14:cNvContentPartPr/>
                <p14:nvPr/>
              </p14:nvContentPartPr>
              <p14:xfrm>
                <a:off x="5754245" y="4785922"/>
                <a:ext cx="931320" cy="907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A9F1532-FBF2-4DCC-ABD9-A92DFD3367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45245" y="4776922"/>
                  <a:ext cx="948960" cy="92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785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A463D2-DD84-4F07-A981-CB8B938C3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89" y="234024"/>
            <a:ext cx="5432149" cy="128407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CDE601D-74B1-478A-AE7E-54526BB64071}"/>
              </a:ext>
            </a:extLst>
          </p:cNvPr>
          <p:cNvGrpSpPr/>
          <p:nvPr/>
        </p:nvGrpSpPr>
        <p:grpSpPr>
          <a:xfrm>
            <a:off x="5939064" y="349848"/>
            <a:ext cx="894600" cy="1067040"/>
            <a:chOff x="5939064" y="349848"/>
            <a:chExt cx="894600" cy="10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D7A23D0-F1F8-423C-A274-11192D2DB1F6}"/>
                    </a:ext>
                  </a:extLst>
                </p14:cNvPr>
                <p14:cNvContentPartPr/>
                <p14:nvPr/>
              </p14:nvContentPartPr>
              <p14:xfrm>
                <a:off x="6288624" y="768888"/>
                <a:ext cx="36720" cy="336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D7A23D0-F1F8-423C-A274-11192D2DB1F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79624" y="759888"/>
                  <a:ext cx="543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98A819E-92AB-43CE-9EDD-ED4006CDE2CC}"/>
                    </a:ext>
                  </a:extLst>
                </p14:cNvPr>
                <p14:cNvContentPartPr/>
                <p14:nvPr/>
              </p14:nvContentPartPr>
              <p14:xfrm>
                <a:off x="6453504" y="712008"/>
                <a:ext cx="205920" cy="429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98A819E-92AB-43CE-9EDD-ED4006CDE2C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44864" y="703368"/>
                  <a:ext cx="2235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F80323-73E3-47E8-81C1-4F3397558C84}"/>
                    </a:ext>
                  </a:extLst>
                </p14:cNvPr>
                <p14:cNvContentPartPr/>
                <p14:nvPr/>
              </p14:nvContentPartPr>
              <p14:xfrm>
                <a:off x="5939064" y="349848"/>
                <a:ext cx="894600" cy="1067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F80323-73E3-47E8-81C1-4F3397558C8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30064" y="341208"/>
                  <a:ext cx="912240" cy="10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A3DCE5-01AC-4D9C-A1A3-976828DCF529}"/>
                    </a:ext>
                  </a:extLst>
                </p14:cNvPr>
                <p14:cNvContentPartPr/>
                <p14:nvPr/>
              </p14:nvContentPartPr>
              <p14:xfrm>
                <a:off x="6471504" y="596088"/>
                <a:ext cx="49320" cy="14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A3DCE5-01AC-4D9C-A1A3-976828DCF52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62504" y="587448"/>
                  <a:ext cx="66960" cy="320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EC13BEB-96D3-4C08-9380-D5933A59C1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689" y="1835929"/>
            <a:ext cx="7542403" cy="205027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91B3C0E-4BED-410C-A74B-C4419080E3DC}"/>
              </a:ext>
            </a:extLst>
          </p:cNvPr>
          <p:cNvGrpSpPr/>
          <p:nvPr/>
        </p:nvGrpSpPr>
        <p:grpSpPr>
          <a:xfrm>
            <a:off x="7911504" y="2259288"/>
            <a:ext cx="1346760" cy="1313640"/>
            <a:chOff x="7911504" y="2259288"/>
            <a:chExt cx="1346760" cy="131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B25BAB1-8527-4C2D-B0BB-24C57DC8F4C3}"/>
                    </a:ext>
                  </a:extLst>
                </p14:cNvPr>
                <p14:cNvContentPartPr/>
                <p14:nvPr/>
              </p14:nvContentPartPr>
              <p14:xfrm>
                <a:off x="8269704" y="2673288"/>
                <a:ext cx="20880" cy="389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B25BAB1-8527-4C2D-B0BB-24C57DC8F4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61064" y="2664648"/>
                  <a:ext cx="385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B3E963-DA6E-4B89-96CA-CFAC71210925}"/>
                    </a:ext>
                  </a:extLst>
                </p14:cNvPr>
                <p14:cNvContentPartPr/>
                <p14:nvPr/>
              </p14:nvContentPartPr>
              <p14:xfrm>
                <a:off x="8423064" y="2661768"/>
                <a:ext cx="284040" cy="701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B3E963-DA6E-4B89-96CA-CFAC7121092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14424" y="2652768"/>
                  <a:ext cx="30168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57AEC2-6752-4596-937C-708DEDCE6B52}"/>
                    </a:ext>
                  </a:extLst>
                </p14:cNvPr>
                <p14:cNvContentPartPr/>
                <p14:nvPr/>
              </p14:nvContentPartPr>
              <p14:xfrm>
                <a:off x="7911504" y="2259288"/>
                <a:ext cx="1346760" cy="1313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57AEC2-6752-4596-937C-708DEDCE6B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02504" y="2250288"/>
                  <a:ext cx="1364400" cy="1331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4E711BD-6F32-4904-9A5A-0FAB90EB8EA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8226" y="4312802"/>
            <a:ext cx="715327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98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PEMBAHASAN BANK SOAL TIU 0017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Utari Mardatillah</dc:creator>
  <cp:lastModifiedBy>Utari Mardatillah</cp:lastModifiedBy>
  <cp:revision>2</cp:revision>
  <dcterms:created xsi:type="dcterms:W3CDTF">2021-09-19T16:50:43Z</dcterms:created>
  <dcterms:modified xsi:type="dcterms:W3CDTF">2021-09-20T07:45:01Z</dcterms:modified>
</cp:coreProperties>
</file>